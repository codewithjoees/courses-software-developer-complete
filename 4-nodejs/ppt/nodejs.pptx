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301" r:id="rId3"/>
    <p:sldId id="303" r:id="rId4"/>
    <p:sldId id="304" r:id="rId5"/>
    <p:sldId id="305" r:id="rId6"/>
    <p:sldId id="306" r:id="rId7"/>
    <p:sldId id="307" r:id="rId8"/>
    <p:sldId id="308" r:id="rId9"/>
    <p:sldId id="310" r:id="rId10"/>
    <p:sldId id="311" r:id="rId11"/>
    <p:sldId id="312" r:id="rId12"/>
    <p:sldId id="313" r:id="rId13"/>
    <p:sldId id="25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9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06" autoAdjust="0"/>
    <p:restoredTop sz="94660"/>
  </p:normalViewPr>
  <p:slideViewPr>
    <p:cSldViewPr snapToGrid="0">
      <p:cViewPr varScale="1">
        <p:scale>
          <a:sx n="82" d="100"/>
          <a:sy n="82" d="100"/>
        </p:scale>
        <p:origin x="9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A39722-1826-40CF-BF8C-131C7B77064D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2AA439-7479-4F26-8C5D-4C662C69F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53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023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A50C2-C2D9-D556-39F7-7D30CC971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08DE4F-B734-D70E-D457-6F45F5022D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C8D4CC-1DB8-E252-D2C6-9A5FD216DA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C9A294-E767-BC1C-ACD2-715CD34B11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109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18427-AF7C-2909-0529-F9E1392B6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DF8E19-D6C0-7513-524F-E821A2CA32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0DD54C-CC9F-304E-E1AC-14808650B5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6F9E48-854B-6AC6-80AB-3158533CB7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0919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4BFAD-9EB4-4ED9-070B-0F9BE5246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455465-4339-3F43-43FA-3CA9A4F167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27431D-679B-B7A5-2851-E2932D1CC5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67F601-FDE2-8B70-D3D8-46B47BBCE2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0307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AB2D7-E1D3-5ED6-48E9-E91552FDC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4B9F96-CE47-7A0D-B4B3-B7EF91E1F5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67DFCB-3902-44EA-FBD9-12C2857193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FBEA8-2376-05E5-52D4-4595EEEF5F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6773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AE002-C8AB-A137-CA3F-5E81F310C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0FBB1E-C8ED-982C-8662-AA49D5352F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89B738-72E4-C14B-FE20-CAC9A6CAC5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F5087C-BF44-07DC-2020-CE71C630FC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7316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DBABA-0BD6-ED9C-F40A-BB175B3B7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820FA0-6CB3-B830-916F-B6BB0F7EDE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F8B2A0-66AB-A891-81F3-1B1464B158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D04ADC-A9B2-2127-571F-F1B654C413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8157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98ECB-7D51-F265-4219-AA7D2ACAA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0A0812-2396-12F2-9A1B-87E393DE42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B6B538-522D-C6EA-73AD-3CF00A239C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266AB2-1E2E-C9E0-A03A-329AD6E688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983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904EC-4039-EE61-22A8-6D2A6F4FA2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651E24-56B7-4541-0A09-C37A5DA4D2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872EA-3438-0033-865F-05C1194E9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50BD8-7E5B-704A-4071-33C00AA31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3BDC6-5A1B-BFED-EBF3-B335E058B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280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2D70E-8E44-36F4-37ED-431B28136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339A6-CA29-F128-7CC1-3A0A673D2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FC7F8-F9E1-82CA-DFEC-166DB7B9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0E926-1EE2-DE5C-6D28-BA299A65C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F316F-B378-E9D4-7191-BC0359587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993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DCF00-1773-D9D0-D89D-9CC8CD39C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F422F-6802-CFC3-557E-06678C0B31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AD49A-3533-E2CD-3ABE-44B270FA1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65B51-75E5-71B9-3E83-A5A00E54D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FD20B-CAC1-3175-A7E8-E08F377D0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137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753D7-DD23-31E1-B522-0DC6FD46C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FB1D0-C293-6754-4D4D-CB81BCA269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C0468F-6878-6C6F-B64A-25A19B0B82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FBBDB8-2080-3AF8-076D-2B83A3365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84BCD-D9AF-875A-7912-E24349A0E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CD97F9-DE86-BB0E-F897-65514D936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001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2ED9D-F6D3-8600-2320-7DCF06536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73E576-DC50-1D1F-3A7A-8F8DE2B26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23E3E-AE21-D330-BC12-FD1B16D053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BCC5C1-7F23-0CBC-66C0-C1B77793EF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7C16BF-0364-1C1D-90CD-E6A6E38E36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30D3B1-60DF-8C79-8083-9238A4E25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1C7BC3-826E-32E3-133C-604129CE6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D6593C-5BE3-3ACA-DD28-394B67DEE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768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D21D0-5F64-A22A-62E6-241E9C5E1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3576BA-A2E5-5357-BD25-5F5E95C1A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66E412-EA4F-785A-BF7D-7AB594431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B85CB2-8076-D766-667B-C1A698875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363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0FF35-4FC6-CD03-CC73-04586439F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9E7138-94B5-28C7-C296-3CC2EBD7E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D0F9C5-8E7D-637D-8EFB-8109BE628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578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D46C3-A19E-3B0B-B7E8-F0FFE494C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EDE83-7AF7-A694-5A10-EF1230452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787F8A-F8A3-F430-645D-A5B8340B80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50DE6-0DFE-A56A-F072-016606A04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6FE462-6AE0-ABB1-5BD7-7E27F05A9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6CCE51-A6D9-F91F-9DC6-A6576CC28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248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3A1DD-8DFF-A1F2-DDB7-DFC5D2EF9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CF256B-AEDF-3A35-DB89-8BD356FACC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A555A2-1C69-CC0C-828A-BA42C4A192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447F5C-BDD1-3E3D-696A-02108852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45CF22-33CD-9325-1E40-5A01568F5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B77DC3-0FC6-7B35-0A5E-453D20BC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262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E658F-5DF7-6E63-DF5B-ED4D5C94C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3F61EE-032E-B93D-DC52-2B54514124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CDD7B-8069-2771-424E-DEF26EEDB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3AA03-1EA5-2A37-AF8E-F6A54613C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D58BA-D1AA-83FC-2E35-DE0982A47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78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69E225-9FE6-BAD6-AF40-76952706EE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6893AF-0288-E974-71C8-E68A85EE88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31B9E-B004-4DC3-50A6-32958611C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F4770-04B3-83C4-7701-597DA5F4B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56224-0840-70C3-49FC-1CECE4DB3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180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DD323D-2A70-ECAF-D2BF-74EEFD47F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75FCC5-C095-6B99-0821-B7D14D568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8D852-4D9D-FF3A-3065-556D2CE7E0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FF51B-7D6F-4CF9-A1E8-F4329305AAFA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E0401-5E56-943E-685A-F129C079F2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0E51E-4649-C770-FA47-435DBEF232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961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mailto:pinemjosse@gmail.com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2.png"/><Relationship Id="rId5" Type="http://schemas.openxmlformats.org/officeDocument/2006/relationships/image" Target="../media/image7.png"/><Relationship Id="rId10" Type="http://schemas.openxmlformats.org/officeDocument/2006/relationships/image" Target="../media/image5.png"/><Relationship Id="rId4" Type="http://schemas.openxmlformats.org/officeDocument/2006/relationships/image" Target="../media/image6.png"/><Relationship Id="rId9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15CE032A-D290-F436-A9F9-CF987079C703}"/>
              </a:ext>
            </a:extLst>
          </p:cNvPr>
          <p:cNvGrpSpPr/>
          <p:nvPr/>
        </p:nvGrpSpPr>
        <p:grpSpPr>
          <a:xfrm>
            <a:off x="194366" y="9704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3A1D5BA6-6006-735F-F56F-284FFC742A99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854CE34C-BCC5-8428-C9C4-FBA5FF739328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E818E4C5-0B2A-76F2-4617-F5EC1555543E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FF750DEF-F459-BAE6-A7EC-9DEC4CF73B03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A588A40D-F6B3-58DA-F280-B2C2E8BFC4DB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CA2EFD40-CFFA-3856-068D-ED03CD125828}"/>
                </a:ext>
              </a:extLst>
            </p:cNvPr>
            <p:cNvGrpSpPr/>
            <p:nvPr/>
          </p:nvGrpSpPr>
          <p:grpSpPr>
            <a:xfrm>
              <a:off x="108333" y="941046"/>
              <a:ext cx="8804791" cy="5802344"/>
              <a:chOff x="97378" y="962804"/>
              <a:chExt cx="8804791" cy="5802344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581FC32-07A9-D27D-3819-5A2CC0B9D9A8}"/>
                  </a:ext>
                </a:extLst>
              </p:cNvPr>
              <p:cNvSpPr/>
              <p:nvPr/>
            </p:nvSpPr>
            <p:spPr>
              <a:xfrm>
                <a:off x="133315" y="962804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  <p:sp>
            <p:nvSpPr>
              <p:cNvPr id="38" name="Star: 4 Points 37">
                <a:extLst>
                  <a:ext uri="{FF2B5EF4-FFF2-40B4-BE49-F238E27FC236}">
                    <a16:creationId xmlns:a16="http://schemas.microsoft.com/office/drawing/2014/main" id="{0AFD7213-0818-4642-8579-D32799B04D79}"/>
                  </a:ext>
                </a:extLst>
              </p:cNvPr>
              <p:cNvSpPr/>
              <p:nvPr/>
            </p:nvSpPr>
            <p:spPr>
              <a:xfrm>
                <a:off x="97378" y="1713733"/>
                <a:ext cx="914400" cy="914400"/>
              </a:xfrm>
              <a:prstGeom prst="star4">
                <a:avLst/>
              </a:prstGeom>
              <a:solidFill>
                <a:srgbClr val="FFC0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Star: 4 Points 38">
                <a:extLst>
                  <a:ext uri="{FF2B5EF4-FFF2-40B4-BE49-F238E27FC236}">
                    <a16:creationId xmlns:a16="http://schemas.microsoft.com/office/drawing/2014/main" id="{8B0B5542-F1DF-49AD-27FC-D9A65718E2B9}"/>
                  </a:ext>
                </a:extLst>
              </p:cNvPr>
              <p:cNvSpPr/>
              <p:nvPr/>
            </p:nvSpPr>
            <p:spPr>
              <a:xfrm>
                <a:off x="8230316" y="4730221"/>
                <a:ext cx="618170" cy="477520"/>
              </a:xfrm>
              <a:prstGeom prst="star4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" name="Star: 5 Points 39">
                <a:extLst>
                  <a:ext uri="{FF2B5EF4-FFF2-40B4-BE49-F238E27FC236}">
                    <a16:creationId xmlns:a16="http://schemas.microsoft.com/office/drawing/2014/main" id="{BE24B3F0-F10C-936D-774E-5D5B0749F36D}"/>
                  </a:ext>
                </a:extLst>
              </p:cNvPr>
              <p:cNvSpPr/>
              <p:nvPr/>
            </p:nvSpPr>
            <p:spPr>
              <a:xfrm>
                <a:off x="8034742" y="5909375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" name="Star: 5 Points 40">
                <a:extLst>
                  <a:ext uri="{FF2B5EF4-FFF2-40B4-BE49-F238E27FC236}">
                    <a16:creationId xmlns:a16="http://schemas.microsoft.com/office/drawing/2014/main" id="{E1888422-8817-7119-1ED0-B3F9D7988431}"/>
                  </a:ext>
                </a:extLst>
              </p:cNvPr>
              <p:cNvSpPr/>
              <p:nvPr/>
            </p:nvSpPr>
            <p:spPr>
              <a:xfrm>
                <a:off x="254948" y="5616624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Star: 5 Points 41">
                <a:extLst>
                  <a:ext uri="{FF2B5EF4-FFF2-40B4-BE49-F238E27FC236}">
                    <a16:creationId xmlns:a16="http://schemas.microsoft.com/office/drawing/2014/main" id="{2589ECA5-25A8-01BD-CC21-E905985F5C66}"/>
                  </a:ext>
                </a:extLst>
              </p:cNvPr>
              <p:cNvSpPr/>
              <p:nvPr/>
            </p:nvSpPr>
            <p:spPr>
              <a:xfrm>
                <a:off x="6865404" y="1241784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Star: 5 Points 42">
                <a:extLst>
                  <a:ext uri="{FF2B5EF4-FFF2-40B4-BE49-F238E27FC236}">
                    <a16:creationId xmlns:a16="http://schemas.microsoft.com/office/drawing/2014/main" id="{72A4F7B9-23B8-8335-A939-3123EE93179C}"/>
                  </a:ext>
                </a:extLst>
              </p:cNvPr>
              <p:cNvSpPr/>
              <p:nvPr/>
            </p:nvSpPr>
            <p:spPr>
              <a:xfrm>
                <a:off x="8131605" y="3191386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Star: 6 Points 43">
                <a:extLst>
                  <a:ext uri="{FF2B5EF4-FFF2-40B4-BE49-F238E27FC236}">
                    <a16:creationId xmlns:a16="http://schemas.microsoft.com/office/drawing/2014/main" id="{3DED364F-5220-0FD0-46E0-0B62D2DCE506}"/>
                  </a:ext>
                </a:extLst>
              </p:cNvPr>
              <p:cNvSpPr/>
              <p:nvPr/>
            </p:nvSpPr>
            <p:spPr>
              <a:xfrm>
                <a:off x="255906" y="4041999"/>
                <a:ext cx="457200" cy="477520"/>
              </a:xfrm>
              <a:prstGeom prst="star6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5" name="Star: 6 Points 44">
                <a:extLst>
                  <a:ext uri="{FF2B5EF4-FFF2-40B4-BE49-F238E27FC236}">
                    <a16:creationId xmlns:a16="http://schemas.microsoft.com/office/drawing/2014/main" id="{B1B0944B-C0D7-3D1C-1478-94CA762AEE46}"/>
                  </a:ext>
                </a:extLst>
              </p:cNvPr>
              <p:cNvSpPr/>
              <p:nvPr/>
            </p:nvSpPr>
            <p:spPr>
              <a:xfrm flipH="1">
                <a:off x="1005266" y="6088573"/>
                <a:ext cx="359275" cy="399030"/>
              </a:xfrm>
              <a:prstGeom prst="star6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Star: 4 Points 45">
                <a:extLst>
                  <a:ext uri="{FF2B5EF4-FFF2-40B4-BE49-F238E27FC236}">
                    <a16:creationId xmlns:a16="http://schemas.microsoft.com/office/drawing/2014/main" id="{C8A05DFA-F7BA-7DD2-F293-C8A049073BC3}"/>
                  </a:ext>
                </a:extLst>
              </p:cNvPr>
              <p:cNvSpPr/>
              <p:nvPr/>
            </p:nvSpPr>
            <p:spPr>
              <a:xfrm>
                <a:off x="1259522" y="1136468"/>
                <a:ext cx="558800" cy="471949"/>
              </a:xfrm>
              <a:prstGeom prst="star4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11BD6A8-FACC-EEF8-22CF-8E816F8F1F9D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4A70F94D-19F1-127E-C4F8-D0E1026CA5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5C437DA-622A-826D-F8C0-88E26BC2694A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B85DC9D-2E5F-30EF-3BC2-5C8CCFC8CE44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B0079F11-6302-EFE6-90A8-029433B98C72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E64F573-D02B-0468-E51F-462A9CDA8A59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7" name="Parallelogram 56">
            <a:extLst>
              <a:ext uri="{FF2B5EF4-FFF2-40B4-BE49-F238E27FC236}">
                <a16:creationId xmlns:a16="http://schemas.microsoft.com/office/drawing/2014/main" id="{7F2F08B0-2010-1E66-5342-26E129086E68}"/>
              </a:ext>
            </a:extLst>
          </p:cNvPr>
          <p:cNvSpPr/>
          <p:nvPr/>
        </p:nvSpPr>
        <p:spPr>
          <a:xfrm>
            <a:off x="9311307" y="4271583"/>
            <a:ext cx="1656301" cy="914400"/>
          </a:xfrm>
          <a:prstGeom prst="parallelogram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#4</a:t>
            </a:r>
          </a:p>
        </p:txBody>
      </p:sp>
      <p:sp>
        <p:nvSpPr>
          <p:cNvPr id="58" name="Parallelogram 57">
            <a:extLst>
              <a:ext uri="{FF2B5EF4-FFF2-40B4-BE49-F238E27FC236}">
                <a16:creationId xmlns:a16="http://schemas.microsoft.com/office/drawing/2014/main" id="{9ED1D0B8-4FDE-EB84-4974-A71B32754701}"/>
              </a:ext>
            </a:extLst>
          </p:cNvPr>
          <p:cNvSpPr/>
          <p:nvPr/>
        </p:nvSpPr>
        <p:spPr>
          <a:xfrm>
            <a:off x="9074752" y="5185983"/>
            <a:ext cx="3101294" cy="914400"/>
          </a:xfrm>
          <a:prstGeom prst="parallelogram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NODEJS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1FC27B6-3175-E5EE-CBB8-165B6B6CFD3E}"/>
              </a:ext>
            </a:extLst>
          </p:cNvPr>
          <p:cNvSpPr/>
          <p:nvPr/>
        </p:nvSpPr>
        <p:spPr>
          <a:xfrm rot="20186118">
            <a:off x="7898199" y="1414407"/>
            <a:ext cx="927159" cy="680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2"/>
                </a:solidFill>
                <a:latin typeface="Eras Bold ITC" panose="020B0907030504020204" pitchFamily="34" charset="0"/>
              </a:rPr>
              <a:t>&lt;/&gt;</a:t>
            </a:r>
            <a:endParaRPr lang="en-US" dirty="0">
              <a:solidFill>
                <a:schemeClr val="accent2"/>
              </a:solidFill>
              <a:latin typeface="Eras Bold ITC" panose="020B0907030504020204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FCED4A5-83DE-003B-C124-CE31E8C86499}"/>
              </a:ext>
            </a:extLst>
          </p:cNvPr>
          <p:cNvSpPr/>
          <p:nvPr/>
        </p:nvSpPr>
        <p:spPr>
          <a:xfrm rot="1308130">
            <a:off x="6466240" y="5655770"/>
            <a:ext cx="927159" cy="680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6"/>
                </a:solidFill>
                <a:latin typeface="Eras Bold ITC" panose="020B0907030504020204" pitchFamily="34" charset="0"/>
              </a:rPr>
              <a:t>&lt;/&gt;</a:t>
            </a:r>
            <a:endParaRPr lang="en-US" dirty="0">
              <a:solidFill>
                <a:schemeClr val="accent6"/>
              </a:solidFill>
              <a:latin typeface="Eras Bold ITC" panose="020B0907030504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B014A1F-D3E9-85D5-CC94-7523A54C533E}"/>
              </a:ext>
            </a:extLst>
          </p:cNvPr>
          <p:cNvGrpSpPr/>
          <p:nvPr/>
        </p:nvGrpSpPr>
        <p:grpSpPr>
          <a:xfrm>
            <a:off x="1450314" y="2800549"/>
            <a:ext cx="6116776" cy="2336941"/>
            <a:chOff x="1683994" y="2800549"/>
            <a:chExt cx="6116776" cy="2336941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D808F76A-6D08-BB8B-17E3-190A77166CD4}"/>
                </a:ext>
              </a:extLst>
            </p:cNvPr>
            <p:cNvSpPr/>
            <p:nvPr/>
          </p:nvSpPr>
          <p:spPr>
            <a:xfrm>
              <a:off x="1683994" y="2800549"/>
              <a:ext cx="6116776" cy="1513840"/>
            </a:xfrm>
            <a:prstGeom prst="roundRect">
              <a:avLst>
                <a:gd name="adj" fmla="val 0"/>
              </a:avLst>
            </a:prstGeom>
            <a:solidFill>
              <a:srgbClr val="FFF9A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rgbClr val="0240FF"/>
                  </a:solidFill>
                  <a:latin typeface="Berlin Sans FB Demi" panose="020E0802020502020306" pitchFamily="34" charset="0"/>
                </a:rPr>
                <a:t>“ Learn Programming For Beginners – Free Full Course “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378BB3AA-8D2E-B871-644A-B927784C030D}"/>
                </a:ext>
              </a:extLst>
            </p:cNvPr>
            <p:cNvSpPr/>
            <p:nvPr/>
          </p:nvSpPr>
          <p:spPr>
            <a:xfrm>
              <a:off x="3399802" y="4320075"/>
              <a:ext cx="3010003" cy="817415"/>
            </a:xfrm>
            <a:prstGeom prst="roundRect">
              <a:avLst>
                <a:gd name="adj" fmla="val 0"/>
              </a:avLst>
            </a:prstGeom>
            <a:solidFill>
              <a:srgbClr val="0240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Berlin Sans FB Demi" panose="020E0802020502020306" pitchFamily="34" charset="0"/>
                </a:rPr>
                <a:t>#4 – Nodejs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280C94A-8C0D-36EF-D2D0-7ECD9302E645}"/>
              </a:ext>
            </a:extLst>
          </p:cNvPr>
          <p:cNvGrpSpPr/>
          <p:nvPr/>
        </p:nvGrpSpPr>
        <p:grpSpPr>
          <a:xfrm>
            <a:off x="3201828" y="1687455"/>
            <a:ext cx="3375953" cy="1061272"/>
            <a:chOff x="3201828" y="1687455"/>
            <a:chExt cx="3375953" cy="1061272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476D2F7F-7217-06E8-EB53-3F4CC80CB1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175" t="6678" r="10938" b="63134"/>
            <a:stretch>
              <a:fillRect/>
            </a:stretch>
          </p:blipFill>
          <p:spPr>
            <a:xfrm>
              <a:off x="3201828" y="1741545"/>
              <a:ext cx="1848465" cy="820557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B54066B6-5A9B-C649-4083-CC580855D5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614" t="37539" r="10216" b="7202"/>
            <a:stretch>
              <a:fillRect/>
            </a:stretch>
          </p:blipFill>
          <p:spPr>
            <a:xfrm>
              <a:off x="5050293" y="1687455"/>
              <a:ext cx="1527488" cy="10612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24695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E7DECD-FADC-CCEB-0C44-12CBBBF74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C7662CF5-1726-1A8C-A9B4-4AE011FC91FA}"/>
              </a:ext>
            </a:extLst>
          </p:cNvPr>
          <p:cNvGrpSpPr/>
          <p:nvPr/>
        </p:nvGrpSpPr>
        <p:grpSpPr>
          <a:xfrm>
            <a:off x="122723" y="1230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696B179-F35D-B22F-2F71-A0797AB74EE4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DB494F6-B4D8-0467-EB68-75F7103C017F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aseline="-25000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1A2E1726-CA3A-4215-FB19-459AA326B145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aseline="-25000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5CB4DC73-4DB0-CE89-0DBA-693FEE006ADB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aseline="-25000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DC354560-8018-0ED9-5259-6597AC2FB983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aseline="-25000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23269FB-3016-1C9F-C710-59BD0260A30E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baseline="-250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4D8CFE3-DC4C-823B-48B0-C205A4C73103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E18B2618-566C-5FA1-7B44-3A5D8CC078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91044E8-0CB6-EFEB-0D22-350997E6AAA4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C169F98-C416-0C2F-CCFE-365551A19C72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934E4FBF-3EE1-44B4-26D1-33E9ED760634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EAC86C6-9524-0C9F-DF6B-BBA54A6B04AF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7E9B75D-41F2-85F2-EF28-31ADBA9081ED}"/>
              </a:ext>
            </a:extLst>
          </p:cNvPr>
          <p:cNvGrpSpPr/>
          <p:nvPr/>
        </p:nvGrpSpPr>
        <p:grpSpPr>
          <a:xfrm>
            <a:off x="9074752" y="4271583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8BA016D2-BC61-39C3-FFB8-2747641E925E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#4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2D5644C1-94E5-C580-95A4-0F522E0CB8B0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NODEJS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615488CB-02C0-0CD7-4807-7C9D4FF47C1F}"/>
              </a:ext>
            </a:extLst>
          </p:cNvPr>
          <p:cNvSpPr/>
          <p:nvPr/>
        </p:nvSpPr>
        <p:spPr>
          <a:xfrm>
            <a:off x="390488" y="1224073"/>
            <a:ext cx="7848944" cy="13576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  <a:latin typeface="Gill Sans MT" panose="020B0502020104020203" pitchFamily="34" charset="0"/>
              </a:rPr>
              <a:t>Node.js</a:t>
            </a: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0"/>
              </a:rPr>
              <a:t> is a free, open source tool that lets you run JavaScript outside the web browser.</a:t>
            </a:r>
            <a:endParaRPr lang="en-US" sz="4800" b="1" dirty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E18594-4AAA-98C5-0173-AA4EA926249D}"/>
              </a:ext>
            </a:extLst>
          </p:cNvPr>
          <p:cNvSpPr/>
          <p:nvPr/>
        </p:nvSpPr>
        <p:spPr>
          <a:xfrm>
            <a:off x="407886" y="3018329"/>
            <a:ext cx="7737738" cy="79945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0"/>
              </a:rPr>
              <a:t>What </a:t>
            </a:r>
            <a:r>
              <a:rPr lang="en-US" sz="2800" dirty="0" err="1">
                <a:solidFill>
                  <a:schemeClr val="tx1"/>
                </a:solidFill>
                <a:latin typeface="Gill Sans MT" panose="020B0502020104020203" pitchFamily="34" charset="0"/>
              </a:rPr>
              <a:t>Javascript</a:t>
            </a: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0"/>
              </a:rPr>
              <a:t> can build on outside browser :</a:t>
            </a:r>
            <a:endParaRPr lang="en-US" sz="3600" b="1" dirty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0FE2A6-4D54-E134-BCBF-054B80B11FAD}"/>
              </a:ext>
            </a:extLst>
          </p:cNvPr>
          <p:cNvSpPr/>
          <p:nvPr/>
        </p:nvSpPr>
        <p:spPr>
          <a:xfrm>
            <a:off x="425284" y="3830043"/>
            <a:ext cx="3518487" cy="67797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- Server side Development</a:t>
            </a:r>
            <a:endParaRPr lang="en-US" sz="3200" dirty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FDCBCD-52B8-F99C-1F09-EEFB75D86C40}"/>
              </a:ext>
            </a:extLst>
          </p:cNvPr>
          <p:cNvSpPr/>
          <p:nvPr/>
        </p:nvSpPr>
        <p:spPr>
          <a:xfrm>
            <a:off x="425284" y="4508013"/>
            <a:ext cx="3420105" cy="67797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- Desktop Apps (Electron)</a:t>
            </a:r>
            <a:endParaRPr lang="en-US" sz="3200" dirty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B303B2-CCAC-72A7-FFE2-E2EF65D4700C}"/>
              </a:ext>
            </a:extLst>
          </p:cNvPr>
          <p:cNvSpPr/>
          <p:nvPr/>
        </p:nvSpPr>
        <p:spPr>
          <a:xfrm>
            <a:off x="407886" y="5185983"/>
            <a:ext cx="3965202" cy="67797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- Mobile Apps (React Native)</a:t>
            </a:r>
            <a:endParaRPr lang="en-US" sz="3200" dirty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D23B87-EABF-E2A4-CA1E-FB1CA7ACD3FF}"/>
              </a:ext>
            </a:extLst>
          </p:cNvPr>
          <p:cNvSpPr/>
          <p:nvPr/>
        </p:nvSpPr>
        <p:spPr>
          <a:xfrm>
            <a:off x="4134603" y="4458596"/>
            <a:ext cx="2846591" cy="67797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- </a:t>
            </a:r>
            <a:r>
              <a:rPr lang="en-US" sz="2400" dirty="0" err="1">
                <a:solidFill>
                  <a:schemeClr val="tx1"/>
                </a:solidFill>
                <a:latin typeface="Gill Sans MT" panose="020B0502020104020203" pitchFamily="34" charset="0"/>
              </a:rPr>
              <a:t>Fullstack</a:t>
            </a: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(Next.js)</a:t>
            </a:r>
            <a:endParaRPr lang="en-US" sz="3200" dirty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2D6EA5-2A13-7999-56BA-55A2BAEFCFBE}"/>
              </a:ext>
            </a:extLst>
          </p:cNvPr>
          <p:cNvSpPr/>
          <p:nvPr/>
        </p:nvSpPr>
        <p:spPr>
          <a:xfrm>
            <a:off x="4134603" y="3830043"/>
            <a:ext cx="1088137" cy="67797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- IOT</a:t>
            </a:r>
            <a:endParaRPr lang="en-US" sz="3200" dirty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4108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C06AF9-F725-F140-23AB-9675B2A58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roup 130">
            <a:extLst>
              <a:ext uri="{FF2B5EF4-FFF2-40B4-BE49-F238E27FC236}">
                <a16:creationId xmlns:a16="http://schemas.microsoft.com/office/drawing/2014/main" id="{B3A4EEB9-31C1-2CE4-D320-0703A588ADBD}"/>
              </a:ext>
            </a:extLst>
          </p:cNvPr>
          <p:cNvGrpSpPr/>
          <p:nvPr/>
        </p:nvGrpSpPr>
        <p:grpSpPr>
          <a:xfrm>
            <a:off x="159771" y="144943"/>
            <a:ext cx="12016275" cy="6590005"/>
            <a:chOff x="159771" y="144943"/>
            <a:chExt cx="12016275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AEB3C90D-1734-82D3-93AE-F46F5414A183}"/>
                </a:ext>
              </a:extLst>
            </p:cNvPr>
            <p:cNvGrpSpPr/>
            <p:nvPr/>
          </p:nvGrpSpPr>
          <p:grpSpPr>
            <a:xfrm>
              <a:off x="159771" y="144943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FEE4D896-BF7E-94E8-8AD3-5A7C2A2E60EA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86635CFA-A5EC-80DB-A723-90DA6501666D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40ACB86B-628C-147C-20EC-421AC1EC42D0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486041D2-2F65-4323-111D-C9B94DCEFDF8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3917443E-81F7-14F4-72BC-6B62896F8993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5646CC8-2CEC-B9AC-5C25-59ADC98D0541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18C0AE60-BA7A-1077-7E5F-CBDA03CF29A1}"/>
                </a:ext>
              </a:extLst>
            </p:cNvPr>
            <p:cNvGrpSpPr/>
            <p:nvPr/>
          </p:nvGrpSpPr>
          <p:grpSpPr>
            <a:xfrm>
              <a:off x="9078871" y="386956"/>
              <a:ext cx="2902660" cy="3398908"/>
              <a:chOff x="8981371" y="2824912"/>
              <a:chExt cx="2997907" cy="3510212"/>
            </a:xfrm>
          </p:grpSpPr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0A0B3A8A-2025-483A-E173-5AA0E3F1D7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75821" y="2861865"/>
                <a:ext cx="2552386" cy="3315298"/>
              </a:xfrm>
              <a:prstGeom prst="rect">
                <a:avLst/>
              </a:prstGeom>
            </p:spPr>
          </p:pic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AB54BDF5-7D7B-DD16-E7D3-060F67BACB1F}"/>
                  </a:ext>
                </a:extLst>
              </p:cNvPr>
              <p:cNvSpPr/>
              <p:nvPr/>
            </p:nvSpPr>
            <p:spPr>
              <a:xfrm rot="19871654">
                <a:off x="9063495" y="2861599"/>
                <a:ext cx="914400" cy="296728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B76D26A4-0A22-90D0-271C-199B9EF157F1}"/>
                  </a:ext>
                </a:extLst>
              </p:cNvPr>
              <p:cNvSpPr/>
              <p:nvPr/>
            </p:nvSpPr>
            <p:spPr>
              <a:xfrm rot="2054190">
                <a:off x="8981371" y="5806907"/>
                <a:ext cx="914400" cy="296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A54DEC45-FDB1-2603-59D1-5276CA58E7E4}"/>
                  </a:ext>
                </a:extLst>
              </p:cNvPr>
              <p:cNvSpPr/>
              <p:nvPr/>
            </p:nvSpPr>
            <p:spPr>
              <a:xfrm rot="2138521">
                <a:off x="11064878" y="2824912"/>
                <a:ext cx="914400" cy="296728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5BBD7DC6-9FD0-ABAF-6528-8596F9DB4D2B}"/>
                  </a:ext>
                </a:extLst>
              </p:cNvPr>
              <p:cNvSpPr/>
              <p:nvPr/>
            </p:nvSpPr>
            <p:spPr>
              <a:xfrm rot="7896723">
                <a:off x="11064877" y="5729560"/>
                <a:ext cx="914400" cy="296728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06D6945-3784-083C-C9D5-2CC28EEB4B07}"/>
                </a:ext>
              </a:extLst>
            </p:cNvPr>
            <p:cNvGrpSpPr/>
            <p:nvPr/>
          </p:nvGrpSpPr>
          <p:grpSpPr>
            <a:xfrm>
              <a:off x="9074752" y="4271583"/>
              <a:ext cx="3101294" cy="1828800"/>
              <a:chOff x="9074752" y="4271583"/>
              <a:chExt cx="3101294" cy="1828800"/>
            </a:xfrm>
          </p:grpSpPr>
          <p:sp>
            <p:nvSpPr>
              <p:cNvPr id="57" name="Parallelogram 56">
                <a:extLst>
                  <a:ext uri="{FF2B5EF4-FFF2-40B4-BE49-F238E27FC236}">
                    <a16:creationId xmlns:a16="http://schemas.microsoft.com/office/drawing/2014/main" id="{3BCEE803-3893-6EC4-C14F-B544801BB6FC}"/>
                  </a:ext>
                </a:extLst>
              </p:cNvPr>
              <p:cNvSpPr/>
              <p:nvPr/>
            </p:nvSpPr>
            <p:spPr>
              <a:xfrm>
                <a:off x="9311307" y="4271583"/>
                <a:ext cx="1656301" cy="914400"/>
              </a:xfrm>
              <a:prstGeom prst="parallelogram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rPr>
                  <a:t>#4</a:t>
                </a:r>
              </a:p>
            </p:txBody>
          </p:sp>
          <p:sp>
            <p:nvSpPr>
              <p:cNvPr id="58" name="Parallelogram 57">
                <a:extLst>
                  <a:ext uri="{FF2B5EF4-FFF2-40B4-BE49-F238E27FC236}">
                    <a16:creationId xmlns:a16="http://schemas.microsoft.com/office/drawing/2014/main" id="{9B2BDD1D-3F1A-3330-5B55-E3E49B5AC5CF}"/>
                  </a:ext>
                </a:extLst>
              </p:cNvPr>
              <p:cNvSpPr/>
              <p:nvPr/>
            </p:nvSpPr>
            <p:spPr>
              <a:xfrm>
                <a:off x="9074752" y="5185983"/>
                <a:ext cx="3101294" cy="914400"/>
              </a:xfrm>
              <a:prstGeom prst="parallelogram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rPr>
                  <a:t>NODEJS</a:t>
                </a:r>
              </a:p>
            </p:txBody>
          </p:sp>
        </p:grpSp>
      </p:grpSp>
      <p:sp>
        <p:nvSpPr>
          <p:cNvPr id="5" name="body">
            <a:extLst>
              <a:ext uri="{FF2B5EF4-FFF2-40B4-BE49-F238E27FC236}">
                <a16:creationId xmlns:a16="http://schemas.microsoft.com/office/drawing/2014/main" id="{92E6A2A1-F03B-F69C-B9CA-FC5603367F2D}"/>
              </a:ext>
            </a:extLst>
          </p:cNvPr>
          <p:cNvSpPr/>
          <p:nvPr/>
        </p:nvSpPr>
        <p:spPr>
          <a:xfrm>
            <a:off x="1366164" y="1611223"/>
            <a:ext cx="7003348" cy="34538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E7300BA8-6CBB-78C0-1693-0A560A770988}"/>
              </a:ext>
            </a:extLst>
          </p:cNvPr>
          <p:cNvGrpSpPr/>
          <p:nvPr/>
        </p:nvGrpSpPr>
        <p:grpSpPr>
          <a:xfrm>
            <a:off x="1362707" y="1071886"/>
            <a:ext cx="7010968" cy="541770"/>
            <a:chOff x="1686799" y="1037161"/>
            <a:chExt cx="7010968" cy="541770"/>
          </a:xfrm>
        </p:grpSpPr>
        <p:sp>
          <p:nvSpPr>
            <p:cNvPr id="11" name="head">
              <a:extLst>
                <a:ext uri="{FF2B5EF4-FFF2-40B4-BE49-F238E27FC236}">
                  <a16:creationId xmlns:a16="http://schemas.microsoft.com/office/drawing/2014/main" id="{AC6822B2-8A7E-9D93-BBD5-4BC8FA23DAE9}"/>
                </a:ext>
              </a:extLst>
            </p:cNvPr>
            <p:cNvSpPr/>
            <p:nvPr/>
          </p:nvSpPr>
          <p:spPr>
            <a:xfrm>
              <a:off x="1686799" y="1037161"/>
              <a:ext cx="7010968" cy="54177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9" name="favicon">
              <a:extLst>
                <a:ext uri="{FF2B5EF4-FFF2-40B4-BE49-F238E27FC236}">
                  <a16:creationId xmlns:a16="http://schemas.microsoft.com/office/drawing/2014/main" id="{35C204C3-D952-26B9-164C-9C9B0989FFF3}"/>
                </a:ext>
              </a:extLst>
            </p:cNvPr>
            <p:cNvGrpSpPr/>
            <p:nvPr/>
          </p:nvGrpSpPr>
          <p:grpSpPr>
            <a:xfrm>
              <a:off x="1756578" y="1077443"/>
              <a:ext cx="2704156" cy="490007"/>
              <a:chOff x="787553" y="1439488"/>
              <a:chExt cx="2704156" cy="49000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3B2FE21-3D70-769C-1F99-57774CBC7126}"/>
                  </a:ext>
                </a:extLst>
              </p:cNvPr>
              <p:cNvSpPr/>
              <p:nvPr/>
            </p:nvSpPr>
            <p:spPr>
              <a:xfrm>
                <a:off x="787553" y="1448536"/>
                <a:ext cx="2704156" cy="48095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b="1" dirty="0">
                    <a:solidFill>
                      <a:schemeClr val="tx1"/>
                    </a:solidFill>
                    <a:latin typeface="Gill Sans MT" panose="020B0502020104020203" pitchFamily="34" charset="0"/>
                  </a:rPr>
                  <a:t>Browser – Josse   </a:t>
                </a:r>
                <a:r>
                  <a:rPr lang="en-US" sz="1400" b="1" dirty="0">
                    <a:solidFill>
                      <a:schemeClr val="tx1"/>
                    </a:solidFill>
                    <a:latin typeface="Gill Sans MT" panose="020B0502020104020203" pitchFamily="34" charset="0"/>
                  </a:rPr>
                  <a:t>x</a:t>
                </a:r>
                <a:r>
                  <a:rPr lang="en-US" b="1" dirty="0">
                    <a:solidFill>
                      <a:schemeClr val="tx1"/>
                    </a:solidFill>
                    <a:latin typeface="Gill Sans MT" panose="020B0502020104020203" pitchFamily="34" charset="0"/>
                  </a:rPr>
                  <a:t>    </a:t>
                </a: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3DD4A2D4-77A7-C5CD-6271-042169CFC8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8643" y="1439488"/>
                <a:ext cx="480958" cy="480958"/>
              </a:xfrm>
              <a:prstGeom prst="rect">
                <a:avLst/>
              </a:prstGeom>
            </p:spPr>
          </p:pic>
        </p:grpSp>
      </p:grpSp>
      <p:grpSp>
        <p:nvGrpSpPr>
          <p:cNvPr id="28" name="email">
            <a:extLst>
              <a:ext uri="{FF2B5EF4-FFF2-40B4-BE49-F238E27FC236}">
                <a16:creationId xmlns:a16="http://schemas.microsoft.com/office/drawing/2014/main" id="{D2464255-0AA9-7B73-2A62-8D9148D62905}"/>
              </a:ext>
            </a:extLst>
          </p:cNvPr>
          <p:cNvGrpSpPr/>
          <p:nvPr/>
        </p:nvGrpSpPr>
        <p:grpSpPr>
          <a:xfrm>
            <a:off x="4489122" y="1902384"/>
            <a:ext cx="3614505" cy="891883"/>
            <a:chOff x="2612071" y="2158353"/>
            <a:chExt cx="4290172" cy="891883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97856A1-F72E-4A97-2D67-CD92A39DB8D7}"/>
                </a:ext>
              </a:extLst>
            </p:cNvPr>
            <p:cNvSpPr txBox="1"/>
            <p:nvPr/>
          </p:nvSpPr>
          <p:spPr>
            <a:xfrm>
              <a:off x="2612071" y="2158353"/>
              <a:ext cx="10198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Email :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2AFF4DC-4DF5-290C-6FE6-69E9ADCE9BE6}"/>
                </a:ext>
              </a:extLst>
            </p:cNvPr>
            <p:cNvSpPr/>
            <p:nvPr/>
          </p:nvSpPr>
          <p:spPr>
            <a:xfrm>
              <a:off x="2697102" y="2595995"/>
              <a:ext cx="4205141" cy="45424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D00FEFA-F150-F9BF-597D-96D8CE3BDF34}"/>
                </a:ext>
              </a:extLst>
            </p:cNvPr>
            <p:cNvSpPr txBox="1"/>
            <p:nvPr/>
          </p:nvSpPr>
          <p:spPr>
            <a:xfrm>
              <a:off x="2736432" y="2635342"/>
              <a:ext cx="24285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pinemjosse@gmail.com</a:t>
              </a:r>
            </a:p>
          </p:txBody>
        </p:sp>
      </p:grpSp>
      <p:grpSp>
        <p:nvGrpSpPr>
          <p:cNvPr id="30" name="password">
            <a:extLst>
              <a:ext uri="{FF2B5EF4-FFF2-40B4-BE49-F238E27FC236}">
                <a16:creationId xmlns:a16="http://schemas.microsoft.com/office/drawing/2014/main" id="{A75A0C2C-5A77-B2F6-2AA4-5EE7EBA5F76A}"/>
              </a:ext>
            </a:extLst>
          </p:cNvPr>
          <p:cNvGrpSpPr/>
          <p:nvPr/>
        </p:nvGrpSpPr>
        <p:grpSpPr>
          <a:xfrm>
            <a:off x="4500108" y="2856492"/>
            <a:ext cx="3635099" cy="897381"/>
            <a:chOff x="2608643" y="3266187"/>
            <a:chExt cx="4303432" cy="89738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089F183-D6F6-838E-98CD-4AB3E4D58EEC}"/>
                </a:ext>
              </a:extLst>
            </p:cNvPr>
            <p:cNvSpPr txBox="1"/>
            <p:nvPr/>
          </p:nvSpPr>
          <p:spPr>
            <a:xfrm>
              <a:off x="2608643" y="3266187"/>
              <a:ext cx="151759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Password :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3BA3EDA-10C6-4B64-416D-0D0CCB2E25C2}"/>
                </a:ext>
              </a:extLst>
            </p:cNvPr>
            <p:cNvSpPr/>
            <p:nvPr/>
          </p:nvSpPr>
          <p:spPr>
            <a:xfrm>
              <a:off x="2706934" y="3701903"/>
              <a:ext cx="4205141" cy="45424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28B6623-2546-4FEE-8180-39E4444E1DF1}"/>
                </a:ext>
              </a:extLst>
            </p:cNvPr>
            <p:cNvSpPr txBox="1"/>
            <p:nvPr/>
          </p:nvSpPr>
          <p:spPr>
            <a:xfrm>
              <a:off x="2736432" y="3794236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********</a:t>
              </a:r>
            </a:p>
          </p:txBody>
        </p:sp>
      </p:grpSp>
      <p:grpSp>
        <p:nvGrpSpPr>
          <p:cNvPr id="36" name="button">
            <a:extLst>
              <a:ext uri="{FF2B5EF4-FFF2-40B4-BE49-F238E27FC236}">
                <a16:creationId xmlns:a16="http://schemas.microsoft.com/office/drawing/2014/main" id="{91FACD6A-DF99-00B7-0A1F-BD65A6F5890C}"/>
              </a:ext>
            </a:extLst>
          </p:cNvPr>
          <p:cNvGrpSpPr/>
          <p:nvPr/>
        </p:nvGrpSpPr>
        <p:grpSpPr>
          <a:xfrm>
            <a:off x="4585967" y="3956631"/>
            <a:ext cx="3542866" cy="498140"/>
            <a:chOff x="2697102" y="4406773"/>
            <a:chExt cx="4205140" cy="49814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046C0FE-FBD0-FA15-0E89-AEDC1C1BF4CC}"/>
                </a:ext>
              </a:extLst>
            </p:cNvPr>
            <p:cNvSpPr/>
            <p:nvPr/>
          </p:nvSpPr>
          <p:spPr>
            <a:xfrm>
              <a:off x="2697102" y="4406773"/>
              <a:ext cx="4205140" cy="4981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F198A8F-218F-A803-7C81-3EF23FBDA753}"/>
                </a:ext>
              </a:extLst>
            </p:cNvPr>
            <p:cNvSpPr txBox="1"/>
            <p:nvPr/>
          </p:nvSpPr>
          <p:spPr>
            <a:xfrm>
              <a:off x="4175838" y="4460995"/>
              <a:ext cx="845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ysClr val="windowText" lastClr="000000"/>
                  </a:solidFill>
                  <a:latin typeface="Berlin Sans FB" panose="020E0602020502020306" pitchFamily="34" charset="0"/>
                </a:rPr>
                <a:t>LOGIN</a:t>
              </a:r>
            </a:p>
          </p:txBody>
        </p:sp>
      </p:grpSp>
      <p:grpSp>
        <p:nvGrpSpPr>
          <p:cNvPr id="91" name="structure">
            <a:extLst>
              <a:ext uri="{FF2B5EF4-FFF2-40B4-BE49-F238E27FC236}">
                <a16:creationId xmlns:a16="http://schemas.microsoft.com/office/drawing/2014/main" id="{17ED4E5A-56F4-A1D7-2785-5851A7B6903F}"/>
              </a:ext>
            </a:extLst>
          </p:cNvPr>
          <p:cNvGrpSpPr/>
          <p:nvPr/>
        </p:nvGrpSpPr>
        <p:grpSpPr>
          <a:xfrm>
            <a:off x="1744056" y="1841643"/>
            <a:ext cx="6508694" cy="2837324"/>
            <a:chOff x="2068147" y="1806918"/>
            <a:chExt cx="6629619" cy="2837324"/>
          </a:xfrm>
        </p:grpSpPr>
        <p:sp>
          <p:nvSpPr>
            <p:cNvPr id="17" name="form-login">
              <a:extLst>
                <a:ext uri="{FF2B5EF4-FFF2-40B4-BE49-F238E27FC236}">
                  <a16:creationId xmlns:a16="http://schemas.microsoft.com/office/drawing/2014/main" id="{9A5490DD-DDA8-10DF-7B7A-CF1F40CB6993}"/>
                </a:ext>
              </a:extLst>
            </p:cNvPr>
            <p:cNvSpPr/>
            <p:nvPr/>
          </p:nvSpPr>
          <p:spPr>
            <a:xfrm>
              <a:off x="4730821" y="1806918"/>
              <a:ext cx="3966945" cy="283732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page">
              <a:extLst>
                <a:ext uri="{FF2B5EF4-FFF2-40B4-BE49-F238E27FC236}">
                  <a16:creationId xmlns:a16="http://schemas.microsoft.com/office/drawing/2014/main" id="{27EEA967-745C-1F4D-A7E7-F182D32B3FF1}"/>
                </a:ext>
              </a:extLst>
            </p:cNvPr>
            <p:cNvSpPr txBox="1"/>
            <p:nvPr/>
          </p:nvSpPr>
          <p:spPr>
            <a:xfrm>
              <a:off x="2068147" y="2423887"/>
              <a:ext cx="2081019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WELCOME</a:t>
              </a:r>
            </a:p>
            <a:p>
              <a:r>
                <a:rPr lang="en-US" sz="3600" dirty="0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MY-WEB</a:t>
              </a:r>
            </a:p>
          </p:txBody>
        </p:sp>
      </p:grpSp>
      <p:grpSp>
        <p:nvGrpSpPr>
          <p:cNvPr id="126" name="color">
            <a:extLst>
              <a:ext uri="{FF2B5EF4-FFF2-40B4-BE49-F238E27FC236}">
                <a16:creationId xmlns:a16="http://schemas.microsoft.com/office/drawing/2014/main" id="{8F64A2FC-2954-9F0C-1738-D8C4BD7F0FD3}"/>
              </a:ext>
            </a:extLst>
          </p:cNvPr>
          <p:cNvGrpSpPr/>
          <p:nvPr/>
        </p:nvGrpSpPr>
        <p:grpSpPr>
          <a:xfrm>
            <a:off x="1362706" y="1613852"/>
            <a:ext cx="7006806" cy="3700861"/>
            <a:chOff x="1686798" y="1568402"/>
            <a:chExt cx="7015135" cy="3548464"/>
          </a:xfrm>
        </p:grpSpPr>
        <p:sp>
          <p:nvSpPr>
            <p:cNvPr id="109" name="body">
              <a:extLst>
                <a:ext uri="{FF2B5EF4-FFF2-40B4-BE49-F238E27FC236}">
                  <a16:creationId xmlns:a16="http://schemas.microsoft.com/office/drawing/2014/main" id="{365D0C63-A4C8-92CF-165C-A0E73A74DE45}"/>
                </a:ext>
              </a:extLst>
            </p:cNvPr>
            <p:cNvSpPr/>
            <p:nvPr/>
          </p:nvSpPr>
          <p:spPr>
            <a:xfrm>
              <a:off x="1686798" y="1568402"/>
              <a:ext cx="7015135" cy="354846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2" name="form-login">
              <a:extLst>
                <a:ext uri="{FF2B5EF4-FFF2-40B4-BE49-F238E27FC236}">
                  <a16:creationId xmlns:a16="http://schemas.microsoft.com/office/drawing/2014/main" id="{042BB2BF-33A6-0A90-3EBB-F7CE3639B29B}"/>
                </a:ext>
              </a:extLst>
            </p:cNvPr>
            <p:cNvSpPr/>
            <p:nvPr/>
          </p:nvSpPr>
          <p:spPr>
            <a:xfrm>
              <a:off x="4514198" y="1759682"/>
              <a:ext cx="4187735" cy="3264021"/>
            </a:xfrm>
            <a:custGeom>
              <a:avLst/>
              <a:gdLst>
                <a:gd name="csX0" fmla="*/ 0 w 3966945"/>
                <a:gd name="csY0" fmla="*/ 0 h 2837324"/>
                <a:gd name="csX1" fmla="*/ 3966945 w 3966945"/>
                <a:gd name="csY1" fmla="*/ 0 h 2837324"/>
                <a:gd name="csX2" fmla="*/ 3966945 w 3966945"/>
                <a:gd name="csY2" fmla="*/ 2837324 h 2837324"/>
                <a:gd name="csX3" fmla="*/ 0 w 3966945"/>
                <a:gd name="csY3" fmla="*/ 2837324 h 2837324"/>
                <a:gd name="csX4" fmla="*/ 0 w 3966945"/>
                <a:gd name="csY4" fmla="*/ 0 h 2837324"/>
                <a:gd name="csX0" fmla="*/ 0 w 4175289"/>
                <a:gd name="csY0" fmla="*/ 0 h 3103541"/>
                <a:gd name="csX1" fmla="*/ 4175289 w 4175289"/>
                <a:gd name="csY1" fmla="*/ 266217 h 3103541"/>
                <a:gd name="csX2" fmla="*/ 4175289 w 4175289"/>
                <a:gd name="csY2" fmla="*/ 3103541 h 3103541"/>
                <a:gd name="csX3" fmla="*/ 208344 w 4175289"/>
                <a:gd name="csY3" fmla="*/ 3103541 h 3103541"/>
                <a:gd name="csX4" fmla="*/ 0 w 4175289"/>
                <a:gd name="csY4" fmla="*/ 0 h 3103541"/>
                <a:gd name="csX0" fmla="*/ 0 w 4175289"/>
                <a:gd name="csY0" fmla="*/ 0 h 3103541"/>
                <a:gd name="csX1" fmla="*/ 4175289 w 4175289"/>
                <a:gd name="csY1" fmla="*/ 266217 h 3103541"/>
                <a:gd name="csX2" fmla="*/ 4175289 w 4175289"/>
                <a:gd name="csY2" fmla="*/ 3103541 h 3103541"/>
                <a:gd name="csX3" fmla="*/ 208344 w 4175289"/>
                <a:gd name="csY3" fmla="*/ 3103541 h 3103541"/>
                <a:gd name="csX4" fmla="*/ 0 w 4175289"/>
                <a:gd name="csY4" fmla="*/ 0 h 3103541"/>
                <a:gd name="csX0" fmla="*/ 0 w 4175289"/>
                <a:gd name="csY0" fmla="*/ 0 h 3473931"/>
                <a:gd name="csX1" fmla="*/ 4175289 w 4175289"/>
                <a:gd name="csY1" fmla="*/ 266217 h 3473931"/>
                <a:gd name="csX2" fmla="*/ 4175289 w 4175289"/>
                <a:gd name="csY2" fmla="*/ 3103541 h 3473931"/>
                <a:gd name="csX3" fmla="*/ 416688 w 4175289"/>
                <a:gd name="csY3" fmla="*/ 3473931 h 3473931"/>
                <a:gd name="csX4" fmla="*/ 0 w 4175289"/>
                <a:gd name="csY4" fmla="*/ 0 h 3473931"/>
                <a:gd name="csX0" fmla="*/ 0 w 4221587"/>
                <a:gd name="csY0" fmla="*/ 0 h 3473931"/>
                <a:gd name="csX1" fmla="*/ 4221587 w 4221587"/>
                <a:gd name="csY1" fmla="*/ 23149 h 3473931"/>
                <a:gd name="csX2" fmla="*/ 4175289 w 4221587"/>
                <a:gd name="csY2" fmla="*/ 3103541 h 3473931"/>
                <a:gd name="csX3" fmla="*/ 416688 w 4221587"/>
                <a:gd name="csY3" fmla="*/ 3473931 h 3473931"/>
                <a:gd name="csX4" fmla="*/ 0 w 4221587"/>
                <a:gd name="csY4" fmla="*/ 0 h 3473931"/>
                <a:gd name="csX0" fmla="*/ 0 w 4221587"/>
                <a:gd name="csY0" fmla="*/ 0 h 3473931"/>
                <a:gd name="csX1" fmla="*/ 4221587 w 4221587"/>
                <a:gd name="csY1" fmla="*/ 23149 h 3473931"/>
                <a:gd name="csX2" fmla="*/ 4024818 w 4221587"/>
                <a:gd name="csY2" fmla="*/ 3358184 h 3473931"/>
                <a:gd name="csX3" fmla="*/ 416688 w 4221587"/>
                <a:gd name="csY3" fmla="*/ 3473931 h 3473931"/>
                <a:gd name="csX4" fmla="*/ 0 w 4221587"/>
                <a:gd name="csY4" fmla="*/ 0 h 3473931"/>
                <a:gd name="csX0" fmla="*/ 0 w 4221587"/>
                <a:gd name="csY0" fmla="*/ 0 h 3473931"/>
                <a:gd name="csX1" fmla="*/ 4221587 w 4221587"/>
                <a:gd name="csY1" fmla="*/ 23149 h 3473931"/>
                <a:gd name="csX2" fmla="*/ 4163714 w 4221587"/>
                <a:gd name="csY2" fmla="*/ 3392908 h 3473931"/>
                <a:gd name="csX3" fmla="*/ 416688 w 4221587"/>
                <a:gd name="csY3" fmla="*/ 3473931 h 3473931"/>
                <a:gd name="csX4" fmla="*/ 0 w 4221587"/>
                <a:gd name="csY4" fmla="*/ 0 h 3473931"/>
                <a:gd name="csX0" fmla="*/ 0 w 4221587"/>
                <a:gd name="csY0" fmla="*/ 0 h 3473931"/>
                <a:gd name="csX1" fmla="*/ 4221587 w 4221587"/>
                <a:gd name="csY1" fmla="*/ 23149 h 3473931"/>
                <a:gd name="csX2" fmla="*/ 4163714 w 4221587"/>
                <a:gd name="csY2" fmla="*/ 3392908 h 3473931"/>
                <a:gd name="csX3" fmla="*/ 416688 w 4221587"/>
                <a:gd name="csY3" fmla="*/ 3473931 h 3473931"/>
                <a:gd name="csX4" fmla="*/ 0 w 4221587"/>
                <a:gd name="csY4" fmla="*/ 0 h 3473931"/>
                <a:gd name="csX0" fmla="*/ 0 w 4221587"/>
                <a:gd name="csY0" fmla="*/ 0 h 3473931"/>
                <a:gd name="csX1" fmla="*/ 4221587 w 4221587"/>
                <a:gd name="csY1" fmla="*/ 23149 h 3473931"/>
                <a:gd name="csX2" fmla="*/ 4163714 w 4221587"/>
                <a:gd name="csY2" fmla="*/ 3423388 h 3473931"/>
                <a:gd name="csX3" fmla="*/ 416688 w 4221587"/>
                <a:gd name="csY3" fmla="*/ 3473931 h 3473931"/>
                <a:gd name="csX4" fmla="*/ 0 w 4221587"/>
                <a:gd name="csY4" fmla="*/ 0 h 3473931"/>
                <a:gd name="csX0" fmla="*/ 0 w 4221587"/>
                <a:gd name="csY0" fmla="*/ 0 h 3473931"/>
                <a:gd name="csX1" fmla="*/ 4221587 w 4221587"/>
                <a:gd name="csY1" fmla="*/ 23149 h 3473931"/>
                <a:gd name="csX2" fmla="*/ 4163714 w 4221587"/>
                <a:gd name="csY2" fmla="*/ 3423388 h 3473931"/>
                <a:gd name="csX3" fmla="*/ 416688 w 4221587"/>
                <a:gd name="csY3" fmla="*/ 3473931 h 3473931"/>
                <a:gd name="csX4" fmla="*/ 0 w 4221587"/>
                <a:gd name="csY4" fmla="*/ 0 h 3473931"/>
                <a:gd name="csX0" fmla="*/ 0 w 4241907"/>
                <a:gd name="csY0" fmla="*/ 8981 h 3482912"/>
                <a:gd name="csX1" fmla="*/ 4241907 w 4241907"/>
                <a:gd name="csY1" fmla="*/ 11810 h 3482912"/>
                <a:gd name="csX2" fmla="*/ 4163714 w 4241907"/>
                <a:gd name="csY2" fmla="*/ 3432369 h 3482912"/>
                <a:gd name="csX3" fmla="*/ 416688 w 4241907"/>
                <a:gd name="csY3" fmla="*/ 3482912 h 3482912"/>
                <a:gd name="csX4" fmla="*/ 0 w 4241907"/>
                <a:gd name="csY4" fmla="*/ 8981 h 3482912"/>
                <a:gd name="csX0" fmla="*/ 0 w 4241907"/>
                <a:gd name="csY0" fmla="*/ 6736 h 3480667"/>
                <a:gd name="csX1" fmla="*/ 4241907 w 4241907"/>
                <a:gd name="csY1" fmla="*/ 9565 h 3480667"/>
                <a:gd name="csX2" fmla="*/ 4163714 w 4241907"/>
                <a:gd name="csY2" fmla="*/ 3430124 h 3480667"/>
                <a:gd name="csX3" fmla="*/ 416688 w 4241907"/>
                <a:gd name="csY3" fmla="*/ 3480667 h 3480667"/>
                <a:gd name="csX4" fmla="*/ 0 w 4241907"/>
                <a:gd name="csY4" fmla="*/ 6736 h 3480667"/>
                <a:gd name="csX0" fmla="*/ 0 w 4241907"/>
                <a:gd name="csY0" fmla="*/ 0 h 3496791"/>
                <a:gd name="csX1" fmla="*/ 4241907 w 4241907"/>
                <a:gd name="csY1" fmla="*/ 25689 h 3496791"/>
                <a:gd name="csX2" fmla="*/ 4163714 w 4241907"/>
                <a:gd name="csY2" fmla="*/ 3446248 h 3496791"/>
                <a:gd name="csX3" fmla="*/ 416688 w 4241907"/>
                <a:gd name="csY3" fmla="*/ 3496791 h 3496791"/>
                <a:gd name="csX4" fmla="*/ 0 w 4241907"/>
                <a:gd name="csY4" fmla="*/ 0 h 3496791"/>
                <a:gd name="csX0" fmla="*/ 0 w 4241907"/>
                <a:gd name="csY0" fmla="*/ 652 h 3497443"/>
                <a:gd name="csX1" fmla="*/ 4241907 w 4241907"/>
                <a:gd name="csY1" fmla="*/ 26341 h 3497443"/>
                <a:gd name="csX2" fmla="*/ 4163714 w 4241907"/>
                <a:gd name="csY2" fmla="*/ 3446900 h 3497443"/>
                <a:gd name="csX3" fmla="*/ 416688 w 4241907"/>
                <a:gd name="csY3" fmla="*/ 3497443 h 3497443"/>
                <a:gd name="csX4" fmla="*/ 0 w 4241907"/>
                <a:gd name="csY4" fmla="*/ 652 h 3497443"/>
                <a:gd name="csX0" fmla="*/ 0 w 4203807"/>
                <a:gd name="csY0" fmla="*/ 652 h 3497443"/>
                <a:gd name="csX1" fmla="*/ 4203807 w 4203807"/>
                <a:gd name="csY1" fmla="*/ 26341 h 3497443"/>
                <a:gd name="csX2" fmla="*/ 4163714 w 4203807"/>
                <a:gd name="csY2" fmla="*/ 3446900 h 3497443"/>
                <a:gd name="csX3" fmla="*/ 416688 w 4203807"/>
                <a:gd name="csY3" fmla="*/ 3497443 h 3497443"/>
                <a:gd name="csX4" fmla="*/ 0 w 4203807"/>
                <a:gd name="csY4" fmla="*/ 652 h 3497443"/>
                <a:gd name="csX0" fmla="*/ 0 w 4203807"/>
                <a:gd name="csY0" fmla="*/ 0 h 3496791"/>
                <a:gd name="csX1" fmla="*/ 4203807 w 4203807"/>
                <a:gd name="csY1" fmla="*/ 25689 h 3496791"/>
                <a:gd name="csX2" fmla="*/ 4163714 w 4203807"/>
                <a:gd name="csY2" fmla="*/ 3446248 h 3496791"/>
                <a:gd name="csX3" fmla="*/ 416688 w 4203807"/>
                <a:gd name="csY3" fmla="*/ 3496791 h 3496791"/>
                <a:gd name="csX4" fmla="*/ 0 w 4203807"/>
                <a:gd name="csY4" fmla="*/ 0 h 3496791"/>
                <a:gd name="csX0" fmla="*/ 0 w 4203807"/>
                <a:gd name="csY0" fmla="*/ 0 h 3504411"/>
                <a:gd name="csX1" fmla="*/ 4203807 w 4203807"/>
                <a:gd name="csY1" fmla="*/ 33309 h 3504411"/>
                <a:gd name="csX2" fmla="*/ 4163714 w 4203807"/>
                <a:gd name="csY2" fmla="*/ 3453868 h 3504411"/>
                <a:gd name="csX3" fmla="*/ 416688 w 4203807"/>
                <a:gd name="csY3" fmla="*/ 3504411 h 3504411"/>
                <a:gd name="csX4" fmla="*/ 0 w 4203807"/>
                <a:gd name="csY4" fmla="*/ 0 h 3504411"/>
                <a:gd name="csX0" fmla="*/ 0 w 4203807"/>
                <a:gd name="csY0" fmla="*/ 0 h 3504411"/>
                <a:gd name="csX1" fmla="*/ 4203807 w 4203807"/>
                <a:gd name="csY1" fmla="*/ 33309 h 3504411"/>
                <a:gd name="csX2" fmla="*/ 4163714 w 4203807"/>
                <a:gd name="csY2" fmla="*/ 3453868 h 3504411"/>
                <a:gd name="csX3" fmla="*/ 416688 w 4203807"/>
                <a:gd name="csY3" fmla="*/ 3504411 h 3504411"/>
                <a:gd name="csX4" fmla="*/ 0 w 4203807"/>
                <a:gd name="csY4" fmla="*/ 0 h 3504411"/>
                <a:gd name="csX0" fmla="*/ 0 w 4203807"/>
                <a:gd name="csY0" fmla="*/ 0 h 3481551"/>
                <a:gd name="csX1" fmla="*/ 4203807 w 4203807"/>
                <a:gd name="csY1" fmla="*/ 33309 h 3481551"/>
                <a:gd name="csX2" fmla="*/ 4163714 w 4203807"/>
                <a:gd name="csY2" fmla="*/ 3453868 h 3481551"/>
                <a:gd name="csX3" fmla="*/ 264288 w 4203807"/>
                <a:gd name="csY3" fmla="*/ 3481551 h 3481551"/>
                <a:gd name="csX4" fmla="*/ 0 w 4203807"/>
                <a:gd name="csY4" fmla="*/ 0 h 3481551"/>
                <a:gd name="csX0" fmla="*/ 0 w 4203807"/>
                <a:gd name="csY0" fmla="*/ 0 h 3473931"/>
                <a:gd name="csX1" fmla="*/ 4203807 w 4203807"/>
                <a:gd name="csY1" fmla="*/ 33309 h 3473931"/>
                <a:gd name="csX2" fmla="*/ 4163714 w 4203807"/>
                <a:gd name="csY2" fmla="*/ 3453868 h 3473931"/>
                <a:gd name="csX3" fmla="*/ 416688 w 4203807"/>
                <a:gd name="csY3" fmla="*/ 3473931 h 3473931"/>
                <a:gd name="csX4" fmla="*/ 0 w 4203807"/>
                <a:gd name="csY4" fmla="*/ 0 h 3473931"/>
                <a:gd name="csX0" fmla="*/ 0 w 4165707"/>
                <a:gd name="csY0" fmla="*/ 0 h 3473931"/>
                <a:gd name="csX1" fmla="*/ 4165707 w 4165707"/>
                <a:gd name="csY1" fmla="*/ 2829 h 3473931"/>
                <a:gd name="csX2" fmla="*/ 4163714 w 4165707"/>
                <a:gd name="csY2" fmla="*/ 3453868 h 3473931"/>
                <a:gd name="csX3" fmla="*/ 416688 w 4165707"/>
                <a:gd name="csY3" fmla="*/ 3473931 h 3473931"/>
                <a:gd name="csX4" fmla="*/ 0 w 4165707"/>
                <a:gd name="csY4" fmla="*/ 0 h 3473931"/>
                <a:gd name="csX0" fmla="*/ 0 w 4165707"/>
                <a:gd name="csY0" fmla="*/ 0 h 3473931"/>
                <a:gd name="csX1" fmla="*/ 4165707 w 4165707"/>
                <a:gd name="csY1" fmla="*/ 2829 h 3473931"/>
                <a:gd name="csX2" fmla="*/ 4163714 w 4165707"/>
                <a:gd name="csY2" fmla="*/ 3453868 h 3473931"/>
                <a:gd name="csX3" fmla="*/ 416688 w 4165707"/>
                <a:gd name="csY3" fmla="*/ 3473931 h 3473931"/>
                <a:gd name="csX4" fmla="*/ 0 w 4165707"/>
                <a:gd name="csY4" fmla="*/ 0 h 34739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165707" h="3473931">
                  <a:moveTo>
                    <a:pt x="0" y="0"/>
                  </a:moveTo>
                  <a:lnTo>
                    <a:pt x="4165707" y="2829"/>
                  </a:lnTo>
                  <a:cubicBezTo>
                    <a:pt x="4165043" y="1153175"/>
                    <a:pt x="4164378" y="2303522"/>
                    <a:pt x="4163714" y="3453868"/>
                  </a:cubicBezTo>
                  <a:lnTo>
                    <a:pt x="416688" y="34739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3" name="page">
              <a:extLst>
                <a:ext uri="{FF2B5EF4-FFF2-40B4-BE49-F238E27FC236}">
                  <a16:creationId xmlns:a16="http://schemas.microsoft.com/office/drawing/2014/main" id="{B3A3B1D4-C9FD-767F-DFCA-FE4C77EDAD9D}"/>
                </a:ext>
              </a:extLst>
            </p:cNvPr>
            <p:cNvSpPr txBox="1"/>
            <p:nvPr/>
          </p:nvSpPr>
          <p:spPr>
            <a:xfrm>
              <a:off x="1795065" y="2437360"/>
              <a:ext cx="2791149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>
                  <a:solidFill>
                    <a:srgbClr val="0029A6"/>
                  </a:solidFill>
                  <a:highlight>
                    <a:srgbClr val="FFFF00"/>
                  </a:highlight>
                  <a:latin typeface="Rockwell" panose="02060603020205020403" pitchFamily="18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WELCOME</a:t>
              </a:r>
            </a:p>
            <a:p>
              <a:r>
                <a:rPr lang="en-US" sz="3600" b="1" dirty="0">
                  <a:solidFill>
                    <a:srgbClr val="0029A6"/>
                  </a:solidFill>
                  <a:highlight>
                    <a:srgbClr val="FFFF00"/>
                  </a:highlight>
                  <a:latin typeface="Rockwell" panose="02060603020205020403" pitchFamily="18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MY-WEB</a:t>
              </a:r>
            </a:p>
          </p:txBody>
        </p:sp>
        <p:grpSp>
          <p:nvGrpSpPr>
            <p:cNvPr id="110" name="email">
              <a:extLst>
                <a:ext uri="{FF2B5EF4-FFF2-40B4-BE49-F238E27FC236}">
                  <a16:creationId xmlns:a16="http://schemas.microsoft.com/office/drawing/2014/main" id="{616BD654-D303-6FDD-6869-9D24E63C543A}"/>
                </a:ext>
              </a:extLst>
            </p:cNvPr>
            <p:cNvGrpSpPr/>
            <p:nvPr/>
          </p:nvGrpSpPr>
          <p:grpSpPr>
            <a:xfrm>
              <a:off x="4817381" y="1879327"/>
              <a:ext cx="3614505" cy="891883"/>
              <a:chOff x="2612071" y="2158353"/>
              <a:chExt cx="4290172" cy="891883"/>
            </a:xfrm>
          </p:grpSpPr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14F8DE5B-6D14-1673-955F-1AAF5A7A66DA}"/>
                  </a:ext>
                </a:extLst>
              </p:cNvPr>
              <p:cNvSpPr txBox="1"/>
              <p:nvPr/>
            </p:nvSpPr>
            <p:spPr>
              <a:xfrm>
                <a:off x="2612071" y="2158353"/>
                <a:ext cx="123710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29A6"/>
                    </a:solidFill>
                  </a:rPr>
                  <a:t>Email :</a:t>
                </a: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7015B1CB-AC7D-4FF4-4F69-E1050F3BFDF4}"/>
                  </a:ext>
                </a:extLst>
              </p:cNvPr>
              <p:cNvSpPr/>
              <p:nvPr/>
            </p:nvSpPr>
            <p:spPr>
              <a:xfrm>
                <a:off x="2697102" y="2595995"/>
                <a:ext cx="4205141" cy="454241"/>
              </a:xfrm>
              <a:prstGeom prst="rect">
                <a:avLst/>
              </a:prstGeom>
              <a:noFill/>
              <a:ln>
                <a:solidFill>
                  <a:srgbClr val="0029A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29A6"/>
                  </a:solidFill>
                </a:endParaRP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997BB86D-B5BC-CD5D-0C97-5CCAAACAB0A8}"/>
                  </a:ext>
                </a:extLst>
              </p:cNvPr>
              <p:cNvSpPr txBox="1"/>
              <p:nvPr/>
            </p:nvSpPr>
            <p:spPr>
              <a:xfrm>
                <a:off x="2736432" y="2635342"/>
                <a:ext cx="288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29A6"/>
                    </a:solidFill>
                  </a:rPr>
                  <a:t>pinemjosse@gmail.com</a:t>
                </a:r>
              </a:p>
            </p:txBody>
          </p:sp>
        </p:grpSp>
        <p:grpSp>
          <p:nvGrpSpPr>
            <p:cNvPr id="114" name="password">
              <a:extLst>
                <a:ext uri="{FF2B5EF4-FFF2-40B4-BE49-F238E27FC236}">
                  <a16:creationId xmlns:a16="http://schemas.microsoft.com/office/drawing/2014/main" id="{A2AD02E4-AB9A-011F-FE66-CA9936A5C3EB}"/>
                </a:ext>
              </a:extLst>
            </p:cNvPr>
            <p:cNvGrpSpPr/>
            <p:nvPr/>
          </p:nvGrpSpPr>
          <p:grpSpPr>
            <a:xfrm>
              <a:off x="4828367" y="2833435"/>
              <a:ext cx="3635099" cy="897381"/>
              <a:chOff x="2608643" y="3266187"/>
              <a:chExt cx="4303432" cy="897381"/>
            </a:xfrm>
          </p:grpSpPr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10727EAB-ABE3-1C5A-6ED2-8D36F36061CB}"/>
                  </a:ext>
                </a:extLst>
              </p:cNvPr>
              <p:cNvSpPr txBox="1"/>
              <p:nvPr/>
            </p:nvSpPr>
            <p:spPr>
              <a:xfrm>
                <a:off x="2608643" y="3266187"/>
                <a:ext cx="18418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29A6"/>
                    </a:solidFill>
                  </a:rPr>
                  <a:t>Password :</a:t>
                </a:r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68A5C6B6-3D12-6473-B712-69A7A61EB321}"/>
                  </a:ext>
                </a:extLst>
              </p:cNvPr>
              <p:cNvSpPr/>
              <p:nvPr/>
            </p:nvSpPr>
            <p:spPr>
              <a:xfrm>
                <a:off x="2706934" y="3701903"/>
                <a:ext cx="4205141" cy="454241"/>
              </a:xfrm>
              <a:prstGeom prst="rect">
                <a:avLst/>
              </a:prstGeom>
              <a:noFill/>
              <a:ln>
                <a:solidFill>
                  <a:srgbClr val="0029A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29A6"/>
                  </a:solidFill>
                </a:endParaRP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4A811FBA-1EAA-F4DF-7CCD-9CD3AE25E7E5}"/>
                  </a:ext>
                </a:extLst>
              </p:cNvPr>
              <p:cNvSpPr txBox="1"/>
              <p:nvPr/>
            </p:nvSpPr>
            <p:spPr>
              <a:xfrm>
                <a:off x="2736432" y="3794236"/>
                <a:ext cx="13117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29A6"/>
                    </a:solidFill>
                  </a:rPr>
                  <a:t>********</a:t>
                </a:r>
              </a:p>
            </p:txBody>
          </p:sp>
        </p:grpSp>
        <p:grpSp>
          <p:nvGrpSpPr>
            <p:cNvPr id="118" name="button">
              <a:extLst>
                <a:ext uri="{FF2B5EF4-FFF2-40B4-BE49-F238E27FC236}">
                  <a16:creationId xmlns:a16="http://schemas.microsoft.com/office/drawing/2014/main" id="{5E88E73A-1677-7475-27F6-9DBB7B064F7D}"/>
                </a:ext>
              </a:extLst>
            </p:cNvPr>
            <p:cNvGrpSpPr/>
            <p:nvPr/>
          </p:nvGrpSpPr>
          <p:grpSpPr>
            <a:xfrm>
              <a:off x="4935841" y="3933958"/>
              <a:ext cx="3542866" cy="498140"/>
              <a:chOff x="2697102" y="4406773"/>
              <a:chExt cx="4205140" cy="498140"/>
            </a:xfrm>
          </p:grpSpPr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10D4F61E-31E0-2FC7-1F14-C7716BFC5263}"/>
                  </a:ext>
                </a:extLst>
              </p:cNvPr>
              <p:cNvSpPr/>
              <p:nvPr/>
            </p:nvSpPr>
            <p:spPr>
              <a:xfrm>
                <a:off x="2697102" y="4406773"/>
                <a:ext cx="4205140" cy="498140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884786AD-8341-5610-AAA8-D0A4272F077E}"/>
                  </a:ext>
                </a:extLst>
              </p:cNvPr>
              <p:cNvSpPr txBox="1"/>
              <p:nvPr/>
            </p:nvSpPr>
            <p:spPr>
              <a:xfrm>
                <a:off x="4175838" y="4460995"/>
                <a:ext cx="11058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Berlin Sans FB" panose="020E0602020502020306" pitchFamily="34" charset="0"/>
                  </a:rPr>
                  <a:t>LOGIN</a:t>
                </a:r>
              </a:p>
            </p:txBody>
          </p:sp>
        </p:grpSp>
      </p:grpSp>
      <p:grpSp>
        <p:nvGrpSpPr>
          <p:cNvPr id="83" name="pointer">
            <a:extLst>
              <a:ext uri="{FF2B5EF4-FFF2-40B4-BE49-F238E27FC236}">
                <a16:creationId xmlns:a16="http://schemas.microsoft.com/office/drawing/2014/main" id="{FBE5CC1C-4D2A-7121-4E61-B9D711336E79}"/>
              </a:ext>
            </a:extLst>
          </p:cNvPr>
          <p:cNvGrpSpPr/>
          <p:nvPr/>
        </p:nvGrpSpPr>
        <p:grpSpPr>
          <a:xfrm rot="5234355">
            <a:off x="1642915" y="5637998"/>
            <a:ext cx="417269" cy="596002"/>
            <a:chOff x="1589661" y="4735733"/>
            <a:chExt cx="1123979" cy="808400"/>
          </a:xfrm>
          <a:solidFill>
            <a:schemeClr val="tx1"/>
          </a:solidFill>
        </p:grpSpPr>
        <p:sp>
          <p:nvSpPr>
            <p:cNvPr id="81" name="Isosceles Triangle 80">
              <a:extLst>
                <a:ext uri="{FF2B5EF4-FFF2-40B4-BE49-F238E27FC236}">
                  <a16:creationId xmlns:a16="http://schemas.microsoft.com/office/drawing/2014/main" id="{4C86F3F5-2B6F-D7C9-EC63-0019FE8C80B0}"/>
                </a:ext>
              </a:extLst>
            </p:cNvPr>
            <p:cNvSpPr/>
            <p:nvPr/>
          </p:nvSpPr>
          <p:spPr>
            <a:xfrm rot="19793647">
              <a:off x="1589661" y="4735733"/>
              <a:ext cx="1060705" cy="49348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Flowchart: Process 81">
              <a:extLst>
                <a:ext uri="{FF2B5EF4-FFF2-40B4-BE49-F238E27FC236}">
                  <a16:creationId xmlns:a16="http://schemas.microsoft.com/office/drawing/2014/main" id="{72EDE1C0-A4D2-1776-12DE-06279A29B72B}"/>
                </a:ext>
              </a:extLst>
            </p:cNvPr>
            <p:cNvSpPr/>
            <p:nvPr/>
          </p:nvSpPr>
          <p:spPr>
            <a:xfrm rot="19382372">
              <a:off x="2231858" y="4953071"/>
              <a:ext cx="481782" cy="591062"/>
            </a:xfrm>
            <a:prstGeom prst="flowChartProcess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96673CAE-9719-6060-6582-904A0A1C20F1}"/>
              </a:ext>
            </a:extLst>
          </p:cNvPr>
          <p:cNvGrpSpPr/>
          <p:nvPr/>
        </p:nvGrpSpPr>
        <p:grpSpPr>
          <a:xfrm>
            <a:off x="20513" y="4237729"/>
            <a:ext cx="2838379" cy="2620271"/>
            <a:chOff x="1363846" y="4130469"/>
            <a:chExt cx="2838379" cy="2620271"/>
          </a:xfrm>
        </p:grpSpPr>
        <p:grpSp>
          <p:nvGrpSpPr>
            <p:cNvPr id="84" name="user">
              <a:extLst>
                <a:ext uri="{FF2B5EF4-FFF2-40B4-BE49-F238E27FC236}">
                  <a16:creationId xmlns:a16="http://schemas.microsoft.com/office/drawing/2014/main" id="{2CC0CBA2-3D81-28B5-2735-89E5D368A588}"/>
                </a:ext>
              </a:extLst>
            </p:cNvPr>
            <p:cNvGrpSpPr/>
            <p:nvPr/>
          </p:nvGrpSpPr>
          <p:grpSpPr>
            <a:xfrm>
              <a:off x="1363846" y="4130469"/>
              <a:ext cx="2838379" cy="2620271"/>
              <a:chOff x="1144862" y="5336361"/>
              <a:chExt cx="1400779" cy="1358788"/>
            </a:xfrm>
          </p:grpSpPr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B91928FE-C61D-7390-8E44-15E5CF8AE268}"/>
                  </a:ext>
                </a:extLst>
              </p:cNvPr>
              <p:cNvSpPr/>
              <p:nvPr/>
            </p:nvSpPr>
            <p:spPr>
              <a:xfrm>
                <a:off x="1388052" y="5358251"/>
                <a:ext cx="914400" cy="91440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Rectangle: Rounded Corners 85">
                <a:extLst>
                  <a:ext uri="{FF2B5EF4-FFF2-40B4-BE49-F238E27FC236}">
                    <a16:creationId xmlns:a16="http://schemas.microsoft.com/office/drawing/2014/main" id="{496B6BE5-39E1-A781-E406-B43194898445}"/>
                  </a:ext>
                </a:extLst>
              </p:cNvPr>
              <p:cNvSpPr/>
              <p:nvPr/>
            </p:nvSpPr>
            <p:spPr>
              <a:xfrm>
                <a:off x="1144862" y="6169252"/>
                <a:ext cx="1400779" cy="525897"/>
              </a:xfrm>
              <a:prstGeom prst="roundRect">
                <a:avLst>
                  <a:gd name="adj" fmla="val 5000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065A7C9C-3AB3-E001-751E-840EA77CE221}"/>
                  </a:ext>
                </a:extLst>
              </p:cNvPr>
              <p:cNvSpPr/>
              <p:nvPr/>
            </p:nvSpPr>
            <p:spPr>
              <a:xfrm>
                <a:off x="1461233" y="5336361"/>
                <a:ext cx="738527" cy="35238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AC0B1EC3-4C9E-8E6F-1176-7A74B381ABFA}"/>
                </a:ext>
              </a:extLst>
            </p:cNvPr>
            <p:cNvSpPr txBox="1"/>
            <p:nvPr/>
          </p:nvSpPr>
          <p:spPr>
            <a:xfrm>
              <a:off x="2308626" y="5899142"/>
              <a:ext cx="99257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highlight>
                    <a:srgbClr val="FFFF00"/>
                  </a:highlight>
                  <a:latin typeface="Gill Sans MT" panose="020B0502020104020203" pitchFamily="34" charset="0"/>
                </a:rPr>
                <a:t>User</a:t>
              </a:r>
            </a:p>
          </p:txBody>
        </p: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540DA269-948B-9CC5-F6EE-32C65047AD82}"/>
              </a:ext>
            </a:extLst>
          </p:cNvPr>
          <p:cNvSpPr txBox="1"/>
          <p:nvPr/>
        </p:nvSpPr>
        <p:spPr>
          <a:xfrm>
            <a:off x="5728964" y="6055358"/>
            <a:ext cx="33457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1"/>
                </a:solidFill>
                <a:highlight>
                  <a:srgbClr val="FFFF00"/>
                </a:highlight>
                <a:latin typeface="Gill Sans MT" panose="020B0502020104020203" pitchFamily="34" charset="0"/>
              </a:rPr>
              <a:t>FRONT-END </a:t>
            </a:r>
          </a:p>
        </p:txBody>
      </p:sp>
    </p:spTree>
    <p:extLst>
      <p:ext uri="{BB962C8B-B14F-4D97-AF65-F5344CB8AC3E}">
        <p14:creationId xmlns:p14="http://schemas.microsoft.com/office/powerpoint/2010/main" val="4069102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7.40741E-7 L 0.32539 -0.21296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263" y="-106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0EDEE8-6F0C-806E-E74C-9D36B086B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roup 130">
            <a:extLst>
              <a:ext uri="{FF2B5EF4-FFF2-40B4-BE49-F238E27FC236}">
                <a16:creationId xmlns:a16="http://schemas.microsoft.com/office/drawing/2014/main" id="{52179473-3A97-1017-3A7B-D57C5FEB0054}"/>
              </a:ext>
            </a:extLst>
          </p:cNvPr>
          <p:cNvGrpSpPr/>
          <p:nvPr/>
        </p:nvGrpSpPr>
        <p:grpSpPr>
          <a:xfrm>
            <a:off x="159771" y="144943"/>
            <a:ext cx="12016275" cy="6590005"/>
            <a:chOff x="159771" y="144943"/>
            <a:chExt cx="12016275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C82F2FD-D014-3464-0355-E49989C07F1A}"/>
                </a:ext>
              </a:extLst>
            </p:cNvPr>
            <p:cNvGrpSpPr/>
            <p:nvPr/>
          </p:nvGrpSpPr>
          <p:grpSpPr>
            <a:xfrm>
              <a:off x="159771" y="144943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41E595F9-E246-F48A-7D3C-774F41000365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B6AF153A-9DDC-93B6-4658-67AE802D2C6A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847062A5-62D0-8595-6A45-E61BCD044A76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B4C326F0-826A-5C97-1367-4F2C61FCD875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3F665658-C3B9-E634-7F17-9F45E8FCB1C0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417258B4-B260-DF92-ECFF-91E677981FBA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CF6487B1-0185-8968-E2DE-DC24DE464A86}"/>
                </a:ext>
              </a:extLst>
            </p:cNvPr>
            <p:cNvGrpSpPr/>
            <p:nvPr/>
          </p:nvGrpSpPr>
          <p:grpSpPr>
            <a:xfrm>
              <a:off x="9078871" y="386956"/>
              <a:ext cx="2902660" cy="3398908"/>
              <a:chOff x="8981371" y="2824912"/>
              <a:chExt cx="2997907" cy="3510212"/>
            </a:xfrm>
          </p:grpSpPr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9C34646A-A63A-8D2B-E25A-372E2591ED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75821" y="2861865"/>
                <a:ext cx="2552386" cy="3315298"/>
              </a:xfrm>
              <a:prstGeom prst="rect">
                <a:avLst/>
              </a:prstGeom>
            </p:spPr>
          </p:pic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98A63B84-AB64-8ED8-057B-2D2BFE93641F}"/>
                  </a:ext>
                </a:extLst>
              </p:cNvPr>
              <p:cNvSpPr/>
              <p:nvPr/>
            </p:nvSpPr>
            <p:spPr>
              <a:xfrm rot="19871654">
                <a:off x="9063495" y="2861599"/>
                <a:ext cx="914400" cy="296728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4575255E-24B1-0600-3CD4-EE8EA424A95A}"/>
                  </a:ext>
                </a:extLst>
              </p:cNvPr>
              <p:cNvSpPr/>
              <p:nvPr/>
            </p:nvSpPr>
            <p:spPr>
              <a:xfrm rot="2054190">
                <a:off x="8981371" y="5806907"/>
                <a:ext cx="914400" cy="296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A1386CEC-58D2-768E-6BC8-61395334121F}"/>
                  </a:ext>
                </a:extLst>
              </p:cNvPr>
              <p:cNvSpPr/>
              <p:nvPr/>
            </p:nvSpPr>
            <p:spPr>
              <a:xfrm rot="2138521">
                <a:off x="11064878" y="2824912"/>
                <a:ext cx="914400" cy="296728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810AAFA1-47AB-826D-C00F-5D6FE05E05FA}"/>
                  </a:ext>
                </a:extLst>
              </p:cNvPr>
              <p:cNvSpPr/>
              <p:nvPr/>
            </p:nvSpPr>
            <p:spPr>
              <a:xfrm rot="7896723">
                <a:off x="11064877" y="5729560"/>
                <a:ext cx="914400" cy="296728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3A19A02-ECF4-BEDB-4C72-7F1F5F93B651}"/>
                </a:ext>
              </a:extLst>
            </p:cNvPr>
            <p:cNvGrpSpPr/>
            <p:nvPr/>
          </p:nvGrpSpPr>
          <p:grpSpPr>
            <a:xfrm>
              <a:off x="9074752" y="4271583"/>
              <a:ext cx="3101294" cy="1828800"/>
              <a:chOff x="9074752" y="4271583"/>
              <a:chExt cx="3101294" cy="1828800"/>
            </a:xfrm>
          </p:grpSpPr>
          <p:sp>
            <p:nvSpPr>
              <p:cNvPr id="57" name="Parallelogram 56">
                <a:extLst>
                  <a:ext uri="{FF2B5EF4-FFF2-40B4-BE49-F238E27FC236}">
                    <a16:creationId xmlns:a16="http://schemas.microsoft.com/office/drawing/2014/main" id="{49F3BF7B-BCBD-E813-81FA-4A1F050CE3DA}"/>
                  </a:ext>
                </a:extLst>
              </p:cNvPr>
              <p:cNvSpPr/>
              <p:nvPr/>
            </p:nvSpPr>
            <p:spPr>
              <a:xfrm>
                <a:off x="9311307" y="4271583"/>
                <a:ext cx="1656301" cy="914400"/>
              </a:xfrm>
              <a:prstGeom prst="parallelogram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rPr>
                  <a:t>#4</a:t>
                </a:r>
              </a:p>
            </p:txBody>
          </p:sp>
          <p:sp>
            <p:nvSpPr>
              <p:cNvPr id="58" name="Parallelogram 57">
                <a:extLst>
                  <a:ext uri="{FF2B5EF4-FFF2-40B4-BE49-F238E27FC236}">
                    <a16:creationId xmlns:a16="http://schemas.microsoft.com/office/drawing/2014/main" id="{54352124-8A2C-294A-7EFC-7212C132E8B8}"/>
                  </a:ext>
                </a:extLst>
              </p:cNvPr>
              <p:cNvSpPr/>
              <p:nvPr/>
            </p:nvSpPr>
            <p:spPr>
              <a:xfrm>
                <a:off x="9074752" y="5185983"/>
                <a:ext cx="3101294" cy="914400"/>
              </a:xfrm>
              <a:prstGeom prst="parallelogram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rPr>
                  <a:t>NODEJS</a:t>
                </a:r>
              </a:p>
            </p:txBody>
          </p:sp>
        </p:grpSp>
      </p:grpSp>
      <p:sp>
        <p:nvSpPr>
          <p:cNvPr id="5" name="body">
            <a:extLst>
              <a:ext uri="{FF2B5EF4-FFF2-40B4-BE49-F238E27FC236}">
                <a16:creationId xmlns:a16="http://schemas.microsoft.com/office/drawing/2014/main" id="{2AF4B5E6-D96B-E738-934A-351097BF64AA}"/>
              </a:ext>
            </a:extLst>
          </p:cNvPr>
          <p:cNvSpPr/>
          <p:nvPr/>
        </p:nvSpPr>
        <p:spPr>
          <a:xfrm>
            <a:off x="250054" y="1057864"/>
            <a:ext cx="8649612" cy="556038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CD40BBFB-7CE5-0BCE-66FE-B8789441058E}"/>
              </a:ext>
            </a:extLst>
          </p:cNvPr>
          <p:cNvGrpSpPr/>
          <p:nvPr/>
        </p:nvGrpSpPr>
        <p:grpSpPr>
          <a:xfrm>
            <a:off x="-7562084" y="631313"/>
            <a:ext cx="7010968" cy="541770"/>
            <a:chOff x="1686799" y="1037161"/>
            <a:chExt cx="7010968" cy="541770"/>
          </a:xfrm>
        </p:grpSpPr>
        <p:sp>
          <p:nvSpPr>
            <p:cNvPr id="11" name="head">
              <a:extLst>
                <a:ext uri="{FF2B5EF4-FFF2-40B4-BE49-F238E27FC236}">
                  <a16:creationId xmlns:a16="http://schemas.microsoft.com/office/drawing/2014/main" id="{82448820-9A59-30AE-117E-3CE65F36DD83}"/>
                </a:ext>
              </a:extLst>
            </p:cNvPr>
            <p:cNvSpPr/>
            <p:nvPr/>
          </p:nvSpPr>
          <p:spPr>
            <a:xfrm>
              <a:off x="1686799" y="1037161"/>
              <a:ext cx="7010968" cy="54177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9" name="favicon">
              <a:extLst>
                <a:ext uri="{FF2B5EF4-FFF2-40B4-BE49-F238E27FC236}">
                  <a16:creationId xmlns:a16="http://schemas.microsoft.com/office/drawing/2014/main" id="{B1AB170A-B0DA-9471-FD1B-D224BB83651D}"/>
                </a:ext>
              </a:extLst>
            </p:cNvPr>
            <p:cNvGrpSpPr/>
            <p:nvPr/>
          </p:nvGrpSpPr>
          <p:grpSpPr>
            <a:xfrm>
              <a:off x="1756578" y="1077443"/>
              <a:ext cx="2704156" cy="490007"/>
              <a:chOff x="787553" y="1439488"/>
              <a:chExt cx="2704156" cy="49000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52BBABF-36CD-B2FA-22B4-B10CB3D22051}"/>
                  </a:ext>
                </a:extLst>
              </p:cNvPr>
              <p:cNvSpPr/>
              <p:nvPr/>
            </p:nvSpPr>
            <p:spPr>
              <a:xfrm>
                <a:off x="787553" y="1448536"/>
                <a:ext cx="2704156" cy="48095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b="1" dirty="0">
                    <a:solidFill>
                      <a:schemeClr val="tx1"/>
                    </a:solidFill>
                    <a:latin typeface="Gill Sans MT" panose="020B0502020104020203" pitchFamily="34" charset="0"/>
                  </a:rPr>
                  <a:t>Browser – Josse   </a:t>
                </a:r>
                <a:r>
                  <a:rPr lang="en-US" sz="1400" b="1" dirty="0">
                    <a:solidFill>
                      <a:schemeClr val="tx1"/>
                    </a:solidFill>
                    <a:latin typeface="Gill Sans MT" panose="020B0502020104020203" pitchFamily="34" charset="0"/>
                  </a:rPr>
                  <a:t>x</a:t>
                </a:r>
                <a:r>
                  <a:rPr lang="en-US" b="1" dirty="0">
                    <a:solidFill>
                      <a:schemeClr val="tx1"/>
                    </a:solidFill>
                    <a:latin typeface="Gill Sans MT" panose="020B0502020104020203" pitchFamily="34" charset="0"/>
                  </a:rPr>
                  <a:t>    </a:t>
                </a: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20E3362D-5FAE-3896-C88B-1B42533A58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8643" y="1439488"/>
                <a:ext cx="480958" cy="480958"/>
              </a:xfrm>
              <a:prstGeom prst="rect">
                <a:avLst/>
              </a:prstGeom>
            </p:spPr>
          </p:pic>
        </p:grpSp>
      </p:grpSp>
      <p:grpSp>
        <p:nvGrpSpPr>
          <p:cNvPr id="126" name="color">
            <a:extLst>
              <a:ext uri="{FF2B5EF4-FFF2-40B4-BE49-F238E27FC236}">
                <a16:creationId xmlns:a16="http://schemas.microsoft.com/office/drawing/2014/main" id="{A8B57886-A421-BC45-195D-BA87E66C32FE}"/>
              </a:ext>
            </a:extLst>
          </p:cNvPr>
          <p:cNvGrpSpPr/>
          <p:nvPr/>
        </p:nvGrpSpPr>
        <p:grpSpPr>
          <a:xfrm>
            <a:off x="-7552512" y="1238245"/>
            <a:ext cx="7006806" cy="3700861"/>
            <a:chOff x="1686798" y="1568402"/>
            <a:chExt cx="7015135" cy="3548464"/>
          </a:xfrm>
        </p:grpSpPr>
        <p:sp>
          <p:nvSpPr>
            <p:cNvPr id="109" name="body">
              <a:extLst>
                <a:ext uri="{FF2B5EF4-FFF2-40B4-BE49-F238E27FC236}">
                  <a16:creationId xmlns:a16="http://schemas.microsoft.com/office/drawing/2014/main" id="{25450C68-67DA-5BB9-F99C-694F97B3EA3D}"/>
                </a:ext>
              </a:extLst>
            </p:cNvPr>
            <p:cNvSpPr/>
            <p:nvPr/>
          </p:nvSpPr>
          <p:spPr>
            <a:xfrm>
              <a:off x="1686798" y="1568402"/>
              <a:ext cx="7015135" cy="354846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2" name="form-login">
              <a:extLst>
                <a:ext uri="{FF2B5EF4-FFF2-40B4-BE49-F238E27FC236}">
                  <a16:creationId xmlns:a16="http://schemas.microsoft.com/office/drawing/2014/main" id="{9173FE27-482A-B5EF-786F-7FC9E5B27648}"/>
                </a:ext>
              </a:extLst>
            </p:cNvPr>
            <p:cNvSpPr/>
            <p:nvPr/>
          </p:nvSpPr>
          <p:spPr>
            <a:xfrm>
              <a:off x="4514198" y="1759682"/>
              <a:ext cx="4187735" cy="3264021"/>
            </a:xfrm>
            <a:custGeom>
              <a:avLst/>
              <a:gdLst>
                <a:gd name="csX0" fmla="*/ 0 w 3966945"/>
                <a:gd name="csY0" fmla="*/ 0 h 2837324"/>
                <a:gd name="csX1" fmla="*/ 3966945 w 3966945"/>
                <a:gd name="csY1" fmla="*/ 0 h 2837324"/>
                <a:gd name="csX2" fmla="*/ 3966945 w 3966945"/>
                <a:gd name="csY2" fmla="*/ 2837324 h 2837324"/>
                <a:gd name="csX3" fmla="*/ 0 w 3966945"/>
                <a:gd name="csY3" fmla="*/ 2837324 h 2837324"/>
                <a:gd name="csX4" fmla="*/ 0 w 3966945"/>
                <a:gd name="csY4" fmla="*/ 0 h 2837324"/>
                <a:gd name="csX0" fmla="*/ 0 w 4175289"/>
                <a:gd name="csY0" fmla="*/ 0 h 3103541"/>
                <a:gd name="csX1" fmla="*/ 4175289 w 4175289"/>
                <a:gd name="csY1" fmla="*/ 266217 h 3103541"/>
                <a:gd name="csX2" fmla="*/ 4175289 w 4175289"/>
                <a:gd name="csY2" fmla="*/ 3103541 h 3103541"/>
                <a:gd name="csX3" fmla="*/ 208344 w 4175289"/>
                <a:gd name="csY3" fmla="*/ 3103541 h 3103541"/>
                <a:gd name="csX4" fmla="*/ 0 w 4175289"/>
                <a:gd name="csY4" fmla="*/ 0 h 3103541"/>
                <a:gd name="csX0" fmla="*/ 0 w 4175289"/>
                <a:gd name="csY0" fmla="*/ 0 h 3103541"/>
                <a:gd name="csX1" fmla="*/ 4175289 w 4175289"/>
                <a:gd name="csY1" fmla="*/ 266217 h 3103541"/>
                <a:gd name="csX2" fmla="*/ 4175289 w 4175289"/>
                <a:gd name="csY2" fmla="*/ 3103541 h 3103541"/>
                <a:gd name="csX3" fmla="*/ 208344 w 4175289"/>
                <a:gd name="csY3" fmla="*/ 3103541 h 3103541"/>
                <a:gd name="csX4" fmla="*/ 0 w 4175289"/>
                <a:gd name="csY4" fmla="*/ 0 h 3103541"/>
                <a:gd name="csX0" fmla="*/ 0 w 4175289"/>
                <a:gd name="csY0" fmla="*/ 0 h 3473931"/>
                <a:gd name="csX1" fmla="*/ 4175289 w 4175289"/>
                <a:gd name="csY1" fmla="*/ 266217 h 3473931"/>
                <a:gd name="csX2" fmla="*/ 4175289 w 4175289"/>
                <a:gd name="csY2" fmla="*/ 3103541 h 3473931"/>
                <a:gd name="csX3" fmla="*/ 416688 w 4175289"/>
                <a:gd name="csY3" fmla="*/ 3473931 h 3473931"/>
                <a:gd name="csX4" fmla="*/ 0 w 4175289"/>
                <a:gd name="csY4" fmla="*/ 0 h 3473931"/>
                <a:gd name="csX0" fmla="*/ 0 w 4221587"/>
                <a:gd name="csY0" fmla="*/ 0 h 3473931"/>
                <a:gd name="csX1" fmla="*/ 4221587 w 4221587"/>
                <a:gd name="csY1" fmla="*/ 23149 h 3473931"/>
                <a:gd name="csX2" fmla="*/ 4175289 w 4221587"/>
                <a:gd name="csY2" fmla="*/ 3103541 h 3473931"/>
                <a:gd name="csX3" fmla="*/ 416688 w 4221587"/>
                <a:gd name="csY3" fmla="*/ 3473931 h 3473931"/>
                <a:gd name="csX4" fmla="*/ 0 w 4221587"/>
                <a:gd name="csY4" fmla="*/ 0 h 3473931"/>
                <a:gd name="csX0" fmla="*/ 0 w 4221587"/>
                <a:gd name="csY0" fmla="*/ 0 h 3473931"/>
                <a:gd name="csX1" fmla="*/ 4221587 w 4221587"/>
                <a:gd name="csY1" fmla="*/ 23149 h 3473931"/>
                <a:gd name="csX2" fmla="*/ 4024818 w 4221587"/>
                <a:gd name="csY2" fmla="*/ 3358184 h 3473931"/>
                <a:gd name="csX3" fmla="*/ 416688 w 4221587"/>
                <a:gd name="csY3" fmla="*/ 3473931 h 3473931"/>
                <a:gd name="csX4" fmla="*/ 0 w 4221587"/>
                <a:gd name="csY4" fmla="*/ 0 h 3473931"/>
                <a:gd name="csX0" fmla="*/ 0 w 4221587"/>
                <a:gd name="csY0" fmla="*/ 0 h 3473931"/>
                <a:gd name="csX1" fmla="*/ 4221587 w 4221587"/>
                <a:gd name="csY1" fmla="*/ 23149 h 3473931"/>
                <a:gd name="csX2" fmla="*/ 4163714 w 4221587"/>
                <a:gd name="csY2" fmla="*/ 3392908 h 3473931"/>
                <a:gd name="csX3" fmla="*/ 416688 w 4221587"/>
                <a:gd name="csY3" fmla="*/ 3473931 h 3473931"/>
                <a:gd name="csX4" fmla="*/ 0 w 4221587"/>
                <a:gd name="csY4" fmla="*/ 0 h 3473931"/>
                <a:gd name="csX0" fmla="*/ 0 w 4221587"/>
                <a:gd name="csY0" fmla="*/ 0 h 3473931"/>
                <a:gd name="csX1" fmla="*/ 4221587 w 4221587"/>
                <a:gd name="csY1" fmla="*/ 23149 h 3473931"/>
                <a:gd name="csX2" fmla="*/ 4163714 w 4221587"/>
                <a:gd name="csY2" fmla="*/ 3392908 h 3473931"/>
                <a:gd name="csX3" fmla="*/ 416688 w 4221587"/>
                <a:gd name="csY3" fmla="*/ 3473931 h 3473931"/>
                <a:gd name="csX4" fmla="*/ 0 w 4221587"/>
                <a:gd name="csY4" fmla="*/ 0 h 3473931"/>
                <a:gd name="csX0" fmla="*/ 0 w 4221587"/>
                <a:gd name="csY0" fmla="*/ 0 h 3473931"/>
                <a:gd name="csX1" fmla="*/ 4221587 w 4221587"/>
                <a:gd name="csY1" fmla="*/ 23149 h 3473931"/>
                <a:gd name="csX2" fmla="*/ 4163714 w 4221587"/>
                <a:gd name="csY2" fmla="*/ 3423388 h 3473931"/>
                <a:gd name="csX3" fmla="*/ 416688 w 4221587"/>
                <a:gd name="csY3" fmla="*/ 3473931 h 3473931"/>
                <a:gd name="csX4" fmla="*/ 0 w 4221587"/>
                <a:gd name="csY4" fmla="*/ 0 h 3473931"/>
                <a:gd name="csX0" fmla="*/ 0 w 4221587"/>
                <a:gd name="csY0" fmla="*/ 0 h 3473931"/>
                <a:gd name="csX1" fmla="*/ 4221587 w 4221587"/>
                <a:gd name="csY1" fmla="*/ 23149 h 3473931"/>
                <a:gd name="csX2" fmla="*/ 4163714 w 4221587"/>
                <a:gd name="csY2" fmla="*/ 3423388 h 3473931"/>
                <a:gd name="csX3" fmla="*/ 416688 w 4221587"/>
                <a:gd name="csY3" fmla="*/ 3473931 h 3473931"/>
                <a:gd name="csX4" fmla="*/ 0 w 4221587"/>
                <a:gd name="csY4" fmla="*/ 0 h 3473931"/>
                <a:gd name="csX0" fmla="*/ 0 w 4241907"/>
                <a:gd name="csY0" fmla="*/ 8981 h 3482912"/>
                <a:gd name="csX1" fmla="*/ 4241907 w 4241907"/>
                <a:gd name="csY1" fmla="*/ 11810 h 3482912"/>
                <a:gd name="csX2" fmla="*/ 4163714 w 4241907"/>
                <a:gd name="csY2" fmla="*/ 3432369 h 3482912"/>
                <a:gd name="csX3" fmla="*/ 416688 w 4241907"/>
                <a:gd name="csY3" fmla="*/ 3482912 h 3482912"/>
                <a:gd name="csX4" fmla="*/ 0 w 4241907"/>
                <a:gd name="csY4" fmla="*/ 8981 h 3482912"/>
                <a:gd name="csX0" fmla="*/ 0 w 4241907"/>
                <a:gd name="csY0" fmla="*/ 6736 h 3480667"/>
                <a:gd name="csX1" fmla="*/ 4241907 w 4241907"/>
                <a:gd name="csY1" fmla="*/ 9565 h 3480667"/>
                <a:gd name="csX2" fmla="*/ 4163714 w 4241907"/>
                <a:gd name="csY2" fmla="*/ 3430124 h 3480667"/>
                <a:gd name="csX3" fmla="*/ 416688 w 4241907"/>
                <a:gd name="csY3" fmla="*/ 3480667 h 3480667"/>
                <a:gd name="csX4" fmla="*/ 0 w 4241907"/>
                <a:gd name="csY4" fmla="*/ 6736 h 3480667"/>
                <a:gd name="csX0" fmla="*/ 0 w 4241907"/>
                <a:gd name="csY0" fmla="*/ 0 h 3496791"/>
                <a:gd name="csX1" fmla="*/ 4241907 w 4241907"/>
                <a:gd name="csY1" fmla="*/ 25689 h 3496791"/>
                <a:gd name="csX2" fmla="*/ 4163714 w 4241907"/>
                <a:gd name="csY2" fmla="*/ 3446248 h 3496791"/>
                <a:gd name="csX3" fmla="*/ 416688 w 4241907"/>
                <a:gd name="csY3" fmla="*/ 3496791 h 3496791"/>
                <a:gd name="csX4" fmla="*/ 0 w 4241907"/>
                <a:gd name="csY4" fmla="*/ 0 h 3496791"/>
                <a:gd name="csX0" fmla="*/ 0 w 4241907"/>
                <a:gd name="csY0" fmla="*/ 652 h 3497443"/>
                <a:gd name="csX1" fmla="*/ 4241907 w 4241907"/>
                <a:gd name="csY1" fmla="*/ 26341 h 3497443"/>
                <a:gd name="csX2" fmla="*/ 4163714 w 4241907"/>
                <a:gd name="csY2" fmla="*/ 3446900 h 3497443"/>
                <a:gd name="csX3" fmla="*/ 416688 w 4241907"/>
                <a:gd name="csY3" fmla="*/ 3497443 h 3497443"/>
                <a:gd name="csX4" fmla="*/ 0 w 4241907"/>
                <a:gd name="csY4" fmla="*/ 652 h 3497443"/>
                <a:gd name="csX0" fmla="*/ 0 w 4203807"/>
                <a:gd name="csY0" fmla="*/ 652 h 3497443"/>
                <a:gd name="csX1" fmla="*/ 4203807 w 4203807"/>
                <a:gd name="csY1" fmla="*/ 26341 h 3497443"/>
                <a:gd name="csX2" fmla="*/ 4163714 w 4203807"/>
                <a:gd name="csY2" fmla="*/ 3446900 h 3497443"/>
                <a:gd name="csX3" fmla="*/ 416688 w 4203807"/>
                <a:gd name="csY3" fmla="*/ 3497443 h 3497443"/>
                <a:gd name="csX4" fmla="*/ 0 w 4203807"/>
                <a:gd name="csY4" fmla="*/ 652 h 3497443"/>
                <a:gd name="csX0" fmla="*/ 0 w 4203807"/>
                <a:gd name="csY0" fmla="*/ 0 h 3496791"/>
                <a:gd name="csX1" fmla="*/ 4203807 w 4203807"/>
                <a:gd name="csY1" fmla="*/ 25689 h 3496791"/>
                <a:gd name="csX2" fmla="*/ 4163714 w 4203807"/>
                <a:gd name="csY2" fmla="*/ 3446248 h 3496791"/>
                <a:gd name="csX3" fmla="*/ 416688 w 4203807"/>
                <a:gd name="csY3" fmla="*/ 3496791 h 3496791"/>
                <a:gd name="csX4" fmla="*/ 0 w 4203807"/>
                <a:gd name="csY4" fmla="*/ 0 h 3496791"/>
                <a:gd name="csX0" fmla="*/ 0 w 4203807"/>
                <a:gd name="csY0" fmla="*/ 0 h 3504411"/>
                <a:gd name="csX1" fmla="*/ 4203807 w 4203807"/>
                <a:gd name="csY1" fmla="*/ 33309 h 3504411"/>
                <a:gd name="csX2" fmla="*/ 4163714 w 4203807"/>
                <a:gd name="csY2" fmla="*/ 3453868 h 3504411"/>
                <a:gd name="csX3" fmla="*/ 416688 w 4203807"/>
                <a:gd name="csY3" fmla="*/ 3504411 h 3504411"/>
                <a:gd name="csX4" fmla="*/ 0 w 4203807"/>
                <a:gd name="csY4" fmla="*/ 0 h 3504411"/>
                <a:gd name="csX0" fmla="*/ 0 w 4203807"/>
                <a:gd name="csY0" fmla="*/ 0 h 3504411"/>
                <a:gd name="csX1" fmla="*/ 4203807 w 4203807"/>
                <a:gd name="csY1" fmla="*/ 33309 h 3504411"/>
                <a:gd name="csX2" fmla="*/ 4163714 w 4203807"/>
                <a:gd name="csY2" fmla="*/ 3453868 h 3504411"/>
                <a:gd name="csX3" fmla="*/ 416688 w 4203807"/>
                <a:gd name="csY3" fmla="*/ 3504411 h 3504411"/>
                <a:gd name="csX4" fmla="*/ 0 w 4203807"/>
                <a:gd name="csY4" fmla="*/ 0 h 3504411"/>
                <a:gd name="csX0" fmla="*/ 0 w 4203807"/>
                <a:gd name="csY0" fmla="*/ 0 h 3481551"/>
                <a:gd name="csX1" fmla="*/ 4203807 w 4203807"/>
                <a:gd name="csY1" fmla="*/ 33309 h 3481551"/>
                <a:gd name="csX2" fmla="*/ 4163714 w 4203807"/>
                <a:gd name="csY2" fmla="*/ 3453868 h 3481551"/>
                <a:gd name="csX3" fmla="*/ 264288 w 4203807"/>
                <a:gd name="csY3" fmla="*/ 3481551 h 3481551"/>
                <a:gd name="csX4" fmla="*/ 0 w 4203807"/>
                <a:gd name="csY4" fmla="*/ 0 h 3481551"/>
                <a:gd name="csX0" fmla="*/ 0 w 4203807"/>
                <a:gd name="csY0" fmla="*/ 0 h 3473931"/>
                <a:gd name="csX1" fmla="*/ 4203807 w 4203807"/>
                <a:gd name="csY1" fmla="*/ 33309 h 3473931"/>
                <a:gd name="csX2" fmla="*/ 4163714 w 4203807"/>
                <a:gd name="csY2" fmla="*/ 3453868 h 3473931"/>
                <a:gd name="csX3" fmla="*/ 416688 w 4203807"/>
                <a:gd name="csY3" fmla="*/ 3473931 h 3473931"/>
                <a:gd name="csX4" fmla="*/ 0 w 4203807"/>
                <a:gd name="csY4" fmla="*/ 0 h 3473931"/>
                <a:gd name="csX0" fmla="*/ 0 w 4165707"/>
                <a:gd name="csY0" fmla="*/ 0 h 3473931"/>
                <a:gd name="csX1" fmla="*/ 4165707 w 4165707"/>
                <a:gd name="csY1" fmla="*/ 2829 h 3473931"/>
                <a:gd name="csX2" fmla="*/ 4163714 w 4165707"/>
                <a:gd name="csY2" fmla="*/ 3453868 h 3473931"/>
                <a:gd name="csX3" fmla="*/ 416688 w 4165707"/>
                <a:gd name="csY3" fmla="*/ 3473931 h 3473931"/>
                <a:gd name="csX4" fmla="*/ 0 w 4165707"/>
                <a:gd name="csY4" fmla="*/ 0 h 3473931"/>
                <a:gd name="csX0" fmla="*/ 0 w 4165707"/>
                <a:gd name="csY0" fmla="*/ 0 h 3473931"/>
                <a:gd name="csX1" fmla="*/ 4165707 w 4165707"/>
                <a:gd name="csY1" fmla="*/ 2829 h 3473931"/>
                <a:gd name="csX2" fmla="*/ 4163714 w 4165707"/>
                <a:gd name="csY2" fmla="*/ 3453868 h 3473931"/>
                <a:gd name="csX3" fmla="*/ 416688 w 4165707"/>
                <a:gd name="csY3" fmla="*/ 3473931 h 3473931"/>
                <a:gd name="csX4" fmla="*/ 0 w 4165707"/>
                <a:gd name="csY4" fmla="*/ 0 h 34739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165707" h="3473931">
                  <a:moveTo>
                    <a:pt x="0" y="0"/>
                  </a:moveTo>
                  <a:lnTo>
                    <a:pt x="4165707" y="2829"/>
                  </a:lnTo>
                  <a:cubicBezTo>
                    <a:pt x="4165043" y="1153175"/>
                    <a:pt x="4164378" y="2303522"/>
                    <a:pt x="4163714" y="3453868"/>
                  </a:cubicBezTo>
                  <a:lnTo>
                    <a:pt x="416688" y="34739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3" name="page">
              <a:extLst>
                <a:ext uri="{FF2B5EF4-FFF2-40B4-BE49-F238E27FC236}">
                  <a16:creationId xmlns:a16="http://schemas.microsoft.com/office/drawing/2014/main" id="{46C026BD-D6BF-6D90-81BE-07EADCDEB940}"/>
                </a:ext>
              </a:extLst>
            </p:cNvPr>
            <p:cNvSpPr txBox="1"/>
            <p:nvPr/>
          </p:nvSpPr>
          <p:spPr>
            <a:xfrm>
              <a:off x="1795066" y="2437359"/>
              <a:ext cx="2791148" cy="1200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>
                  <a:solidFill>
                    <a:srgbClr val="0029A6"/>
                  </a:solidFill>
                  <a:highlight>
                    <a:srgbClr val="FFFF00"/>
                  </a:highlight>
                  <a:latin typeface="Rockwell" panose="02060603020205020403" pitchFamily="18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WELCOME</a:t>
              </a:r>
            </a:p>
            <a:p>
              <a:r>
                <a:rPr lang="en-US" sz="3600" b="1" dirty="0">
                  <a:solidFill>
                    <a:srgbClr val="0029A6"/>
                  </a:solidFill>
                  <a:highlight>
                    <a:srgbClr val="FFFF00"/>
                  </a:highlight>
                  <a:latin typeface="Rockwell" panose="02060603020205020403" pitchFamily="18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MY-WEB</a:t>
              </a:r>
            </a:p>
          </p:txBody>
        </p:sp>
        <p:grpSp>
          <p:nvGrpSpPr>
            <p:cNvPr id="110" name="email">
              <a:extLst>
                <a:ext uri="{FF2B5EF4-FFF2-40B4-BE49-F238E27FC236}">
                  <a16:creationId xmlns:a16="http://schemas.microsoft.com/office/drawing/2014/main" id="{876673EB-D1E3-FF52-A973-8968DA682CE1}"/>
                </a:ext>
              </a:extLst>
            </p:cNvPr>
            <p:cNvGrpSpPr/>
            <p:nvPr/>
          </p:nvGrpSpPr>
          <p:grpSpPr>
            <a:xfrm>
              <a:off x="4817381" y="1879327"/>
              <a:ext cx="3614505" cy="891883"/>
              <a:chOff x="2612071" y="2158353"/>
              <a:chExt cx="4290172" cy="891883"/>
            </a:xfrm>
          </p:grpSpPr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52579650-B288-BCAE-3F53-66D9EA6B0DC1}"/>
                  </a:ext>
                </a:extLst>
              </p:cNvPr>
              <p:cNvSpPr txBox="1"/>
              <p:nvPr/>
            </p:nvSpPr>
            <p:spPr>
              <a:xfrm>
                <a:off x="2612071" y="2158353"/>
                <a:ext cx="1237107" cy="461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29A6"/>
                    </a:solidFill>
                  </a:rPr>
                  <a:t>Email :</a:t>
                </a: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D3837160-D245-E15A-4188-A4582C6B7FDF}"/>
                  </a:ext>
                </a:extLst>
              </p:cNvPr>
              <p:cNvSpPr/>
              <p:nvPr/>
            </p:nvSpPr>
            <p:spPr>
              <a:xfrm>
                <a:off x="2697102" y="2595995"/>
                <a:ext cx="4205141" cy="454241"/>
              </a:xfrm>
              <a:prstGeom prst="rect">
                <a:avLst/>
              </a:prstGeom>
              <a:noFill/>
              <a:ln>
                <a:solidFill>
                  <a:srgbClr val="0029A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29A6"/>
                  </a:solidFill>
                </a:endParaRP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3B974179-66F1-8153-E09D-10E2A13EBF00}"/>
                  </a:ext>
                </a:extLst>
              </p:cNvPr>
              <p:cNvSpPr txBox="1"/>
              <p:nvPr/>
            </p:nvSpPr>
            <p:spPr>
              <a:xfrm>
                <a:off x="2736432" y="2635343"/>
                <a:ext cx="288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29A6"/>
                    </a:solidFill>
                  </a:rPr>
                  <a:t>pinemjosse@gmail.com</a:t>
                </a:r>
              </a:p>
            </p:txBody>
          </p:sp>
        </p:grpSp>
        <p:grpSp>
          <p:nvGrpSpPr>
            <p:cNvPr id="114" name="password">
              <a:extLst>
                <a:ext uri="{FF2B5EF4-FFF2-40B4-BE49-F238E27FC236}">
                  <a16:creationId xmlns:a16="http://schemas.microsoft.com/office/drawing/2014/main" id="{A649674C-8101-8755-D691-18A31DAA6B75}"/>
                </a:ext>
              </a:extLst>
            </p:cNvPr>
            <p:cNvGrpSpPr/>
            <p:nvPr/>
          </p:nvGrpSpPr>
          <p:grpSpPr>
            <a:xfrm>
              <a:off x="4828367" y="2833435"/>
              <a:ext cx="3635099" cy="897382"/>
              <a:chOff x="2608643" y="3266187"/>
              <a:chExt cx="4303432" cy="897382"/>
            </a:xfrm>
          </p:grpSpPr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7B8C15A2-0292-288D-6A94-1C5C2E220FB3}"/>
                  </a:ext>
                </a:extLst>
              </p:cNvPr>
              <p:cNvSpPr txBox="1"/>
              <p:nvPr/>
            </p:nvSpPr>
            <p:spPr>
              <a:xfrm>
                <a:off x="2608643" y="3266187"/>
                <a:ext cx="1841855" cy="461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29A6"/>
                    </a:solidFill>
                  </a:rPr>
                  <a:t>Password :</a:t>
                </a:r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5D555142-862D-B52E-507E-4870E40BB32B}"/>
                  </a:ext>
                </a:extLst>
              </p:cNvPr>
              <p:cNvSpPr/>
              <p:nvPr/>
            </p:nvSpPr>
            <p:spPr>
              <a:xfrm>
                <a:off x="2706934" y="3701903"/>
                <a:ext cx="4205141" cy="454241"/>
              </a:xfrm>
              <a:prstGeom prst="rect">
                <a:avLst/>
              </a:prstGeom>
              <a:noFill/>
              <a:ln>
                <a:solidFill>
                  <a:srgbClr val="0029A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29A6"/>
                  </a:solidFill>
                </a:endParaRP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E1B4F4C2-E995-0259-9BED-5A75BDADB8FB}"/>
                  </a:ext>
                </a:extLst>
              </p:cNvPr>
              <p:cNvSpPr txBox="1"/>
              <p:nvPr/>
            </p:nvSpPr>
            <p:spPr>
              <a:xfrm>
                <a:off x="2736432" y="3794237"/>
                <a:ext cx="13117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29A6"/>
                    </a:solidFill>
                  </a:rPr>
                  <a:t>********</a:t>
                </a:r>
              </a:p>
            </p:txBody>
          </p:sp>
        </p:grpSp>
        <p:grpSp>
          <p:nvGrpSpPr>
            <p:cNvPr id="118" name="button">
              <a:extLst>
                <a:ext uri="{FF2B5EF4-FFF2-40B4-BE49-F238E27FC236}">
                  <a16:creationId xmlns:a16="http://schemas.microsoft.com/office/drawing/2014/main" id="{50CAF3B7-8DBB-BF0C-E8DB-F4D08C7C310A}"/>
                </a:ext>
              </a:extLst>
            </p:cNvPr>
            <p:cNvGrpSpPr/>
            <p:nvPr/>
          </p:nvGrpSpPr>
          <p:grpSpPr>
            <a:xfrm>
              <a:off x="4935841" y="3933958"/>
              <a:ext cx="3542866" cy="498140"/>
              <a:chOff x="2697102" y="4406773"/>
              <a:chExt cx="4205140" cy="498140"/>
            </a:xfrm>
          </p:grpSpPr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B0DF876E-698C-B71A-2053-A3E86A731DA0}"/>
                  </a:ext>
                </a:extLst>
              </p:cNvPr>
              <p:cNvSpPr/>
              <p:nvPr/>
            </p:nvSpPr>
            <p:spPr>
              <a:xfrm>
                <a:off x="2697102" y="4406773"/>
                <a:ext cx="4205140" cy="498140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9FB6C152-9A05-2A0B-127D-248D16CEA790}"/>
                  </a:ext>
                </a:extLst>
              </p:cNvPr>
              <p:cNvSpPr txBox="1"/>
              <p:nvPr/>
            </p:nvSpPr>
            <p:spPr>
              <a:xfrm>
                <a:off x="4175838" y="4460995"/>
                <a:ext cx="11058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Berlin Sans FB" panose="020E0602020502020306" pitchFamily="34" charset="0"/>
                  </a:rPr>
                  <a:t>LOGIN</a:t>
                </a:r>
              </a:p>
            </p:txBody>
          </p:sp>
        </p:grp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17E34A3C-E02E-0209-D139-ADA77A9BC9CC}"/>
              </a:ext>
            </a:extLst>
          </p:cNvPr>
          <p:cNvSpPr txBox="1"/>
          <p:nvPr/>
        </p:nvSpPr>
        <p:spPr>
          <a:xfrm>
            <a:off x="6055956" y="6079075"/>
            <a:ext cx="30187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1"/>
                </a:solidFill>
                <a:highlight>
                  <a:srgbClr val="FFFF00"/>
                </a:highlight>
                <a:latin typeface="Gill Sans MT" panose="020B0502020104020203" pitchFamily="34" charset="0"/>
              </a:rPr>
              <a:t>BACK-END </a:t>
            </a:r>
          </a:p>
        </p:txBody>
      </p: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AC57F6B0-34A7-70FB-E702-8375DD7E1AD9}"/>
              </a:ext>
            </a:extLst>
          </p:cNvPr>
          <p:cNvGrpSpPr/>
          <p:nvPr/>
        </p:nvGrpSpPr>
        <p:grpSpPr>
          <a:xfrm>
            <a:off x="185940" y="2463699"/>
            <a:ext cx="3217063" cy="2005808"/>
            <a:chOff x="185940" y="2463699"/>
            <a:chExt cx="3217063" cy="2005808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6634A98B-0BAA-D34D-C96B-3F0BA5BA19A6}"/>
                </a:ext>
              </a:extLst>
            </p:cNvPr>
            <p:cNvSpPr txBox="1"/>
            <p:nvPr/>
          </p:nvSpPr>
          <p:spPr>
            <a:xfrm rot="2093887">
              <a:off x="718140" y="4024875"/>
              <a:ext cx="167257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Rockwell" panose="02060603020205020403" pitchFamily="18" charset="0"/>
                </a:rPr>
                <a:t>3. Send data </a:t>
              </a:r>
            </a:p>
          </p:txBody>
        </p: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9775D0E4-E3D9-68DC-6F62-70112C2FA4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9191" y="2463699"/>
              <a:ext cx="2590924" cy="2005808"/>
            </a:xfrm>
            <a:prstGeom prst="straightConnector1">
              <a:avLst/>
            </a:prstGeom>
            <a:ln w="5715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Flowchart: Process 134">
              <a:extLst>
                <a:ext uri="{FF2B5EF4-FFF2-40B4-BE49-F238E27FC236}">
                  <a16:creationId xmlns:a16="http://schemas.microsoft.com/office/drawing/2014/main" id="{B678293A-E114-FA64-940A-C70C25B576CC}"/>
                </a:ext>
              </a:extLst>
            </p:cNvPr>
            <p:cNvSpPr/>
            <p:nvPr/>
          </p:nvSpPr>
          <p:spPr>
            <a:xfrm rot="2292241">
              <a:off x="185940" y="3428445"/>
              <a:ext cx="3217063" cy="518496"/>
            </a:xfrm>
            <a:prstGeom prst="flowChartProcess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b="1" dirty="0">
                  <a:latin typeface="Rockwell" panose="02060603020205020403" pitchFamily="18" charset="0"/>
                </a:rPr>
                <a:t>message : </a:t>
              </a:r>
              <a:r>
                <a:rPr lang="en-US" b="1" dirty="0">
                  <a:solidFill>
                    <a:srgbClr val="00B050"/>
                  </a:solidFill>
                  <a:latin typeface="Rockwell" panose="02060603020205020403" pitchFamily="18" charset="0"/>
                </a:rPr>
                <a:t>“Login Success”</a:t>
              </a:r>
              <a:endParaRPr lang="en-US" b="1" u="sng" dirty="0">
                <a:solidFill>
                  <a:srgbClr val="00B050"/>
                </a:solidFill>
                <a:latin typeface="Rockwell" panose="02060603020205020403" pitchFamily="18" charset="0"/>
              </a:endParaRP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794AFF97-0327-AA20-766C-AF83BDD057F0}"/>
              </a:ext>
            </a:extLst>
          </p:cNvPr>
          <p:cNvGrpSpPr/>
          <p:nvPr/>
        </p:nvGrpSpPr>
        <p:grpSpPr>
          <a:xfrm>
            <a:off x="1227790" y="1811639"/>
            <a:ext cx="1983123" cy="3217063"/>
            <a:chOff x="1227790" y="1811639"/>
            <a:chExt cx="1983123" cy="3217063"/>
          </a:xfrm>
        </p:grpSpPr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2867188F-0409-ED39-7D95-D5DB39C5964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7790" y="2287256"/>
              <a:ext cx="1983123" cy="2142050"/>
            </a:xfrm>
            <a:prstGeom prst="straightConnector1">
              <a:avLst/>
            </a:prstGeom>
            <a:ln w="5715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Flowchart: Process 135">
              <a:extLst>
                <a:ext uri="{FF2B5EF4-FFF2-40B4-BE49-F238E27FC236}">
                  <a16:creationId xmlns:a16="http://schemas.microsoft.com/office/drawing/2014/main" id="{ACB53BE3-0AC4-DCF2-1423-047962EA3EDC}"/>
                </a:ext>
              </a:extLst>
            </p:cNvPr>
            <p:cNvSpPr/>
            <p:nvPr/>
          </p:nvSpPr>
          <p:spPr>
            <a:xfrm rot="3090139">
              <a:off x="987637" y="3284408"/>
              <a:ext cx="3217063" cy="271526"/>
            </a:xfrm>
            <a:prstGeom prst="flowChartProcess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b="1" dirty="0">
                  <a:latin typeface="Rockwell" panose="02060603020205020403" pitchFamily="18" charset="0"/>
                </a:rPr>
                <a:t>message :</a:t>
              </a:r>
              <a:r>
                <a:rPr lang="en-US" b="1" dirty="0">
                  <a:solidFill>
                    <a:srgbClr val="FF0000"/>
                  </a:solidFill>
                  <a:latin typeface="Rockwell" panose="02060603020205020403" pitchFamily="18" charset="0"/>
                </a:rPr>
                <a:t> “Login Failed”</a:t>
              </a:r>
              <a:endParaRPr lang="en-US" b="1" u="sng" dirty="0">
                <a:solidFill>
                  <a:srgbClr val="FF0000"/>
                </a:solidFill>
                <a:latin typeface="Rockwell" panose="02060603020205020403" pitchFamily="18" charset="0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C9AD867-0F8D-7694-5B71-39421E610AF6}"/>
              </a:ext>
            </a:extLst>
          </p:cNvPr>
          <p:cNvGrpSpPr/>
          <p:nvPr/>
        </p:nvGrpSpPr>
        <p:grpSpPr>
          <a:xfrm>
            <a:off x="3123661" y="4424832"/>
            <a:ext cx="3557289" cy="1191745"/>
            <a:chOff x="3123661" y="4424832"/>
            <a:chExt cx="3557289" cy="1191745"/>
          </a:xfrm>
        </p:grpSpPr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3DE40A01-468F-C91E-F0DD-BB762DF3C87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23661" y="4424832"/>
              <a:ext cx="3557289" cy="1191745"/>
            </a:xfrm>
            <a:prstGeom prst="straightConnector1">
              <a:avLst/>
            </a:prstGeom>
            <a:ln w="5715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CEE1134B-7634-AC03-6B7D-74F8AB6E2E6E}"/>
                </a:ext>
              </a:extLst>
            </p:cNvPr>
            <p:cNvSpPr txBox="1"/>
            <p:nvPr/>
          </p:nvSpPr>
          <p:spPr>
            <a:xfrm rot="891686">
              <a:off x="3486486" y="5060625"/>
              <a:ext cx="20214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Rockwell" panose="02060603020205020403" pitchFamily="18" charset="0"/>
                </a:rPr>
                <a:t>2. Validate data 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668D4531-642C-9C62-907E-50AD78F416BE}"/>
              </a:ext>
            </a:extLst>
          </p:cNvPr>
          <p:cNvGrpSpPr/>
          <p:nvPr/>
        </p:nvGrpSpPr>
        <p:grpSpPr>
          <a:xfrm>
            <a:off x="6406839" y="3461690"/>
            <a:ext cx="2450174" cy="3020848"/>
            <a:chOff x="6406839" y="3461690"/>
            <a:chExt cx="2450174" cy="3020848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F0D9D92A-8505-BAB2-5ED4-8C2D31935D7B}"/>
                </a:ext>
              </a:extLst>
            </p:cNvPr>
            <p:cNvGrpSpPr/>
            <p:nvPr/>
          </p:nvGrpSpPr>
          <p:grpSpPr>
            <a:xfrm>
              <a:off x="6406839" y="4428638"/>
              <a:ext cx="1323369" cy="1467186"/>
              <a:chOff x="5504672" y="820134"/>
              <a:chExt cx="1176475" cy="1467186"/>
            </a:xfrm>
          </p:grpSpPr>
          <p:sp>
            <p:nvSpPr>
              <p:cNvPr id="39" name="Flowchart: Magnetic Disk 38">
                <a:extLst>
                  <a:ext uri="{FF2B5EF4-FFF2-40B4-BE49-F238E27FC236}">
                    <a16:creationId xmlns:a16="http://schemas.microsoft.com/office/drawing/2014/main" id="{0F2473A6-26B9-32C0-3EBA-52D323159EA6}"/>
                  </a:ext>
                </a:extLst>
              </p:cNvPr>
              <p:cNvSpPr/>
              <p:nvPr/>
            </p:nvSpPr>
            <p:spPr>
              <a:xfrm>
                <a:off x="5509625" y="1674672"/>
                <a:ext cx="1171522" cy="612648"/>
              </a:xfrm>
              <a:prstGeom prst="flowChartMagneticDisk">
                <a:avLst/>
              </a:pr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Flowchart: Magnetic Disk 39">
                <a:extLst>
                  <a:ext uri="{FF2B5EF4-FFF2-40B4-BE49-F238E27FC236}">
                    <a16:creationId xmlns:a16="http://schemas.microsoft.com/office/drawing/2014/main" id="{9977BB97-87F9-1E00-E58D-FCBDA81FDEFD}"/>
                  </a:ext>
                </a:extLst>
              </p:cNvPr>
              <p:cNvSpPr/>
              <p:nvPr/>
            </p:nvSpPr>
            <p:spPr>
              <a:xfrm>
                <a:off x="5509625" y="1245317"/>
                <a:ext cx="1171522" cy="612648"/>
              </a:xfrm>
              <a:prstGeom prst="flowChartMagneticDisk">
                <a:avLst/>
              </a:pr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100" dirty="0"/>
              </a:p>
            </p:txBody>
          </p:sp>
          <p:sp>
            <p:nvSpPr>
              <p:cNvPr id="41" name="Flowchart: Magnetic Disk 40">
                <a:extLst>
                  <a:ext uri="{FF2B5EF4-FFF2-40B4-BE49-F238E27FC236}">
                    <a16:creationId xmlns:a16="http://schemas.microsoft.com/office/drawing/2014/main" id="{4DFB1CA3-E413-2853-B6B8-2EED1CDC2ACD}"/>
                  </a:ext>
                </a:extLst>
              </p:cNvPr>
              <p:cNvSpPr/>
              <p:nvPr/>
            </p:nvSpPr>
            <p:spPr>
              <a:xfrm>
                <a:off x="5504672" y="820134"/>
                <a:ext cx="1171522" cy="612648"/>
              </a:xfrm>
              <a:prstGeom prst="flowChartMagneticDisk">
                <a:avLst/>
              </a:pr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E4C2DBCF-92FD-8C92-32F5-AE06B4214FC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26274" y="4952023"/>
              <a:ext cx="1351949" cy="1530515"/>
            </a:xfrm>
            <a:prstGeom prst="rect">
              <a:avLst/>
            </a:prstGeom>
          </p:spPr>
        </p:pic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30EFDB12-0365-FC67-F220-36F4EA99AED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67338" y="4478199"/>
              <a:ext cx="1189675" cy="967428"/>
            </a:xfrm>
            <a:prstGeom prst="rect">
              <a:avLst/>
            </a:prstGeom>
          </p:spPr>
        </p:pic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21AE6281-BE48-84C4-960A-D648D8C146A0}"/>
                </a:ext>
              </a:extLst>
            </p:cNvPr>
            <p:cNvGrpSpPr/>
            <p:nvPr/>
          </p:nvGrpSpPr>
          <p:grpSpPr>
            <a:xfrm>
              <a:off x="6682473" y="3461690"/>
              <a:ext cx="2080589" cy="711760"/>
              <a:chOff x="3061917" y="1694252"/>
              <a:chExt cx="3144243" cy="1067080"/>
            </a:xfrm>
          </p:grpSpPr>
          <p:pic>
            <p:nvPicPr>
              <p:cNvPr id="75" name="Picture 74">
                <a:extLst>
                  <a:ext uri="{FF2B5EF4-FFF2-40B4-BE49-F238E27FC236}">
                    <a16:creationId xmlns:a16="http://schemas.microsoft.com/office/drawing/2014/main" id="{7C13F80B-71DF-D4D9-5391-E0C29DAC5B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175" t="6678" r="10938" b="63134"/>
              <a:stretch>
                <a:fillRect/>
              </a:stretch>
            </p:blipFill>
            <p:spPr>
              <a:xfrm>
                <a:off x="3061917" y="1694252"/>
                <a:ext cx="1848465" cy="820557"/>
              </a:xfrm>
              <a:prstGeom prst="rect">
                <a:avLst/>
              </a:prstGeom>
            </p:spPr>
          </p:pic>
          <p:pic>
            <p:nvPicPr>
              <p:cNvPr id="76" name="Picture 75">
                <a:extLst>
                  <a:ext uri="{FF2B5EF4-FFF2-40B4-BE49-F238E27FC236}">
                    <a16:creationId xmlns:a16="http://schemas.microsoft.com/office/drawing/2014/main" id="{C1B6518E-C62E-213E-E2C7-0A4A7A1DE3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8614" t="37539" r="10216" b="7202"/>
              <a:stretch>
                <a:fillRect/>
              </a:stretch>
            </p:blipFill>
            <p:spPr>
              <a:xfrm>
                <a:off x="4678672" y="1700060"/>
                <a:ext cx="1527488" cy="1061272"/>
              </a:xfrm>
              <a:prstGeom prst="rect">
                <a:avLst/>
              </a:prstGeom>
            </p:spPr>
          </p:pic>
        </p:grp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BB09F6B6-5101-A7D4-988B-B946FD16E02F}"/>
              </a:ext>
            </a:extLst>
          </p:cNvPr>
          <p:cNvGrpSpPr/>
          <p:nvPr/>
        </p:nvGrpSpPr>
        <p:grpSpPr>
          <a:xfrm>
            <a:off x="324045" y="1189936"/>
            <a:ext cx="6853341" cy="3239370"/>
            <a:chOff x="324045" y="1189936"/>
            <a:chExt cx="6853341" cy="3239370"/>
          </a:xfrm>
        </p:grpSpPr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438ABAD2-E803-EA68-EB24-742CF6B61AD9}"/>
                </a:ext>
              </a:extLst>
            </p:cNvPr>
            <p:cNvGrpSpPr/>
            <p:nvPr/>
          </p:nvGrpSpPr>
          <p:grpSpPr>
            <a:xfrm>
              <a:off x="324045" y="1241948"/>
              <a:ext cx="855026" cy="902573"/>
              <a:chOff x="1363846" y="4130469"/>
              <a:chExt cx="2838379" cy="2620271"/>
            </a:xfrm>
          </p:grpSpPr>
          <p:grpSp>
            <p:nvGrpSpPr>
              <p:cNvPr id="84" name="user">
                <a:extLst>
                  <a:ext uri="{FF2B5EF4-FFF2-40B4-BE49-F238E27FC236}">
                    <a16:creationId xmlns:a16="http://schemas.microsoft.com/office/drawing/2014/main" id="{52CDFB3B-779F-C547-8C9D-978C6110EB9A}"/>
                  </a:ext>
                </a:extLst>
              </p:cNvPr>
              <p:cNvGrpSpPr/>
              <p:nvPr/>
            </p:nvGrpSpPr>
            <p:grpSpPr>
              <a:xfrm>
                <a:off x="1363846" y="4130469"/>
                <a:ext cx="2838379" cy="2620271"/>
                <a:chOff x="1144862" y="5336361"/>
                <a:chExt cx="1400779" cy="1358788"/>
              </a:xfrm>
            </p:grpSpPr>
            <p:sp>
              <p:nvSpPr>
                <p:cNvPr id="85" name="Oval 84">
                  <a:extLst>
                    <a:ext uri="{FF2B5EF4-FFF2-40B4-BE49-F238E27FC236}">
                      <a16:creationId xmlns:a16="http://schemas.microsoft.com/office/drawing/2014/main" id="{68C0B6E5-AF05-DC4A-CC93-545F86CF41BB}"/>
                    </a:ext>
                  </a:extLst>
                </p:cNvPr>
                <p:cNvSpPr/>
                <p:nvPr/>
              </p:nvSpPr>
              <p:spPr>
                <a:xfrm>
                  <a:off x="1388052" y="5358251"/>
                  <a:ext cx="914400" cy="914400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: Rounded Corners 85">
                  <a:extLst>
                    <a:ext uri="{FF2B5EF4-FFF2-40B4-BE49-F238E27FC236}">
                      <a16:creationId xmlns:a16="http://schemas.microsoft.com/office/drawing/2014/main" id="{778F66E5-A23C-477F-E7EC-2D7F93847B21}"/>
                    </a:ext>
                  </a:extLst>
                </p:cNvPr>
                <p:cNvSpPr/>
                <p:nvPr/>
              </p:nvSpPr>
              <p:spPr>
                <a:xfrm>
                  <a:off x="1144862" y="6169252"/>
                  <a:ext cx="1400779" cy="525897"/>
                </a:xfrm>
                <a:prstGeom prst="roundRect">
                  <a:avLst>
                    <a:gd name="adj" fmla="val 50000"/>
                  </a:avLst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7" name="Oval 86">
                  <a:extLst>
                    <a:ext uri="{FF2B5EF4-FFF2-40B4-BE49-F238E27FC236}">
                      <a16:creationId xmlns:a16="http://schemas.microsoft.com/office/drawing/2014/main" id="{71B6A3AE-5545-A27E-8525-9F8F62EF2266}"/>
                    </a:ext>
                  </a:extLst>
                </p:cNvPr>
                <p:cNvSpPr/>
                <p:nvPr/>
              </p:nvSpPr>
              <p:spPr>
                <a:xfrm>
                  <a:off x="1461233" y="5336361"/>
                  <a:ext cx="738527" cy="35238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29A9A561-C57E-C14B-E241-32AA61352C43}"/>
                  </a:ext>
                </a:extLst>
              </p:cNvPr>
              <p:cNvSpPr txBox="1"/>
              <p:nvPr/>
            </p:nvSpPr>
            <p:spPr>
              <a:xfrm>
                <a:off x="2308625" y="5899142"/>
                <a:ext cx="18473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US" sz="3200" dirty="0">
                  <a:highlight>
                    <a:srgbClr val="FFFF00"/>
                  </a:highlight>
                  <a:latin typeface="Gill Sans MT" panose="020B0502020104020203" pitchFamily="34" charset="0"/>
                </a:endParaRPr>
              </a:p>
            </p:txBody>
          </p:sp>
        </p:grpSp>
        <p:sp>
          <p:nvSpPr>
            <p:cNvPr id="4" name="Flowchart: Process 3">
              <a:extLst>
                <a:ext uri="{FF2B5EF4-FFF2-40B4-BE49-F238E27FC236}">
                  <a16:creationId xmlns:a16="http://schemas.microsoft.com/office/drawing/2014/main" id="{E1644573-3860-A8F5-C967-0DA921C27B93}"/>
                </a:ext>
              </a:extLst>
            </p:cNvPr>
            <p:cNvSpPr/>
            <p:nvPr/>
          </p:nvSpPr>
          <p:spPr>
            <a:xfrm>
              <a:off x="1183969" y="1189936"/>
              <a:ext cx="4613930" cy="1243233"/>
            </a:xfrm>
            <a:prstGeom prst="flowChartProcess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b="1" dirty="0">
                  <a:latin typeface="Rockwell" panose="02060603020205020403" pitchFamily="18" charset="0"/>
                </a:rPr>
                <a:t>data:{</a:t>
              </a:r>
            </a:p>
            <a:p>
              <a:r>
                <a:rPr lang="en-US" b="1" dirty="0">
                  <a:latin typeface="Rockwell" panose="02060603020205020403" pitchFamily="18" charset="0"/>
                </a:rPr>
                <a:t>    </a:t>
              </a:r>
              <a:r>
                <a:rPr lang="en-US" b="1" dirty="0" err="1">
                  <a:latin typeface="Rockwell" panose="02060603020205020403" pitchFamily="18" charset="0"/>
                </a:rPr>
                <a:t>email</a:t>
              </a:r>
              <a:r>
                <a:rPr lang="en-US" b="1" dirty="0" err="1">
                  <a:solidFill>
                    <a:srgbClr val="0029A6"/>
                  </a:solidFill>
                  <a:latin typeface="Rockwell" panose="02060603020205020403" pitchFamily="18" charset="0"/>
                </a:rPr>
                <a:t>:</a:t>
              </a:r>
              <a:r>
                <a:rPr lang="en-US" b="1" dirty="0" err="1">
                  <a:solidFill>
                    <a:srgbClr val="0029A6"/>
                  </a:solidFill>
                  <a:latin typeface="Fira Code" pitchFamily="1" charset="0"/>
                  <a:ea typeface="Fira Code" pitchFamily="1" charset="0"/>
                  <a:cs typeface="Fira Code" pitchFamily="1" charset="0"/>
                </a:rPr>
                <a:t>”</a:t>
              </a:r>
              <a:r>
                <a:rPr lang="en-US" dirty="0" err="1">
                  <a:solidFill>
                    <a:srgbClr val="0029A6"/>
                  </a:solidFill>
                  <a:latin typeface="Fira Code" pitchFamily="1" charset="0"/>
                  <a:ea typeface="Fira Code" pitchFamily="1" charset="0"/>
                  <a:cs typeface="Fira Code" pitchFamily="1" charset="0"/>
                  <a:hlinkClick r:id="rId8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pi</a:t>
              </a:r>
              <a:r>
                <a:rPr lang="en-US" dirty="0" err="1">
                  <a:solidFill>
                    <a:srgbClr val="FF0000"/>
                  </a:solidFill>
                  <a:latin typeface="Fira Code" pitchFamily="1" charset="0"/>
                  <a:ea typeface="Fira Code" pitchFamily="1" charset="0"/>
                  <a:cs typeface="Fira Code" pitchFamily="1" charset="0"/>
                  <a:hlinkClick r:id="rId8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ne</a:t>
              </a:r>
              <a:r>
                <a:rPr lang="en-US" dirty="0" err="1">
                  <a:solidFill>
                    <a:srgbClr val="0029A6"/>
                  </a:solidFill>
                  <a:latin typeface="Fira Code" pitchFamily="1" charset="0"/>
                  <a:ea typeface="Fira Code" pitchFamily="1" charset="0"/>
                  <a:cs typeface="Fira Code" pitchFamily="1" charset="0"/>
                  <a:hlinkClick r:id="rId8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mjosse@</a:t>
              </a:r>
              <a:r>
                <a:rPr lang="en-US" dirty="0" err="1">
                  <a:solidFill>
                    <a:srgbClr val="FF0000"/>
                  </a:solidFill>
                  <a:latin typeface="Fira Code" pitchFamily="1" charset="0"/>
                  <a:ea typeface="Fira Code" pitchFamily="1" charset="0"/>
                  <a:cs typeface="Fira Code" pitchFamily="1" charset="0"/>
                  <a:hlinkClick r:id="rId8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gmail</a:t>
              </a:r>
              <a:r>
                <a:rPr lang="en-US" dirty="0" err="1">
                  <a:solidFill>
                    <a:srgbClr val="0029A6"/>
                  </a:solidFill>
                  <a:latin typeface="Fira Code" pitchFamily="1" charset="0"/>
                  <a:ea typeface="Fira Code" pitchFamily="1" charset="0"/>
                  <a:cs typeface="Fira Code" pitchFamily="1" charset="0"/>
                  <a:hlinkClick r:id="rId8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.com</a:t>
              </a:r>
              <a:r>
                <a:rPr lang="en-US" b="1" dirty="0">
                  <a:solidFill>
                    <a:srgbClr val="0029A6"/>
                  </a:solidFill>
                  <a:latin typeface="Fira Code" pitchFamily="1" charset="0"/>
                  <a:ea typeface="Fira Code" pitchFamily="1" charset="0"/>
                  <a:cs typeface="Fira Code" pitchFamily="1" charset="0"/>
                </a:rPr>
                <a:t>”,</a:t>
              </a:r>
            </a:p>
            <a:p>
              <a:r>
                <a:rPr lang="en-US" b="1" dirty="0">
                  <a:latin typeface="Rockwell" panose="02060603020205020403" pitchFamily="18" charset="0"/>
                </a:rPr>
                <a:t>    password</a:t>
              </a:r>
              <a:r>
                <a:rPr lang="en-US" b="1" dirty="0">
                  <a:solidFill>
                    <a:srgbClr val="0029A6"/>
                  </a:solidFill>
                  <a:latin typeface="Rockwell" panose="02060603020205020403" pitchFamily="18" charset="0"/>
                </a:rPr>
                <a:t>:</a:t>
              </a:r>
              <a:r>
                <a:rPr lang="en-US" b="1" dirty="0">
                  <a:latin typeface="Rockwell" panose="02060603020205020403" pitchFamily="18" charset="0"/>
                </a:rPr>
                <a:t> </a:t>
              </a:r>
              <a:r>
                <a:rPr lang="en-US" b="1" dirty="0">
                  <a:solidFill>
                    <a:srgbClr val="0029A6"/>
                  </a:solidFill>
                  <a:latin typeface="Fira Code" pitchFamily="1" charset="0"/>
                  <a:ea typeface="Fira Code" pitchFamily="1" charset="0"/>
                  <a:cs typeface="Fira Code" pitchFamily="1" charset="0"/>
                </a:rPr>
                <a:t>“</a:t>
              </a:r>
              <a:r>
                <a:rPr lang="en-US" dirty="0" err="1">
                  <a:solidFill>
                    <a:srgbClr val="0029A6"/>
                  </a:solidFill>
                  <a:latin typeface="Fira Code" pitchFamily="1" charset="0"/>
                  <a:ea typeface="Fira Code" pitchFamily="1" charset="0"/>
                  <a:cs typeface="Fira Code" pitchFamily="1" charset="0"/>
                </a:rPr>
                <a:t>s</a:t>
              </a:r>
              <a:r>
                <a:rPr lang="en-US" dirty="0" err="1">
                  <a:solidFill>
                    <a:srgbClr val="FF0000"/>
                  </a:solidFill>
                  <a:latin typeface="Fira Code" pitchFamily="1" charset="0"/>
                  <a:ea typeface="Fira Code" pitchFamily="1" charset="0"/>
                  <a:cs typeface="Fira Code" pitchFamily="1" charset="0"/>
                </a:rPr>
                <a:t>e</a:t>
              </a:r>
              <a:r>
                <a:rPr lang="en-US" dirty="0" err="1">
                  <a:solidFill>
                    <a:srgbClr val="0029A6"/>
                  </a:solidFill>
                  <a:latin typeface="Fira Code" pitchFamily="1" charset="0"/>
                  <a:ea typeface="Fira Code" pitchFamily="1" charset="0"/>
                  <a:cs typeface="Fira Code" pitchFamily="1" charset="0"/>
                </a:rPr>
                <a:t>cret_pa</a:t>
              </a:r>
              <a:r>
                <a:rPr lang="en-US" dirty="0" err="1">
                  <a:solidFill>
                    <a:srgbClr val="FF0000"/>
                  </a:solidFill>
                  <a:latin typeface="Fira Code" pitchFamily="1" charset="0"/>
                  <a:ea typeface="Fira Code" pitchFamily="1" charset="0"/>
                  <a:cs typeface="Fira Code" pitchFamily="1" charset="0"/>
                </a:rPr>
                <a:t>sswor</a:t>
              </a:r>
              <a:r>
                <a:rPr lang="en-US" dirty="0" err="1">
                  <a:solidFill>
                    <a:srgbClr val="0029A6"/>
                  </a:solidFill>
                  <a:latin typeface="Fira Code" pitchFamily="1" charset="0"/>
                  <a:ea typeface="Fira Code" pitchFamily="1" charset="0"/>
                  <a:cs typeface="Fira Code" pitchFamily="1" charset="0"/>
                </a:rPr>
                <a:t>d</a:t>
              </a:r>
              <a:r>
                <a:rPr lang="en-US" b="1" u="sng" dirty="0">
                  <a:solidFill>
                    <a:srgbClr val="0029A6"/>
                  </a:solidFill>
                  <a:latin typeface="Fira Code" pitchFamily="1" charset="0"/>
                  <a:ea typeface="Fira Code" pitchFamily="1" charset="0"/>
                  <a:cs typeface="Fira Code" pitchFamily="1" charset="0"/>
                </a:rPr>
                <a:t>”</a:t>
              </a:r>
            </a:p>
            <a:p>
              <a:r>
                <a:rPr lang="en-US" b="1" dirty="0">
                  <a:latin typeface="Rockwell" panose="02060603020205020403" pitchFamily="18" charset="0"/>
                </a:rPr>
                <a:t>}</a:t>
              </a:r>
            </a:p>
          </p:txBody>
        </p: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5F4DDAF3-D672-0D86-380F-CE33876724EF}"/>
                </a:ext>
              </a:extLst>
            </p:cNvPr>
            <p:cNvCxnSpPr>
              <a:cxnSpLocks/>
            </p:cNvCxnSpPr>
            <p:nvPr/>
          </p:nvCxnSpPr>
          <p:spPr>
            <a:xfrm>
              <a:off x="3620097" y="2144521"/>
              <a:ext cx="3557289" cy="2284785"/>
            </a:xfrm>
            <a:prstGeom prst="straightConnector1">
              <a:avLst/>
            </a:prstGeom>
            <a:ln w="5715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40FF2DDE-DBF9-2764-6A63-1032AC711CEE}"/>
                </a:ext>
              </a:extLst>
            </p:cNvPr>
            <p:cNvSpPr txBox="1"/>
            <p:nvPr/>
          </p:nvSpPr>
          <p:spPr>
            <a:xfrm rot="2006281">
              <a:off x="4520414" y="2624832"/>
              <a:ext cx="197169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Rockwell" panose="02060603020205020403" pitchFamily="18" charset="0"/>
                </a:rPr>
                <a:t>1.Receive data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114736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6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49666F-B09A-C0A6-1779-EFDD4768E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roup 130">
            <a:extLst>
              <a:ext uri="{FF2B5EF4-FFF2-40B4-BE49-F238E27FC236}">
                <a16:creationId xmlns:a16="http://schemas.microsoft.com/office/drawing/2014/main" id="{7209227E-14DE-7308-BC00-D8AA77FCA36C}"/>
              </a:ext>
            </a:extLst>
          </p:cNvPr>
          <p:cNvGrpSpPr/>
          <p:nvPr/>
        </p:nvGrpSpPr>
        <p:grpSpPr>
          <a:xfrm>
            <a:off x="175725" y="133997"/>
            <a:ext cx="12016275" cy="6590005"/>
            <a:chOff x="159771" y="144943"/>
            <a:chExt cx="12016275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CCE0B74-29F7-CAEC-855F-EB4299993AA5}"/>
                </a:ext>
              </a:extLst>
            </p:cNvPr>
            <p:cNvGrpSpPr/>
            <p:nvPr/>
          </p:nvGrpSpPr>
          <p:grpSpPr>
            <a:xfrm>
              <a:off x="159771" y="144943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81E49FD7-8BCB-90EF-DBD5-44C5916F9619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33D60B0F-D258-8FA7-B0AD-1E1320CFF160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7108B09B-47C9-4C6B-2B31-FC2470628BFF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1F55EF29-81D9-3274-7E82-55BB5A2BC083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2330714D-0A6A-0FD8-7AA1-DBF083BA0A23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169131E9-5CF5-0984-31FE-31F4F929461A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8EF08021-B990-844B-1F74-F192D2354070}"/>
                </a:ext>
              </a:extLst>
            </p:cNvPr>
            <p:cNvGrpSpPr/>
            <p:nvPr/>
          </p:nvGrpSpPr>
          <p:grpSpPr>
            <a:xfrm>
              <a:off x="9078871" y="386956"/>
              <a:ext cx="2902660" cy="3398908"/>
              <a:chOff x="8981371" y="2824912"/>
              <a:chExt cx="2997907" cy="3510212"/>
            </a:xfrm>
          </p:grpSpPr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E6284ABD-A298-21BC-4FE0-F180898459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75821" y="2861865"/>
                <a:ext cx="2552386" cy="3315298"/>
              </a:xfrm>
              <a:prstGeom prst="rect">
                <a:avLst/>
              </a:prstGeom>
            </p:spPr>
          </p:pic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2F778FC0-E4BE-EB63-38AE-241E50F6FDE6}"/>
                  </a:ext>
                </a:extLst>
              </p:cNvPr>
              <p:cNvSpPr/>
              <p:nvPr/>
            </p:nvSpPr>
            <p:spPr>
              <a:xfrm rot="19871654">
                <a:off x="9063495" y="2861599"/>
                <a:ext cx="914400" cy="296728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04CA4275-6632-A56C-90D0-CB824EAD27E9}"/>
                  </a:ext>
                </a:extLst>
              </p:cNvPr>
              <p:cNvSpPr/>
              <p:nvPr/>
            </p:nvSpPr>
            <p:spPr>
              <a:xfrm rot="2054190">
                <a:off x="8981371" y="5806907"/>
                <a:ext cx="914400" cy="296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EADCF1B0-1A3D-BB6E-8EBB-9A3A39E1A9B6}"/>
                  </a:ext>
                </a:extLst>
              </p:cNvPr>
              <p:cNvSpPr/>
              <p:nvPr/>
            </p:nvSpPr>
            <p:spPr>
              <a:xfrm rot="2138521">
                <a:off x="11064878" y="2824912"/>
                <a:ext cx="914400" cy="296728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55CF7AEE-B1BF-1EDB-AD44-3C1089B7A712}"/>
                  </a:ext>
                </a:extLst>
              </p:cNvPr>
              <p:cNvSpPr/>
              <p:nvPr/>
            </p:nvSpPr>
            <p:spPr>
              <a:xfrm rot="7896723">
                <a:off x="11064877" y="5729560"/>
                <a:ext cx="914400" cy="296728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6F9F327-D29B-ED79-A1B2-CC307F733FFA}"/>
                </a:ext>
              </a:extLst>
            </p:cNvPr>
            <p:cNvGrpSpPr/>
            <p:nvPr/>
          </p:nvGrpSpPr>
          <p:grpSpPr>
            <a:xfrm>
              <a:off x="9074752" y="4271583"/>
              <a:ext cx="3101294" cy="1828800"/>
              <a:chOff x="9074752" y="4271583"/>
              <a:chExt cx="3101294" cy="1828800"/>
            </a:xfrm>
          </p:grpSpPr>
          <p:sp>
            <p:nvSpPr>
              <p:cNvPr id="57" name="Parallelogram 56">
                <a:extLst>
                  <a:ext uri="{FF2B5EF4-FFF2-40B4-BE49-F238E27FC236}">
                    <a16:creationId xmlns:a16="http://schemas.microsoft.com/office/drawing/2014/main" id="{50EF0BFD-53D7-14DD-4399-C1E5B6D11460}"/>
                  </a:ext>
                </a:extLst>
              </p:cNvPr>
              <p:cNvSpPr/>
              <p:nvPr/>
            </p:nvSpPr>
            <p:spPr>
              <a:xfrm>
                <a:off x="9311307" y="4271583"/>
                <a:ext cx="1656301" cy="914400"/>
              </a:xfrm>
              <a:prstGeom prst="parallelogram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rPr>
                  <a:t>#4</a:t>
                </a:r>
              </a:p>
            </p:txBody>
          </p:sp>
          <p:sp>
            <p:nvSpPr>
              <p:cNvPr id="58" name="Parallelogram 57">
                <a:extLst>
                  <a:ext uri="{FF2B5EF4-FFF2-40B4-BE49-F238E27FC236}">
                    <a16:creationId xmlns:a16="http://schemas.microsoft.com/office/drawing/2014/main" id="{E42885CB-959D-D2C5-29C5-409E78B783AB}"/>
                  </a:ext>
                </a:extLst>
              </p:cNvPr>
              <p:cNvSpPr/>
              <p:nvPr/>
            </p:nvSpPr>
            <p:spPr>
              <a:xfrm>
                <a:off x="9074752" y="5185983"/>
                <a:ext cx="3101294" cy="914400"/>
              </a:xfrm>
              <a:prstGeom prst="parallelogram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rPr>
                  <a:t>NODEJS</a:t>
                </a:r>
              </a:p>
            </p:txBody>
          </p:sp>
        </p:grpSp>
      </p:grpSp>
      <p:grpSp>
        <p:nvGrpSpPr>
          <p:cNvPr id="39" name="frontend">
            <a:extLst>
              <a:ext uri="{FF2B5EF4-FFF2-40B4-BE49-F238E27FC236}">
                <a16:creationId xmlns:a16="http://schemas.microsoft.com/office/drawing/2014/main" id="{CB0B0FDE-5B49-303E-95A5-84A3342DAB00}"/>
              </a:ext>
            </a:extLst>
          </p:cNvPr>
          <p:cNvGrpSpPr/>
          <p:nvPr/>
        </p:nvGrpSpPr>
        <p:grpSpPr>
          <a:xfrm>
            <a:off x="676325" y="2512029"/>
            <a:ext cx="3347385" cy="4265221"/>
            <a:chOff x="676325" y="2512029"/>
            <a:chExt cx="3347385" cy="4265221"/>
          </a:xfrm>
        </p:grpSpPr>
        <p:grpSp>
          <p:nvGrpSpPr>
            <p:cNvPr id="20" name="frontend">
              <a:extLst>
                <a:ext uri="{FF2B5EF4-FFF2-40B4-BE49-F238E27FC236}">
                  <a16:creationId xmlns:a16="http://schemas.microsoft.com/office/drawing/2014/main" id="{B40DF076-A8B5-FA40-7099-ECB6EA28962A}"/>
                </a:ext>
              </a:extLst>
            </p:cNvPr>
            <p:cNvGrpSpPr/>
            <p:nvPr/>
          </p:nvGrpSpPr>
          <p:grpSpPr>
            <a:xfrm>
              <a:off x="677922" y="5188737"/>
              <a:ext cx="3345788" cy="1588513"/>
              <a:chOff x="677922" y="5188737"/>
              <a:chExt cx="3345788" cy="1588513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F1B2AC8-A8C1-9DD1-FE48-08AE72C72CF4}"/>
                  </a:ext>
                </a:extLst>
              </p:cNvPr>
              <p:cNvSpPr txBox="1"/>
              <p:nvPr/>
            </p:nvSpPr>
            <p:spPr>
              <a:xfrm>
                <a:off x="677922" y="6069364"/>
                <a:ext cx="334578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b="1" dirty="0">
                    <a:solidFill>
                      <a:schemeClr val="accent1"/>
                    </a:solidFill>
                    <a:highlight>
                      <a:srgbClr val="FFFF00"/>
                    </a:highlight>
                    <a:latin typeface="Gill Sans MT" panose="020B0502020104020203" pitchFamily="34" charset="0"/>
                  </a:rPr>
                  <a:t>FRONT-END </a:t>
                </a:r>
              </a:p>
            </p:txBody>
          </p: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4C72B0C3-25D6-C3FE-650B-0F754ED3E225}"/>
                  </a:ext>
                </a:extLst>
              </p:cNvPr>
              <p:cNvGrpSpPr/>
              <p:nvPr/>
            </p:nvGrpSpPr>
            <p:grpSpPr>
              <a:xfrm>
                <a:off x="757174" y="5188737"/>
                <a:ext cx="3116562" cy="765251"/>
                <a:chOff x="883517" y="5171091"/>
                <a:chExt cx="3116562" cy="765251"/>
              </a:xfrm>
            </p:grpSpPr>
            <p:pic>
              <p:nvPicPr>
                <p:cNvPr id="78" name="Picture 77">
                  <a:extLst>
                    <a:ext uri="{FF2B5EF4-FFF2-40B4-BE49-F238E27FC236}">
                      <a16:creationId xmlns:a16="http://schemas.microsoft.com/office/drawing/2014/main" id="{7E322D70-514C-7D24-CC3E-0DA734DDE87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83517" y="5171091"/>
                  <a:ext cx="720000" cy="720000"/>
                </a:xfrm>
                <a:prstGeom prst="rect">
                  <a:avLst/>
                </a:prstGeom>
              </p:spPr>
            </p:pic>
            <p:pic>
              <p:nvPicPr>
                <p:cNvPr id="91" name="Picture 90">
                  <a:extLst>
                    <a:ext uri="{FF2B5EF4-FFF2-40B4-BE49-F238E27FC236}">
                      <a16:creationId xmlns:a16="http://schemas.microsoft.com/office/drawing/2014/main" id="{2543DBEB-6A1B-54CA-7DEE-7FEC2F36FB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80122" y="5180148"/>
                  <a:ext cx="720000" cy="720000"/>
                </a:xfrm>
                <a:prstGeom prst="rect">
                  <a:avLst/>
                </a:prstGeom>
              </p:spPr>
            </p:pic>
            <p:pic>
              <p:nvPicPr>
                <p:cNvPr id="95" name="Picture 94">
                  <a:extLst>
                    <a:ext uri="{FF2B5EF4-FFF2-40B4-BE49-F238E27FC236}">
                      <a16:creationId xmlns:a16="http://schemas.microsoft.com/office/drawing/2014/main" id="{091F2988-3191-26F6-FA2A-06979C4472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495920" y="5201358"/>
                  <a:ext cx="720000" cy="720000"/>
                </a:xfrm>
                <a:prstGeom prst="rect">
                  <a:avLst/>
                </a:prstGeom>
              </p:spPr>
            </p:pic>
            <p:pic>
              <p:nvPicPr>
                <p:cNvPr id="97" name="Picture 96">
                  <a:extLst>
                    <a:ext uri="{FF2B5EF4-FFF2-40B4-BE49-F238E27FC236}">
                      <a16:creationId xmlns:a16="http://schemas.microsoft.com/office/drawing/2014/main" id="{CE8AA6F8-0587-1CD4-B86D-E970FEAFC3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280079" y="5216342"/>
                  <a:ext cx="720000" cy="72000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38" name="device">
              <a:extLst>
                <a:ext uri="{FF2B5EF4-FFF2-40B4-BE49-F238E27FC236}">
                  <a16:creationId xmlns:a16="http://schemas.microsoft.com/office/drawing/2014/main" id="{A6FD17B0-D75B-B0F3-2EE4-3D14053B02B7}"/>
                </a:ext>
              </a:extLst>
            </p:cNvPr>
            <p:cNvGrpSpPr/>
            <p:nvPr/>
          </p:nvGrpSpPr>
          <p:grpSpPr>
            <a:xfrm>
              <a:off x="676325" y="2512029"/>
              <a:ext cx="3199310" cy="2502305"/>
              <a:chOff x="676325" y="2512029"/>
              <a:chExt cx="3199310" cy="2502305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1ED6D0C5-BAC7-A97B-D0A7-A4CE88A324BC}"/>
                  </a:ext>
                </a:extLst>
              </p:cNvPr>
              <p:cNvGrpSpPr/>
              <p:nvPr/>
            </p:nvGrpSpPr>
            <p:grpSpPr>
              <a:xfrm>
                <a:off x="1499929" y="3911610"/>
                <a:ext cx="1551306" cy="1102724"/>
                <a:chOff x="1291981" y="3913464"/>
                <a:chExt cx="1551306" cy="1102724"/>
              </a:xfrm>
            </p:grpSpPr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74F0B02C-CCA7-D6B4-3955-9C2A4A2CFB65}"/>
                    </a:ext>
                  </a:extLst>
                </p:cNvPr>
                <p:cNvSpPr/>
                <p:nvPr/>
              </p:nvSpPr>
              <p:spPr>
                <a:xfrm>
                  <a:off x="1291981" y="4510001"/>
                  <a:ext cx="1551306" cy="506187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6" name="Isosceles Triangle 45">
                  <a:extLst>
                    <a:ext uri="{FF2B5EF4-FFF2-40B4-BE49-F238E27FC236}">
                      <a16:creationId xmlns:a16="http://schemas.microsoft.com/office/drawing/2014/main" id="{CBD7C3EB-D251-D717-EDE7-92D807A3B6F1}"/>
                    </a:ext>
                  </a:extLst>
                </p:cNvPr>
                <p:cNvSpPr/>
                <p:nvPr/>
              </p:nvSpPr>
              <p:spPr>
                <a:xfrm>
                  <a:off x="1646230" y="3913464"/>
                  <a:ext cx="842808" cy="914400"/>
                </a:xfrm>
                <a:prstGeom prst="triangl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261AA1C-675F-A7F8-6464-8CCE26BB78D1}"/>
                  </a:ext>
                </a:extLst>
              </p:cNvPr>
              <p:cNvSpPr/>
              <p:nvPr/>
            </p:nvSpPr>
            <p:spPr>
              <a:xfrm>
                <a:off x="676325" y="2758176"/>
                <a:ext cx="3198206" cy="158779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head">
                <a:extLst>
                  <a:ext uri="{FF2B5EF4-FFF2-40B4-BE49-F238E27FC236}">
                    <a16:creationId xmlns:a16="http://schemas.microsoft.com/office/drawing/2014/main" id="{FB9B5B7C-E5CB-74D1-F96C-1C0813345D8B}"/>
                  </a:ext>
                </a:extLst>
              </p:cNvPr>
              <p:cNvSpPr/>
              <p:nvPr/>
            </p:nvSpPr>
            <p:spPr>
              <a:xfrm>
                <a:off x="677429" y="2512029"/>
                <a:ext cx="3198206" cy="234178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dirty="0"/>
              </a:p>
            </p:txBody>
          </p:sp>
        </p:grp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EF7442C-01CD-87BB-F6F5-13C533F0A3A5}"/>
              </a:ext>
            </a:extLst>
          </p:cNvPr>
          <p:cNvCxnSpPr>
            <a:cxnSpLocks/>
          </p:cNvCxnSpPr>
          <p:nvPr/>
        </p:nvCxnSpPr>
        <p:spPr>
          <a:xfrm>
            <a:off x="4861714" y="1399658"/>
            <a:ext cx="35560" cy="46215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structure">
            <a:extLst>
              <a:ext uri="{FF2B5EF4-FFF2-40B4-BE49-F238E27FC236}">
                <a16:creationId xmlns:a16="http://schemas.microsoft.com/office/drawing/2014/main" id="{B9FACC5E-243B-08D0-541B-D9AFA927D12B}"/>
              </a:ext>
            </a:extLst>
          </p:cNvPr>
          <p:cNvGrpSpPr/>
          <p:nvPr/>
        </p:nvGrpSpPr>
        <p:grpSpPr>
          <a:xfrm>
            <a:off x="677429" y="2746291"/>
            <a:ext cx="3196307" cy="1599680"/>
            <a:chOff x="677429" y="2746291"/>
            <a:chExt cx="3196307" cy="1599680"/>
          </a:xfrm>
        </p:grpSpPr>
        <p:sp>
          <p:nvSpPr>
            <p:cNvPr id="21" name="body">
              <a:extLst>
                <a:ext uri="{FF2B5EF4-FFF2-40B4-BE49-F238E27FC236}">
                  <a16:creationId xmlns:a16="http://schemas.microsoft.com/office/drawing/2014/main" id="{8EE0C3F5-3F92-863A-1548-D0ABF14CA8F7}"/>
                </a:ext>
              </a:extLst>
            </p:cNvPr>
            <p:cNvSpPr/>
            <p:nvPr/>
          </p:nvSpPr>
          <p:spPr>
            <a:xfrm>
              <a:off x="677429" y="2746291"/>
              <a:ext cx="3196307" cy="159968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/>
            </a:p>
          </p:txBody>
        </p:sp>
        <p:sp>
          <p:nvSpPr>
            <p:cNvPr id="22" name="form-login">
              <a:extLst>
                <a:ext uri="{FF2B5EF4-FFF2-40B4-BE49-F238E27FC236}">
                  <a16:creationId xmlns:a16="http://schemas.microsoft.com/office/drawing/2014/main" id="{5CB229E8-67C9-FE1A-9AEF-EF41D0E5F2F1}"/>
                </a:ext>
              </a:extLst>
            </p:cNvPr>
            <p:cNvSpPr/>
            <p:nvPr/>
          </p:nvSpPr>
          <p:spPr>
            <a:xfrm>
              <a:off x="1965678" y="2832522"/>
              <a:ext cx="1908058" cy="1471451"/>
            </a:xfrm>
            <a:custGeom>
              <a:avLst/>
              <a:gdLst>
                <a:gd name="csX0" fmla="*/ 0 w 3966945"/>
                <a:gd name="csY0" fmla="*/ 0 h 2837324"/>
                <a:gd name="csX1" fmla="*/ 3966945 w 3966945"/>
                <a:gd name="csY1" fmla="*/ 0 h 2837324"/>
                <a:gd name="csX2" fmla="*/ 3966945 w 3966945"/>
                <a:gd name="csY2" fmla="*/ 2837324 h 2837324"/>
                <a:gd name="csX3" fmla="*/ 0 w 3966945"/>
                <a:gd name="csY3" fmla="*/ 2837324 h 2837324"/>
                <a:gd name="csX4" fmla="*/ 0 w 3966945"/>
                <a:gd name="csY4" fmla="*/ 0 h 2837324"/>
                <a:gd name="csX0" fmla="*/ 0 w 4175289"/>
                <a:gd name="csY0" fmla="*/ 0 h 3103541"/>
                <a:gd name="csX1" fmla="*/ 4175289 w 4175289"/>
                <a:gd name="csY1" fmla="*/ 266217 h 3103541"/>
                <a:gd name="csX2" fmla="*/ 4175289 w 4175289"/>
                <a:gd name="csY2" fmla="*/ 3103541 h 3103541"/>
                <a:gd name="csX3" fmla="*/ 208344 w 4175289"/>
                <a:gd name="csY3" fmla="*/ 3103541 h 3103541"/>
                <a:gd name="csX4" fmla="*/ 0 w 4175289"/>
                <a:gd name="csY4" fmla="*/ 0 h 3103541"/>
                <a:gd name="csX0" fmla="*/ 0 w 4175289"/>
                <a:gd name="csY0" fmla="*/ 0 h 3103541"/>
                <a:gd name="csX1" fmla="*/ 4175289 w 4175289"/>
                <a:gd name="csY1" fmla="*/ 266217 h 3103541"/>
                <a:gd name="csX2" fmla="*/ 4175289 w 4175289"/>
                <a:gd name="csY2" fmla="*/ 3103541 h 3103541"/>
                <a:gd name="csX3" fmla="*/ 208344 w 4175289"/>
                <a:gd name="csY3" fmla="*/ 3103541 h 3103541"/>
                <a:gd name="csX4" fmla="*/ 0 w 4175289"/>
                <a:gd name="csY4" fmla="*/ 0 h 3103541"/>
                <a:gd name="csX0" fmla="*/ 0 w 4175289"/>
                <a:gd name="csY0" fmla="*/ 0 h 3473931"/>
                <a:gd name="csX1" fmla="*/ 4175289 w 4175289"/>
                <a:gd name="csY1" fmla="*/ 266217 h 3473931"/>
                <a:gd name="csX2" fmla="*/ 4175289 w 4175289"/>
                <a:gd name="csY2" fmla="*/ 3103541 h 3473931"/>
                <a:gd name="csX3" fmla="*/ 416688 w 4175289"/>
                <a:gd name="csY3" fmla="*/ 3473931 h 3473931"/>
                <a:gd name="csX4" fmla="*/ 0 w 4175289"/>
                <a:gd name="csY4" fmla="*/ 0 h 3473931"/>
                <a:gd name="csX0" fmla="*/ 0 w 4221587"/>
                <a:gd name="csY0" fmla="*/ 0 h 3473931"/>
                <a:gd name="csX1" fmla="*/ 4221587 w 4221587"/>
                <a:gd name="csY1" fmla="*/ 23149 h 3473931"/>
                <a:gd name="csX2" fmla="*/ 4175289 w 4221587"/>
                <a:gd name="csY2" fmla="*/ 3103541 h 3473931"/>
                <a:gd name="csX3" fmla="*/ 416688 w 4221587"/>
                <a:gd name="csY3" fmla="*/ 3473931 h 3473931"/>
                <a:gd name="csX4" fmla="*/ 0 w 4221587"/>
                <a:gd name="csY4" fmla="*/ 0 h 3473931"/>
                <a:gd name="csX0" fmla="*/ 0 w 4221587"/>
                <a:gd name="csY0" fmla="*/ 0 h 3473931"/>
                <a:gd name="csX1" fmla="*/ 4221587 w 4221587"/>
                <a:gd name="csY1" fmla="*/ 23149 h 3473931"/>
                <a:gd name="csX2" fmla="*/ 4024818 w 4221587"/>
                <a:gd name="csY2" fmla="*/ 3358184 h 3473931"/>
                <a:gd name="csX3" fmla="*/ 416688 w 4221587"/>
                <a:gd name="csY3" fmla="*/ 3473931 h 3473931"/>
                <a:gd name="csX4" fmla="*/ 0 w 4221587"/>
                <a:gd name="csY4" fmla="*/ 0 h 3473931"/>
                <a:gd name="csX0" fmla="*/ 0 w 4221587"/>
                <a:gd name="csY0" fmla="*/ 0 h 3473931"/>
                <a:gd name="csX1" fmla="*/ 4221587 w 4221587"/>
                <a:gd name="csY1" fmla="*/ 23149 h 3473931"/>
                <a:gd name="csX2" fmla="*/ 4163714 w 4221587"/>
                <a:gd name="csY2" fmla="*/ 3392908 h 3473931"/>
                <a:gd name="csX3" fmla="*/ 416688 w 4221587"/>
                <a:gd name="csY3" fmla="*/ 3473931 h 3473931"/>
                <a:gd name="csX4" fmla="*/ 0 w 4221587"/>
                <a:gd name="csY4" fmla="*/ 0 h 3473931"/>
                <a:gd name="csX0" fmla="*/ 0 w 4221587"/>
                <a:gd name="csY0" fmla="*/ 0 h 3473931"/>
                <a:gd name="csX1" fmla="*/ 4221587 w 4221587"/>
                <a:gd name="csY1" fmla="*/ 23149 h 3473931"/>
                <a:gd name="csX2" fmla="*/ 4163714 w 4221587"/>
                <a:gd name="csY2" fmla="*/ 3392908 h 3473931"/>
                <a:gd name="csX3" fmla="*/ 416688 w 4221587"/>
                <a:gd name="csY3" fmla="*/ 3473931 h 3473931"/>
                <a:gd name="csX4" fmla="*/ 0 w 4221587"/>
                <a:gd name="csY4" fmla="*/ 0 h 3473931"/>
                <a:gd name="csX0" fmla="*/ 0 w 4221587"/>
                <a:gd name="csY0" fmla="*/ 0 h 3473931"/>
                <a:gd name="csX1" fmla="*/ 4221587 w 4221587"/>
                <a:gd name="csY1" fmla="*/ 23149 h 3473931"/>
                <a:gd name="csX2" fmla="*/ 4163714 w 4221587"/>
                <a:gd name="csY2" fmla="*/ 3423388 h 3473931"/>
                <a:gd name="csX3" fmla="*/ 416688 w 4221587"/>
                <a:gd name="csY3" fmla="*/ 3473931 h 3473931"/>
                <a:gd name="csX4" fmla="*/ 0 w 4221587"/>
                <a:gd name="csY4" fmla="*/ 0 h 3473931"/>
                <a:gd name="csX0" fmla="*/ 0 w 4221587"/>
                <a:gd name="csY0" fmla="*/ 0 h 3473931"/>
                <a:gd name="csX1" fmla="*/ 4221587 w 4221587"/>
                <a:gd name="csY1" fmla="*/ 23149 h 3473931"/>
                <a:gd name="csX2" fmla="*/ 4163714 w 4221587"/>
                <a:gd name="csY2" fmla="*/ 3423388 h 3473931"/>
                <a:gd name="csX3" fmla="*/ 416688 w 4221587"/>
                <a:gd name="csY3" fmla="*/ 3473931 h 3473931"/>
                <a:gd name="csX4" fmla="*/ 0 w 4221587"/>
                <a:gd name="csY4" fmla="*/ 0 h 3473931"/>
                <a:gd name="csX0" fmla="*/ 0 w 4241907"/>
                <a:gd name="csY0" fmla="*/ 8981 h 3482912"/>
                <a:gd name="csX1" fmla="*/ 4241907 w 4241907"/>
                <a:gd name="csY1" fmla="*/ 11810 h 3482912"/>
                <a:gd name="csX2" fmla="*/ 4163714 w 4241907"/>
                <a:gd name="csY2" fmla="*/ 3432369 h 3482912"/>
                <a:gd name="csX3" fmla="*/ 416688 w 4241907"/>
                <a:gd name="csY3" fmla="*/ 3482912 h 3482912"/>
                <a:gd name="csX4" fmla="*/ 0 w 4241907"/>
                <a:gd name="csY4" fmla="*/ 8981 h 3482912"/>
                <a:gd name="csX0" fmla="*/ 0 w 4241907"/>
                <a:gd name="csY0" fmla="*/ 6736 h 3480667"/>
                <a:gd name="csX1" fmla="*/ 4241907 w 4241907"/>
                <a:gd name="csY1" fmla="*/ 9565 h 3480667"/>
                <a:gd name="csX2" fmla="*/ 4163714 w 4241907"/>
                <a:gd name="csY2" fmla="*/ 3430124 h 3480667"/>
                <a:gd name="csX3" fmla="*/ 416688 w 4241907"/>
                <a:gd name="csY3" fmla="*/ 3480667 h 3480667"/>
                <a:gd name="csX4" fmla="*/ 0 w 4241907"/>
                <a:gd name="csY4" fmla="*/ 6736 h 3480667"/>
                <a:gd name="csX0" fmla="*/ 0 w 4241907"/>
                <a:gd name="csY0" fmla="*/ 0 h 3496791"/>
                <a:gd name="csX1" fmla="*/ 4241907 w 4241907"/>
                <a:gd name="csY1" fmla="*/ 25689 h 3496791"/>
                <a:gd name="csX2" fmla="*/ 4163714 w 4241907"/>
                <a:gd name="csY2" fmla="*/ 3446248 h 3496791"/>
                <a:gd name="csX3" fmla="*/ 416688 w 4241907"/>
                <a:gd name="csY3" fmla="*/ 3496791 h 3496791"/>
                <a:gd name="csX4" fmla="*/ 0 w 4241907"/>
                <a:gd name="csY4" fmla="*/ 0 h 3496791"/>
                <a:gd name="csX0" fmla="*/ 0 w 4241907"/>
                <a:gd name="csY0" fmla="*/ 652 h 3497443"/>
                <a:gd name="csX1" fmla="*/ 4241907 w 4241907"/>
                <a:gd name="csY1" fmla="*/ 26341 h 3497443"/>
                <a:gd name="csX2" fmla="*/ 4163714 w 4241907"/>
                <a:gd name="csY2" fmla="*/ 3446900 h 3497443"/>
                <a:gd name="csX3" fmla="*/ 416688 w 4241907"/>
                <a:gd name="csY3" fmla="*/ 3497443 h 3497443"/>
                <a:gd name="csX4" fmla="*/ 0 w 4241907"/>
                <a:gd name="csY4" fmla="*/ 652 h 3497443"/>
                <a:gd name="csX0" fmla="*/ 0 w 4203807"/>
                <a:gd name="csY0" fmla="*/ 652 h 3497443"/>
                <a:gd name="csX1" fmla="*/ 4203807 w 4203807"/>
                <a:gd name="csY1" fmla="*/ 26341 h 3497443"/>
                <a:gd name="csX2" fmla="*/ 4163714 w 4203807"/>
                <a:gd name="csY2" fmla="*/ 3446900 h 3497443"/>
                <a:gd name="csX3" fmla="*/ 416688 w 4203807"/>
                <a:gd name="csY3" fmla="*/ 3497443 h 3497443"/>
                <a:gd name="csX4" fmla="*/ 0 w 4203807"/>
                <a:gd name="csY4" fmla="*/ 652 h 3497443"/>
                <a:gd name="csX0" fmla="*/ 0 w 4203807"/>
                <a:gd name="csY0" fmla="*/ 0 h 3496791"/>
                <a:gd name="csX1" fmla="*/ 4203807 w 4203807"/>
                <a:gd name="csY1" fmla="*/ 25689 h 3496791"/>
                <a:gd name="csX2" fmla="*/ 4163714 w 4203807"/>
                <a:gd name="csY2" fmla="*/ 3446248 h 3496791"/>
                <a:gd name="csX3" fmla="*/ 416688 w 4203807"/>
                <a:gd name="csY3" fmla="*/ 3496791 h 3496791"/>
                <a:gd name="csX4" fmla="*/ 0 w 4203807"/>
                <a:gd name="csY4" fmla="*/ 0 h 3496791"/>
                <a:gd name="csX0" fmla="*/ 0 w 4203807"/>
                <a:gd name="csY0" fmla="*/ 0 h 3504411"/>
                <a:gd name="csX1" fmla="*/ 4203807 w 4203807"/>
                <a:gd name="csY1" fmla="*/ 33309 h 3504411"/>
                <a:gd name="csX2" fmla="*/ 4163714 w 4203807"/>
                <a:gd name="csY2" fmla="*/ 3453868 h 3504411"/>
                <a:gd name="csX3" fmla="*/ 416688 w 4203807"/>
                <a:gd name="csY3" fmla="*/ 3504411 h 3504411"/>
                <a:gd name="csX4" fmla="*/ 0 w 4203807"/>
                <a:gd name="csY4" fmla="*/ 0 h 3504411"/>
                <a:gd name="csX0" fmla="*/ 0 w 4203807"/>
                <a:gd name="csY0" fmla="*/ 0 h 3504411"/>
                <a:gd name="csX1" fmla="*/ 4203807 w 4203807"/>
                <a:gd name="csY1" fmla="*/ 33309 h 3504411"/>
                <a:gd name="csX2" fmla="*/ 4163714 w 4203807"/>
                <a:gd name="csY2" fmla="*/ 3453868 h 3504411"/>
                <a:gd name="csX3" fmla="*/ 416688 w 4203807"/>
                <a:gd name="csY3" fmla="*/ 3504411 h 3504411"/>
                <a:gd name="csX4" fmla="*/ 0 w 4203807"/>
                <a:gd name="csY4" fmla="*/ 0 h 3504411"/>
                <a:gd name="csX0" fmla="*/ 0 w 4203807"/>
                <a:gd name="csY0" fmla="*/ 0 h 3481551"/>
                <a:gd name="csX1" fmla="*/ 4203807 w 4203807"/>
                <a:gd name="csY1" fmla="*/ 33309 h 3481551"/>
                <a:gd name="csX2" fmla="*/ 4163714 w 4203807"/>
                <a:gd name="csY2" fmla="*/ 3453868 h 3481551"/>
                <a:gd name="csX3" fmla="*/ 264288 w 4203807"/>
                <a:gd name="csY3" fmla="*/ 3481551 h 3481551"/>
                <a:gd name="csX4" fmla="*/ 0 w 4203807"/>
                <a:gd name="csY4" fmla="*/ 0 h 3481551"/>
                <a:gd name="csX0" fmla="*/ 0 w 4203807"/>
                <a:gd name="csY0" fmla="*/ 0 h 3473931"/>
                <a:gd name="csX1" fmla="*/ 4203807 w 4203807"/>
                <a:gd name="csY1" fmla="*/ 33309 h 3473931"/>
                <a:gd name="csX2" fmla="*/ 4163714 w 4203807"/>
                <a:gd name="csY2" fmla="*/ 3453868 h 3473931"/>
                <a:gd name="csX3" fmla="*/ 416688 w 4203807"/>
                <a:gd name="csY3" fmla="*/ 3473931 h 3473931"/>
                <a:gd name="csX4" fmla="*/ 0 w 4203807"/>
                <a:gd name="csY4" fmla="*/ 0 h 3473931"/>
                <a:gd name="csX0" fmla="*/ 0 w 4165707"/>
                <a:gd name="csY0" fmla="*/ 0 h 3473931"/>
                <a:gd name="csX1" fmla="*/ 4165707 w 4165707"/>
                <a:gd name="csY1" fmla="*/ 2829 h 3473931"/>
                <a:gd name="csX2" fmla="*/ 4163714 w 4165707"/>
                <a:gd name="csY2" fmla="*/ 3453868 h 3473931"/>
                <a:gd name="csX3" fmla="*/ 416688 w 4165707"/>
                <a:gd name="csY3" fmla="*/ 3473931 h 3473931"/>
                <a:gd name="csX4" fmla="*/ 0 w 4165707"/>
                <a:gd name="csY4" fmla="*/ 0 h 3473931"/>
                <a:gd name="csX0" fmla="*/ 0 w 4165707"/>
                <a:gd name="csY0" fmla="*/ 0 h 3473931"/>
                <a:gd name="csX1" fmla="*/ 4165707 w 4165707"/>
                <a:gd name="csY1" fmla="*/ 2829 h 3473931"/>
                <a:gd name="csX2" fmla="*/ 4163714 w 4165707"/>
                <a:gd name="csY2" fmla="*/ 3453868 h 3473931"/>
                <a:gd name="csX3" fmla="*/ 416688 w 4165707"/>
                <a:gd name="csY3" fmla="*/ 3473931 h 3473931"/>
                <a:gd name="csX4" fmla="*/ 0 w 4165707"/>
                <a:gd name="csY4" fmla="*/ 0 h 34739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165707" h="3473931">
                  <a:moveTo>
                    <a:pt x="0" y="0"/>
                  </a:moveTo>
                  <a:lnTo>
                    <a:pt x="4165707" y="2829"/>
                  </a:lnTo>
                  <a:cubicBezTo>
                    <a:pt x="4165043" y="1153175"/>
                    <a:pt x="4164378" y="2303522"/>
                    <a:pt x="4163714" y="3453868"/>
                  </a:cubicBezTo>
                  <a:lnTo>
                    <a:pt x="416688" y="34739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/>
            </a:p>
          </p:txBody>
        </p:sp>
      </p:grpSp>
      <p:grpSp>
        <p:nvGrpSpPr>
          <p:cNvPr id="16" name="favicon">
            <a:extLst>
              <a:ext uri="{FF2B5EF4-FFF2-40B4-BE49-F238E27FC236}">
                <a16:creationId xmlns:a16="http://schemas.microsoft.com/office/drawing/2014/main" id="{65118D2D-D80B-89DF-134A-98A162A55953}"/>
              </a:ext>
            </a:extLst>
          </p:cNvPr>
          <p:cNvGrpSpPr/>
          <p:nvPr/>
        </p:nvGrpSpPr>
        <p:grpSpPr>
          <a:xfrm>
            <a:off x="709260" y="2529441"/>
            <a:ext cx="1616755" cy="211804"/>
            <a:chOff x="787553" y="1439488"/>
            <a:chExt cx="3544181" cy="49000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B98408E-8D25-4EFF-43CC-A5FB6366558E}"/>
                </a:ext>
              </a:extLst>
            </p:cNvPr>
            <p:cNvSpPr/>
            <p:nvPr/>
          </p:nvSpPr>
          <p:spPr>
            <a:xfrm>
              <a:off x="787553" y="1448536"/>
              <a:ext cx="3544181" cy="48095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1100" b="1" dirty="0">
                  <a:solidFill>
                    <a:schemeClr val="tx1"/>
                  </a:solidFill>
                  <a:latin typeface="Gill Sans MT" panose="020B0502020104020203" pitchFamily="34" charset="0"/>
                </a:rPr>
                <a:t>Browser – Josse   x    </a:t>
              </a: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E41DEDAA-C2C0-36DF-5DA9-7DBAFA22C25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643" y="1439488"/>
              <a:ext cx="480958" cy="480958"/>
            </a:xfrm>
            <a:prstGeom prst="rect">
              <a:avLst/>
            </a:prstGeom>
          </p:spPr>
        </p:pic>
      </p:grpSp>
      <p:sp>
        <p:nvSpPr>
          <p:cNvPr id="23" name="heading-text">
            <a:extLst>
              <a:ext uri="{FF2B5EF4-FFF2-40B4-BE49-F238E27FC236}">
                <a16:creationId xmlns:a16="http://schemas.microsoft.com/office/drawing/2014/main" id="{A2AE393C-F45B-C57F-8AF7-C19C762F7DEA}"/>
              </a:ext>
            </a:extLst>
          </p:cNvPr>
          <p:cNvSpPr txBox="1"/>
          <p:nvPr/>
        </p:nvSpPr>
        <p:spPr>
          <a:xfrm>
            <a:off x="814035" y="3279533"/>
            <a:ext cx="98296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0029A6"/>
                </a:solidFill>
                <a:highlight>
                  <a:srgbClr val="FFFF00"/>
                </a:highlight>
                <a:latin typeface="Rockwell" panose="02060603020205020403" pitchFamily="18" charset="0"/>
                <a:ea typeface="Cascadia Mono" panose="020B0609020000020004" pitchFamily="49" charset="0"/>
                <a:cs typeface="Cascadia Mono" panose="020B0609020000020004" pitchFamily="49" charset="0"/>
              </a:rPr>
              <a:t>WELCOME</a:t>
            </a:r>
          </a:p>
          <a:p>
            <a:r>
              <a:rPr lang="en-US" sz="1100" b="1" dirty="0">
                <a:solidFill>
                  <a:srgbClr val="0029A6"/>
                </a:solidFill>
                <a:highlight>
                  <a:srgbClr val="FFFF00"/>
                </a:highlight>
                <a:latin typeface="Rockwell" panose="02060603020205020403" pitchFamily="18" charset="0"/>
                <a:ea typeface="Cascadia Mono" panose="020B0609020000020004" pitchFamily="49" charset="0"/>
                <a:cs typeface="Cascadia Mono" panose="020B0609020000020004" pitchFamily="49" charset="0"/>
              </a:rPr>
              <a:t>MY-WEB</a:t>
            </a:r>
          </a:p>
        </p:txBody>
      </p:sp>
      <p:grpSp>
        <p:nvGrpSpPr>
          <p:cNvPr id="4" name="form-login">
            <a:extLst>
              <a:ext uri="{FF2B5EF4-FFF2-40B4-BE49-F238E27FC236}">
                <a16:creationId xmlns:a16="http://schemas.microsoft.com/office/drawing/2014/main" id="{9AA6BEEF-8B15-D549-C291-723276640DBF}"/>
              </a:ext>
            </a:extLst>
          </p:cNvPr>
          <p:cNvGrpSpPr/>
          <p:nvPr/>
        </p:nvGrpSpPr>
        <p:grpSpPr>
          <a:xfrm>
            <a:off x="2034963" y="2854735"/>
            <a:ext cx="1730119" cy="923853"/>
            <a:chOff x="2034963" y="2854735"/>
            <a:chExt cx="1730119" cy="923853"/>
          </a:xfrm>
        </p:grpSpPr>
        <p:grpSp>
          <p:nvGrpSpPr>
            <p:cNvPr id="24" name="email">
              <a:extLst>
                <a:ext uri="{FF2B5EF4-FFF2-40B4-BE49-F238E27FC236}">
                  <a16:creationId xmlns:a16="http://schemas.microsoft.com/office/drawing/2014/main" id="{F10D4C72-F900-4FD1-3DDC-6A916AF87AB0}"/>
                </a:ext>
              </a:extLst>
            </p:cNvPr>
            <p:cNvGrpSpPr/>
            <p:nvPr/>
          </p:nvGrpSpPr>
          <p:grpSpPr>
            <a:xfrm>
              <a:off x="2036512" y="2854735"/>
              <a:ext cx="1714183" cy="445425"/>
              <a:chOff x="2436739" y="2087982"/>
              <a:chExt cx="4465504" cy="988056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EC726D5-10AA-9848-449E-64970F51E328}"/>
                  </a:ext>
                </a:extLst>
              </p:cNvPr>
              <p:cNvSpPr txBox="1"/>
              <p:nvPr/>
            </p:nvSpPr>
            <p:spPr>
              <a:xfrm>
                <a:off x="2436739" y="2087982"/>
                <a:ext cx="1508328" cy="5803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b="1" dirty="0">
                    <a:solidFill>
                      <a:srgbClr val="0029A6"/>
                    </a:solidFill>
                  </a:rPr>
                  <a:t>Email :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351B9863-2C3A-C675-76C2-060835E8E2AF}"/>
                  </a:ext>
                </a:extLst>
              </p:cNvPr>
              <p:cNvSpPr/>
              <p:nvPr/>
            </p:nvSpPr>
            <p:spPr>
              <a:xfrm>
                <a:off x="2697102" y="2595995"/>
                <a:ext cx="4205141" cy="454241"/>
              </a:xfrm>
              <a:prstGeom prst="rect">
                <a:avLst/>
              </a:prstGeom>
              <a:noFill/>
              <a:ln>
                <a:solidFill>
                  <a:srgbClr val="0029A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dirty="0">
                  <a:solidFill>
                    <a:srgbClr val="0029A6"/>
                  </a:solidFill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1E5296F-A7DC-4E54-D227-3334CFFAAD4B}"/>
                  </a:ext>
                </a:extLst>
              </p:cNvPr>
              <p:cNvSpPr txBox="1"/>
              <p:nvPr/>
            </p:nvSpPr>
            <p:spPr>
              <a:xfrm>
                <a:off x="2592390" y="2495726"/>
                <a:ext cx="4038909" cy="5803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solidFill>
                      <a:srgbClr val="0029A6"/>
                    </a:solidFill>
                  </a:rPr>
                  <a:t>pinemjosse@gmail.com</a:t>
                </a:r>
              </a:p>
            </p:txBody>
          </p:sp>
        </p:grpSp>
        <p:grpSp>
          <p:nvGrpSpPr>
            <p:cNvPr id="25" name="password">
              <a:extLst>
                <a:ext uri="{FF2B5EF4-FFF2-40B4-BE49-F238E27FC236}">
                  <a16:creationId xmlns:a16="http://schemas.microsoft.com/office/drawing/2014/main" id="{223EAD69-4764-5D42-48BB-8957348C9265}"/>
                </a:ext>
              </a:extLst>
            </p:cNvPr>
            <p:cNvGrpSpPr/>
            <p:nvPr/>
          </p:nvGrpSpPr>
          <p:grpSpPr>
            <a:xfrm>
              <a:off x="2034963" y="3287273"/>
              <a:ext cx="1730119" cy="491315"/>
              <a:chOff x="2416736" y="3201179"/>
              <a:chExt cx="4495339" cy="1089851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ABA181C-E968-1E0C-674A-BC520A78D952}"/>
                  </a:ext>
                </a:extLst>
              </p:cNvPr>
              <p:cNvSpPr txBox="1"/>
              <p:nvPr/>
            </p:nvSpPr>
            <p:spPr>
              <a:xfrm>
                <a:off x="2416736" y="3201179"/>
                <a:ext cx="2125013" cy="5803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b="1" dirty="0">
                    <a:solidFill>
                      <a:srgbClr val="0029A6"/>
                    </a:solidFill>
                  </a:rPr>
                  <a:t>Password :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841FBC68-24D6-0C2F-B29D-C63D9826A1AB}"/>
                  </a:ext>
                </a:extLst>
              </p:cNvPr>
              <p:cNvSpPr/>
              <p:nvPr/>
            </p:nvSpPr>
            <p:spPr>
              <a:xfrm>
                <a:off x="2706934" y="3701903"/>
                <a:ext cx="4205141" cy="454241"/>
              </a:xfrm>
              <a:prstGeom prst="rect">
                <a:avLst/>
              </a:prstGeom>
              <a:noFill/>
              <a:ln>
                <a:solidFill>
                  <a:srgbClr val="0029A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>
                  <a:solidFill>
                    <a:srgbClr val="0029A6"/>
                  </a:solidFill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A56000-8AC5-AFF8-26BE-C2AF0E0F4275}"/>
                  </a:ext>
                </a:extLst>
              </p:cNvPr>
              <p:cNvSpPr txBox="1"/>
              <p:nvPr/>
            </p:nvSpPr>
            <p:spPr>
              <a:xfrm>
                <a:off x="2608965" y="3710718"/>
                <a:ext cx="1945914" cy="5803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>
                    <a:solidFill>
                      <a:srgbClr val="0029A6"/>
                    </a:solidFill>
                  </a:rPr>
                  <a:t>********</a:t>
                </a:r>
              </a:p>
            </p:txBody>
          </p:sp>
        </p:grpSp>
      </p:grpSp>
      <p:grpSp>
        <p:nvGrpSpPr>
          <p:cNvPr id="26" name="button">
            <a:extLst>
              <a:ext uri="{FF2B5EF4-FFF2-40B4-BE49-F238E27FC236}">
                <a16:creationId xmlns:a16="http://schemas.microsoft.com/office/drawing/2014/main" id="{FFD90D2F-E8AA-43A3-5F58-4CCB45D10061}"/>
              </a:ext>
            </a:extLst>
          </p:cNvPr>
          <p:cNvGrpSpPr/>
          <p:nvPr/>
        </p:nvGrpSpPr>
        <p:grpSpPr>
          <a:xfrm>
            <a:off x="2157791" y="3803793"/>
            <a:ext cx="1614237" cy="246221"/>
            <a:chOff x="2697102" y="4387002"/>
            <a:chExt cx="4205140" cy="546176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2775FA9-745D-E9E2-A4BB-6E63E52F99E9}"/>
                </a:ext>
              </a:extLst>
            </p:cNvPr>
            <p:cNvSpPr/>
            <p:nvPr/>
          </p:nvSpPr>
          <p:spPr>
            <a:xfrm>
              <a:off x="2697102" y="4406773"/>
              <a:ext cx="4205140" cy="49814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087DFBE-6B70-7C00-DE7E-B254FD8BB177}"/>
                </a:ext>
              </a:extLst>
            </p:cNvPr>
            <p:cNvSpPr txBox="1"/>
            <p:nvPr/>
          </p:nvSpPr>
          <p:spPr>
            <a:xfrm>
              <a:off x="3722763" y="4387002"/>
              <a:ext cx="1562613" cy="5461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  <a:latin typeface="Berlin Sans FB" panose="020E0602020502020306" pitchFamily="34" charset="0"/>
                </a:rPr>
                <a:t>LOGIN</a:t>
              </a:r>
              <a:endParaRPr lang="en-US" sz="1100" b="1" dirty="0">
                <a:solidFill>
                  <a:schemeClr val="bg1"/>
                </a:solidFill>
                <a:latin typeface="Berlin Sans FB" panose="020E0602020502020306" pitchFamily="34" charset="0"/>
              </a:endParaRPr>
            </a:p>
          </p:txBody>
        </p:sp>
      </p:grpSp>
      <p:sp>
        <p:nvSpPr>
          <p:cNvPr id="61" name="Arrow: Right 60">
            <a:extLst>
              <a:ext uri="{FF2B5EF4-FFF2-40B4-BE49-F238E27FC236}">
                <a16:creationId xmlns:a16="http://schemas.microsoft.com/office/drawing/2014/main" id="{3B645FF4-4215-761D-319D-02A63A62036A}"/>
              </a:ext>
            </a:extLst>
          </p:cNvPr>
          <p:cNvSpPr/>
          <p:nvPr/>
        </p:nvSpPr>
        <p:spPr>
          <a:xfrm>
            <a:off x="4339325" y="2802641"/>
            <a:ext cx="1441233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905243-B581-6722-0434-A7CB3255AB96}"/>
              </a:ext>
            </a:extLst>
          </p:cNvPr>
          <p:cNvSpPr txBox="1"/>
          <p:nvPr/>
        </p:nvSpPr>
        <p:spPr>
          <a:xfrm>
            <a:off x="686638" y="3177589"/>
            <a:ext cx="31456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Fira Code" pitchFamily="1" charset="0"/>
                <a:ea typeface="Fira Code" pitchFamily="1" charset="0"/>
                <a:cs typeface="Fira Code" pitchFamily="1" charset="0"/>
              </a:rPr>
              <a:t>data:{</a:t>
            </a:r>
          </a:p>
          <a:p>
            <a:r>
              <a:rPr lang="en-US" sz="1200" b="1" dirty="0">
                <a:latin typeface="Fira Code" pitchFamily="1" charset="0"/>
                <a:ea typeface="Fira Code" pitchFamily="1" charset="0"/>
                <a:cs typeface="Fira Code" pitchFamily="1" charset="0"/>
              </a:rPr>
              <a:t> </a:t>
            </a:r>
            <a:r>
              <a:rPr lang="en-US" sz="1200" b="1" dirty="0" err="1">
                <a:latin typeface="Fira Code" pitchFamily="1" charset="0"/>
                <a:ea typeface="Fira Code" pitchFamily="1" charset="0"/>
                <a:cs typeface="Fira Code" pitchFamily="1" charset="0"/>
              </a:rPr>
              <a:t>email:</a:t>
            </a:r>
            <a:r>
              <a:rPr lang="en-US" sz="1200" b="1" dirty="0" err="1">
                <a:solidFill>
                  <a:schemeClr val="accent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”p</a:t>
            </a:r>
            <a:r>
              <a:rPr lang="en-US" sz="1200" b="1" dirty="0" err="1">
                <a:solidFill>
                  <a:schemeClr val="accent6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inem</a:t>
            </a:r>
            <a:r>
              <a:rPr lang="en-US" sz="1200" b="1" dirty="0" err="1">
                <a:solidFill>
                  <a:schemeClr val="accent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josse</a:t>
            </a:r>
            <a:r>
              <a:rPr lang="en-US" sz="1200" b="1" dirty="0" err="1">
                <a:solidFill>
                  <a:schemeClr val="accent6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@gmail.com</a:t>
            </a:r>
            <a:r>
              <a:rPr lang="en-US" sz="1200" b="1" dirty="0">
                <a:solidFill>
                  <a:schemeClr val="accent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”,</a:t>
            </a:r>
          </a:p>
          <a:p>
            <a:r>
              <a:rPr lang="en-US" sz="1200" b="1" dirty="0">
                <a:latin typeface="Fira Code" pitchFamily="1" charset="0"/>
                <a:ea typeface="Fira Code" pitchFamily="1" charset="0"/>
                <a:cs typeface="Fira Code" pitchFamily="1" charset="0"/>
              </a:rPr>
              <a:t> password: </a:t>
            </a:r>
            <a:r>
              <a:rPr lang="en-US" sz="1200" b="1" dirty="0">
                <a:solidFill>
                  <a:schemeClr val="accent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“</a:t>
            </a:r>
            <a:r>
              <a:rPr lang="en-US" sz="1200" b="1" dirty="0" err="1">
                <a:solidFill>
                  <a:schemeClr val="accent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secr</a:t>
            </a:r>
            <a:r>
              <a:rPr lang="en-US" sz="1200" b="1" dirty="0" err="1">
                <a:solidFill>
                  <a:schemeClr val="accent6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et</a:t>
            </a:r>
            <a:r>
              <a:rPr lang="en-US" sz="1200" b="1" dirty="0" err="1">
                <a:solidFill>
                  <a:schemeClr val="accent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_key</a:t>
            </a:r>
            <a:r>
              <a:rPr lang="en-US" sz="1200" b="1" dirty="0">
                <a:solidFill>
                  <a:schemeClr val="accent1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”</a:t>
            </a:r>
          </a:p>
          <a:p>
            <a:r>
              <a:rPr lang="en-US" sz="1200" b="1" dirty="0">
                <a:latin typeface="Fira Code" pitchFamily="1" charset="0"/>
                <a:ea typeface="Fira Code" pitchFamily="1" charset="0"/>
                <a:cs typeface="Fira Code" pitchFamily="1" charset="0"/>
              </a:rPr>
              <a:t>}</a:t>
            </a:r>
          </a:p>
        </p:txBody>
      </p:sp>
      <p:grpSp>
        <p:nvGrpSpPr>
          <p:cNvPr id="40" name="backend">
            <a:extLst>
              <a:ext uri="{FF2B5EF4-FFF2-40B4-BE49-F238E27FC236}">
                <a16:creationId xmlns:a16="http://schemas.microsoft.com/office/drawing/2014/main" id="{827412EF-D349-2F40-70CE-A153D497D719}"/>
              </a:ext>
            </a:extLst>
          </p:cNvPr>
          <p:cNvGrpSpPr/>
          <p:nvPr/>
        </p:nvGrpSpPr>
        <p:grpSpPr>
          <a:xfrm>
            <a:off x="5426036" y="2057823"/>
            <a:ext cx="3133104" cy="4719427"/>
            <a:chOff x="5426036" y="2057823"/>
            <a:chExt cx="3133104" cy="471942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C4E429D-3586-4362-1D30-09D4728093F3}"/>
                </a:ext>
              </a:extLst>
            </p:cNvPr>
            <p:cNvSpPr txBox="1"/>
            <p:nvPr/>
          </p:nvSpPr>
          <p:spPr>
            <a:xfrm>
              <a:off x="5426036" y="6069364"/>
              <a:ext cx="301879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solidFill>
                    <a:schemeClr val="accent1"/>
                  </a:solidFill>
                  <a:highlight>
                    <a:srgbClr val="FFFF00"/>
                  </a:highlight>
                  <a:latin typeface="Gill Sans MT" panose="020B0502020104020203" pitchFamily="34" charset="0"/>
                </a:rPr>
                <a:t>BACK-END </a:t>
              </a:r>
            </a:p>
          </p:txBody>
        </p: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80ACF917-3967-758A-8CE1-A9017C96BB71}"/>
                </a:ext>
              </a:extLst>
            </p:cNvPr>
            <p:cNvGrpSpPr/>
            <p:nvPr/>
          </p:nvGrpSpPr>
          <p:grpSpPr>
            <a:xfrm>
              <a:off x="5994658" y="3024771"/>
              <a:ext cx="1323369" cy="1467186"/>
              <a:chOff x="5504672" y="820134"/>
              <a:chExt cx="1176475" cy="1467186"/>
            </a:xfrm>
          </p:grpSpPr>
          <p:sp>
            <p:nvSpPr>
              <p:cNvPr id="121" name="Flowchart: Magnetic Disk 120">
                <a:extLst>
                  <a:ext uri="{FF2B5EF4-FFF2-40B4-BE49-F238E27FC236}">
                    <a16:creationId xmlns:a16="http://schemas.microsoft.com/office/drawing/2014/main" id="{1C7A4663-BAFB-6EC0-1DA5-D58503848C46}"/>
                  </a:ext>
                </a:extLst>
              </p:cNvPr>
              <p:cNvSpPr/>
              <p:nvPr/>
            </p:nvSpPr>
            <p:spPr>
              <a:xfrm>
                <a:off x="5509625" y="1674672"/>
                <a:ext cx="1171522" cy="612648"/>
              </a:xfrm>
              <a:prstGeom prst="flowChartMagneticDisk">
                <a:avLst/>
              </a:pr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Flowchart: Magnetic Disk 123">
                <a:extLst>
                  <a:ext uri="{FF2B5EF4-FFF2-40B4-BE49-F238E27FC236}">
                    <a16:creationId xmlns:a16="http://schemas.microsoft.com/office/drawing/2014/main" id="{92594A6A-EF86-93B3-8ADC-55080C719024}"/>
                  </a:ext>
                </a:extLst>
              </p:cNvPr>
              <p:cNvSpPr/>
              <p:nvPr/>
            </p:nvSpPr>
            <p:spPr>
              <a:xfrm>
                <a:off x="5509625" y="1245317"/>
                <a:ext cx="1171522" cy="612648"/>
              </a:xfrm>
              <a:prstGeom prst="flowChartMagneticDisk">
                <a:avLst/>
              </a:pr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100" dirty="0"/>
              </a:p>
            </p:txBody>
          </p:sp>
          <p:sp>
            <p:nvSpPr>
              <p:cNvPr id="125" name="Flowchart: Magnetic Disk 124">
                <a:extLst>
                  <a:ext uri="{FF2B5EF4-FFF2-40B4-BE49-F238E27FC236}">
                    <a16:creationId xmlns:a16="http://schemas.microsoft.com/office/drawing/2014/main" id="{F9A49965-31FD-D77B-3686-8DFF1F681B8C}"/>
                  </a:ext>
                </a:extLst>
              </p:cNvPr>
              <p:cNvSpPr/>
              <p:nvPr/>
            </p:nvSpPr>
            <p:spPr>
              <a:xfrm>
                <a:off x="5504672" y="820134"/>
                <a:ext cx="1171522" cy="612648"/>
              </a:xfrm>
              <a:prstGeom prst="flowChartMagneticDisk">
                <a:avLst/>
              </a:pr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28C2A337-1904-A8CB-3074-3ACF809F9D0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4776" y="3812706"/>
              <a:ext cx="1351949" cy="1530515"/>
            </a:xfrm>
            <a:prstGeom prst="rect">
              <a:avLst/>
            </a:prstGeom>
          </p:spPr>
        </p:pic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BC01A822-7A78-9882-2B8C-3575EF0018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69465" y="3153705"/>
              <a:ext cx="1189675" cy="967428"/>
            </a:xfrm>
            <a:prstGeom prst="rect">
              <a:avLst/>
            </a:prstGeom>
          </p:spPr>
        </p:pic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FA80E3EB-AF54-29C0-AB3A-F7C931075ED6}"/>
                </a:ext>
              </a:extLst>
            </p:cNvPr>
            <p:cNvGrpSpPr/>
            <p:nvPr/>
          </p:nvGrpSpPr>
          <p:grpSpPr>
            <a:xfrm>
              <a:off x="6270292" y="2057823"/>
              <a:ext cx="2080589" cy="711760"/>
              <a:chOff x="3061917" y="1694252"/>
              <a:chExt cx="3144243" cy="1067080"/>
            </a:xfrm>
          </p:grpSpPr>
          <p:pic>
            <p:nvPicPr>
              <p:cNvPr id="107" name="Picture 106">
                <a:extLst>
                  <a:ext uri="{FF2B5EF4-FFF2-40B4-BE49-F238E27FC236}">
                    <a16:creationId xmlns:a16="http://schemas.microsoft.com/office/drawing/2014/main" id="{D275440D-5255-2F9F-3AB5-1FC091C258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175" t="6678" r="10938" b="63134"/>
              <a:stretch>
                <a:fillRect/>
              </a:stretch>
            </p:blipFill>
            <p:spPr>
              <a:xfrm>
                <a:off x="3061917" y="1694252"/>
                <a:ext cx="1848465" cy="820557"/>
              </a:xfrm>
              <a:prstGeom prst="rect">
                <a:avLst/>
              </a:prstGeom>
            </p:spPr>
          </p:pic>
          <p:pic>
            <p:nvPicPr>
              <p:cNvPr id="108" name="Picture 107">
                <a:extLst>
                  <a:ext uri="{FF2B5EF4-FFF2-40B4-BE49-F238E27FC236}">
                    <a16:creationId xmlns:a16="http://schemas.microsoft.com/office/drawing/2014/main" id="{F5F6001F-AA0A-1410-AE6A-B1F6E7978C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8614" t="37539" r="10216" b="7202"/>
              <a:stretch>
                <a:fillRect/>
              </a:stretch>
            </p:blipFill>
            <p:spPr>
              <a:xfrm>
                <a:off x="4678672" y="1700060"/>
                <a:ext cx="1527488" cy="1061272"/>
              </a:xfrm>
              <a:prstGeom prst="rect">
                <a:avLst/>
              </a:prstGeom>
            </p:spPr>
          </p:pic>
        </p:grp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CE3F75C8-360A-DB16-2863-4ADF96C4EF2D}"/>
              </a:ext>
            </a:extLst>
          </p:cNvPr>
          <p:cNvSpPr txBox="1"/>
          <p:nvPr/>
        </p:nvSpPr>
        <p:spPr>
          <a:xfrm>
            <a:off x="5728798" y="3637725"/>
            <a:ext cx="230100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Fira Code" pitchFamily="1" charset="0"/>
                <a:ea typeface="Fira Code" pitchFamily="1" charset="0"/>
                <a:cs typeface="Fira Code" pitchFamily="1" charset="0"/>
              </a:rPr>
              <a:t>data:{</a:t>
            </a:r>
          </a:p>
          <a:p>
            <a:r>
              <a:rPr lang="en-US" sz="1100" dirty="0">
                <a:latin typeface="Fira Code" pitchFamily="1" charset="0"/>
                <a:ea typeface="Fira Code" pitchFamily="1" charset="0"/>
                <a:cs typeface="Fira Code" pitchFamily="1" charset="0"/>
              </a:rPr>
              <a:t> </a:t>
            </a:r>
            <a:r>
              <a:rPr lang="en-US" sz="1100" dirty="0" err="1">
                <a:latin typeface="Fira Code" pitchFamily="1" charset="0"/>
                <a:ea typeface="Fira Code" pitchFamily="1" charset="0"/>
                <a:cs typeface="Fira Code" pitchFamily="1" charset="0"/>
              </a:rPr>
              <a:t>message:”Login</a:t>
            </a:r>
            <a:r>
              <a:rPr lang="en-US" sz="1100" dirty="0">
                <a:latin typeface="Fira Code" pitchFamily="1" charset="0"/>
                <a:ea typeface="Fira Code" pitchFamily="1" charset="0"/>
                <a:cs typeface="Fira Code" pitchFamily="1" charset="0"/>
              </a:rPr>
              <a:t> Success” </a:t>
            </a:r>
          </a:p>
          <a:p>
            <a:r>
              <a:rPr lang="en-US" sz="1100" dirty="0">
                <a:latin typeface="Fira Code" pitchFamily="1" charset="0"/>
                <a:ea typeface="Fira Code" pitchFamily="1" charset="0"/>
                <a:cs typeface="Fira Code" pitchFamily="1" charset="0"/>
              </a:rPr>
              <a:t>}</a:t>
            </a:r>
          </a:p>
        </p:txBody>
      </p:sp>
      <p:sp>
        <p:nvSpPr>
          <p:cNvPr id="62" name="Arrow: Right 61">
            <a:extLst>
              <a:ext uri="{FF2B5EF4-FFF2-40B4-BE49-F238E27FC236}">
                <a16:creationId xmlns:a16="http://schemas.microsoft.com/office/drawing/2014/main" id="{D5DF5930-00C4-103A-1B0A-97CD2DE40B3B}"/>
              </a:ext>
            </a:extLst>
          </p:cNvPr>
          <p:cNvSpPr/>
          <p:nvPr/>
        </p:nvSpPr>
        <p:spPr>
          <a:xfrm flipH="1">
            <a:off x="4195653" y="3774883"/>
            <a:ext cx="1441233" cy="48463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420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4" presetClass="path" presetSubtype="0" accel="50000" decel="5000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3.54167E-6 -2.59259E-6 L 0.06666 -0.04051 C 0.08086 -0.04953 0.16797 -0.15578 0.19948 -0.17291 C 0.23099 -0.18981 0.24648 -0.16967 0.25573 -0.14213 C 0.27825 -0.1 0.33307 -0.02199 0.3556 -0.00856 " pathEditMode="relative" rAng="0" ptsTypes="AAAAA">
                                      <p:cBhvr>
                                        <p:cTn id="4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773" y="-8958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2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7" presetClass="path" presetSubtype="0" accel="50000" decel="5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0.37278 -0.02314 C -0.35078 -0.01041 -0.25143 0.00463 -0.22929 0.01806 C -0.21536 0.02709 -0.18346 0.03079 -0.1625 0.03033 C -0.14166 0.0301 -0.11771 0.02547 -0.10364 0.01644 L -0.03633 -0.02314 " pathEditMode="relative" rAng="0" ptsTypes="AAAAA">
                                      <p:cBhvr>
                                        <p:cTn id="61" dur="2000" spd="-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823" y="2662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grpId="2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61" grpId="0" animBg="1"/>
      <p:bldP spid="11" grpId="0"/>
      <p:bldP spid="11" grpId="1"/>
      <p:bldP spid="11" grpId="2"/>
      <p:bldP spid="19" grpId="0"/>
      <p:bldP spid="19" grpId="1"/>
      <p:bldP spid="19" grpId="2"/>
      <p:bldP spid="6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6B31B7-ACD6-7D2B-3570-2740E6C73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DD31A6B8-EFCD-2DF2-B8F1-85D8254C1723}"/>
              </a:ext>
            </a:extLst>
          </p:cNvPr>
          <p:cNvGrpSpPr/>
          <p:nvPr/>
        </p:nvGrpSpPr>
        <p:grpSpPr>
          <a:xfrm>
            <a:off x="175725" y="15495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BD29FCA-D73E-1D12-1D41-615AE0031F06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737D6B31-5A23-7DC1-73DE-390C01193D6B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aseline="-25000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81B7F0F9-B526-715B-865C-874AF4D5AC3D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aseline="-25000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05854A85-AA7D-1D35-7DD5-8FF2581B75CD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aseline="-25000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1410EB77-D040-76FD-029E-0C0F0DF68EA4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aseline="-25000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2A86F1C-E5A5-D3B1-AAD5-1C45322B8B41}"/>
                </a:ext>
              </a:extLst>
            </p:cNvPr>
            <p:cNvSpPr/>
            <p:nvPr/>
          </p:nvSpPr>
          <p:spPr>
            <a:xfrm>
              <a:off x="144270" y="941046"/>
              <a:ext cx="8768854" cy="58023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baseline="-250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C0FEBBE-D169-FF43-5D6A-8088BF89C03E}"/>
              </a:ext>
            </a:extLst>
          </p:cNvPr>
          <p:cNvGrpSpPr/>
          <p:nvPr/>
        </p:nvGrpSpPr>
        <p:grpSpPr>
          <a:xfrm>
            <a:off x="9094825" y="396965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8515C4D5-29A0-F01A-8D59-11EC5FD56D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6BC4411B-EEB8-09F8-8A91-C766BD49DC4D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1466CBA-E51E-98E5-ED45-9616E978D0D2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4B396CC-AFDE-968C-F1C8-C443CA996A3C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1F13BDFF-80B1-94F1-E77D-6963990C3162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95630C1-6972-9520-F771-861D9981D99E}"/>
              </a:ext>
            </a:extLst>
          </p:cNvPr>
          <p:cNvGrpSpPr/>
          <p:nvPr/>
        </p:nvGrpSpPr>
        <p:grpSpPr>
          <a:xfrm>
            <a:off x="9090706" y="4281592"/>
            <a:ext cx="3101294" cy="1828800"/>
            <a:chOff x="9074752" y="4271583"/>
            <a:chExt cx="3101294" cy="1828800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15935952-2DAC-0396-8D9B-C5AD30E8486F}"/>
                </a:ext>
              </a:extLst>
            </p:cNvPr>
            <p:cNvSpPr/>
            <p:nvPr/>
          </p:nvSpPr>
          <p:spPr>
            <a:xfrm>
              <a:off x="9311307" y="4271583"/>
              <a:ext cx="1656301" cy="914400"/>
            </a:xfrm>
            <a:prstGeom prst="parallelogram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#4</a:t>
              </a:r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5D70AE28-3242-FF99-D73B-953545CB2740}"/>
                </a:ext>
              </a:extLst>
            </p:cNvPr>
            <p:cNvSpPr/>
            <p:nvPr/>
          </p:nvSpPr>
          <p:spPr>
            <a:xfrm>
              <a:off x="9074752" y="5185983"/>
              <a:ext cx="3101294" cy="914400"/>
            </a:xfrm>
            <a:prstGeom prst="parallelogram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pperplate Gothic Bold" panose="020E0705020206020404" pitchFamily="34" charset="0"/>
                </a:rPr>
                <a:t>NODEJS</a:t>
              </a:r>
            </a:p>
          </p:txBody>
        </p:sp>
      </p:grpSp>
      <p:cxnSp>
        <p:nvCxnSpPr>
          <p:cNvPr id="1376" name="Straight Connector 1375">
            <a:extLst>
              <a:ext uri="{FF2B5EF4-FFF2-40B4-BE49-F238E27FC236}">
                <a16:creationId xmlns:a16="http://schemas.microsoft.com/office/drawing/2014/main" id="{E7FD6D39-5DBE-F929-E1DC-DC6BC2DCD52A}"/>
              </a:ext>
            </a:extLst>
          </p:cNvPr>
          <p:cNvCxnSpPr>
            <a:cxnSpLocks/>
          </p:cNvCxnSpPr>
          <p:nvPr/>
        </p:nvCxnSpPr>
        <p:spPr>
          <a:xfrm>
            <a:off x="4555653" y="1364749"/>
            <a:ext cx="35560" cy="46215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92" name="waiter">
            <a:extLst>
              <a:ext uri="{FF2B5EF4-FFF2-40B4-BE49-F238E27FC236}">
                <a16:creationId xmlns:a16="http://schemas.microsoft.com/office/drawing/2014/main" id="{83E62363-6932-9DAF-450E-9B96E7887819}"/>
              </a:ext>
            </a:extLst>
          </p:cNvPr>
          <p:cNvGrpSpPr/>
          <p:nvPr/>
        </p:nvGrpSpPr>
        <p:grpSpPr>
          <a:xfrm>
            <a:off x="2653728" y="2578320"/>
            <a:ext cx="1396541" cy="1849553"/>
            <a:chOff x="2653728" y="2578320"/>
            <a:chExt cx="1396541" cy="1849553"/>
          </a:xfrm>
        </p:grpSpPr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84DF3BA0-A5BF-805E-E8B9-81E59956BF5C}"/>
                </a:ext>
              </a:extLst>
            </p:cNvPr>
            <p:cNvSpPr/>
            <p:nvPr/>
          </p:nvSpPr>
          <p:spPr>
            <a:xfrm>
              <a:off x="3046958" y="3381370"/>
              <a:ext cx="609081" cy="356735"/>
            </a:xfrm>
            <a:custGeom>
              <a:avLst/>
              <a:gdLst>
                <a:gd name="csX0" fmla="*/ 0 w 609081"/>
                <a:gd name="csY0" fmla="*/ 409126 h 409126"/>
                <a:gd name="csX1" fmla="*/ 304541 w 609081"/>
                <a:gd name="csY1" fmla="*/ 0 h 409126"/>
                <a:gd name="csX2" fmla="*/ 609081 w 609081"/>
                <a:gd name="csY2" fmla="*/ 409126 h 409126"/>
                <a:gd name="csX3" fmla="*/ 0 w 609081"/>
                <a:gd name="csY3" fmla="*/ 409126 h 409126"/>
                <a:gd name="csX0" fmla="*/ 0 w 609081"/>
                <a:gd name="csY0" fmla="*/ 304986 h 304986"/>
                <a:gd name="csX1" fmla="*/ 296921 w 609081"/>
                <a:gd name="csY1" fmla="*/ 0 h 304986"/>
                <a:gd name="csX2" fmla="*/ 609081 w 609081"/>
                <a:gd name="csY2" fmla="*/ 304986 h 304986"/>
                <a:gd name="csX3" fmla="*/ 0 w 609081"/>
                <a:gd name="csY3" fmla="*/ 304986 h 304986"/>
                <a:gd name="csX0" fmla="*/ 0 w 609081"/>
                <a:gd name="csY0" fmla="*/ 304986 h 304986"/>
                <a:gd name="csX1" fmla="*/ 296921 w 609081"/>
                <a:gd name="csY1" fmla="*/ 0 h 304986"/>
                <a:gd name="csX2" fmla="*/ 609081 w 609081"/>
                <a:gd name="csY2" fmla="*/ 304986 h 304986"/>
                <a:gd name="csX3" fmla="*/ 0 w 609081"/>
                <a:gd name="csY3" fmla="*/ 304986 h 304986"/>
                <a:gd name="csX0" fmla="*/ 0 w 609081"/>
                <a:gd name="csY0" fmla="*/ 304986 h 304986"/>
                <a:gd name="csX1" fmla="*/ 296921 w 609081"/>
                <a:gd name="csY1" fmla="*/ 0 h 304986"/>
                <a:gd name="csX2" fmla="*/ 609081 w 609081"/>
                <a:gd name="csY2" fmla="*/ 304986 h 304986"/>
                <a:gd name="csX3" fmla="*/ 0 w 609081"/>
                <a:gd name="csY3" fmla="*/ 304986 h 304986"/>
                <a:gd name="csX0" fmla="*/ 0 w 609081"/>
                <a:gd name="csY0" fmla="*/ 302830 h 302830"/>
                <a:gd name="csX1" fmla="*/ 286761 w 609081"/>
                <a:gd name="csY1" fmla="*/ 0 h 302830"/>
                <a:gd name="csX2" fmla="*/ 609081 w 609081"/>
                <a:gd name="csY2" fmla="*/ 302830 h 302830"/>
                <a:gd name="csX3" fmla="*/ 0 w 609081"/>
                <a:gd name="csY3" fmla="*/ 302830 h 302830"/>
                <a:gd name="csX0" fmla="*/ 0 w 609081"/>
                <a:gd name="csY0" fmla="*/ 302830 h 302830"/>
                <a:gd name="csX1" fmla="*/ 286761 w 609081"/>
                <a:gd name="csY1" fmla="*/ 0 h 302830"/>
                <a:gd name="csX2" fmla="*/ 609081 w 609081"/>
                <a:gd name="csY2" fmla="*/ 302830 h 302830"/>
                <a:gd name="csX3" fmla="*/ 0 w 609081"/>
                <a:gd name="csY3" fmla="*/ 302830 h 302830"/>
                <a:gd name="csX0" fmla="*/ 0 w 609081"/>
                <a:gd name="csY0" fmla="*/ 302830 h 302830"/>
                <a:gd name="csX1" fmla="*/ 286761 w 609081"/>
                <a:gd name="csY1" fmla="*/ 0 h 302830"/>
                <a:gd name="csX2" fmla="*/ 609081 w 609081"/>
                <a:gd name="csY2" fmla="*/ 302830 h 302830"/>
                <a:gd name="csX3" fmla="*/ 0 w 609081"/>
                <a:gd name="csY3" fmla="*/ 302830 h 302830"/>
                <a:gd name="csX0" fmla="*/ 0 w 609081"/>
                <a:gd name="csY0" fmla="*/ 302830 h 302830"/>
                <a:gd name="csX1" fmla="*/ 286761 w 609081"/>
                <a:gd name="csY1" fmla="*/ 0 h 302830"/>
                <a:gd name="csX2" fmla="*/ 609081 w 609081"/>
                <a:gd name="csY2" fmla="*/ 302830 h 302830"/>
                <a:gd name="csX3" fmla="*/ 0 w 609081"/>
                <a:gd name="csY3" fmla="*/ 302830 h 302830"/>
                <a:gd name="csX0" fmla="*/ 0 w 609081"/>
                <a:gd name="csY0" fmla="*/ 302830 h 302830"/>
                <a:gd name="csX1" fmla="*/ 286761 w 609081"/>
                <a:gd name="csY1" fmla="*/ 0 h 302830"/>
                <a:gd name="csX2" fmla="*/ 609081 w 609081"/>
                <a:gd name="csY2" fmla="*/ 302830 h 302830"/>
                <a:gd name="csX3" fmla="*/ 0 w 609081"/>
                <a:gd name="csY3" fmla="*/ 302830 h 3028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09081" h="302830">
                  <a:moveTo>
                    <a:pt x="0" y="302830"/>
                  </a:moveTo>
                  <a:cubicBezTo>
                    <a:pt x="98974" y="201168"/>
                    <a:pt x="210647" y="197031"/>
                    <a:pt x="286761" y="0"/>
                  </a:cubicBezTo>
                  <a:cubicBezTo>
                    <a:pt x="411134" y="213186"/>
                    <a:pt x="505028" y="201168"/>
                    <a:pt x="609081" y="302830"/>
                  </a:cubicBezTo>
                  <a:lnTo>
                    <a:pt x="0" y="30283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7" name="Rectangle 42">
              <a:extLst>
                <a:ext uri="{FF2B5EF4-FFF2-40B4-BE49-F238E27FC236}">
                  <a16:creationId xmlns:a16="http://schemas.microsoft.com/office/drawing/2014/main" id="{68D76F27-069A-2298-6100-60B1BCE9486F}"/>
                </a:ext>
              </a:extLst>
            </p:cNvPr>
            <p:cNvSpPr/>
            <p:nvPr/>
          </p:nvSpPr>
          <p:spPr>
            <a:xfrm flipH="1">
              <a:off x="3730923" y="3638366"/>
              <a:ext cx="282166" cy="747926"/>
            </a:xfrm>
            <a:custGeom>
              <a:avLst/>
              <a:gdLst>
                <a:gd name="csX0" fmla="*/ 0 w 914400"/>
                <a:gd name="csY0" fmla="*/ 0 h 914400"/>
                <a:gd name="csX1" fmla="*/ 914400 w 914400"/>
                <a:gd name="csY1" fmla="*/ 0 h 914400"/>
                <a:gd name="csX2" fmla="*/ 914400 w 914400"/>
                <a:gd name="csY2" fmla="*/ 914400 h 914400"/>
                <a:gd name="csX3" fmla="*/ 0 w 914400"/>
                <a:gd name="csY3" fmla="*/ 914400 h 914400"/>
                <a:gd name="csX4" fmla="*/ 0 w 914400"/>
                <a:gd name="csY4" fmla="*/ 0 h 914400"/>
                <a:gd name="csX0" fmla="*/ 0 w 929640"/>
                <a:gd name="csY0" fmla="*/ 152400 h 914400"/>
                <a:gd name="csX1" fmla="*/ 929640 w 929640"/>
                <a:gd name="csY1" fmla="*/ 0 h 914400"/>
                <a:gd name="csX2" fmla="*/ 929640 w 929640"/>
                <a:gd name="csY2" fmla="*/ 914400 h 914400"/>
                <a:gd name="csX3" fmla="*/ 15240 w 929640"/>
                <a:gd name="csY3" fmla="*/ 914400 h 914400"/>
                <a:gd name="csX4" fmla="*/ 0 w 929640"/>
                <a:gd name="csY4" fmla="*/ 152400 h 914400"/>
                <a:gd name="csX0" fmla="*/ 0 w 929640"/>
                <a:gd name="csY0" fmla="*/ 152400 h 914400"/>
                <a:gd name="csX1" fmla="*/ 929640 w 929640"/>
                <a:gd name="csY1" fmla="*/ 0 h 914400"/>
                <a:gd name="csX2" fmla="*/ 929640 w 929640"/>
                <a:gd name="csY2" fmla="*/ 914400 h 914400"/>
                <a:gd name="csX3" fmla="*/ 15240 w 929640"/>
                <a:gd name="csY3" fmla="*/ 914400 h 914400"/>
                <a:gd name="csX4" fmla="*/ 0 w 929640"/>
                <a:gd name="csY4" fmla="*/ 152400 h 914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29640" h="914400">
                  <a:moveTo>
                    <a:pt x="0" y="152400"/>
                  </a:moveTo>
                  <a:cubicBezTo>
                    <a:pt x="172720" y="-25400"/>
                    <a:pt x="619760" y="50800"/>
                    <a:pt x="929640" y="0"/>
                  </a:cubicBezTo>
                  <a:lnTo>
                    <a:pt x="929640" y="914400"/>
                  </a:lnTo>
                  <a:lnTo>
                    <a:pt x="15240" y="914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67E3548E-E05F-A56C-58AF-5C2C420ED559}"/>
                </a:ext>
              </a:extLst>
            </p:cNvPr>
            <p:cNvSpPr/>
            <p:nvPr/>
          </p:nvSpPr>
          <p:spPr>
            <a:xfrm>
              <a:off x="2653728" y="3675511"/>
              <a:ext cx="282166" cy="747926"/>
            </a:xfrm>
            <a:custGeom>
              <a:avLst/>
              <a:gdLst>
                <a:gd name="csX0" fmla="*/ 0 w 914400"/>
                <a:gd name="csY0" fmla="*/ 0 h 914400"/>
                <a:gd name="csX1" fmla="*/ 914400 w 914400"/>
                <a:gd name="csY1" fmla="*/ 0 h 914400"/>
                <a:gd name="csX2" fmla="*/ 914400 w 914400"/>
                <a:gd name="csY2" fmla="*/ 914400 h 914400"/>
                <a:gd name="csX3" fmla="*/ 0 w 914400"/>
                <a:gd name="csY3" fmla="*/ 914400 h 914400"/>
                <a:gd name="csX4" fmla="*/ 0 w 914400"/>
                <a:gd name="csY4" fmla="*/ 0 h 914400"/>
                <a:gd name="csX0" fmla="*/ 0 w 929640"/>
                <a:gd name="csY0" fmla="*/ 152400 h 914400"/>
                <a:gd name="csX1" fmla="*/ 929640 w 929640"/>
                <a:gd name="csY1" fmla="*/ 0 h 914400"/>
                <a:gd name="csX2" fmla="*/ 929640 w 929640"/>
                <a:gd name="csY2" fmla="*/ 914400 h 914400"/>
                <a:gd name="csX3" fmla="*/ 15240 w 929640"/>
                <a:gd name="csY3" fmla="*/ 914400 h 914400"/>
                <a:gd name="csX4" fmla="*/ 0 w 929640"/>
                <a:gd name="csY4" fmla="*/ 152400 h 914400"/>
                <a:gd name="csX0" fmla="*/ 0 w 929640"/>
                <a:gd name="csY0" fmla="*/ 152400 h 914400"/>
                <a:gd name="csX1" fmla="*/ 929640 w 929640"/>
                <a:gd name="csY1" fmla="*/ 0 h 914400"/>
                <a:gd name="csX2" fmla="*/ 929640 w 929640"/>
                <a:gd name="csY2" fmla="*/ 914400 h 914400"/>
                <a:gd name="csX3" fmla="*/ 15240 w 929640"/>
                <a:gd name="csY3" fmla="*/ 914400 h 914400"/>
                <a:gd name="csX4" fmla="*/ 0 w 929640"/>
                <a:gd name="csY4" fmla="*/ 152400 h 914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29640" h="914400">
                  <a:moveTo>
                    <a:pt x="0" y="152400"/>
                  </a:moveTo>
                  <a:cubicBezTo>
                    <a:pt x="172720" y="-25400"/>
                    <a:pt x="619760" y="50800"/>
                    <a:pt x="929640" y="0"/>
                  </a:cubicBezTo>
                  <a:lnTo>
                    <a:pt x="929640" y="914400"/>
                  </a:lnTo>
                  <a:lnTo>
                    <a:pt x="15240" y="914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B53C65A5-C855-2C56-C0D8-6E5EB83F831A}"/>
                </a:ext>
              </a:extLst>
            </p:cNvPr>
            <p:cNvGrpSpPr/>
            <p:nvPr/>
          </p:nvGrpSpPr>
          <p:grpSpPr>
            <a:xfrm>
              <a:off x="2956130" y="3631460"/>
              <a:ext cx="811497" cy="796413"/>
              <a:chOff x="1509242" y="4204409"/>
              <a:chExt cx="719328" cy="755377"/>
            </a:xfrm>
          </p:grpSpPr>
          <p:sp>
            <p:nvSpPr>
              <p:cNvPr id="25" name="Isosceles Triangle 24">
                <a:extLst>
                  <a:ext uri="{FF2B5EF4-FFF2-40B4-BE49-F238E27FC236}">
                    <a16:creationId xmlns:a16="http://schemas.microsoft.com/office/drawing/2014/main" id="{BF6B4A7C-80C8-1711-2CAB-2742691AD3C3}"/>
                  </a:ext>
                </a:extLst>
              </p:cNvPr>
              <p:cNvSpPr/>
              <p:nvPr/>
            </p:nvSpPr>
            <p:spPr>
              <a:xfrm flipV="1">
                <a:off x="1509242" y="4204409"/>
                <a:ext cx="719328" cy="755377"/>
              </a:xfrm>
              <a:custGeom>
                <a:avLst/>
                <a:gdLst>
                  <a:gd name="csX0" fmla="*/ 0 w 1060704"/>
                  <a:gd name="csY0" fmla="*/ 914400 h 914400"/>
                  <a:gd name="csX1" fmla="*/ 530352 w 1060704"/>
                  <a:gd name="csY1" fmla="*/ 0 h 914400"/>
                  <a:gd name="csX2" fmla="*/ 1060704 w 1060704"/>
                  <a:gd name="csY2" fmla="*/ 914400 h 914400"/>
                  <a:gd name="csX3" fmla="*/ 0 w 1060704"/>
                  <a:gd name="csY3" fmla="*/ 914400 h 914400"/>
                  <a:gd name="csX0" fmla="*/ 0 w 944880"/>
                  <a:gd name="csY0" fmla="*/ 871728 h 914400"/>
                  <a:gd name="csX1" fmla="*/ 414528 w 944880"/>
                  <a:gd name="csY1" fmla="*/ 0 h 914400"/>
                  <a:gd name="csX2" fmla="*/ 944880 w 944880"/>
                  <a:gd name="csY2" fmla="*/ 914400 h 914400"/>
                  <a:gd name="csX3" fmla="*/ 0 w 944880"/>
                  <a:gd name="csY3" fmla="*/ 871728 h 914400"/>
                  <a:gd name="csX0" fmla="*/ 0 w 816864"/>
                  <a:gd name="csY0" fmla="*/ 871728 h 871728"/>
                  <a:gd name="csX1" fmla="*/ 414528 w 816864"/>
                  <a:gd name="csY1" fmla="*/ 0 h 871728"/>
                  <a:gd name="csX2" fmla="*/ 816864 w 816864"/>
                  <a:gd name="csY2" fmla="*/ 847344 h 871728"/>
                  <a:gd name="csX3" fmla="*/ 0 w 816864"/>
                  <a:gd name="csY3" fmla="*/ 871728 h 871728"/>
                  <a:gd name="csX0" fmla="*/ 0 w 816864"/>
                  <a:gd name="csY0" fmla="*/ 871728 h 871728"/>
                  <a:gd name="csX1" fmla="*/ 414528 w 816864"/>
                  <a:gd name="csY1" fmla="*/ 0 h 871728"/>
                  <a:gd name="csX2" fmla="*/ 816864 w 816864"/>
                  <a:gd name="csY2" fmla="*/ 847344 h 871728"/>
                  <a:gd name="csX3" fmla="*/ 0 w 816864"/>
                  <a:gd name="csY3" fmla="*/ 871728 h 871728"/>
                  <a:gd name="csX0" fmla="*/ 0 w 725424"/>
                  <a:gd name="csY0" fmla="*/ 871728 h 883920"/>
                  <a:gd name="csX1" fmla="*/ 414528 w 725424"/>
                  <a:gd name="csY1" fmla="*/ 0 h 883920"/>
                  <a:gd name="csX2" fmla="*/ 725424 w 725424"/>
                  <a:gd name="csY2" fmla="*/ 883920 h 883920"/>
                  <a:gd name="csX3" fmla="*/ 0 w 725424"/>
                  <a:gd name="csY3" fmla="*/ 871728 h 883920"/>
                  <a:gd name="csX0" fmla="*/ 0 w 768096"/>
                  <a:gd name="csY0" fmla="*/ 871728 h 896112"/>
                  <a:gd name="csX1" fmla="*/ 414528 w 768096"/>
                  <a:gd name="csY1" fmla="*/ 0 h 896112"/>
                  <a:gd name="csX2" fmla="*/ 768096 w 768096"/>
                  <a:gd name="csY2" fmla="*/ 896112 h 896112"/>
                  <a:gd name="csX3" fmla="*/ 0 w 768096"/>
                  <a:gd name="csY3" fmla="*/ 871728 h 896112"/>
                  <a:gd name="csX0" fmla="*/ 0 w 768096"/>
                  <a:gd name="csY0" fmla="*/ 871728 h 896112"/>
                  <a:gd name="csX1" fmla="*/ 414528 w 768096"/>
                  <a:gd name="csY1" fmla="*/ 0 h 896112"/>
                  <a:gd name="csX2" fmla="*/ 768096 w 768096"/>
                  <a:gd name="csY2" fmla="*/ 896112 h 896112"/>
                  <a:gd name="csX3" fmla="*/ 0 w 768096"/>
                  <a:gd name="csY3" fmla="*/ 871728 h 896112"/>
                  <a:gd name="csX0" fmla="*/ 0 w 749808"/>
                  <a:gd name="csY0" fmla="*/ 896112 h 896112"/>
                  <a:gd name="csX1" fmla="*/ 396240 w 749808"/>
                  <a:gd name="csY1" fmla="*/ 0 h 896112"/>
                  <a:gd name="csX2" fmla="*/ 749808 w 749808"/>
                  <a:gd name="csY2" fmla="*/ 896112 h 896112"/>
                  <a:gd name="csX3" fmla="*/ 0 w 749808"/>
                  <a:gd name="csY3" fmla="*/ 896112 h 896112"/>
                  <a:gd name="csX0" fmla="*/ 0 w 719328"/>
                  <a:gd name="csY0" fmla="*/ 896112 h 896112"/>
                  <a:gd name="csX1" fmla="*/ 396240 w 719328"/>
                  <a:gd name="csY1" fmla="*/ 0 h 896112"/>
                  <a:gd name="csX2" fmla="*/ 719328 w 719328"/>
                  <a:gd name="csY2" fmla="*/ 890016 h 896112"/>
                  <a:gd name="csX3" fmla="*/ 0 w 719328"/>
                  <a:gd name="csY3" fmla="*/ 896112 h 896112"/>
                  <a:gd name="csX0" fmla="*/ 0 w 719328"/>
                  <a:gd name="csY0" fmla="*/ 896112 h 912034"/>
                  <a:gd name="csX1" fmla="*/ 396240 w 719328"/>
                  <a:gd name="csY1" fmla="*/ 0 h 912034"/>
                  <a:gd name="csX2" fmla="*/ 719328 w 719328"/>
                  <a:gd name="csY2" fmla="*/ 912034 h 912034"/>
                  <a:gd name="csX3" fmla="*/ 0 w 719328"/>
                  <a:gd name="csY3" fmla="*/ 896112 h 912034"/>
                  <a:gd name="csX0" fmla="*/ 0 w 719328"/>
                  <a:gd name="csY0" fmla="*/ 896112 h 934052"/>
                  <a:gd name="csX1" fmla="*/ 396240 w 719328"/>
                  <a:gd name="csY1" fmla="*/ 0 h 934052"/>
                  <a:gd name="csX2" fmla="*/ 719328 w 719328"/>
                  <a:gd name="csY2" fmla="*/ 934052 h 934052"/>
                  <a:gd name="csX3" fmla="*/ 0 w 719328"/>
                  <a:gd name="csY3" fmla="*/ 896112 h 934052"/>
                  <a:gd name="csX0" fmla="*/ 0 w 719328"/>
                  <a:gd name="csY0" fmla="*/ 896112 h 934052"/>
                  <a:gd name="csX1" fmla="*/ 396240 w 719328"/>
                  <a:gd name="csY1" fmla="*/ 0 h 934052"/>
                  <a:gd name="csX2" fmla="*/ 719328 w 719328"/>
                  <a:gd name="csY2" fmla="*/ 934052 h 934052"/>
                  <a:gd name="csX3" fmla="*/ 0 w 719328"/>
                  <a:gd name="csY3" fmla="*/ 896112 h 934052"/>
                  <a:gd name="csX0" fmla="*/ 0 w 719328"/>
                  <a:gd name="csY0" fmla="*/ 896112 h 934052"/>
                  <a:gd name="csX1" fmla="*/ 396240 w 719328"/>
                  <a:gd name="csY1" fmla="*/ 0 h 934052"/>
                  <a:gd name="csX2" fmla="*/ 719328 w 719328"/>
                  <a:gd name="csY2" fmla="*/ 934052 h 934052"/>
                  <a:gd name="csX3" fmla="*/ 0 w 719328"/>
                  <a:gd name="csY3" fmla="*/ 896112 h 934052"/>
                  <a:gd name="csX0" fmla="*/ 0 w 738535"/>
                  <a:gd name="csY0" fmla="*/ 896112 h 896112"/>
                  <a:gd name="csX1" fmla="*/ 396240 w 738535"/>
                  <a:gd name="csY1" fmla="*/ 0 h 896112"/>
                  <a:gd name="csX2" fmla="*/ 738535 w 738535"/>
                  <a:gd name="csY2" fmla="*/ 876615 h 896112"/>
                  <a:gd name="csX3" fmla="*/ 0 w 738535"/>
                  <a:gd name="csY3" fmla="*/ 896112 h 896112"/>
                  <a:gd name="csX0" fmla="*/ 0 w 715836"/>
                  <a:gd name="csY0" fmla="*/ 843270 h 876615"/>
                  <a:gd name="csX1" fmla="*/ 373541 w 715836"/>
                  <a:gd name="csY1" fmla="*/ 0 h 876615"/>
                  <a:gd name="csX2" fmla="*/ 715836 w 715836"/>
                  <a:gd name="csY2" fmla="*/ 876615 h 876615"/>
                  <a:gd name="csX3" fmla="*/ 0 w 715836"/>
                  <a:gd name="csY3" fmla="*/ 843270 h 876615"/>
                  <a:gd name="csX0" fmla="*/ 0 w 715836"/>
                  <a:gd name="csY0" fmla="*/ 843270 h 876615"/>
                  <a:gd name="csX1" fmla="*/ 373541 w 715836"/>
                  <a:gd name="csY1" fmla="*/ 0 h 876615"/>
                  <a:gd name="csX2" fmla="*/ 715836 w 715836"/>
                  <a:gd name="csY2" fmla="*/ 876615 h 876615"/>
                  <a:gd name="csX3" fmla="*/ 0 w 715836"/>
                  <a:gd name="csY3" fmla="*/ 843270 h 876615"/>
                  <a:gd name="csX0" fmla="*/ 0 w 719328"/>
                  <a:gd name="csY0" fmla="*/ 843270 h 853640"/>
                  <a:gd name="csX1" fmla="*/ 373541 w 719328"/>
                  <a:gd name="csY1" fmla="*/ 0 h 853640"/>
                  <a:gd name="csX2" fmla="*/ 719328 w 719328"/>
                  <a:gd name="csY2" fmla="*/ 853640 h 853640"/>
                  <a:gd name="csX3" fmla="*/ 0 w 719328"/>
                  <a:gd name="csY3" fmla="*/ 843270 h 853640"/>
                  <a:gd name="csX0" fmla="*/ 0 w 719328"/>
                  <a:gd name="csY0" fmla="*/ 843270 h 853640"/>
                  <a:gd name="csX1" fmla="*/ 373541 w 719328"/>
                  <a:gd name="csY1" fmla="*/ 0 h 853640"/>
                  <a:gd name="csX2" fmla="*/ 719328 w 719328"/>
                  <a:gd name="csY2" fmla="*/ 853640 h 853640"/>
                  <a:gd name="csX3" fmla="*/ 0 w 719328"/>
                  <a:gd name="csY3" fmla="*/ 843270 h 853640"/>
                  <a:gd name="csX0" fmla="*/ 0 w 719328"/>
                  <a:gd name="csY0" fmla="*/ 843270 h 853640"/>
                  <a:gd name="csX1" fmla="*/ 373541 w 719328"/>
                  <a:gd name="csY1" fmla="*/ 0 h 853640"/>
                  <a:gd name="csX2" fmla="*/ 719328 w 719328"/>
                  <a:gd name="csY2" fmla="*/ 853640 h 853640"/>
                  <a:gd name="csX3" fmla="*/ 0 w 719328"/>
                  <a:gd name="csY3" fmla="*/ 843270 h 853640"/>
                  <a:gd name="csX0" fmla="*/ 0 w 719328"/>
                  <a:gd name="csY0" fmla="*/ 843270 h 853640"/>
                  <a:gd name="csX1" fmla="*/ 373541 w 719328"/>
                  <a:gd name="csY1" fmla="*/ 0 h 853640"/>
                  <a:gd name="csX2" fmla="*/ 719328 w 719328"/>
                  <a:gd name="csY2" fmla="*/ 853640 h 853640"/>
                  <a:gd name="csX3" fmla="*/ 0 w 719328"/>
                  <a:gd name="csY3" fmla="*/ 843270 h 8536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19328" h="853640">
                    <a:moveTo>
                      <a:pt x="0" y="843270"/>
                    </a:moveTo>
                    <a:lnTo>
                      <a:pt x="373541" y="0"/>
                    </a:lnTo>
                    <a:lnTo>
                      <a:pt x="719328" y="853640"/>
                    </a:lnTo>
                    <a:cubicBezTo>
                      <a:pt x="162950" y="531649"/>
                      <a:pt x="267050" y="862712"/>
                      <a:pt x="0" y="843270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DB30F393-6EB7-F740-A061-DB630211BB0D}"/>
                  </a:ext>
                </a:extLst>
              </p:cNvPr>
              <p:cNvGrpSpPr/>
              <p:nvPr/>
            </p:nvGrpSpPr>
            <p:grpSpPr>
              <a:xfrm>
                <a:off x="1840742" y="4426772"/>
                <a:ext cx="46350" cy="342794"/>
                <a:chOff x="1828550" y="4426772"/>
                <a:chExt cx="46350" cy="342794"/>
              </a:xfrm>
              <a:solidFill>
                <a:schemeClr val="tx1"/>
              </a:solidFill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E415E92E-14FA-C1DE-6DD2-1DCFF54FE1DB}"/>
                    </a:ext>
                  </a:extLst>
                </p:cNvPr>
                <p:cNvSpPr/>
                <p:nvPr/>
              </p:nvSpPr>
              <p:spPr>
                <a:xfrm>
                  <a:off x="1828550" y="4426772"/>
                  <a:ext cx="41904" cy="53077"/>
                </a:xfrm>
                <a:prstGeom prst="ellipse">
                  <a:avLst/>
                </a:prstGeom>
                <a:grp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967F032-2D73-E778-EE3B-55255285B97C}"/>
                    </a:ext>
                  </a:extLst>
                </p:cNvPr>
                <p:cNvSpPr/>
                <p:nvPr/>
              </p:nvSpPr>
              <p:spPr>
                <a:xfrm>
                  <a:off x="1832179" y="4574301"/>
                  <a:ext cx="41905" cy="53077"/>
                </a:xfrm>
                <a:prstGeom prst="ellipse">
                  <a:avLst/>
                </a:prstGeom>
                <a:grp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4D7E1847-C84A-73F1-51B4-81F209A4186A}"/>
                    </a:ext>
                  </a:extLst>
                </p:cNvPr>
                <p:cNvSpPr/>
                <p:nvPr/>
              </p:nvSpPr>
              <p:spPr>
                <a:xfrm>
                  <a:off x="1832995" y="4716489"/>
                  <a:ext cx="41905" cy="53077"/>
                </a:xfrm>
                <a:prstGeom prst="ellipse">
                  <a:avLst/>
                </a:prstGeom>
                <a:grp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8331EF0-43CD-2154-B6CB-D4FB7F9FAEB1}"/>
                </a:ext>
              </a:extLst>
            </p:cNvPr>
            <p:cNvGrpSpPr/>
            <p:nvPr/>
          </p:nvGrpSpPr>
          <p:grpSpPr>
            <a:xfrm>
              <a:off x="2892088" y="3617933"/>
              <a:ext cx="940905" cy="785696"/>
              <a:chOff x="2654986" y="3581398"/>
              <a:chExt cx="909956" cy="698288"/>
            </a:xfrm>
            <a:solidFill>
              <a:srgbClr val="FF0000"/>
            </a:solidFill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444A8DF-BACF-5900-FAD9-490DCAB79880}"/>
                  </a:ext>
                </a:extLst>
              </p:cNvPr>
              <p:cNvSpPr/>
              <p:nvPr/>
            </p:nvSpPr>
            <p:spPr>
              <a:xfrm>
                <a:off x="2654986" y="3614967"/>
                <a:ext cx="459955" cy="664719"/>
              </a:xfrm>
              <a:custGeom>
                <a:avLst/>
                <a:gdLst>
                  <a:gd name="csX0" fmla="*/ 0 w 914400"/>
                  <a:gd name="csY0" fmla="*/ 0 h 914400"/>
                  <a:gd name="csX1" fmla="*/ 914400 w 914400"/>
                  <a:gd name="csY1" fmla="*/ 0 h 914400"/>
                  <a:gd name="csX2" fmla="*/ 914400 w 914400"/>
                  <a:gd name="csY2" fmla="*/ 914400 h 914400"/>
                  <a:gd name="csX3" fmla="*/ 0 w 914400"/>
                  <a:gd name="csY3" fmla="*/ 914400 h 914400"/>
                  <a:gd name="csX4" fmla="*/ 0 w 914400"/>
                  <a:gd name="csY4" fmla="*/ 0 h 914400"/>
                  <a:gd name="csX0" fmla="*/ 18506 w 932906"/>
                  <a:gd name="csY0" fmla="*/ 0 h 914400"/>
                  <a:gd name="csX1" fmla="*/ 932906 w 932906"/>
                  <a:gd name="csY1" fmla="*/ 0 h 914400"/>
                  <a:gd name="csX2" fmla="*/ 932906 w 932906"/>
                  <a:gd name="csY2" fmla="*/ 914400 h 914400"/>
                  <a:gd name="csX3" fmla="*/ 18506 w 932906"/>
                  <a:gd name="csY3" fmla="*/ 914400 h 914400"/>
                  <a:gd name="csX4" fmla="*/ 0 w 932906"/>
                  <a:gd name="csY4" fmla="*/ 515127 h 914400"/>
                  <a:gd name="csX5" fmla="*/ 18506 w 932906"/>
                  <a:gd name="csY5" fmla="*/ 0 h 914400"/>
                  <a:gd name="csX0" fmla="*/ 18506 w 932906"/>
                  <a:gd name="csY0" fmla="*/ 0 h 914400"/>
                  <a:gd name="csX1" fmla="*/ 932906 w 932906"/>
                  <a:gd name="csY1" fmla="*/ 0 h 914400"/>
                  <a:gd name="csX2" fmla="*/ 932906 w 932906"/>
                  <a:gd name="csY2" fmla="*/ 914400 h 914400"/>
                  <a:gd name="csX3" fmla="*/ 18506 w 932906"/>
                  <a:gd name="csY3" fmla="*/ 914400 h 914400"/>
                  <a:gd name="csX4" fmla="*/ 0 w 932906"/>
                  <a:gd name="csY4" fmla="*/ 515127 h 914400"/>
                  <a:gd name="csX5" fmla="*/ 18506 w 932906"/>
                  <a:gd name="csY5" fmla="*/ 0 h 914400"/>
                  <a:gd name="csX0" fmla="*/ 437 w 914837"/>
                  <a:gd name="csY0" fmla="*/ 0 h 914400"/>
                  <a:gd name="csX1" fmla="*/ 914837 w 914837"/>
                  <a:gd name="csY1" fmla="*/ 0 h 914400"/>
                  <a:gd name="csX2" fmla="*/ 914837 w 914837"/>
                  <a:gd name="csY2" fmla="*/ 914400 h 914400"/>
                  <a:gd name="csX3" fmla="*/ 437 w 914837"/>
                  <a:gd name="csY3" fmla="*/ 914400 h 914400"/>
                  <a:gd name="csX4" fmla="*/ 33366 w 914837"/>
                  <a:gd name="csY4" fmla="*/ 497982 h 914400"/>
                  <a:gd name="csX5" fmla="*/ 437 w 914837"/>
                  <a:gd name="csY5" fmla="*/ 0 h 914400"/>
                  <a:gd name="csX0" fmla="*/ 5919 w 920319"/>
                  <a:gd name="csY0" fmla="*/ 0 h 914400"/>
                  <a:gd name="csX1" fmla="*/ 920319 w 920319"/>
                  <a:gd name="csY1" fmla="*/ 0 h 914400"/>
                  <a:gd name="csX2" fmla="*/ 920319 w 920319"/>
                  <a:gd name="csY2" fmla="*/ 914400 h 914400"/>
                  <a:gd name="csX3" fmla="*/ 5919 w 920319"/>
                  <a:gd name="csY3" fmla="*/ 914400 h 914400"/>
                  <a:gd name="csX4" fmla="*/ 38848 w 920319"/>
                  <a:gd name="csY4" fmla="*/ 497982 h 914400"/>
                  <a:gd name="csX5" fmla="*/ 5919 w 920319"/>
                  <a:gd name="csY5" fmla="*/ 0 h 914400"/>
                  <a:gd name="csX0" fmla="*/ 5919 w 920319"/>
                  <a:gd name="csY0" fmla="*/ 0 h 914400"/>
                  <a:gd name="csX1" fmla="*/ 920319 w 920319"/>
                  <a:gd name="csY1" fmla="*/ 0 h 914400"/>
                  <a:gd name="csX2" fmla="*/ 920319 w 920319"/>
                  <a:gd name="csY2" fmla="*/ 914400 h 914400"/>
                  <a:gd name="csX3" fmla="*/ 5919 w 920319"/>
                  <a:gd name="csY3" fmla="*/ 914400 h 914400"/>
                  <a:gd name="csX4" fmla="*/ 38848 w 920319"/>
                  <a:gd name="csY4" fmla="*/ 497982 h 914400"/>
                  <a:gd name="csX5" fmla="*/ 5919 w 920319"/>
                  <a:gd name="csY5" fmla="*/ 0 h 914400"/>
                  <a:gd name="csX0" fmla="*/ 294 w 914694"/>
                  <a:gd name="csY0" fmla="*/ 0 h 914400"/>
                  <a:gd name="csX1" fmla="*/ 914694 w 914694"/>
                  <a:gd name="csY1" fmla="*/ 0 h 914400"/>
                  <a:gd name="csX2" fmla="*/ 914694 w 914694"/>
                  <a:gd name="csY2" fmla="*/ 914400 h 914400"/>
                  <a:gd name="csX3" fmla="*/ 294 w 914694"/>
                  <a:gd name="csY3" fmla="*/ 914400 h 914400"/>
                  <a:gd name="csX4" fmla="*/ 78110 w 914694"/>
                  <a:gd name="csY4" fmla="*/ 497982 h 914400"/>
                  <a:gd name="csX5" fmla="*/ 294 w 914694"/>
                  <a:gd name="csY5" fmla="*/ 0 h 914400"/>
                  <a:gd name="csX0" fmla="*/ 262 w 914662"/>
                  <a:gd name="csY0" fmla="*/ 0 h 914400"/>
                  <a:gd name="csX1" fmla="*/ 914662 w 914662"/>
                  <a:gd name="csY1" fmla="*/ 0 h 914400"/>
                  <a:gd name="csX2" fmla="*/ 914662 w 914662"/>
                  <a:gd name="csY2" fmla="*/ 914400 h 914400"/>
                  <a:gd name="csX3" fmla="*/ 262 w 914662"/>
                  <a:gd name="csY3" fmla="*/ 914400 h 914400"/>
                  <a:gd name="csX4" fmla="*/ 78078 w 914662"/>
                  <a:gd name="csY4" fmla="*/ 497982 h 914400"/>
                  <a:gd name="csX5" fmla="*/ 262 w 914662"/>
                  <a:gd name="csY5" fmla="*/ 0 h 914400"/>
                  <a:gd name="csX0" fmla="*/ 337 w 914737"/>
                  <a:gd name="csY0" fmla="*/ 0 h 914400"/>
                  <a:gd name="csX1" fmla="*/ 914737 w 914737"/>
                  <a:gd name="csY1" fmla="*/ 0 h 914400"/>
                  <a:gd name="csX2" fmla="*/ 914737 w 914737"/>
                  <a:gd name="csY2" fmla="*/ 914400 h 914400"/>
                  <a:gd name="csX3" fmla="*/ 337 w 914737"/>
                  <a:gd name="csY3" fmla="*/ 914400 h 914400"/>
                  <a:gd name="csX4" fmla="*/ 65210 w 914737"/>
                  <a:gd name="csY4" fmla="*/ 541336 h 914400"/>
                  <a:gd name="csX5" fmla="*/ 337 w 914737"/>
                  <a:gd name="csY5" fmla="*/ 0 h 914400"/>
                  <a:gd name="csX0" fmla="*/ 52244 w 966644"/>
                  <a:gd name="csY0" fmla="*/ 0 h 914400"/>
                  <a:gd name="csX1" fmla="*/ 966644 w 966644"/>
                  <a:gd name="csY1" fmla="*/ 0 h 914400"/>
                  <a:gd name="csX2" fmla="*/ 966644 w 966644"/>
                  <a:gd name="csY2" fmla="*/ 914400 h 914400"/>
                  <a:gd name="csX3" fmla="*/ 52244 w 966644"/>
                  <a:gd name="csY3" fmla="*/ 914400 h 914400"/>
                  <a:gd name="csX4" fmla="*/ 117117 w 966644"/>
                  <a:gd name="csY4" fmla="*/ 541336 h 914400"/>
                  <a:gd name="csX5" fmla="*/ 52244 w 966644"/>
                  <a:gd name="csY5" fmla="*/ 0 h 914400"/>
                  <a:gd name="csX0" fmla="*/ 66134 w 980534"/>
                  <a:gd name="csY0" fmla="*/ 0 h 914400"/>
                  <a:gd name="csX1" fmla="*/ 980534 w 980534"/>
                  <a:gd name="csY1" fmla="*/ 0 h 914400"/>
                  <a:gd name="csX2" fmla="*/ 980534 w 980534"/>
                  <a:gd name="csY2" fmla="*/ 914400 h 914400"/>
                  <a:gd name="csX3" fmla="*/ 66134 w 980534"/>
                  <a:gd name="csY3" fmla="*/ 914400 h 914400"/>
                  <a:gd name="csX4" fmla="*/ 109435 w 980534"/>
                  <a:gd name="csY4" fmla="*/ 536235 h 914400"/>
                  <a:gd name="csX5" fmla="*/ 66134 w 980534"/>
                  <a:gd name="csY5" fmla="*/ 0 h 914400"/>
                  <a:gd name="csX0" fmla="*/ 66134 w 980534"/>
                  <a:gd name="csY0" fmla="*/ 0 h 914400"/>
                  <a:gd name="csX1" fmla="*/ 980534 w 980534"/>
                  <a:gd name="csY1" fmla="*/ 0 h 914400"/>
                  <a:gd name="csX2" fmla="*/ 980534 w 980534"/>
                  <a:gd name="csY2" fmla="*/ 914400 h 914400"/>
                  <a:gd name="csX3" fmla="*/ 66134 w 980534"/>
                  <a:gd name="csY3" fmla="*/ 914400 h 914400"/>
                  <a:gd name="csX4" fmla="*/ 109435 w 980534"/>
                  <a:gd name="csY4" fmla="*/ 536235 h 914400"/>
                  <a:gd name="csX5" fmla="*/ 66134 w 980534"/>
                  <a:gd name="csY5" fmla="*/ 0 h 914400"/>
                  <a:gd name="csX0" fmla="*/ 5897 w 920297"/>
                  <a:gd name="csY0" fmla="*/ 0 h 914400"/>
                  <a:gd name="csX1" fmla="*/ 920297 w 920297"/>
                  <a:gd name="csY1" fmla="*/ 0 h 914400"/>
                  <a:gd name="csX2" fmla="*/ 920297 w 920297"/>
                  <a:gd name="csY2" fmla="*/ 914400 h 914400"/>
                  <a:gd name="csX3" fmla="*/ 5897 w 920297"/>
                  <a:gd name="csY3" fmla="*/ 914400 h 914400"/>
                  <a:gd name="csX4" fmla="*/ 49198 w 920297"/>
                  <a:gd name="csY4" fmla="*/ 536235 h 914400"/>
                  <a:gd name="csX5" fmla="*/ 5897 w 920297"/>
                  <a:gd name="csY5" fmla="*/ 0 h 914400"/>
                  <a:gd name="csX0" fmla="*/ 5897 w 920297"/>
                  <a:gd name="csY0" fmla="*/ 0 h 914400"/>
                  <a:gd name="csX1" fmla="*/ 441395 w 920297"/>
                  <a:gd name="csY1" fmla="*/ 142813 h 914400"/>
                  <a:gd name="csX2" fmla="*/ 920297 w 920297"/>
                  <a:gd name="csY2" fmla="*/ 914400 h 914400"/>
                  <a:gd name="csX3" fmla="*/ 5897 w 920297"/>
                  <a:gd name="csY3" fmla="*/ 914400 h 914400"/>
                  <a:gd name="csX4" fmla="*/ 49198 w 920297"/>
                  <a:gd name="csY4" fmla="*/ 536235 h 914400"/>
                  <a:gd name="csX5" fmla="*/ 5897 w 920297"/>
                  <a:gd name="csY5" fmla="*/ 0 h 914400"/>
                  <a:gd name="csX0" fmla="*/ 5897 w 920297"/>
                  <a:gd name="csY0" fmla="*/ 12751 h 927151"/>
                  <a:gd name="csX1" fmla="*/ 268818 w 920297"/>
                  <a:gd name="csY1" fmla="*/ 0 h 927151"/>
                  <a:gd name="csX2" fmla="*/ 920297 w 920297"/>
                  <a:gd name="csY2" fmla="*/ 927151 h 927151"/>
                  <a:gd name="csX3" fmla="*/ 5897 w 920297"/>
                  <a:gd name="csY3" fmla="*/ 927151 h 927151"/>
                  <a:gd name="csX4" fmla="*/ 49198 w 920297"/>
                  <a:gd name="csY4" fmla="*/ 548986 h 927151"/>
                  <a:gd name="csX5" fmla="*/ 5897 w 920297"/>
                  <a:gd name="csY5" fmla="*/ 12751 h 927151"/>
                  <a:gd name="csX0" fmla="*/ 5897 w 920297"/>
                  <a:gd name="csY0" fmla="*/ 12751 h 927151"/>
                  <a:gd name="csX1" fmla="*/ 268818 w 920297"/>
                  <a:gd name="csY1" fmla="*/ 0 h 927151"/>
                  <a:gd name="csX2" fmla="*/ 920297 w 920297"/>
                  <a:gd name="csY2" fmla="*/ 927151 h 927151"/>
                  <a:gd name="csX3" fmla="*/ 5897 w 920297"/>
                  <a:gd name="csY3" fmla="*/ 927151 h 927151"/>
                  <a:gd name="csX4" fmla="*/ 49198 w 920297"/>
                  <a:gd name="csY4" fmla="*/ 548986 h 927151"/>
                  <a:gd name="csX5" fmla="*/ 5897 w 920297"/>
                  <a:gd name="csY5" fmla="*/ 12751 h 927151"/>
                  <a:gd name="csX0" fmla="*/ 5897 w 920297"/>
                  <a:gd name="csY0" fmla="*/ 12751 h 927151"/>
                  <a:gd name="csX1" fmla="*/ 268818 w 920297"/>
                  <a:gd name="csY1" fmla="*/ 0 h 927151"/>
                  <a:gd name="csX2" fmla="*/ 920297 w 920297"/>
                  <a:gd name="csY2" fmla="*/ 927151 h 927151"/>
                  <a:gd name="csX3" fmla="*/ 5897 w 920297"/>
                  <a:gd name="csY3" fmla="*/ 927151 h 927151"/>
                  <a:gd name="csX4" fmla="*/ 49198 w 920297"/>
                  <a:gd name="csY4" fmla="*/ 548986 h 927151"/>
                  <a:gd name="csX5" fmla="*/ 5897 w 920297"/>
                  <a:gd name="csY5" fmla="*/ 12751 h 927151"/>
                  <a:gd name="csX0" fmla="*/ 5897 w 970985"/>
                  <a:gd name="csY0" fmla="*/ 12751 h 927151"/>
                  <a:gd name="csX1" fmla="*/ 268818 w 970985"/>
                  <a:gd name="csY1" fmla="*/ 0 h 927151"/>
                  <a:gd name="csX2" fmla="*/ 799495 w 970985"/>
                  <a:gd name="csY2" fmla="*/ 731918 h 927151"/>
                  <a:gd name="csX3" fmla="*/ 920297 w 970985"/>
                  <a:gd name="csY3" fmla="*/ 927151 h 927151"/>
                  <a:gd name="csX4" fmla="*/ 5897 w 970985"/>
                  <a:gd name="csY4" fmla="*/ 927151 h 927151"/>
                  <a:gd name="csX5" fmla="*/ 49198 w 970985"/>
                  <a:gd name="csY5" fmla="*/ 548986 h 927151"/>
                  <a:gd name="csX6" fmla="*/ 5897 w 970985"/>
                  <a:gd name="csY6" fmla="*/ 12751 h 927151"/>
                  <a:gd name="csX0" fmla="*/ 5897 w 970985"/>
                  <a:gd name="csY0" fmla="*/ 20402 h 934802"/>
                  <a:gd name="csX1" fmla="*/ 182529 w 970985"/>
                  <a:gd name="csY1" fmla="*/ 0 h 934802"/>
                  <a:gd name="csX2" fmla="*/ 799495 w 970985"/>
                  <a:gd name="csY2" fmla="*/ 739569 h 934802"/>
                  <a:gd name="csX3" fmla="*/ 920297 w 970985"/>
                  <a:gd name="csY3" fmla="*/ 934802 h 934802"/>
                  <a:gd name="csX4" fmla="*/ 5897 w 970985"/>
                  <a:gd name="csY4" fmla="*/ 934802 h 934802"/>
                  <a:gd name="csX5" fmla="*/ 49198 w 970985"/>
                  <a:gd name="csY5" fmla="*/ 556637 h 934802"/>
                  <a:gd name="csX6" fmla="*/ 5897 w 970985"/>
                  <a:gd name="csY6" fmla="*/ 20402 h 934802"/>
                  <a:gd name="csX0" fmla="*/ 5897 w 994432"/>
                  <a:gd name="csY0" fmla="*/ 20402 h 934802"/>
                  <a:gd name="csX1" fmla="*/ 182529 w 994432"/>
                  <a:gd name="csY1" fmla="*/ 0 h 934802"/>
                  <a:gd name="csX2" fmla="*/ 885783 w 994432"/>
                  <a:gd name="csY2" fmla="*/ 754870 h 934802"/>
                  <a:gd name="csX3" fmla="*/ 920297 w 994432"/>
                  <a:gd name="csY3" fmla="*/ 934802 h 934802"/>
                  <a:gd name="csX4" fmla="*/ 5897 w 994432"/>
                  <a:gd name="csY4" fmla="*/ 934802 h 934802"/>
                  <a:gd name="csX5" fmla="*/ 49198 w 994432"/>
                  <a:gd name="csY5" fmla="*/ 556637 h 934802"/>
                  <a:gd name="csX6" fmla="*/ 5897 w 994432"/>
                  <a:gd name="csY6" fmla="*/ 20402 h 934802"/>
                  <a:gd name="csX0" fmla="*/ 5897 w 1022108"/>
                  <a:gd name="csY0" fmla="*/ 20402 h 934802"/>
                  <a:gd name="csX1" fmla="*/ 182529 w 1022108"/>
                  <a:gd name="csY1" fmla="*/ 0 h 934802"/>
                  <a:gd name="csX2" fmla="*/ 946185 w 1022108"/>
                  <a:gd name="csY2" fmla="*/ 780373 h 934802"/>
                  <a:gd name="csX3" fmla="*/ 920297 w 1022108"/>
                  <a:gd name="csY3" fmla="*/ 934802 h 934802"/>
                  <a:gd name="csX4" fmla="*/ 5897 w 1022108"/>
                  <a:gd name="csY4" fmla="*/ 934802 h 934802"/>
                  <a:gd name="csX5" fmla="*/ 49198 w 1022108"/>
                  <a:gd name="csY5" fmla="*/ 556637 h 934802"/>
                  <a:gd name="csX6" fmla="*/ 5897 w 1022108"/>
                  <a:gd name="csY6" fmla="*/ 20402 h 934802"/>
                  <a:gd name="csX0" fmla="*/ 5897 w 1022108"/>
                  <a:gd name="csY0" fmla="*/ 20402 h 934802"/>
                  <a:gd name="csX1" fmla="*/ 182529 w 1022108"/>
                  <a:gd name="csY1" fmla="*/ 0 h 934802"/>
                  <a:gd name="csX2" fmla="*/ 946185 w 1022108"/>
                  <a:gd name="csY2" fmla="*/ 780373 h 934802"/>
                  <a:gd name="csX3" fmla="*/ 920297 w 1022108"/>
                  <a:gd name="csY3" fmla="*/ 934802 h 934802"/>
                  <a:gd name="csX4" fmla="*/ 5897 w 1022108"/>
                  <a:gd name="csY4" fmla="*/ 934802 h 934802"/>
                  <a:gd name="csX5" fmla="*/ 49198 w 1022108"/>
                  <a:gd name="csY5" fmla="*/ 556637 h 934802"/>
                  <a:gd name="csX6" fmla="*/ 5897 w 1022108"/>
                  <a:gd name="csY6" fmla="*/ 20402 h 934802"/>
                  <a:gd name="csX0" fmla="*/ 5897 w 1060836"/>
                  <a:gd name="csY0" fmla="*/ 20402 h 934802"/>
                  <a:gd name="csX1" fmla="*/ 182529 w 1060836"/>
                  <a:gd name="csY1" fmla="*/ 0 h 934802"/>
                  <a:gd name="csX2" fmla="*/ 1006587 w 1060836"/>
                  <a:gd name="csY2" fmla="*/ 772722 h 934802"/>
                  <a:gd name="csX3" fmla="*/ 920297 w 1060836"/>
                  <a:gd name="csY3" fmla="*/ 934802 h 934802"/>
                  <a:gd name="csX4" fmla="*/ 5897 w 1060836"/>
                  <a:gd name="csY4" fmla="*/ 934802 h 934802"/>
                  <a:gd name="csX5" fmla="*/ 49198 w 1060836"/>
                  <a:gd name="csY5" fmla="*/ 556637 h 934802"/>
                  <a:gd name="csX6" fmla="*/ 5897 w 1060836"/>
                  <a:gd name="csY6" fmla="*/ 20402 h 934802"/>
                  <a:gd name="csX0" fmla="*/ 5897 w 1041703"/>
                  <a:gd name="csY0" fmla="*/ 20402 h 934802"/>
                  <a:gd name="csX1" fmla="*/ 182529 w 1041703"/>
                  <a:gd name="csY1" fmla="*/ 0 h 934802"/>
                  <a:gd name="csX2" fmla="*/ 1006587 w 1041703"/>
                  <a:gd name="csY2" fmla="*/ 772722 h 934802"/>
                  <a:gd name="csX3" fmla="*/ 920297 w 1041703"/>
                  <a:gd name="csY3" fmla="*/ 934802 h 934802"/>
                  <a:gd name="csX4" fmla="*/ 5897 w 1041703"/>
                  <a:gd name="csY4" fmla="*/ 934802 h 934802"/>
                  <a:gd name="csX5" fmla="*/ 49198 w 1041703"/>
                  <a:gd name="csY5" fmla="*/ 556637 h 934802"/>
                  <a:gd name="csX6" fmla="*/ 5897 w 1041703"/>
                  <a:gd name="csY6" fmla="*/ 20402 h 9348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041703" h="934802">
                    <a:moveTo>
                      <a:pt x="5897" y="20402"/>
                    </a:moveTo>
                    <a:lnTo>
                      <a:pt x="182529" y="0"/>
                    </a:lnTo>
                    <a:cubicBezTo>
                      <a:pt x="309762" y="118586"/>
                      <a:pt x="764259" y="636049"/>
                      <a:pt x="1006587" y="772722"/>
                    </a:cubicBezTo>
                    <a:cubicBezTo>
                      <a:pt x="1072022" y="932348"/>
                      <a:pt x="1047530" y="900988"/>
                      <a:pt x="920297" y="934802"/>
                    </a:cubicBezTo>
                    <a:lnTo>
                      <a:pt x="5897" y="934802"/>
                    </a:lnTo>
                    <a:cubicBezTo>
                      <a:pt x="3357" y="812597"/>
                      <a:pt x="-20261" y="714330"/>
                      <a:pt x="49198" y="556637"/>
                    </a:cubicBezTo>
                    <a:cubicBezTo>
                      <a:pt x="105118" y="265174"/>
                      <a:pt x="-272" y="192111"/>
                      <a:pt x="5897" y="20402"/>
                    </a:cubicBezTo>
                    <a:close/>
                  </a:path>
                </a:pathLst>
              </a:cu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BB3F7AC1-43A9-7990-E040-0B39CACB1407}"/>
                  </a:ext>
                </a:extLst>
              </p:cNvPr>
              <p:cNvSpPr/>
              <p:nvPr/>
            </p:nvSpPr>
            <p:spPr>
              <a:xfrm flipH="1">
                <a:off x="3104987" y="3581398"/>
                <a:ext cx="459955" cy="698287"/>
              </a:xfrm>
              <a:custGeom>
                <a:avLst/>
                <a:gdLst>
                  <a:gd name="csX0" fmla="*/ 0 w 914400"/>
                  <a:gd name="csY0" fmla="*/ 0 h 914400"/>
                  <a:gd name="csX1" fmla="*/ 914400 w 914400"/>
                  <a:gd name="csY1" fmla="*/ 0 h 914400"/>
                  <a:gd name="csX2" fmla="*/ 914400 w 914400"/>
                  <a:gd name="csY2" fmla="*/ 914400 h 914400"/>
                  <a:gd name="csX3" fmla="*/ 0 w 914400"/>
                  <a:gd name="csY3" fmla="*/ 914400 h 914400"/>
                  <a:gd name="csX4" fmla="*/ 0 w 914400"/>
                  <a:gd name="csY4" fmla="*/ 0 h 914400"/>
                  <a:gd name="csX0" fmla="*/ 18506 w 932906"/>
                  <a:gd name="csY0" fmla="*/ 0 h 914400"/>
                  <a:gd name="csX1" fmla="*/ 932906 w 932906"/>
                  <a:gd name="csY1" fmla="*/ 0 h 914400"/>
                  <a:gd name="csX2" fmla="*/ 932906 w 932906"/>
                  <a:gd name="csY2" fmla="*/ 914400 h 914400"/>
                  <a:gd name="csX3" fmla="*/ 18506 w 932906"/>
                  <a:gd name="csY3" fmla="*/ 914400 h 914400"/>
                  <a:gd name="csX4" fmla="*/ 0 w 932906"/>
                  <a:gd name="csY4" fmla="*/ 515127 h 914400"/>
                  <a:gd name="csX5" fmla="*/ 18506 w 932906"/>
                  <a:gd name="csY5" fmla="*/ 0 h 914400"/>
                  <a:gd name="csX0" fmla="*/ 18506 w 932906"/>
                  <a:gd name="csY0" fmla="*/ 0 h 914400"/>
                  <a:gd name="csX1" fmla="*/ 932906 w 932906"/>
                  <a:gd name="csY1" fmla="*/ 0 h 914400"/>
                  <a:gd name="csX2" fmla="*/ 932906 w 932906"/>
                  <a:gd name="csY2" fmla="*/ 914400 h 914400"/>
                  <a:gd name="csX3" fmla="*/ 18506 w 932906"/>
                  <a:gd name="csY3" fmla="*/ 914400 h 914400"/>
                  <a:gd name="csX4" fmla="*/ 0 w 932906"/>
                  <a:gd name="csY4" fmla="*/ 515127 h 914400"/>
                  <a:gd name="csX5" fmla="*/ 18506 w 932906"/>
                  <a:gd name="csY5" fmla="*/ 0 h 914400"/>
                  <a:gd name="csX0" fmla="*/ 437 w 914837"/>
                  <a:gd name="csY0" fmla="*/ 0 h 914400"/>
                  <a:gd name="csX1" fmla="*/ 914837 w 914837"/>
                  <a:gd name="csY1" fmla="*/ 0 h 914400"/>
                  <a:gd name="csX2" fmla="*/ 914837 w 914837"/>
                  <a:gd name="csY2" fmla="*/ 914400 h 914400"/>
                  <a:gd name="csX3" fmla="*/ 437 w 914837"/>
                  <a:gd name="csY3" fmla="*/ 914400 h 914400"/>
                  <a:gd name="csX4" fmla="*/ 33366 w 914837"/>
                  <a:gd name="csY4" fmla="*/ 497982 h 914400"/>
                  <a:gd name="csX5" fmla="*/ 437 w 914837"/>
                  <a:gd name="csY5" fmla="*/ 0 h 914400"/>
                  <a:gd name="csX0" fmla="*/ 5919 w 920319"/>
                  <a:gd name="csY0" fmla="*/ 0 h 914400"/>
                  <a:gd name="csX1" fmla="*/ 920319 w 920319"/>
                  <a:gd name="csY1" fmla="*/ 0 h 914400"/>
                  <a:gd name="csX2" fmla="*/ 920319 w 920319"/>
                  <a:gd name="csY2" fmla="*/ 914400 h 914400"/>
                  <a:gd name="csX3" fmla="*/ 5919 w 920319"/>
                  <a:gd name="csY3" fmla="*/ 914400 h 914400"/>
                  <a:gd name="csX4" fmla="*/ 38848 w 920319"/>
                  <a:gd name="csY4" fmla="*/ 497982 h 914400"/>
                  <a:gd name="csX5" fmla="*/ 5919 w 920319"/>
                  <a:gd name="csY5" fmla="*/ 0 h 914400"/>
                  <a:gd name="csX0" fmla="*/ 5919 w 920319"/>
                  <a:gd name="csY0" fmla="*/ 0 h 914400"/>
                  <a:gd name="csX1" fmla="*/ 920319 w 920319"/>
                  <a:gd name="csY1" fmla="*/ 0 h 914400"/>
                  <a:gd name="csX2" fmla="*/ 920319 w 920319"/>
                  <a:gd name="csY2" fmla="*/ 914400 h 914400"/>
                  <a:gd name="csX3" fmla="*/ 5919 w 920319"/>
                  <a:gd name="csY3" fmla="*/ 914400 h 914400"/>
                  <a:gd name="csX4" fmla="*/ 38848 w 920319"/>
                  <a:gd name="csY4" fmla="*/ 497982 h 914400"/>
                  <a:gd name="csX5" fmla="*/ 5919 w 920319"/>
                  <a:gd name="csY5" fmla="*/ 0 h 914400"/>
                  <a:gd name="csX0" fmla="*/ 294 w 914694"/>
                  <a:gd name="csY0" fmla="*/ 0 h 914400"/>
                  <a:gd name="csX1" fmla="*/ 914694 w 914694"/>
                  <a:gd name="csY1" fmla="*/ 0 h 914400"/>
                  <a:gd name="csX2" fmla="*/ 914694 w 914694"/>
                  <a:gd name="csY2" fmla="*/ 914400 h 914400"/>
                  <a:gd name="csX3" fmla="*/ 294 w 914694"/>
                  <a:gd name="csY3" fmla="*/ 914400 h 914400"/>
                  <a:gd name="csX4" fmla="*/ 78110 w 914694"/>
                  <a:gd name="csY4" fmla="*/ 497982 h 914400"/>
                  <a:gd name="csX5" fmla="*/ 294 w 914694"/>
                  <a:gd name="csY5" fmla="*/ 0 h 914400"/>
                  <a:gd name="csX0" fmla="*/ 262 w 914662"/>
                  <a:gd name="csY0" fmla="*/ 0 h 914400"/>
                  <a:gd name="csX1" fmla="*/ 914662 w 914662"/>
                  <a:gd name="csY1" fmla="*/ 0 h 914400"/>
                  <a:gd name="csX2" fmla="*/ 914662 w 914662"/>
                  <a:gd name="csY2" fmla="*/ 914400 h 914400"/>
                  <a:gd name="csX3" fmla="*/ 262 w 914662"/>
                  <a:gd name="csY3" fmla="*/ 914400 h 914400"/>
                  <a:gd name="csX4" fmla="*/ 78078 w 914662"/>
                  <a:gd name="csY4" fmla="*/ 497982 h 914400"/>
                  <a:gd name="csX5" fmla="*/ 262 w 914662"/>
                  <a:gd name="csY5" fmla="*/ 0 h 914400"/>
                  <a:gd name="csX0" fmla="*/ 337 w 914737"/>
                  <a:gd name="csY0" fmla="*/ 0 h 914400"/>
                  <a:gd name="csX1" fmla="*/ 914737 w 914737"/>
                  <a:gd name="csY1" fmla="*/ 0 h 914400"/>
                  <a:gd name="csX2" fmla="*/ 914737 w 914737"/>
                  <a:gd name="csY2" fmla="*/ 914400 h 914400"/>
                  <a:gd name="csX3" fmla="*/ 337 w 914737"/>
                  <a:gd name="csY3" fmla="*/ 914400 h 914400"/>
                  <a:gd name="csX4" fmla="*/ 65210 w 914737"/>
                  <a:gd name="csY4" fmla="*/ 541336 h 914400"/>
                  <a:gd name="csX5" fmla="*/ 337 w 914737"/>
                  <a:gd name="csY5" fmla="*/ 0 h 914400"/>
                  <a:gd name="csX0" fmla="*/ 52244 w 966644"/>
                  <a:gd name="csY0" fmla="*/ 0 h 914400"/>
                  <a:gd name="csX1" fmla="*/ 966644 w 966644"/>
                  <a:gd name="csY1" fmla="*/ 0 h 914400"/>
                  <a:gd name="csX2" fmla="*/ 966644 w 966644"/>
                  <a:gd name="csY2" fmla="*/ 914400 h 914400"/>
                  <a:gd name="csX3" fmla="*/ 52244 w 966644"/>
                  <a:gd name="csY3" fmla="*/ 914400 h 914400"/>
                  <a:gd name="csX4" fmla="*/ 117117 w 966644"/>
                  <a:gd name="csY4" fmla="*/ 541336 h 914400"/>
                  <a:gd name="csX5" fmla="*/ 52244 w 966644"/>
                  <a:gd name="csY5" fmla="*/ 0 h 914400"/>
                  <a:gd name="csX0" fmla="*/ 66134 w 980534"/>
                  <a:gd name="csY0" fmla="*/ 0 h 914400"/>
                  <a:gd name="csX1" fmla="*/ 980534 w 980534"/>
                  <a:gd name="csY1" fmla="*/ 0 h 914400"/>
                  <a:gd name="csX2" fmla="*/ 980534 w 980534"/>
                  <a:gd name="csY2" fmla="*/ 914400 h 914400"/>
                  <a:gd name="csX3" fmla="*/ 66134 w 980534"/>
                  <a:gd name="csY3" fmla="*/ 914400 h 914400"/>
                  <a:gd name="csX4" fmla="*/ 109435 w 980534"/>
                  <a:gd name="csY4" fmla="*/ 536235 h 914400"/>
                  <a:gd name="csX5" fmla="*/ 66134 w 980534"/>
                  <a:gd name="csY5" fmla="*/ 0 h 914400"/>
                  <a:gd name="csX0" fmla="*/ 66134 w 980534"/>
                  <a:gd name="csY0" fmla="*/ 0 h 914400"/>
                  <a:gd name="csX1" fmla="*/ 980534 w 980534"/>
                  <a:gd name="csY1" fmla="*/ 0 h 914400"/>
                  <a:gd name="csX2" fmla="*/ 980534 w 980534"/>
                  <a:gd name="csY2" fmla="*/ 914400 h 914400"/>
                  <a:gd name="csX3" fmla="*/ 66134 w 980534"/>
                  <a:gd name="csY3" fmla="*/ 914400 h 914400"/>
                  <a:gd name="csX4" fmla="*/ 109435 w 980534"/>
                  <a:gd name="csY4" fmla="*/ 536235 h 914400"/>
                  <a:gd name="csX5" fmla="*/ 66134 w 980534"/>
                  <a:gd name="csY5" fmla="*/ 0 h 914400"/>
                  <a:gd name="csX0" fmla="*/ 5897 w 920297"/>
                  <a:gd name="csY0" fmla="*/ 0 h 914400"/>
                  <a:gd name="csX1" fmla="*/ 920297 w 920297"/>
                  <a:gd name="csY1" fmla="*/ 0 h 914400"/>
                  <a:gd name="csX2" fmla="*/ 920297 w 920297"/>
                  <a:gd name="csY2" fmla="*/ 914400 h 914400"/>
                  <a:gd name="csX3" fmla="*/ 5897 w 920297"/>
                  <a:gd name="csY3" fmla="*/ 914400 h 914400"/>
                  <a:gd name="csX4" fmla="*/ 49198 w 920297"/>
                  <a:gd name="csY4" fmla="*/ 536235 h 914400"/>
                  <a:gd name="csX5" fmla="*/ 5897 w 920297"/>
                  <a:gd name="csY5" fmla="*/ 0 h 914400"/>
                  <a:gd name="csX0" fmla="*/ 5897 w 920297"/>
                  <a:gd name="csY0" fmla="*/ 0 h 914400"/>
                  <a:gd name="csX1" fmla="*/ 441395 w 920297"/>
                  <a:gd name="csY1" fmla="*/ 142813 h 914400"/>
                  <a:gd name="csX2" fmla="*/ 920297 w 920297"/>
                  <a:gd name="csY2" fmla="*/ 914400 h 914400"/>
                  <a:gd name="csX3" fmla="*/ 5897 w 920297"/>
                  <a:gd name="csY3" fmla="*/ 914400 h 914400"/>
                  <a:gd name="csX4" fmla="*/ 49198 w 920297"/>
                  <a:gd name="csY4" fmla="*/ 536235 h 914400"/>
                  <a:gd name="csX5" fmla="*/ 5897 w 920297"/>
                  <a:gd name="csY5" fmla="*/ 0 h 914400"/>
                  <a:gd name="csX0" fmla="*/ 5897 w 920297"/>
                  <a:gd name="csY0" fmla="*/ 12751 h 927151"/>
                  <a:gd name="csX1" fmla="*/ 268818 w 920297"/>
                  <a:gd name="csY1" fmla="*/ 0 h 927151"/>
                  <a:gd name="csX2" fmla="*/ 920297 w 920297"/>
                  <a:gd name="csY2" fmla="*/ 927151 h 927151"/>
                  <a:gd name="csX3" fmla="*/ 5897 w 920297"/>
                  <a:gd name="csY3" fmla="*/ 927151 h 927151"/>
                  <a:gd name="csX4" fmla="*/ 49198 w 920297"/>
                  <a:gd name="csY4" fmla="*/ 548986 h 927151"/>
                  <a:gd name="csX5" fmla="*/ 5897 w 920297"/>
                  <a:gd name="csY5" fmla="*/ 12751 h 927151"/>
                  <a:gd name="csX0" fmla="*/ 5897 w 920297"/>
                  <a:gd name="csY0" fmla="*/ 12751 h 927151"/>
                  <a:gd name="csX1" fmla="*/ 268818 w 920297"/>
                  <a:gd name="csY1" fmla="*/ 0 h 927151"/>
                  <a:gd name="csX2" fmla="*/ 920297 w 920297"/>
                  <a:gd name="csY2" fmla="*/ 927151 h 927151"/>
                  <a:gd name="csX3" fmla="*/ 5897 w 920297"/>
                  <a:gd name="csY3" fmla="*/ 927151 h 927151"/>
                  <a:gd name="csX4" fmla="*/ 49198 w 920297"/>
                  <a:gd name="csY4" fmla="*/ 548986 h 927151"/>
                  <a:gd name="csX5" fmla="*/ 5897 w 920297"/>
                  <a:gd name="csY5" fmla="*/ 12751 h 927151"/>
                  <a:gd name="csX0" fmla="*/ 5897 w 920297"/>
                  <a:gd name="csY0" fmla="*/ 12751 h 927151"/>
                  <a:gd name="csX1" fmla="*/ 268818 w 920297"/>
                  <a:gd name="csY1" fmla="*/ 0 h 927151"/>
                  <a:gd name="csX2" fmla="*/ 920297 w 920297"/>
                  <a:gd name="csY2" fmla="*/ 927151 h 927151"/>
                  <a:gd name="csX3" fmla="*/ 5897 w 920297"/>
                  <a:gd name="csY3" fmla="*/ 927151 h 927151"/>
                  <a:gd name="csX4" fmla="*/ 49198 w 920297"/>
                  <a:gd name="csY4" fmla="*/ 548986 h 927151"/>
                  <a:gd name="csX5" fmla="*/ 5897 w 920297"/>
                  <a:gd name="csY5" fmla="*/ 12751 h 927151"/>
                  <a:gd name="csX0" fmla="*/ 5897 w 970985"/>
                  <a:gd name="csY0" fmla="*/ 12751 h 927151"/>
                  <a:gd name="csX1" fmla="*/ 268818 w 970985"/>
                  <a:gd name="csY1" fmla="*/ 0 h 927151"/>
                  <a:gd name="csX2" fmla="*/ 799495 w 970985"/>
                  <a:gd name="csY2" fmla="*/ 731918 h 927151"/>
                  <a:gd name="csX3" fmla="*/ 920297 w 970985"/>
                  <a:gd name="csY3" fmla="*/ 927151 h 927151"/>
                  <a:gd name="csX4" fmla="*/ 5897 w 970985"/>
                  <a:gd name="csY4" fmla="*/ 927151 h 927151"/>
                  <a:gd name="csX5" fmla="*/ 49198 w 970985"/>
                  <a:gd name="csY5" fmla="*/ 548986 h 927151"/>
                  <a:gd name="csX6" fmla="*/ 5897 w 970985"/>
                  <a:gd name="csY6" fmla="*/ 12751 h 927151"/>
                  <a:gd name="csX0" fmla="*/ 5897 w 970985"/>
                  <a:gd name="csY0" fmla="*/ 20402 h 934802"/>
                  <a:gd name="csX1" fmla="*/ 182529 w 970985"/>
                  <a:gd name="csY1" fmla="*/ 0 h 934802"/>
                  <a:gd name="csX2" fmla="*/ 799495 w 970985"/>
                  <a:gd name="csY2" fmla="*/ 739569 h 934802"/>
                  <a:gd name="csX3" fmla="*/ 920297 w 970985"/>
                  <a:gd name="csY3" fmla="*/ 934802 h 934802"/>
                  <a:gd name="csX4" fmla="*/ 5897 w 970985"/>
                  <a:gd name="csY4" fmla="*/ 934802 h 934802"/>
                  <a:gd name="csX5" fmla="*/ 49198 w 970985"/>
                  <a:gd name="csY5" fmla="*/ 556637 h 934802"/>
                  <a:gd name="csX6" fmla="*/ 5897 w 970985"/>
                  <a:gd name="csY6" fmla="*/ 20402 h 934802"/>
                  <a:gd name="csX0" fmla="*/ 5897 w 994432"/>
                  <a:gd name="csY0" fmla="*/ 20402 h 934802"/>
                  <a:gd name="csX1" fmla="*/ 182529 w 994432"/>
                  <a:gd name="csY1" fmla="*/ 0 h 934802"/>
                  <a:gd name="csX2" fmla="*/ 885783 w 994432"/>
                  <a:gd name="csY2" fmla="*/ 754870 h 934802"/>
                  <a:gd name="csX3" fmla="*/ 920297 w 994432"/>
                  <a:gd name="csY3" fmla="*/ 934802 h 934802"/>
                  <a:gd name="csX4" fmla="*/ 5897 w 994432"/>
                  <a:gd name="csY4" fmla="*/ 934802 h 934802"/>
                  <a:gd name="csX5" fmla="*/ 49198 w 994432"/>
                  <a:gd name="csY5" fmla="*/ 556637 h 934802"/>
                  <a:gd name="csX6" fmla="*/ 5897 w 994432"/>
                  <a:gd name="csY6" fmla="*/ 20402 h 934802"/>
                  <a:gd name="csX0" fmla="*/ 5897 w 1022108"/>
                  <a:gd name="csY0" fmla="*/ 20402 h 934802"/>
                  <a:gd name="csX1" fmla="*/ 182529 w 1022108"/>
                  <a:gd name="csY1" fmla="*/ 0 h 934802"/>
                  <a:gd name="csX2" fmla="*/ 946185 w 1022108"/>
                  <a:gd name="csY2" fmla="*/ 780373 h 934802"/>
                  <a:gd name="csX3" fmla="*/ 920297 w 1022108"/>
                  <a:gd name="csY3" fmla="*/ 934802 h 934802"/>
                  <a:gd name="csX4" fmla="*/ 5897 w 1022108"/>
                  <a:gd name="csY4" fmla="*/ 934802 h 934802"/>
                  <a:gd name="csX5" fmla="*/ 49198 w 1022108"/>
                  <a:gd name="csY5" fmla="*/ 556637 h 934802"/>
                  <a:gd name="csX6" fmla="*/ 5897 w 1022108"/>
                  <a:gd name="csY6" fmla="*/ 20402 h 934802"/>
                  <a:gd name="csX0" fmla="*/ 5897 w 1022108"/>
                  <a:gd name="csY0" fmla="*/ 20402 h 934802"/>
                  <a:gd name="csX1" fmla="*/ 182529 w 1022108"/>
                  <a:gd name="csY1" fmla="*/ 0 h 934802"/>
                  <a:gd name="csX2" fmla="*/ 946185 w 1022108"/>
                  <a:gd name="csY2" fmla="*/ 780373 h 934802"/>
                  <a:gd name="csX3" fmla="*/ 920297 w 1022108"/>
                  <a:gd name="csY3" fmla="*/ 934802 h 934802"/>
                  <a:gd name="csX4" fmla="*/ 5897 w 1022108"/>
                  <a:gd name="csY4" fmla="*/ 934802 h 934802"/>
                  <a:gd name="csX5" fmla="*/ 49198 w 1022108"/>
                  <a:gd name="csY5" fmla="*/ 556637 h 934802"/>
                  <a:gd name="csX6" fmla="*/ 5897 w 1022108"/>
                  <a:gd name="csY6" fmla="*/ 20402 h 934802"/>
                  <a:gd name="csX0" fmla="*/ 5897 w 1060836"/>
                  <a:gd name="csY0" fmla="*/ 20402 h 934802"/>
                  <a:gd name="csX1" fmla="*/ 182529 w 1060836"/>
                  <a:gd name="csY1" fmla="*/ 0 h 934802"/>
                  <a:gd name="csX2" fmla="*/ 1006587 w 1060836"/>
                  <a:gd name="csY2" fmla="*/ 772722 h 934802"/>
                  <a:gd name="csX3" fmla="*/ 920297 w 1060836"/>
                  <a:gd name="csY3" fmla="*/ 934802 h 934802"/>
                  <a:gd name="csX4" fmla="*/ 5897 w 1060836"/>
                  <a:gd name="csY4" fmla="*/ 934802 h 934802"/>
                  <a:gd name="csX5" fmla="*/ 49198 w 1060836"/>
                  <a:gd name="csY5" fmla="*/ 556637 h 934802"/>
                  <a:gd name="csX6" fmla="*/ 5897 w 1060836"/>
                  <a:gd name="csY6" fmla="*/ 20402 h 934802"/>
                  <a:gd name="csX0" fmla="*/ 5897 w 1041703"/>
                  <a:gd name="csY0" fmla="*/ 20402 h 934802"/>
                  <a:gd name="csX1" fmla="*/ 182529 w 1041703"/>
                  <a:gd name="csY1" fmla="*/ 0 h 934802"/>
                  <a:gd name="csX2" fmla="*/ 1006587 w 1041703"/>
                  <a:gd name="csY2" fmla="*/ 772722 h 934802"/>
                  <a:gd name="csX3" fmla="*/ 920297 w 1041703"/>
                  <a:gd name="csY3" fmla="*/ 934802 h 934802"/>
                  <a:gd name="csX4" fmla="*/ 5897 w 1041703"/>
                  <a:gd name="csY4" fmla="*/ 934802 h 934802"/>
                  <a:gd name="csX5" fmla="*/ 49198 w 1041703"/>
                  <a:gd name="csY5" fmla="*/ 556637 h 934802"/>
                  <a:gd name="csX6" fmla="*/ 5897 w 1041703"/>
                  <a:gd name="csY6" fmla="*/ 20402 h 9348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041703" h="934802">
                    <a:moveTo>
                      <a:pt x="5897" y="20402"/>
                    </a:moveTo>
                    <a:lnTo>
                      <a:pt x="182529" y="0"/>
                    </a:lnTo>
                    <a:cubicBezTo>
                      <a:pt x="309762" y="118586"/>
                      <a:pt x="764259" y="636049"/>
                      <a:pt x="1006587" y="772722"/>
                    </a:cubicBezTo>
                    <a:cubicBezTo>
                      <a:pt x="1072022" y="932348"/>
                      <a:pt x="1047530" y="900988"/>
                      <a:pt x="920297" y="934802"/>
                    </a:cubicBezTo>
                    <a:lnTo>
                      <a:pt x="5897" y="934802"/>
                    </a:lnTo>
                    <a:cubicBezTo>
                      <a:pt x="3357" y="812597"/>
                      <a:pt x="-20261" y="714330"/>
                      <a:pt x="49198" y="556637"/>
                    </a:cubicBezTo>
                    <a:cubicBezTo>
                      <a:pt x="105118" y="265174"/>
                      <a:pt x="-272" y="192111"/>
                      <a:pt x="5897" y="20402"/>
                    </a:cubicBezTo>
                    <a:close/>
                  </a:path>
                </a:pathLst>
              </a:cu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3062A826-133C-A995-B3C9-12AA9B26C201}"/>
                </a:ext>
              </a:extLst>
            </p:cNvPr>
            <p:cNvGrpSpPr/>
            <p:nvPr/>
          </p:nvGrpSpPr>
          <p:grpSpPr>
            <a:xfrm>
              <a:off x="3185760" y="3679496"/>
              <a:ext cx="362775" cy="135487"/>
              <a:chOff x="2970118" y="3918172"/>
              <a:chExt cx="350842" cy="120414"/>
            </a:xfrm>
            <a:solidFill>
              <a:srgbClr val="FFFF00"/>
            </a:solidFill>
          </p:grpSpPr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79BEFB1E-CA71-0BD8-2F09-312663299D80}"/>
                  </a:ext>
                </a:extLst>
              </p:cNvPr>
              <p:cNvSpPr/>
              <p:nvPr/>
            </p:nvSpPr>
            <p:spPr>
              <a:xfrm rot="1000915">
                <a:off x="2970118" y="3924414"/>
                <a:ext cx="139669" cy="83848"/>
              </a:xfrm>
              <a:prstGeom prst="roundRect">
                <a:avLst/>
              </a:prstGeom>
              <a:grpFill/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AB0CC829-C767-4023-8E5F-2AA500FB51E4}"/>
                  </a:ext>
                </a:extLst>
              </p:cNvPr>
              <p:cNvSpPr/>
              <p:nvPr/>
            </p:nvSpPr>
            <p:spPr>
              <a:xfrm rot="20599085" flipH="1">
                <a:off x="3181291" y="3924415"/>
                <a:ext cx="139669" cy="83848"/>
              </a:xfrm>
              <a:prstGeom prst="roundRect">
                <a:avLst/>
              </a:prstGeom>
              <a:grpFill/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23DAD85F-AF18-FC9C-62AD-FCB9F4A41612}"/>
                  </a:ext>
                </a:extLst>
              </p:cNvPr>
              <p:cNvSpPr/>
              <p:nvPr/>
            </p:nvSpPr>
            <p:spPr>
              <a:xfrm>
                <a:off x="3095427" y="3918172"/>
                <a:ext cx="92671" cy="120414"/>
              </a:xfrm>
              <a:prstGeom prst="ellipse">
                <a:avLst/>
              </a:prstGeom>
              <a:grpFill/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8E80BAB-BF36-C2C4-5833-EBDAB2F4E1C9}"/>
                </a:ext>
              </a:extLst>
            </p:cNvPr>
            <p:cNvGrpSpPr/>
            <p:nvPr/>
          </p:nvGrpSpPr>
          <p:grpSpPr>
            <a:xfrm>
              <a:off x="3792226" y="4064830"/>
              <a:ext cx="258043" cy="347241"/>
              <a:chOff x="3547110" y="3971074"/>
              <a:chExt cx="249555" cy="308611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338AFBA-7CE8-AE3C-F703-F88878170C38}"/>
                  </a:ext>
                </a:extLst>
              </p:cNvPr>
              <p:cNvSpPr/>
              <p:nvPr/>
            </p:nvSpPr>
            <p:spPr>
              <a:xfrm>
                <a:off x="3573927" y="4127833"/>
                <a:ext cx="178924" cy="151852"/>
              </a:xfrm>
              <a:prstGeom prst="rect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DC066A40-0C23-7E95-2225-28CC6C0E6513}"/>
                  </a:ext>
                </a:extLst>
              </p:cNvPr>
              <p:cNvSpPr/>
              <p:nvPr/>
            </p:nvSpPr>
            <p:spPr>
              <a:xfrm>
                <a:off x="3547110" y="3971074"/>
                <a:ext cx="249555" cy="120865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75322563-6ED7-54F5-E61B-76DC030AF2C2}"/>
                </a:ext>
              </a:extLst>
            </p:cNvPr>
            <p:cNvGrpSpPr/>
            <p:nvPr/>
          </p:nvGrpSpPr>
          <p:grpSpPr>
            <a:xfrm>
              <a:off x="2951290" y="2578320"/>
              <a:ext cx="816337" cy="1035375"/>
              <a:chOff x="2075007" y="3043790"/>
              <a:chExt cx="816337" cy="1035375"/>
            </a:xfrm>
          </p:grpSpPr>
          <p:grpSp>
            <p:nvGrpSpPr>
              <p:cNvPr id="139" name="Group 138">
                <a:extLst>
                  <a:ext uri="{FF2B5EF4-FFF2-40B4-BE49-F238E27FC236}">
                    <a16:creationId xmlns:a16="http://schemas.microsoft.com/office/drawing/2014/main" id="{B38A2C19-3A9C-EB40-93BB-C4A30021D113}"/>
                  </a:ext>
                </a:extLst>
              </p:cNvPr>
              <p:cNvGrpSpPr/>
              <p:nvPr/>
            </p:nvGrpSpPr>
            <p:grpSpPr>
              <a:xfrm>
                <a:off x="2075007" y="3164765"/>
                <a:ext cx="816337" cy="914400"/>
                <a:chOff x="1939018" y="2920242"/>
                <a:chExt cx="816337" cy="914400"/>
              </a:xfrm>
            </p:grpSpPr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33FE50B3-1031-BDC1-7F44-C3BE83588C1D}"/>
                    </a:ext>
                  </a:extLst>
                </p:cNvPr>
                <p:cNvSpPr/>
                <p:nvPr/>
              </p:nvSpPr>
              <p:spPr>
                <a:xfrm>
                  <a:off x="2664395" y="3317196"/>
                  <a:ext cx="90960" cy="157480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D38FD744-6369-B074-C439-87F7628D0B8D}"/>
                    </a:ext>
                  </a:extLst>
                </p:cNvPr>
                <p:cNvSpPr/>
                <p:nvPr/>
              </p:nvSpPr>
              <p:spPr>
                <a:xfrm>
                  <a:off x="1939018" y="3285126"/>
                  <a:ext cx="90960" cy="157480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40155244-860E-FC25-9CDD-E968A0BFE9ED}"/>
                    </a:ext>
                  </a:extLst>
                </p:cNvPr>
                <p:cNvSpPr/>
                <p:nvPr/>
              </p:nvSpPr>
              <p:spPr>
                <a:xfrm>
                  <a:off x="1986931" y="2920242"/>
                  <a:ext cx="705978" cy="914400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9" name="Oval 128">
                  <a:extLst>
                    <a:ext uri="{FF2B5EF4-FFF2-40B4-BE49-F238E27FC236}">
                      <a16:creationId xmlns:a16="http://schemas.microsoft.com/office/drawing/2014/main" id="{586978D1-4C78-72DB-2C88-35FF39F04D66}"/>
                    </a:ext>
                  </a:extLst>
                </p:cNvPr>
                <p:cNvSpPr/>
                <p:nvPr/>
              </p:nvSpPr>
              <p:spPr>
                <a:xfrm>
                  <a:off x="2139990" y="3272852"/>
                  <a:ext cx="45719" cy="115508"/>
                </a:xfrm>
                <a:prstGeom prst="ellipse">
                  <a:avLst/>
                </a:prstGeom>
                <a:solidFill>
                  <a:schemeClr val="tx1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" name="Oval 131">
                  <a:extLst>
                    <a:ext uri="{FF2B5EF4-FFF2-40B4-BE49-F238E27FC236}">
                      <a16:creationId xmlns:a16="http://schemas.microsoft.com/office/drawing/2014/main" id="{6421970F-CE3B-71C9-492E-B4A3F088E8D1}"/>
                    </a:ext>
                  </a:extLst>
                </p:cNvPr>
                <p:cNvSpPr/>
                <p:nvPr/>
              </p:nvSpPr>
              <p:spPr>
                <a:xfrm>
                  <a:off x="2485804" y="3271029"/>
                  <a:ext cx="45719" cy="115508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8" name="Oval 137">
                  <a:extLst>
                    <a:ext uri="{FF2B5EF4-FFF2-40B4-BE49-F238E27FC236}">
                      <a16:creationId xmlns:a16="http://schemas.microsoft.com/office/drawing/2014/main" id="{F4F571DE-B89F-8189-EEE6-CDB3C591A6E7}"/>
                    </a:ext>
                  </a:extLst>
                </p:cNvPr>
                <p:cNvSpPr/>
                <p:nvPr/>
              </p:nvSpPr>
              <p:spPr>
                <a:xfrm>
                  <a:off x="2234351" y="3615908"/>
                  <a:ext cx="215514" cy="46774"/>
                </a:xfrm>
                <a:custGeom>
                  <a:avLst/>
                  <a:gdLst>
                    <a:gd name="csX0" fmla="*/ 0 w 215513"/>
                    <a:gd name="csY0" fmla="*/ 37198 h 74395"/>
                    <a:gd name="csX1" fmla="*/ 107757 w 215513"/>
                    <a:gd name="csY1" fmla="*/ 0 h 74395"/>
                    <a:gd name="csX2" fmla="*/ 215514 w 215513"/>
                    <a:gd name="csY2" fmla="*/ 37198 h 74395"/>
                    <a:gd name="csX3" fmla="*/ 107757 w 215513"/>
                    <a:gd name="csY3" fmla="*/ 74396 h 74395"/>
                    <a:gd name="csX4" fmla="*/ 0 w 215513"/>
                    <a:gd name="csY4" fmla="*/ 37198 h 74395"/>
                    <a:gd name="csX0" fmla="*/ 0 w 215514"/>
                    <a:gd name="csY0" fmla="*/ 9576 h 46774"/>
                    <a:gd name="csX1" fmla="*/ 107757 w 215514"/>
                    <a:gd name="csY1" fmla="*/ 7938 h 46774"/>
                    <a:gd name="csX2" fmla="*/ 215514 w 215514"/>
                    <a:gd name="csY2" fmla="*/ 9576 h 46774"/>
                    <a:gd name="csX3" fmla="*/ 107757 w 215514"/>
                    <a:gd name="csY3" fmla="*/ 46774 h 46774"/>
                    <a:gd name="csX4" fmla="*/ 0 w 215514"/>
                    <a:gd name="csY4" fmla="*/ 9576 h 4677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15514" h="46774">
                      <a:moveTo>
                        <a:pt x="0" y="9576"/>
                      </a:moveTo>
                      <a:cubicBezTo>
                        <a:pt x="0" y="3103"/>
                        <a:pt x="48244" y="7938"/>
                        <a:pt x="107757" y="7938"/>
                      </a:cubicBezTo>
                      <a:cubicBezTo>
                        <a:pt x="167270" y="7938"/>
                        <a:pt x="215514" y="-10968"/>
                        <a:pt x="215514" y="9576"/>
                      </a:cubicBezTo>
                      <a:cubicBezTo>
                        <a:pt x="215514" y="30120"/>
                        <a:pt x="167270" y="46774"/>
                        <a:pt x="107757" y="46774"/>
                      </a:cubicBezTo>
                      <a:cubicBezTo>
                        <a:pt x="48244" y="46774"/>
                        <a:pt x="0" y="16049"/>
                        <a:pt x="0" y="9576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40" name="Rectangle: Rounded Corners 139">
                <a:extLst>
                  <a:ext uri="{FF2B5EF4-FFF2-40B4-BE49-F238E27FC236}">
                    <a16:creationId xmlns:a16="http://schemas.microsoft.com/office/drawing/2014/main" id="{EDA1A6FA-5AC6-1269-5804-65CDDFCBE87C}"/>
                  </a:ext>
                </a:extLst>
              </p:cNvPr>
              <p:cNvSpPr/>
              <p:nvPr/>
            </p:nvSpPr>
            <p:spPr>
              <a:xfrm>
                <a:off x="2165967" y="3043790"/>
                <a:ext cx="663515" cy="394190"/>
              </a:xfrm>
              <a:custGeom>
                <a:avLst/>
                <a:gdLst>
                  <a:gd name="csX0" fmla="*/ 0 w 663515"/>
                  <a:gd name="csY0" fmla="*/ 65700 h 394190"/>
                  <a:gd name="csX1" fmla="*/ 65700 w 663515"/>
                  <a:gd name="csY1" fmla="*/ 0 h 394190"/>
                  <a:gd name="csX2" fmla="*/ 597815 w 663515"/>
                  <a:gd name="csY2" fmla="*/ 0 h 394190"/>
                  <a:gd name="csX3" fmla="*/ 663515 w 663515"/>
                  <a:gd name="csY3" fmla="*/ 65700 h 394190"/>
                  <a:gd name="csX4" fmla="*/ 663515 w 663515"/>
                  <a:gd name="csY4" fmla="*/ 328490 h 394190"/>
                  <a:gd name="csX5" fmla="*/ 597815 w 663515"/>
                  <a:gd name="csY5" fmla="*/ 394190 h 394190"/>
                  <a:gd name="csX6" fmla="*/ 65700 w 663515"/>
                  <a:gd name="csY6" fmla="*/ 394190 h 394190"/>
                  <a:gd name="csX7" fmla="*/ 0 w 663515"/>
                  <a:gd name="csY7" fmla="*/ 328490 h 394190"/>
                  <a:gd name="csX8" fmla="*/ 0 w 663515"/>
                  <a:gd name="csY8" fmla="*/ 65700 h 394190"/>
                  <a:gd name="csX0" fmla="*/ 0 w 663515"/>
                  <a:gd name="csY0" fmla="*/ 65700 h 394190"/>
                  <a:gd name="csX1" fmla="*/ 65700 w 663515"/>
                  <a:gd name="csY1" fmla="*/ 0 h 394190"/>
                  <a:gd name="csX2" fmla="*/ 597815 w 663515"/>
                  <a:gd name="csY2" fmla="*/ 0 h 394190"/>
                  <a:gd name="csX3" fmla="*/ 663515 w 663515"/>
                  <a:gd name="csY3" fmla="*/ 65700 h 394190"/>
                  <a:gd name="csX4" fmla="*/ 663515 w 663515"/>
                  <a:gd name="csY4" fmla="*/ 328490 h 394190"/>
                  <a:gd name="csX5" fmla="*/ 597815 w 663515"/>
                  <a:gd name="csY5" fmla="*/ 394190 h 394190"/>
                  <a:gd name="csX6" fmla="*/ 187620 w 663515"/>
                  <a:gd name="csY6" fmla="*/ 307830 h 394190"/>
                  <a:gd name="csX7" fmla="*/ 0 w 663515"/>
                  <a:gd name="csY7" fmla="*/ 328490 h 394190"/>
                  <a:gd name="csX8" fmla="*/ 0 w 663515"/>
                  <a:gd name="csY8" fmla="*/ 65700 h 394190"/>
                  <a:gd name="csX0" fmla="*/ 0 w 663515"/>
                  <a:gd name="csY0" fmla="*/ 65700 h 394190"/>
                  <a:gd name="csX1" fmla="*/ 65700 w 663515"/>
                  <a:gd name="csY1" fmla="*/ 0 h 394190"/>
                  <a:gd name="csX2" fmla="*/ 597815 w 663515"/>
                  <a:gd name="csY2" fmla="*/ 0 h 394190"/>
                  <a:gd name="csX3" fmla="*/ 663515 w 663515"/>
                  <a:gd name="csY3" fmla="*/ 65700 h 394190"/>
                  <a:gd name="csX4" fmla="*/ 663515 w 663515"/>
                  <a:gd name="csY4" fmla="*/ 328490 h 394190"/>
                  <a:gd name="csX5" fmla="*/ 597815 w 663515"/>
                  <a:gd name="csY5" fmla="*/ 394190 h 394190"/>
                  <a:gd name="csX6" fmla="*/ 187620 w 663515"/>
                  <a:gd name="csY6" fmla="*/ 307830 h 394190"/>
                  <a:gd name="csX7" fmla="*/ 0 w 663515"/>
                  <a:gd name="csY7" fmla="*/ 328490 h 394190"/>
                  <a:gd name="csX8" fmla="*/ 0 w 663515"/>
                  <a:gd name="csY8" fmla="*/ 65700 h 3941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63515" h="394190">
                    <a:moveTo>
                      <a:pt x="0" y="65700"/>
                    </a:moveTo>
                    <a:cubicBezTo>
                      <a:pt x="0" y="29415"/>
                      <a:pt x="29415" y="0"/>
                      <a:pt x="65700" y="0"/>
                    </a:cubicBezTo>
                    <a:lnTo>
                      <a:pt x="597815" y="0"/>
                    </a:lnTo>
                    <a:cubicBezTo>
                      <a:pt x="634100" y="0"/>
                      <a:pt x="663515" y="29415"/>
                      <a:pt x="663515" y="65700"/>
                    </a:cubicBezTo>
                    <a:lnTo>
                      <a:pt x="663515" y="328490"/>
                    </a:lnTo>
                    <a:cubicBezTo>
                      <a:pt x="663515" y="364775"/>
                      <a:pt x="634100" y="394190"/>
                      <a:pt x="597815" y="394190"/>
                    </a:cubicBezTo>
                    <a:cubicBezTo>
                      <a:pt x="420443" y="394190"/>
                      <a:pt x="420872" y="384030"/>
                      <a:pt x="187620" y="307830"/>
                    </a:cubicBezTo>
                    <a:cubicBezTo>
                      <a:pt x="151335" y="307830"/>
                      <a:pt x="0" y="364775"/>
                      <a:pt x="0" y="328490"/>
                    </a:cubicBezTo>
                    <a:lnTo>
                      <a:pt x="0" y="65700"/>
                    </a:lnTo>
                    <a:close/>
                  </a:path>
                </a:pathLst>
              </a:custGeom>
              <a:solidFill>
                <a:srgbClr val="FF0000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391" name="customer">
            <a:extLst>
              <a:ext uri="{FF2B5EF4-FFF2-40B4-BE49-F238E27FC236}">
                <a16:creationId xmlns:a16="http://schemas.microsoft.com/office/drawing/2014/main" id="{DFB1F1DC-D749-EEF9-25CA-EC1247B8AA77}"/>
              </a:ext>
            </a:extLst>
          </p:cNvPr>
          <p:cNvGrpSpPr/>
          <p:nvPr/>
        </p:nvGrpSpPr>
        <p:grpSpPr>
          <a:xfrm>
            <a:off x="367349" y="2837880"/>
            <a:ext cx="1695193" cy="1611698"/>
            <a:chOff x="367349" y="2837880"/>
            <a:chExt cx="1695193" cy="1611698"/>
          </a:xfrm>
        </p:grpSpPr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421E65F-EB1A-7F4F-801D-D407103FC362}"/>
                </a:ext>
              </a:extLst>
            </p:cNvPr>
            <p:cNvSpPr/>
            <p:nvPr/>
          </p:nvSpPr>
          <p:spPr>
            <a:xfrm>
              <a:off x="634044" y="3691751"/>
              <a:ext cx="1222319" cy="748236"/>
            </a:xfrm>
            <a:custGeom>
              <a:avLst/>
              <a:gdLst>
                <a:gd name="csX0" fmla="*/ 114030 w 1709920"/>
                <a:gd name="csY0" fmla="*/ 321584 h 1025691"/>
                <a:gd name="csX1" fmla="*/ 125460 w 1709920"/>
                <a:gd name="csY1" fmla="*/ 89174 h 1025691"/>
                <a:gd name="csX2" fmla="*/ 369300 w 1709920"/>
                <a:gd name="csY2" fmla="*/ 16784 h 1025691"/>
                <a:gd name="csX3" fmla="*/ 403590 w 1709920"/>
                <a:gd name="csY3" fmla="*/ 203474 h 1025691"/>
                <a:gd name="csX4" fmla="*/ 552180 w 1709920"/>
                <a:gd name="csY4" fmla="*/ 294914 h 1025691"/>
                <a:gd name="csX5" fmla="*/ 716010 w 1709920"/>
                <a:gd name="csY5" fmla="*/ 553994 h 1025691"/>
                <a:gd name="csX6" fmla="*/ 898890 w 1709920"/>
                <a:gd name="csY6" fmla="*/ 275864 h 1025691"/>
                <a:gd name="csX7" fmla="*/ 1062720 w 1709920"/>
                <a:gd name="csY7" fmla="*/ 264434 h 1025691"/>
                <a:gd name="csX8" fmla="*/ 1108440 w 1709920"/>
                <a:gd name="csY8" fmla="*/ 54884 h 1025691"/>
                <a:gd name="csX9" fmla="*/ 1218930 w 1709920"/>
                <a:gd name="csY9" fmla="*/ 77744 h 1025691"/>
                <a:gd name="csX10" fmla="*/ 1672320 w 1709920"/>
                <a:gd name="csY10" fmla="*/ 896894 h 1025691"/>
                <a:gd name="csX11" fmla="*/ 117840 w 1709920"/>
                <a:gd name="csY11" fmla="*/ 965474 h 1025691"/>
                <a:gd name="csX12" fmla="*/ 114030 w 1709920"/>
                <a:gd name="csY12" fmla="*/ 321584 h 10256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709920" h="1025691">
                  <a:moveTo>
                    <a:pt x="114030" y="321584"/>
                  </a:moveTo>
                  <a:cubicBezTo>
                    <a:pt x="115300" y="175534"/>
                    <a:pt x="82915" y="139974"/>
                    <a:pt x="125460" y="89174"/>
                  </a:cubicBezTo>
                  <a:cubicBezTo>
                    <a:pt x="168005" y="38374"/>
                    <a:pt x="322945" y="-2266"/>
                    <a:pt x="369300" y="16784"/>
                  </a:cubicBezTo>
                  <a:cubicBezTo>
                    <a:pt x="415655" y="35834"/>
                    <a:pt x="373110" y="157119"/>
                    <a:pt x="403590" y="203474"/>
                  </a:cubicBezTo>
                  <a:cubicBezTo>
                    <a:pt x="434070" y="249829"/>
                    <a:pt x="500110" y="236494"/>
                    <a:pt x="552180" y="294914"/>
                  </a:cubicBezTo>
                  <a:cubicBezTo>
                    <a:pt x="604250" y="353334"/>
                    <a:pt x="658225" y="557169"/>
                    <a:pt x="716010" y="553994"/>
                  </a:cubicBezTo>
                  <a:cubicBezTo>
                    <a:pt x="773795" y="550819"/>
                    <a:pt x="841105" y="324124"/>
                    <a:pt x="898890" y="275864"/>
                  </a:cubicBezTo>
                  <a:cubicBezTo>
                    <a:pt x="956675" y="227604"/>
                    <a:pt x="1027795" y="301264"/>
                    <a:pt x="1062720" y="264434"/>
                  </a:cubicBezTo>
                  <a:cubicBezTo>
                    <a:pt x="1097645" y="227604"/>
                    <a:pt x="1082405" y="85999"/>
                    <a:pt x="1108440" y="54884"/>
                  </a:cubicBezTo>
                  <a:cubicBezTo>
                    <a:pt x="1134475" y="23769"/>
                    <a:pt x="1124950" y="-62591"/>
                    <a:pt x="1218930" y="77744"/>
                  </a:cubicBezTo>
                  <a:cubicBezTo>
                    <a:pt x="1312910" y="218079"/>
                    <a:pt x="1855835" y="748939"/>
                    <a:pt x="1672320" y="896894"/>
                  </a:cubicBezTo>
                  <a:cubicBezTo>
                    <a:pt x="1488805" y="1044849"/>
                    <a:pt x="380095" y="1061994"/>
                    <a:pt x="117840" y="965474"/>
                  </a:cubicBezTo>
                  <a:cubicBezTo>
                    <a:pt x="-144415" y="868954"/>
                    <a:pt x="112760" y="467634"/>
                    <a:pt x="114030" y="321584"/>
                  </a:cubicBezTo>
                  <a:close/>
                </a:path>
              </a:pathLst>
            </a:cu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29" name="Rectangle: Rounded Corners 1328">
              <a:extLst>
                <a:ext uri="{FF2B5EF4-FFF2-40B4-BE49-F238E27FC236}">
                  <a16:creationId xmlns:a16="http://schemas.microsoft.com/office/drawing/2014/main" id="{B54E4699-096C-9B0B-5CC8-A6B61DC3B0C2}"/>
                </a:ext>
              </a:extLst>
            </p:cNvPr>
            <p:cNvSpPr/>
            <p:nvPr/>
          </p:nvSpPr>
          <p:spPr>
            <a:xfrm>
              <a:off x="367349" y="4348592"/>
              <a:ext cx="1646702" cy="100986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2" name="Oval 1371">
              <a:extLst>
                <a:ext uri="{FF2B5EF4-FFF2-40B4-BE49-F238E27FC236}">
                  <a16:creationId xmlns:a16="http://schemas.microsoft.com/office/drawing/2014/main" id="{1791B63A-28C9-3146-2A2F-5C922E598C91}"/>
                </a:ext>
              </a:extLst>
            </p:cNvPr>
            <p:cNvSpPr/>
            <p:nvPr/>
          </p:nvSpPr>
          <p:spPr>
            <a:xfrm>
              <a:off x="551191" y="3514915"/>
              <a:ext cx="196011" cy="307686"/>
            </a:xfrm>
            <a:custGeom>
              <a:avLst/>
              <a:gdLst>
                <a:gd name="csX0" fmla="*/ 0 w 282166"/>
                <a:gd name="csY0" fmla="*/ 210347 h 420693"/>
                <a:gd name="csX1" fmla="*/ 141083 w 282166"/>
                <a:gd name="csY1" fmla="*/ 0 h 420693"/>
                <a:gd name="csX2" fmla="*/ 282166 w 282166"/>
                <a:gd name="csY2" fmla="*/ 210347 h 420693"/>
                <a:gd name="csX3" fmla="*/ 141083 w 282166"/>
                <a:gd name="csY3" fmla="*/ 420694 h 420693"/>
                <a:gd name="csX4" fmla="*/ 0 w 282166"/>
                <a:gd name="csY4" fmla="*/ 210347 h 420693"/>
                <a:gd name="csX0" fmla="*/ 0 w 228826"/>
                <a:gd name="csY0" fmla="*/ 256469 h 421780"/>
                <a:gd name="csX1" fmla="*/ 87743 w 228826"/>
                <a:gd name="csY1" fmla="*/ 402 h 421780"/>
                <a:gd name="csX2" fmla="*/ 228826 w 228826"/>
                <a:gd name="csY2" fmla="*/ 210749 h 421780"/>
                <a:gd name="csX3" fmla="*/ 87743 w 228826"/>
                <a:gd name="csY3" fmla="*/ 421096 h 421780"/>
                <a:gd name="csX4" fmla="*/ 0 w 228826"/>
                <a:gd name="csY4" fmla="*/ 256469 h 4217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28826" h="421780">
                  <a:moveTo>
                    <a:pt x="0" y="256469"/>
                  </a:moveTo>
                  <a:cubicBezTo>
                    <a:pt x="0" y="140298"/>
                    <a:pt x="49605" y="8022"/>
                    <a:pt x="87743" y="402"/>
                  </a:cubicBezTo>
                  <a:cubicBezTo>
                    <a:pt x="125881" y="-7218"/>
                    <a:pt x="228826" y="94578"/>
                    <a:pt x="228826" y="210749"/>
                  </a:cubicBezTo>
                  <a:cubicBezTo>
                    <a:pt x="228826" y="326920"/>
                    <a:pt x="125881" y="413476"/>
                    <a:pt x="87743" y="421096"/>
                  </a:cubicBezTo>
                  <a:cubicBezTo>
                    <a:pt x="49605" y="428716"/>
                    <a:pt x="0" y="372640"/>
                    <a:pt x="0" y="256469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4" name="Rectangle: Rounded Corners 1373">
              <a:extLst>
                <a:ext uri="{FF2B5EF4-FFF2-40B4-BE49-F238E27FC236}">
                  <a16:creationId xmlns:a16="http://schemas.microsoft.com/office/drawing/2014/main" id="{7A6A8128-0C4F-3A1A-DDB1-9AF4733A4509}"/>
                </a:ext>
              </a:extLst>
            </p:cNvPr>
            <p:cNvSpPr/>
            <p:nvPr/>
          </p:nvSpPr>
          <p:spPr>
            <a:xfrm>
              <a:off x="531378" y="3716486"/>
              <a:ext cx="241125" cy="667050"/>
            </a:xfrm>
            <a:prstGeom prst="round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4" name="Oval 1343">
              <a:extLst>
                <a:ext uri="{FF2B5EF4-FFF2-40B4-BE49-F238E27FC236}">
                  <a16:creationId xmlns:a16="http://schemas.microsoft.com/office/drawing/2014/main" id="{F984B667-AEDD-81A5-3022-DE20C7423278}"/>
                </a:ext>
              </a:extLst>
            </p:cNvPr>
            <p:cNvSpPr/>
            <p:nvPr/>
          </p:nvSpPr>
          <p:spPr>
            <a:xfrm>
              <a:off x="1541971" y="3638366"/>
              <a:ext cx="429021" cy="436666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5" name="Oval 1344">
              <a:extLst>
                <a:ext uri="{FF2B5EF4-FFF2-40B4-BE49-F238E27FC236}">
                  <a16:creationId xmlns:a16="http://schemas.microsoft.com/office/drawing/2014/main" id="{2AC259FC-1C30-36DD-D6E4-693C1711F16E}"/>
                </a:ext>
              </a:extLst>
            </p:cNvPr>
            <p:cNvSpPr/>
            <p:nvPr/>
          </p:nvSpPr>
          <p:spPr>
            <a:xfrm>
              <a:off x="1614923" y="3667671"/>
              <a:ext cx="251665" cy="26265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3" name="Rectangle: Rounded Corners 1342">
              <a:extLst>
                <a:ext uri="{FF2B5EF4-FFF2-40B4-BE49-F238E27FC236}">
                  <a16:creationId xmlns:a16="http://schemas.microsoft.com/office/drawing/2014/main" id="{53E5F71D-A30F-55FE-9FD5-18C0DBF95594}"/>
                </a:ext>
              </a:extLst>
            </p:cNvPr>
            <p:cNvSpPr/>
            <p:nvPr/>
          </p:nvSpPr>
          <p:spPr>
            <a:xfrm>
              <a:off x="1408893" y="3725099"/>
              <a:ext cx="653649" cy="667050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5" name="Oval 1354">
              <a:extLst>
                <a:ext uri="{FF2B5EF4-FFF2-40B4-BE49-F238E27FC236}">
                  <a16:creationId xmlns:a16="http://schemas.microsoft.com/office/drawing/2014/main" id="{398CD181-AA68-0AE5-94B6-7550AF6864D2}"/>
                </a:ext>
              </a:extLst>
            </p:cNvPr>
            <p:cNvSpPr/>
            <p:nvPr/>
          </p:nvSpPr>
          <p:spPr>
            <a:xfrm>
              <a:off x="1537225" y="3849462"/>
              <a:ext cx="424009" cy="45548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6" name="Oval 1355">
              <a:extLst>
                <a:ext uri="{FF2B5EF4-FFF2-40B4-BE49-F238E27FC236}">
                  <a16:creationId xmlns:a16="http://schemas.microsoft.com/office/drawing/2014/main" id="{C6E7FE99-6D38-C1A6-BB02-FB933A5E6AD6}"/>
                </a:ext>
              </a:extLst>
            </p:cNvPr>
            <p:cNvSpPr/>
            <p:nvPr/>
          </p:nvSpPr>
          <p:spPr>
            <a:xfrm>
              <a:off x="1595941" y="3903823"/>
              <a:ext cx="310268" cy="357374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1" name="Rectangle: Rounded Corners 1370">
              <a:extLst>
                <a:ext uri="{FF2B5EF4-FFF2-40B4-BE49-F238E27FC236}">
                  <a16:creationId xmlns:a16="http://schemas.microsoft.com/office/drawing/2014/main" id="{FBB10A50-EFAA-4051-8769-D808D85C049E}"/>
                </a:ext>
              </a:extLst>
            </p:cNvPr>
            <p:cNvSpPr/>
            <p:nvPr/>
          </p:nvSpPr>
          <p:spPr>
            <a:xfrm>
              <a:off x="812473" y="2837880"/>
              <a:ext cx="746464" cy="903072"/>
            </a:xfrm>
            <a:prstGeom prst="roundRect">
              <a:avLst>
                <a:gd name="adj" fmla="val 30667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1" name="Isosceles Triangle 1360">
              <a:extLst>
                <a:ext uri="{FF2B5EF4-FFF2-40B4-BE49-F238E27FC236}">
                  <a16:creationId xmlns:a16="http://schemas.microsoft.com/office/drawing/2014/main" id="{432E27EE-5F7F-0187-0902-0BD7CBE47FF0}"/>
                </a:ext>
              </a:extLst>
            </p:cNvPr>
            <p:cNvSpPr/>
            <p:nvPr/>
          </p:nvSpPr>
          <p:spPr>
            <a:xfrm flipV="1">
              <a:off x="885993" y="3435344"/>
              <a:ext cx="579298" cy="508526"/>
            </a:xfrm>
            <a:prstGeom prst="triangl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70" name="Group 1369">
              <a:extLst>
                <a:ext uri="{FF2B5EF4-FFF2-40B4-BE49-F238E27FC236}">
                  <a16:creationId xmlns:a16="http://schemas.microsoft.com/office/drawing/2014/main" id="{166C587C-740F-6EBD-3248-5D75B3A73DEC}"/>
                </a:ext>
              </a:extLst>
            </p:cNvPr>
            <p:cNvGrpSpPr/>
            <p:nvPr/>
          </p:nvGrpSpPr>
          <p:grpSpPr>
            <a:xfrm>
              <a:off x="800797" y="3227751"/>
              <a:ext cx="753578" cy="239432"/>
              <a:chOff x="4459806" y="3418439"/>
              <a:chExt cx="1054192" cy="544883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1368" name="Oval 1367">
                <a:extLst>
                  <a:ext uri="{FF2B5EF4-FFF2-40B4-BE49-F238E27FC236}">
                    <a16:creationId xmlns:a16="http://schemas.microsoft.com/office/drawing/2014/main" id="{962802F9-075E-AC86-C901-6F5A79CA66F4}"/>
                  </a:ext>
                </a:extLst>
              </p:cNvPr>
              <p:cNvSpPr/>
              <p:nvPr/>
            </p:nvSpPr>
            <p:spPr>
              <a:xfrm>
                <a:off x="4459806" y="3443796"/>
                <a:ext cx="443797" cy="519526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9" name="Oval 1368">
                <a:extLst>
                  <a:ext uri="{FF2B5EF4-FFF2-40B4-BE49-F238E27FC236}">
                    <a16:creationId xmlns:a16="http://schemas.microsoft.com/office/drawing/2014/main" id="{1A8AE59A-05EC-DB1C-5953-C937AA829247}"/>
                  </a:ext>
                </a:extLst>
              </p:cNvPr>
              <p:cNvSpPr/>
              <p:nvPr/>
            </p:nvSpPr>
            <p:spPr>
              <a:xfrm>
                <a:off x="5070201" y="3418439"/>
                <a:ext cx="443797" cy="519526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62" name="Oval 1361">
              <a:extLst>
                <a:ext uri="{FF2B5EF4-FFF2-40B4-BE49-F238E27FC236}">
                  <a16:creationId xmlns:a16="http://schemas.microsoft.com/office/drawing/2014/main" id="{79F5F8B4-A7A7-FFA2-61A5-EF89ECAB48E7}"/>
                </a:ext>
              </a:extLst>
            </p:cNvPr>
            <p:cNvSpPr/>
            <p:nvPr/>
          </p:nvSpPr>
          <p:spPr>
            <a:xfrm>
              <a:off x="848610" y="2991787"/>
              <a:ext cx="653649" cy="6670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66" name="Group 1365">
              <a:extLst>
                <a:ext uri="{FF2B5EF4-FFF2-40B4-BE49-F238E27FC236}">
                  <a16:creationId xmlns:a16="http://schemas.microsoft.com/office/drawing/2014/main" id="{DC73B7DC-83CC-96A5-E380-25B5E7CACF3D}"/>
                </a:ext>
              </a:extLst>
            </p:cNvPr>
            <p:cNvGrpSpPr/>
            <p:nvPr/>
          </p:nvGrpSpPr>
          <p:grpSpPr>
            <a:xfrm>
              <a:off x="1001579" y="3188507"/>
              <a:ext cx="351643" cy="114408"/>
              <a:chOff x="4709482" y="3477328"/>
              <a:chExt cx="491919" cy="205345"/>
            </a:xfrm>
            <a:solidFill>
              <a:schemeClr val="tx1"/>
            </a:solidFill>
          </p:grpSpPr>
          <p:sp>
            <p:nvSpPr>
              <p:cNvPr id="1364" name="Oval 1363">
                <a:extLst>
                  <a:ext uri="{FF2B5EF4-FFF2-40B4-BE49-F238E27FC236}">
                    <a16:creationId xmlns:a16="http://schemas.microsoft.com/office/drawing/2014/main" id="{1A70AE12-9E60-BC2D-D68A-020F16306987}"/>
                  </a:ext>
                </a:extLst>
              </p:cNvPr>
              <p:cNvSpPr/>
              <p:nvPr/>
            </p:nvSpPr>
            <p:spPr>
              <a:xfrm>
                <a:off x="4709482" y="3477328"/>
                <a:ext cx="116734" cy="199826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5" name="Oval 1364">
                <a:extLst>
                  <a:ext uri="{FF2B5EF4-FFF2-40B4-BE49-F238E27FC236}">
                    <a16:creationId xmlns:a16="http://schemas.microsoft.com/office/drawing/2014/main" id="{0ACE2131-4AB0-3537-704E-2629EB127820}"/>
                  </a:ext>
                </a:extLst>
              </p:cNvPr>
              <p:cNvSpPr/>
              <p:nvPr/>
            </p:nvSpPr>
            <p:spPr>
              <a:xfrm>
                <a:off x="5084667" y="3482847"/>
                <a:ext cx="116734" cy="199826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A7EFE548-8A5B-49B2-078B-761F1C13E8B7}"/>
                </a:ext>
              </a:extLst>
            </p:cNvPr>
            <p:cNvSpPr/>
            <p:nvPr/>
          </p:nvSpPr>
          <p:spPr>
            <a:xfrm>
              <a:off x="1084732" y="3477562"/>
              <a:ext cx="165757" cy="46846"/>
            </a:xfrm>
            <a:custGeom>
              <a:avLst/>
              <a:gdLst>
                <a:gd name="csX0" fmla="*/ 1540 w 289500"/>
                <a:gd name="csY0" fmla="*/ 15129 h 167670"/>
                <a:gd name="csX1" fmla="*/ 283480 w 289500"/>
                <a:gd name="csY1" fmla="*/ 22749 h 167670"/>
                <a:gd name="csX2" fmla="*/ 176800 w 289500"/>
                <a:gd name="csY2" fmla="*/ 167529 h 167670"/>
                <a:gd name="csX3" fmla="*/ 1540 w 289500"/>
                <a:gd name="csY3" fmla="*/ 15129 h 1676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89500" h="167670">
                  <a:moveTo>
                    <a:pt x="1540" y="15129"/>
                  </a:moveTo>
                  <a:cubicBezTo>
                    <a:pt x="19320" y="-9001"/>
                    <a:pt x="254270" y="-2651"/>
                    <a:pt x="283480" y="22749"/>
                  </a:cubicBezTo>
                  <a:cubicBezTo>
                    <a:pt x="312690" y="48149"/>
                    <a:pt x="228870" y="162449"/>
                    <a:pt x="176800" y="167529"/>
                  </a:cubicBezTo>
                  <a:cubicBezTo>
                    <a:pt x="124730" y="172609"/>
                    <a:pt x="-16240" y="39259"/>
                    <a:pt x="1540" y="15129"/>
                  </a:cubicBezTo>
                  <a:close/>
                </a:path>
              </a:pathLst>
            </a:cu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77" name="TextBox 1376">
            <a:extLst>
              <a:ext uri="{FF2B5EF4-FFF2-40B4-BE49-F238E27FC236}">
                <a16:creationId xmlns:a16="http://schemas.microsoft.com/office/drawing/2014/main" id="{95D5CBF2-AD30-8D7C-9C15-2931C4AD029B}"/>
              </a:ext>
            </a:extLst>
          </p:cNvPr>
          <p:cNvSpPr txBox="1"/>
          <p:nvPr/>
        </p:nvSpPr>
        <p:spPr>
          <a:xfrm>
            <a:off x="677922" y="6069364"/>
            <a:ext cx="33457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1"/>
                </a:solidFill>
                <a:highlight>
                  <a:srgbClr val="FFFF00"/>
                </a:highlight>
                <a:latin typeface="Gill Sans MT" panose="020B0502020104020203" pitchFamily="34" charset="0"/>
              </a:rPr>
              <a:t>FRONT-END </a:t>
            </a:r>
          </a:p>
        </p:txBody>
      </p:sp>
      <p:grpSp>
        <p:nvGrpSpPr>
          <p:cNvPr id="1395" name="chef">
            <a:extLst>
              <a:ext uri="{FF2B5EF4-FFF2-40B4-BE49-F238E27FC236}">
                <a16:creationId xmlns:a16="http://schemas.microsoft.com/office/drawing/2014/main" id="{DDE8F650-4857-B749-BAB7-FBF21D577F79}"/>
              </a:ext>
            </a:extLst>
          </p:cNvPr>
          <p:cNvGrpSpPr/>
          <p:nvPr/>
        </p:nvGrpSpPr>
        <p:grpSpPr>
          <a:xfrm>
            <a:off x="4739761" y="2471145"/>
            <a:ext cx="1767035" cy="2041154"/>
            <a:chOff x="4739761" y="2471145"/>
            <a:chExt cx="1767035" cy="2041154"/>
          </a:xfrm>
        </p:grpSpPr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90703FB5-1295-1CB0-E00C-FDAEBEE0BCF8}"/>
                </a:ext>
              </a:extLst>
            </p:cNvPr>
            <p:cNvSpPr/>
            <p:nvPr/>
          </p:nvSpPr>
          <p:spPr>
            <a:xfrm>
              <a:off x="4739761" y="3203752"/>
              <a:ext cx="617530" cy="619482"/>
            </a:xfrm>
            <a:custGeom>
              <a:avLst/>
              <a:gdLst>
                <a:gd name="csX0" fmla="*/ 432941 w 621917"/>
                <a:gd name="csY0" fmla="*/ 560820 h 768846"/>
                <a:gd name="csX1" fmla="*/ 231773 w 621917"/>
                <a:gd name="csY1" fmla="*/ 524244 h 768846"/>
                <a:gd name="csX2" fmla="*/ 499997 w 621917"/>
                <a:gd name="csY2" fmla="*/ 280404 h 768846"/>
                <a:gd name="csX3" fmla="*/ 621917 w 621917"/>
                <a:gd name="csY3" fmla="*/ 79236 h 768846"/>
                <a:gd name="csX4" fmla="*/ 499997 w 621917"/>
                <a:gd name="csY4" fmla="*/ 36564 h 768846"/>
                <a:gd name="csX5" fmla="*/ 125 w 621917"/>
                <a:gd name="csY5" fmla="*/ 597396 h 768846"/>
                <a:gd name="csX6" fmla="*/ 451229 w 621917"/>
                <a:gd name="csY6" fmla="*/ 768084 h 768846"/>
                <a:gd name="csX7" fmla="*/ 432941 w 621917"/>
                <a:gd name="csY7" fmla="*/ 560820 h 768846"/>
                <a:gd name="csX0" fmla="*/ 432941 w 621917"/>
                <a:gd name="csY0" fmla="*/ 560820 h 768846"/>
                <a:gd name="csX1" fmla="*/ 265928 w 621917"/>
                <a:gd name="csY1" fmla="*/ 466283 h 768846"/>
                <a:gd name="csX2" fmla="*/ 499997 w 621917"/>
                <a:gd name="csY2" fmla="*/ 280404 h 768846"/>
                <a:gd name="csX3" fmla="*/ 621917 w 621917"/>
                <a:gd name="csY3" fmla="*/ 79236 h 768846"/>
                <a:gd name="csX4" fmla="*/ 499997 w 621917"/>
                <a:gd name="csY4" fmla="*/ 36564 h 768846"/>
                <a:gd name="csX5" fmla="*/ 125 w 621917"/>
                <a:gd name="csY5" fmla="*/ 597396 h 768846"/>
                <a:gd name="csX6" fmla="*/ 451229 w 621917"/>
                <a:gd name="csY6" fmla="*/ 768084 h 768846"/>
                <a:gd name="csX7" fmla="*/ 432941 w 621917"/>
                <a:gd name="csY7" fmla="*/ 560820 h 768846"/>
                <a:gd name="csX0" fmla="*/ 432942 w 621918"/>
                <a:gd name="csY0" fmla="*/ 555484 h 762907"/>
                <a:gd name="csX1" fmla="*/ 265929 w 621918"/>
                <a:gd name="csY1" fmla="*/ 460947 h 762907"/>
                <a:gd name="csX2" fmla="*/ 499998 w 621918"/>
                <a:gd name="csY2" fmla="*/ 275068 h 762907"/>
                <a:gd name="csX3" fmla="*/ 621918 w 621918"/>
                <a:gd name="csY3" fmla="*/ 73900 h 762907"/>
                <a:gd name="csX4" fmla="*/ 499998 w 621918"/>
                <a:gd name="csY4" fmla="*/ 31228 h 762907"/>
                <a:gd name="csX5" fmla="*/ 126 w 621918"/>
                <a:gd name="csY5" fmla="*/ 519607 h 762907"/>
                <a:gd name="csX6" fmla="*/ 451230 w 621918"/>
                <a:gd name="csY6" fmla="*/ 762748 h 762907"/>
                <a:gd name="csX7" fmla="*/ 432942 w 621918"/>
                <a:gd name="csY7" fmla="*/ 555484 h 762907"/>
                <a:gd name="csX0" fmla="*/ 432942 w 622921"/>
                <a:gd name="csY0" fmla="*/ 586064 h 793488"/>
                <a:gd name="csX1" fmla="*/ 265929 w 622921"/>
                <a:gd name="csY1" fmla="*/ 491527 h 793488"/>
                <a:gd name="csX2" fmla="*/ 499998 w 622921"/>
                <a:gd name="csY2" fmla="*/ 305648 h 793488"/>
                <a:gd name="csX3" fmla="*/ 621918 w 622921"/>
                <a:gd name="csY3" fmla="*/ 104480 h 793488"/>
                <a:gd name="csX4" fmla="*/ 437380 w 622921"/>
                <a:gd name="csY4" fmla="*/ 25582 h 793488"/>
                <a:gd name="csX5" fmla="*/ 126 w 622921"/>
                <a:gd name="csY5" fmla="*/ 550187 h 793488"/>
                <a:gd name="csX6" fmla="*/ 451230 w 622921"/>
                <a:gd name="csY6" fmla="*/ 793328 h 793488"/>
                <a:gd name="csX7" fmla="*/ 432942 w 622921"/>
                <a:gd name="csY7" fmla="*/ 586064 h 793488"/>
                <a:gd name="csX0" fmla="*/ 432942 w 622811"/>
                <a:gd name="csY0" fmla="*/ 586064 h 793498"/>
                <a:gd name="csX1" fmla="*/ 328546 w 622811"/>
                <a:gd name="csY1" fmla="*/ 433565 h 793498"/>
                <a:gd name="csX2" fmla="*/ 499998 w 622811"/>
                <a:gd name="csY2" fmla="*/ 305648 h 793498"/>
                <a:gd name="csX3" fmla="*/ 621918 w 622811"/>
                <a:gd name="csY3" fmla="*/ 104480 h 793498"/>
                <a:gd name="csX4" fmla="*/ 437380 w 622811"/>
                <a:gd name="csY4" fmla="*/ 25582 h 793498"/>
                <a:gd name="csX5" fmla="*/ 126 w 622811"/>
                <a:gd name="csY5" fmla="*/ 550187 h 793498"/>
                <a:gd name="csX6" fmla="*/ 451230 w 622811"/>
                <a:gd name="csY6" fmla="*/ 793328 h 793498"/>
                <a:gd name="csX7" fmla="*/ 432942 w 622811"/>
                <a:gd name="csY7" fmla="*/ 586064 h 7934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622811" h="793498">
                  <a:moveTo>
                    <a:pt x="432942" y="586064"/>
                  </a:moveTo>
                  <a:cubicBezTo>
                    <a:pt x="412495" y="526104"/>
                    <a:pt x="317370" y="480301"/>
                    <a:pt x="328546" y="433565"/>
                  </a:cubicBezTo>
                  <a:cubicBezTo>
                    <a:pt x="339722" y="386829"/>
                    <a:pt x="451103" y="360495"/>
                    <a:pt x="499998" y="305648"/>
                  </a:cubicBezTo>
                  <a:cubicBezTo>
                    <a:pt x="548893" y="250801"/>
                    <a:pt x="632354" y="151158"/>
                    <a:pt x="621918" y="104480"/>
                  </a:cubicBezTo>
                  <a:cubicBezTo>
                    <a:pt x="611482" y="57802"/>
                    <a:pt x="541012" y="-48702"/>
                    <a:pt x="437380" y="25582"/>
                  </a:cubicBezTo>
                  <a:cubicBezTo>
                    <a:pt x="333748" y="99866"/>
                    <a:pt x="8254" y="428267"/>
                    <a:pt x="126" y="550187"/>
                  </a:cubicBezTo>
                  <a:cubicBezTo>
                    <a:pt x="-8002" y="672107"/>
                    <a:pt x="379094" y="787349"/>
                    <a:pt x="451230" y="793328"/>
                  </a:cubicBezTo>
                  <a:cubicBezTo>
                    <a:pt x="523366" y="799308"/>
                    <a:pt x="453389" y="646024"/>
                    <a:pt x="432942" y="58606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4" name="Rectangle: Rounded Corners 163">
              <a:extLst>
                <a:ext uri="{FF2B5EF4-FFF2-40B4-BE49-F238E27FC236}">
                  <a16:creationId xmlns:a16="http://schemas.microsoft.com/office/drawing/2014/main" id="{EAC16F22-26A1-500A-C3C3-4C1ECF300F2B}"/>
                </a:ext>
              </a:extLst>
            </p:cNvPr>
            <p:cNvSpPr/>
            <p:nvPr/>
          </p:nvSpPr>
          <p:spPr>
            <a:xfrm>
              <a:off x="5259634" y="3176036"/>
              <a:ext cx="837967" cy="107572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Isosceles Triangle 186">
              <a:extLst>
                <a:ext uri="{FF2B5EF4-FFF2-40B4-BE49-F238E27FC236}">
                  <a16:creationId xmlns:a16="http://schemas.microsoft.com/office/drawing/2014/main" id="{80419DC6-DD2F-A546-3A2F-FDEB126E5576}"/>
                </a:ext>
              </a:extLst>
            </p:cNvPr>
            <p:cNvSpPr/>
            <p:nvPr/>
          </p:nvSpPr>
          <p:spPr>
            <a:xfrm>
              <a:off x="5292812" y="2961377"/>
              <a:ext cx="675149" cy="316702"/>
            </a:xfrm>
            <a:custGeom>
              <a:avLst/>
              <a:gdLst>
                <a:gd name="csX0" fmla="*/ 0 w 406721"/>
                <a:gd name="csY0" fmla="*/ 202027 h 202027"/>
                <a:gd name="csX1" fmla="*/ 203361 w 406721"/>
                <a:gd name="csY1" fmla="*/ 0 h 202027"/>
                <a:gd name="csX2" fmla="*/ 406721 w 406721"/>
                <a:gd name="csY2" fmla="*/ 202027 h 202027"/>
                <a:gd name="csX3" fmla="*/ 0 w 406721"/>
                <a:gd name="csY3" fmla="*/ 202027 h 202027"/>
                <a:gd name="csX0" fmla="*/ 0 w 406721"/>
                <a:gd name="csY0" fmla="*/ 207742 h 207742"/>
                <a:gd name="csX1" fmla="*/ 180501 w 406721"/>
                <a:gd name="csY1" fmla="*/ 0 h 207742"/>
                <a:gd name="csX2" fmla="*/ 406721 w 406721"/>
                <a:gd name="csY2" fmla="*/ 207742 h 207742"/>
                <a:gd name="csX3" fmla="*/ 0 w 406721"/>
                <a:gd name="csY3" fmla="*/ 207742 h 207742"/>
                <a:gd name="csX0" fmla="*/ 0 w 406721"/>
                <a:gd name="csY0" fmla="*/ 207742 h 207742"/>
                <a:gd name="csX1" fmla="*/ 180501 w 406721"/>
                <a:gd name="csY1" fmla="*/ 0 h 207742"/>
                <a:gd name="csX2" fmla="*/ 406721 w 406721"/>
                <a:gd name="csY2" fmla="*/ 207742 h 207742"/>
                <a:gd name="csX3" fmla="*/ 0 w 406721"/>
                <a:gd name="csY3" fmla="*/ 207742 h 207742"/>
                <a:gd name="csX0" fmla="*/ 0 w 406721"/>
                <a:gd name="csY0" fmla="*/ 207742 h 207742"/>
                <a:gd name="csX1" fmla="*/ 180501 w 406721"/>
                <a:gd name="csY1" fmla="*/ 0 h 207742"/>
                <a:gd name="csX2" fmla="*/ 406721 w 406721"/>
                <a:gd name="csY2" fmla="*/ 207742 h 207742"/>
                <a:gd name="csX3" fmla="*/ 0 w 406721"/>
                <a:gd name="csY3" fmla="*/ 207742 h 207742"/>
                <a:gd name="csX0" fmla="*/ 0 w 406721"/>
                <a:gd name="csY0" fmla="*/ 207742 h 207742"/>
                <a:gd name="csX1" fmla="*/ 180501 w 406721"/>
                <a:gd name="csY1" fmla="*/ 0 h 207742"/>
                <a:gd name="csX2" fmla="*/ 406721 w 406721"/>
                <a:gd name="csY2" fmla="*/ 207742 h 207742"/>
                <a:gd name="csX3" fmla="*/ 0 w 406721"/>
                <a:gd name="csY3" fmla="*/ 207742 h 207742"/>
                <a:gd name="csX0" fmla="*/ 0 w 406721"/>
                <a:gd name="csY0" fmla="*/ 207742 h 207742"/>
                <a:gd name="csX1" fmla="*/ 180501 w 406721"/>
                <a:gd name="csY1" fmla="*/ 0 h 207742"/>
                <a:gd name="csX2" fmla="*/ 406721 w 406721"/>
                <a:gd name="csY2" fmla="*/ 207742 h 207742"/>
                <a:gd name="csX3" fmla="*/ 0 w 406721"/>
                <a:gd name="csY3" fmla="*/ 207742 h 207742"/>
                <a:gd name="csX0" fmla="*/ 0 w 406721"/>
                <a:gd name="csY0" fmla="*/ 209647 h 209647"/>
                <a:gd name="csX1" fmla="*/ 177114 w 406721"/>
                <a:gd name="csY1" fmla="*/ 0 h 209647"/>
                <a:gd name="csX2" fmla="*/ 406721 w 406721"/>
                <a:gd name="csY2" fmla="*/ 209647 h 209647"/>
                <a:gd name="csX3" fmla="*/ 0 w 406721"/>
                <a:gd name="csY3" fmla="*/ 209647 h 209647"/>
                <a:gd name="csX0" fmla="*/ 0 w 406721"/>
                <a:gd name="csY0" fmla="*/ 209647 h 209647"/>
                <a:gd name="csX1" fmla="*/ 177114 w 406721"/>
                <a:gd name="csY1" fmla="*/ 0 h 209647"/>
                <a:gd name="csX2" fmla="*/ 406721 w 406721"/>
                <a:gd name="csY2" fmla="*/ 209647 h 209647"/>
                <a:gd name="csX3" fmla="*/ 0 w 406721"/>
                <a:gd name="csY3" fmla="*/ 209647 h 209647"/>
                <a:gd name="csX0" fmla="*/ 0 w 406721"/>
                <a:gd name="csY0" fmla="*/ 209647 h 209647"/>
                <a:gd name="csX1" fmla="*/ 177114 w 406721"/>
                <a:gd name="csY1" fmla="*/ 0 h 209647"/>
                <a:gd name="csX2" fmla="*/ 406721 w 406721"/>
                <a:gd name="csY2" fmla="*/ 209647 h 209647"/>
                <a:gd name="csX3" fmla="*/ 0 w 406721"/>
                <a:gd name="csY3" fmla="*/ 209647 h 209647"/>
                <a:gd name="csX0" fmla="*/ 0 w 406721"/>
                <a:gd name="csY0" fmla="*/ 209647 h 209647"/>
                <a:gd name="csX1" fmla="*/ 177114 w 406721"/>
                <a:gd name="csY1" fmla="*/ 0 h 209647"/>
                <a:gd name="csX2" fmla="*/ 406721 w 406721"/>
                <a:gd name="csY2" fmla="*/ 209647 h 209647"/>
                <a:gd name="csX3" fmla="*/ 0 w 406721"/>
                <a:gd name="csY3" fmla="*/ 209647 h 209647"/>
                <a:gd name="csX0" fmla="*/ 0 w 406721"/>
                <a:gd name="csY0" fmla="*/ 209647 h 209647"/>
                <a:gd name="csX1" fmla="*/ 177114 w 406721"/>
                <a:gd name="csY1" fmla="*/ 0 h 209647"/>
                <a:gd name="csX2" fmla="*/ 406721 w 406721"/>
                <a:gd name="csY2" fmla="*/ 209647 h 209647"/>
                <a:gd name="csX3" fmla="*/ 0 w 406721"/>
                <a:gd name="csY3" fmla="*/ 209647 h 209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06721" h="209647">
                  <a:moveTo>
                    <a:pt x="0" y="209647"/>
                  </a:moveTo>
                  <a:cubicBezTo>
                    <a:pt x="60167" y="140400"/>
                    <a:pt x="113973" y="113062"/>
                    <a:pt x="177114" y="0"/>
                  </a:cubicBezTo>
                  <a:cubicBezTo>
                    <a:pt x="256125" y="99727"/>
                    <a:pt x="331314" y="140400"/>
                    <a:pt x="406721" y="209647"/>
                  </a:cubicBezTo>
                  <a:lnTo>
                    <a:pt x="0" y="209647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0" name="Rectangle: Rounded Corners 169">
              <a:extLst>
                <a:ext uri="{FF2B5EF4-FFF2-40B4-BE49-F238E27FC236}">
                  <a16:creationId xmlns:a16="http://schemas.microsoft.com/office/drawing/2014/main" id="{C047FDBE-CA20-13AB-6A91-A42B2FD2D6DF}"/>
                </a:ext>
              </a:extLst>
            </p:cNvPr>
            <p:cNvSpPr/>
            <p:nvPr/>
          </p:nvSpPr>
          <p:spPr>
            <a:xfrm>
              <a:off x="5186728" y="3186388"/>
              <a:ext cx="910872" cy="107572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2AB65C79-C7BA-B235-F9C6-5A930D5EDD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97691" y="3425007"/>
              <a:ext cx="203136" cy="535329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7" name="Rectangle: Rounded Corners 156">
              <a:extLst>
                <a:ext uri="{FF2B5EF4-FFF2-40B4-BE49-F238E27FC236}">
                  <a16:creationId xmlns:a16="http://schemas.microsoft.com/office/drawing/2014/main" id="{ED59D1CF-4ACF-3C43-75CE-3D68D3C6E3E7}"/>
                </a:ext>
              </a:extLst>
            </p:cNvPr>
            <p:cNvSpPr/>
            <p:nvPr/>
          </p:nvSpPr>
          <p:spPr>
            <a:xfrm rot="20636871">
              <a:off x="5370156" y="3580900"/>
              <a:ext cx="99750" cy="418741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7" name="Rectangle: Rounded Corners 146">
              <a:extLst>
                <a:ext uri="{FF2B5EF4-FFF2-40B4-BE49-F238E27FC236}">
                  <a16:creationId xmlns:a16="http://schemas.microsoft.com/office/drawing/2014/main" id="{4E530DB2-A20D-A6DF-CA46-6EB2AEF4E54C}"/>
                </a:ext>
              </a:extLst>
            </p:cNvPr>
            <p:cNvSpPr/>
            <p:nvPr/>
          </p:nvSpPr>
          <p:spPr>
            <a:xfrm>
              <a:off x="5042522" y="4402613"/>
              <a:ext cx="1208873" cy="109686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: Rounded Corners 147">
              <a:extLst>
                <a:ext uri="{FF2B5EF4-FFF2-40B4-BE49-F238E27FC236}">
                  <a16:creationId xmlns:a16="http://schemas.microsoft.com/office/drawing/2014/main" id="{A7BCDB9B-8601-8C5A-BBD0-3E4D1D11C9BA}"/>
                </a:ext>
              </a:extLst>
            </p:cNvPr>
            <p:cNvSpPr/>
            <p:nvPr/>
          </p:nvSpPr>
          <p:spPr>
            <a:xfrm>
              <a:off x="5644882" y="4288011"/>
              <a:ext cx="67470" cy="119563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: Rounded Corners 148">
              <a:extLst>
                <a:ext uri="{FF2B5EF4-FFF2-40B4-BE49-F238E27FC236}">
                  <a16:creationId xmlns:a16="http://schemas.microsoft.com/office/drawing/2014/main" id="{B208D4B6-BC1E-7693-6745-3513D4C309E8}"/>
                </a:ext>
              </a:extLst>
            </p:cNvPr>
            <p:cNvSpPr/>
            <p:nvPr/>
          </p:nvSpPr>
          <p:spPr>
            <a:xfrm rot="18744130">
              <a:off x="5958048" y="4227411"/>
              <a:ext cx="53784" cy="290654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: Rounded Corners 149">
              <a:extLst>
                <a:ext uri="{FF2B5EF4-FFF2-40B4-BE49-F238E27FC236}">
                  <a16:creationId xmlns:a16="http://schemas.microsoft.com/office/drawing/2014/main" id="{9DF41BE7-FA61-ED37-6237-AA94132C4288}"/>
                </a:ext>
              </a:extLst>
            </p:cNvPr>
            <p:cNvSpPr/>
            <p:nvPr/>
          </p:nvSpPr>
          <p:spPr>
            <a:xfrm rot="2855870" flipH="1">
              <a:off x="5315106" y="4227411"/>
              <a:ext cx="53784" cy="290654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B99DF1A6-C626-87FE-B712-07D37481A194}"/>
                </a:ext>
              </a:extLst>
            </p:cNvPr>
            <p:cNvSpPr/>
            <p:nvPr/>
          </p:nvSpPr>
          <p:spPr>
            <a:xfrm>
              <a:off x="5166956" y="3846980"/>
              <a:ext cx="1012080" cy="13185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: Rounded Corners 152">
              <a:extLst>
                <a:ext uri="{FF2B5EF4-FFF2-40B4-BE49-F238E27FC236}">
                  <a16:creationId xmlns:a16="http://schemas.microsoft.com/office/drawing/2014/main" id="{88C0E6B3-E9E6-8704-2CE6-8C182F226CE5}"/>
                </a:ext>
              </a:extLst>
            </p:cNvPr>
            <p:cNvSpPr/>
            <p:nvPr/>
          </p:nvSpPr>
          <p:spPr>
            <a:xfrm>
              <a:off x="5241108" y="3834013"/>
              <a:ext cx="844724" cy="484126"/>
            </a:xfrm>
            <a:prstGeom prst="roundRect">
              <a:avLst>
                <a:gd name="adj" fmla="val 23611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9A641EEC-BD58-EAAD-8A05-9C28B610CE78}"/>
                </a:ext>
              </a:extLst>
            </p:cNvPr>
            <p:cNvSpPr/>
            <p:nvPr/>
          </p:nvSpPr>
          <p:spPr>
            <a:xfrm>
              <a:off x="5278316" y="3791479"/>
              <a:ext cx="770307" cy="5378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: Rounded Corners 158">
              <a:extLst>
                <a:ext uri="{FF2B5EF4-FFF2-40B4-BE49-F238E27FC236}">
                  <a16:creationId xmlns:a16="http://schemas.microsoft.com/office/drawing/2014/main" id="{252B8F00-643B-4023-65D5-72D0AC488B49}"/>
                </a:ext>
              </a:extLst>
            </p:cNvPr>
            <p:cNvSpPr/>
            <p:nvPr/>
          </p:nvSpPr>
          <p:spPr>
            <a:xfrm rot="20599531">
              <a:off x="5143660" y="3628770"/>
              <a:ext cx="237896" cy="140493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C1AFD127-CF55-CFA5-DF34-E2EF2DEB39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02848" y="3227179"/>
              <a:ext cx="279417" cy="231397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CAE51500-687B-BE9F-A235-2E9D1496CAC4}"/>
                </a:ext>
              </a:extLst>
            </p:cNvPr>
            <p:cNvSpPr/>
            <p:nvPr/>
          </p:nvSpPr>
          <p:spPr>
            <a:xfrm>
              <a:off x="5483308" y="3371499"/>
              <a:ext cx="67470" cy="5378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CD860EB3-DEE2-F5F9-D341-174BD5FAB18F}"/>
                </a:ext>
              </a:extLst>
            </p:cNvPr>
            <p:cNvSpPr/>
            <p:nvPr/>
          </p:nvSpPr>
          <p:spPr>
            <a:xfrm>
              <a:off x="5490727" y="3557188"/>
              <a:ext cx="67470" cy="5378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B1E853BA-9E10-9240-EFC0-0C7004C0F525}"/>
                </a:ext>
              </a:extLst>
            </p:cNvPr>
            <p:cNvSpPr/>
            <p:nvPr/>
          </p:nvSpPr>
          <p:spPr>
            <a:xfrm>
              <a:off x="5486044" y="3735573"/>
              <a:ext cx="67470" cy="5378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268DCB04-6EF7-1FF8-BB3C-11EF15360D74}"/>
                </a:ext>
              </a:extLst>
            </p:cNvPr>
            <p:cNvSpPr/>
            <p:nvPr/>
          </p:nvSpPr>
          <p:spPr>
            <a:xfrm>
              <a:off x="5698397" y="3370741"/>
              <a:ext cx="67470" cy="5378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A5350830-C6AE-9336-570D-1EEBD489E4D4}"/>
                </a:ext>
              </a:extLst>
            </p:cNvPr>
            <p:cNvSpPr/>
            <p:nvPr/>
          </p:nvSpPr>
          <p:spPr>
            <a:xfrm>
              <a:off x="5705816" y="3556430"/>
              <a:ext cx="67470" cy="5378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B581F58E-8C5A-CA31-DB66-5EA5B818BED2}"/>
                </a:ext>
              </a:extLst>
            </p:cNvPr>
            <p:cNvSpPr/>
            <p:nvPr/>
          </p:nvSpPr>
          <p:spPr>
            <a:xfrm>
              <a:off x="5701133" y="3734816"/>
              <a:ext cx="67470" cy="5378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Oval 187">
              <a:extLst>
                <a:ext uri="{FF2B5EF4-FFF2-40B4-BE49-F238E27FC236}">
                  <a16:creationId xmlns:a16="http://schemas.microsoft.com/office/drawing/2014/main" id="{C519F72A-3558-A827-5565-4227B989F606}"/>
                </a:ext>
              </a:extLst>
            </p:cNvPr>
            <p:cNvSpPr/>
            <p:nvPr/>
          </p:nvSpPr>
          <p:spPr>
            <a:xfrm>
              <a:off x="5387101" y="2708032"/>
              <a:ext cx="486571" cy="44038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2D8EC5C6-BDBC-0DB0-014D-E710FEA18BBB}"/>
                </a:ext>
              </a:extLst>
            </p:cNvPr>
            <p:cNvSpPr/>
            <p:nvPr/>
          </p:nvSpPr>
          <p:spPr>
            <a:xfrm rot="1968688">
              <a:off x="5374259" y="3227925"/>
              <a:ext cx="582746" cy="7513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DC18EDD9-BD73-6D91-884A-668EC4F88ABD}"/>
                </a:ext>
              </a:extLst>
            </p:cNvPr>
            <p:cNvSpPr/>
            <p:nvPr/>
          </p:nvSpPr>
          <p:spPr>
            <a:xfrm rot="19631312" flipH="1">
              <a:off x="5293485" y="3230803"/>
              <a:ext cx="582746" cy="7513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F521B5E8-138F-0DE3-F598-83C46C1EDEEB}"/>
                </a:ext>
              </a:extLst>
            </p:cNvPr>
            <p:cNvSpPr/>
            <p:nvPr/>
          </p:nvSpPr>
          <p:spPr>
            <a:xfrm>
              <a:off x="5290039" y="2471145"/>
              <a:ext cx="682801" cy="27130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Rectangle: Rounded Corners 191">
              <a:extLst>
                <a:ext uri="{FF2B5EF4-FFF2-40B4-BE49-F238E27FC236}">
                  <a16:creationId xmlns:a16="http://schemas.microsoft.com/office/drawing/2014/main" id="{852F1143-644D-6199-38FD-57B2FF510EA4}"/>
                </a:ext>
              </a:extLst>
            </p:cNvPr>
            <p:cNvSpPr/>
            <p:nvPr/>
          </p:nvSpPr>
          <p:spPr>
            <a:xfrm>
              <a:off x="5401841" y="2616539"/>
              <a:ext cx="424697" cy="18196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7DD9A875-2CD7-5AF2-0715-7076C860210B}"/>
                </a:ext>
              </a:extLst>
            </p:cNvPr>
            <p:cNvSpPr/>
            <p:nvPr/>
          </p:nvSpPr>
          <p:spPr>
            <a:xfrm>
              <a:off x="5501413" y="2840805"/>
              <a:ext cx="67470" cy="5378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622FF927-1227-0AB6-323C-AB68E31E89E6}"/>
                </a:ext>
              </a:extLst>
            </p:cNvPr>
            <p:cNvSpPr/>
            <p:nvPr/>
          </p:nvSpPr>
          <p:spPr>
            <a:xfrm>
              <a:off x="5678617" y="2840805"/>
              <a:ext cx="67470" cy="5378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Rectangle: Rounded Corners 221">
              <a:extLst>
                <a:ext uri="{FF2B5EF4-FFF2-40B4-BE49-F238E27FC236}">
                  <a16:creationId xmlns:a16="http://schemas.microsoft.com/office/drawing/2014/main" id="{A99A2666-0B11-A5EB-030E-BD2D16908F5F}"/>
                </a:ext>
              </a:extLst>
            </p:cNvPr>
            <p:cNvSpPr/>
            <p:nvPr/>
          </p:nvSpPr>
          <p:spPr>
            <a:xfrm rot="19777336">
              <a:off x="6121378" y="3772936"/>
              <a:ext cx="217752" cy="154087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CA91F5B4-6330-E302-2C45-F2C7C621FCF7}"/>
                </a:ext>
              </a:extLst>
            </p:cNvPr>
            <p:cNvSpPr/>
            <p:nvPr/>
          </p:nvSpPr>
          <p:spPr>
            <a:xfrm>
              <a:off x="5947498" y="3181498"/>
              <a:ext cx="559298" cy="658978"/>
            </a:xfrm>
            <a:custGeom>
              <a:avLst/>
              <a:gdLst>
                <a:gd name="csX0" fmla="*/ 69116 w 375332"/>
                <a:gd name="csY0" fmla="*/ 5347 h 618801"/>
                <a:gd name="csX1" fmla="*/ 373916 w 375332"/>
                <a:gd name="csY1" fmla="*/ 462547 h 618801"/>
                <a:gd name="csX2" fmla="*/ 179606 w 375332"/>
                <a:gd name="csY2" fmla="*/ 618757 h 618801"/>
                <a:gd name="csX3" fmla="*/ 95786 w 375332"/>
                <a:gd name="csY3" fmla="*/ 477787 h 618801"/>
                <a:gd name="csX4" fmla="*/ 187226 w 375332"/>
                <a:gd name="csY4" fmla="*/ 405397 h 618801"/>
                <a:gd name="csX5" fmla="*/ 8156 w 375332"/>
                <a:gd name="csY5" fmla="*/ 222517 h 618801"/>
                <a:gd name="csX6" fmla="*/ 69116 w 375332"/>
                <a:gd name="csY6" fmla="*/ 5347 h 618801"/>
                <a:gd name="csX0" fmla="*/ 69116 w 375289"/>
                <a:gd name="csY0" fmla="*/ 5347 h 619388"/>
                <a:gd name="csX1" fmla="*/ 373916 w 375289"/>
                <a:gd name="csY1" fmla="*/ 462547 h 619388"/>
                <a:gd name="csX2" fmla="*/ 179606 w 375289"/>
                <a:gd name="csY2" fmla="*/ 618757 h 619388"/>
                <a:gd name="csX3" fmla="*/ 130076 w 375289"/>
                <a:gd name="csY3" fmla="*/ 513227 h 619388"/>
                <a:gd name="csX4" fmla="*/ 187226 w 375289"/>
                <a:gd name="csY4" fmla="*/ 405397 h 619388"/>
                <a:gd name="csX5" fmla="*/ 8156 w 375289"/>
                <a:gd name="csY5" fmla="*/ 222517 h 619388"/>
                <a:gd name="csX6" fmla="*/ 69116 w 375289"/>
                <a:gd name="csY6" fmla="*/ 5347 h 619388"/>
                <a:gd name="csX0" fmla="*/ 69116 w 379614"/>
                <a:gd name="csY0" fmla="*/ 5347 h 635977"/>
                <a:gd name="csX1" fmla="*/ 373916 w 379614"/>
                <a:gd name="csY1" fmla="*/ 462547 h 635977"/>
                <a:gd name="csX2" fmla="*/ 257711 w 379614"/>
                <a:gd name="csY2" fmla="*/ 635434 h 635977"/>
                <a:gd name="csX3" fmla="*/ 130076 w 379614"/>
                <a:gd name="csY3" fmla="*/ 513227 h 635977"/>
                <a:gd name="csX4" fmla="*/ 187226 w 379614"/>
                <a:gd name="csY4" fmla="*/ 405397 h 635977"/>
                <a:gd name="csX5" fmla="*/ 8156 w 379614"/>
                <a:gd name="csY5" fmla="*/ 222517 h 635977"/>
                <a:gd name="csX6" fmla="*/ 69116 w 379614"/>
                <a:gd name="csY6" fmla="*/ 5347 h 635977"/>
                <a:gd name="csX0" fmla="*/ 69116 w 382821"/>
                <a:gd name="csY0" fmla="*/ 5347 h 613175"/>
                <a:gd name="csX1" fmla="*/ 373916 w 382821"/>
                <a:gd name="csY1" fmla="*/ 462547 h 613175"/>
                <a:gd name="csX2" fmla="*/ 286286 w 382821"/>
                <a:gd name="csY2" fmla="*/ 612502 h 613175"/>
                <a:gd name="csX3" fmla="*/ 130076 w 382821"/>
                <a:gd name="csY3" fmla="*/ 513227 h 613175"/>
                <a:gd name="csX4" fmla="*/ 187226 w 382821"/>
                <a:gd name="csY4" fmla="*/ 405397 h 613175"/>
                <a:gd name="csX5" fmla="*/ 8156 w 382821"/>
                <a:gd name="csY5" fmla="*/ 222517 h 613175"/>
                <a:gd name="csX6" fmla="*/ 69116 w 382821"/>
                <a:gd name="csY6" fmla="*/ 5347 h 613175"/>
                <a:gd name="csX0" fmla="*/ 69116 w 382170"/>
                <a:gd name="csY0" fmla="*/ 5347 h 612765"/>
                <a:gd name="csX1" fmla="*/ 373916 w 382170"/>
                <a:gd name="csY1" fmla="*/ 462547 h 612765"/>
                <a:gd name="csX2" fmla="*/ 286286 w 382170"/>
                <a:gd name="csY2" fmla="*/ 612502 h 612765"/>
                <a:gd name="csX3" fmla="*/ 187226 w 382170"/>
                <a:gd name="csY3" fmla="*/ 496549 h 612765"/>
                <a:gd name="csX4" fmla="*/ 187226 w 382170"/>
                <a:gd name="csY4" fmla="*/ 405397 h 612765"/>
                <a:gd name="csX5" fmla="*/ 8156 w 382170"/>
                <a:gd name="csY5" fmla="*/ 222517 h 612765"/>
                <a:gd name="csX6" fmla="*/ 69116 w 382170"/>
                <a:gd name="csY6" fmla="*/ 5347 h 612765"/>
                <a:gd name="csX0" fmla="*/ 65934 w 378988"/>
                <a:gd name="csY0" fmla="*/ 5600 h 613002"/>
                <a:gd name="csX1" fmla="*/ 370734 w 378988"/>
                <a:gd name="csY1" fmla="*/ 462800 h 613002"/>
                <a:gd name="csX2" fmla="*/ 283104 w 378988"/>
                <a:gd name="csY2" fmla="*/ 612755 h 613002"/>
                <a:gd name="csX3" fmla="*/ 184044 w 378988"/>
                <a:gd name="csY3" fmla="*/ 496802 h 613002"/>
                <a:gd name="csX4" fmla="*/ 149754 w 378988"/>
                <a:gd name="csY4" fmla="*/ 439006 h 613002"/>
                <a:gd name="csX5" fmla="*/ 4974 w 378988"/>
                <a:gd name="csY5" fmla="*/ 222770 h 613002"/>
                <a:gd name="csX6" fmla="*/ 65934 w 378988"/>
                <a:gd name="csY6" fmla="*/ 5600 h 613002"/>
                <a:gd name="csX0" fmla="*/ 65934 w 378988"/>
                <a:gd name="csY0" fmla="*/ 5600 h 613003"/>
                <a:gd name="csX1" fmla="*/ 370734 w 378988"/>
                <a:gd name="csY1" fmla="*/ 462800 h 613003"/>
                <a:gd name="csX2" fmla="*/ 283104 w 378988"/>
                <a:gd name="csY2" fmla="*/ 612755 h 613003"/>
                <a:gd name="csX3" fmla="*/ 184044 w 378988"/>
                <a:gd name="csY3" fmla="*/ 496802 h 613003"/>
                <a:gd name="csX4" fmla="*/ 149754 w 378988"/>
                <a:gd name="csY4" fmla="*/ 439006 h 613003"/>
                <a:gd name="csX5" fmla="*/ 4974 w 378988"/>
                <a:gd name="csY5" fmla="*/ 222770 h 613003"/>
                <a:gd name="csX6" fmla="*/ 65934 w 378988"/>
                <a:gd name="csY6" fmla="*/ 5600 h 6130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78988" h="613003">
                  <a:moveTo>
                    <a:pt x="65934" y="5600"/>
                  </a:moveTo>
                  <a:cubicBezTo>
                    <a:pt x="126894" y="45605"/>
                    <a:pt x="334539" y="361608"/>
                    <a:pt x="370734" y="462800"/>
                  </a:cubicBezTo>
                  <a:cubicBezTo>
                    <a:pt x="406929" y="563992"/>
                    <a:pt x="314219" y="607088"/>
                    <a:pt x="283104" y="612755"/>
                  </a:cubicBezTo>
                  <a:cubicBezTo>
                    <a:pt x="251989" y="618422"/>
                    <a:pt x="206269" y="525760"/>
                    <a:pt x="184044" y="496802"/>
                  </a:cubicBezTo>
                  <a:cubicBezTo>
                    <a:pt x="161819" y="467844"/>
                    <a:pt x="166264" y="471128"/>
                    <a:pt x="149754" y="439006"/>
                  </a:cubicBezTo>
                  <a:cubicBezTo>
                    <a:pt x="135149" y="396461"/>
                    <a:pt x="18944" y="295004"/>
                    <a:pt x="4974" y="222770"/>
                  </a:cubicBezTo>
                  <a:cubicBezTo>
                    <a:pt x="-8996" y="150536"/>
                    <a:pt x="4974" y="-34405"/>
                    <a:pt x="65934" y="56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</p:grpSp>
      <p:grpSp>
        <p:nvGrpSpPr>
          <p:cNvPr id="1396" name="fire">
            <a:extLst>
              <a:ext uri="{FF2B5EF4-FFF2-40B4-BE49-F238E27FC236}">
                <a16:creationId xmlns:a16="http://schemas.microsoft.com/office/drawing/2014/main" id="{E65C4E87-7358-D56C-7EB2-7479D33BBB2D}"/>
              </a:ext>
            </a:extLst>
          </p:cNvPr>
          <p:cNvGrpSpPr/>
          <p:nvPr/>
        </p:nvGrpSpPr>
        <p:grpSpPr>
          <a:xfrm>
            <a:off x="5205174" y="4053673"/>
            <a:ext cx="917635" cy="348940"/>
            <a:chOff x="5205174" y="4053673"/>
            <a:chExt cx="917635" cy="348940"/>
          </a:xfrm>
        </p:grpSpPr>
        <p:sp>
          <p:nvSpPr>
            <p:cNvPr id="152" name="Isosceles Triangle 151">
              <a:extLst>
                <a:ext uri="{FF2B5EF4-FFF2-40B4-BE49-F238E27FC236}">
                  <a16:creationId xmlns:a16="http://schemas.microsoft.com/office/drawing/2014/main" id="{D6EB39FE-1077-0DB4-0144-19F9CA8F18F4}"/>
                </a:ext>
              </a:extLst>
            </p:cNvPr>
            <p:cNvSpPr/>
            <p:nvPr/>
          </p:nvSpPr>
          <p:spPr>
            <a:xfrm>
              <a:off x="5211937" y="4229183"/>
              <a:ext cx="910872" cy="173430"/>
            </a:xfrm>
            <a:custGeom>
              <a:avLst/>
              <a:gdLst>
                <a:gd name="csX0" fmla="*/ 0 w 617220"/>
                <a:gd name="csY0" fmla="*/ 196951 h 196951"/>
                <a:gd name="csX1" fmla="*/ 298179 w 617220"/>
                <a:gd name="csY1" fmla="*/ 0 h 196951"/>
                <a:gd name="csX2" fmla="*/ 617220 w 617220"/>
                <a:gd name="csY2" fmla="*/ 196951 h 196951"/>
                <a:gd name="csX3" fmla="*/ 0 w 617220"/>
                <a:gd name="csY3" fmla="*/ 196951 h 196951"/>
                <a:gd name="csX0" fmla="*/ 0 w 617220"/>
                <a:gd name="csY0" fmla="*/ 147421 h 147421"/>
                <a:gd name="csX1" fmla="*/ 313419 w 617220"/>
                <a:gd name="csY1" fmla="*/ 0 h 147421"/>
                <a:gd name="csX2" fmla="*/ 617220 w 617220"/>
                <a:gd name="csY2" fmla="*/ 147421 h 147421"/>
                <a:gd name="csX3" fmla="*/ 0 w 617220"/>
                <a:gd name="csY3" fmla="*/ 147421 h 147421"/>
                <a:gd name="csX0" fmla="*/ 0 w 617220"/>
                <a:gd name="csY0" fmla="*/ 147421 h 147421"/>
                <a:gd name="csX1" fmla="*/ 313419 w 617220"/>
                <a:gd name="csY1" fmla="*/ 0 h 147421"/>
                <a:gd name="csX2" fmla="*/ 617220 w 617220"/>
                <a:gd name="csY2" fmla="*/ 147421 h 147421"/>
                <a:gd name="csX3" fmla="*/ 0 w 617220"/>
                <a:gd name="csY3" fmla="*/ 147421 h 147421"/>
                <a:gd name="csX0" fmla="*/ 0 w 617220"/>
                <a:gd name="csY0" fmla="*/ 147421 h 147421"/>
                <a:gd name="csX1" fmla="*/ 313419 w 617220"/>
                <a:gd name="csY1" fmla="*/ 0 h 147421"/>
                <a:gd name="csX2" fmla="*/ 617220 w 617220"/>
                <a:gd name="csY2" fmla="*/ 147421 h 147421"/>
                <a:gd name="csX3" fmla="*/ 0 w 617220"/>
                <a:gd name="csY3" fmla="*/ 147421 h 1474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17220" h="147421">
                  <a:moveTo>
                    <a:pt x="0" y="147421"/>
                  </a:moveTo>
                  <a:cubicBezTo>
                    <a:pt x="104473" y="98281"/>
                    <a:pt x="207041" y="112005"/>
                    <a:pt x="313419" y="0"/>
                  </a:cubicBezTo>
                  <a:cubicBezTo>
                    <a:pt x="384206" y="142485"/>
                    <a:pt x="515953" y="98281"/>
                    <a:pt x="617220" y="147421"/>
                  </a:cubicBezTo>
                  <a:lnTo>
                    <a:pt x="0" y="147421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9" name="Isosceles Triangle 151">
              <a:extLst>
                <a:ext uri="{FF2B5EF4-FFF2-40B4-BE49-F238E27FC236}">
                  <a16:creationId xmlns:a16="http://schemas.microsoft.com/office/drawing/2014/main" id="{C079363A-2CDA-ADFA-FB4F-C8B79B805371}"/>
                </a:ext>
              </a:extLst>
            </p:cNvPr>
            <p:cNvSpPr/>
            <p:nvPr/>
          </p:nvSpPr>
          <p:spPr>
            <a:xfrm>
              <a:off x="5290039" y="4096368"/>
              <a:ext cx="84864" cy="173430"/>
            </a:xfrm>
            <a:custGeom>
              <a:avLst/>
              <a:gdLst>
                <a:gd name="csX0" fmla="*/ 0 w 617220"/>
                <a:gd name="csY0" fmla="*/ 196951 h 196951"/>
                <a:gd name="csX1" fmla="*/ 298179 w 617220"/>
                <a:gd name="csY1" fmla="*/ 0 h 196951"/>
                <a:gd name="csX2" fmla="*/ 617220 w 617220"/>
                <a:gd name="csY2" fmla="*/ 196951 h 196951"/>
                <a:gd name="csX3" fmla="*/ 0 w 617220"/>
                <a:gd name="csY3" fmla="*/ 196951 h 196951"/>
                <a:gd name="csX0" fmla="*/ 0 w 617220"/>
                <a:gd name="csY0" fmla="*/ 147421 h 147421"/>
                <a:gd name="csX1" fmla="*/ 313419 w 617220"/>
                <a:gd name="csY1" fmla="*/ 0 h 147421"/>
                <a:gd name="csX2" fmla="*/ 617220 w 617220"/>
                <a:gd name="csY2" fmla="*/ 147421 h 147421"/>
                <a:gd name="csX3" fmla="*/ 0 w 617220"/>
                <a:gd name="csY3" fmla="*/ 147421 h 147421"/>
                <a:gd name="csX0" fmla="*/ 0 w 617220"/>
                <a:gd name="csY0" fmla="*/ 147421 h 147421"/>
                <a:gd name="csX1" fmla="*/ 313419 w 617220"/>
                <a:gd name="csY1" fmla="*/ 0 h 147421"/>
                <a:gd name="csX2" fmla="*/ 617220 w 617220"/>
                <a:gd name="csY2" fmla="*/ 147421 h 147421"/>
                <a:gd name="csX3" fmla="*/ 0 w 617220"/>
                <a:gd name="csY3" fmla="*/ 147421 h 147421"/>
                <a:gd name="csX0" fmla="*/ 0 w 617220"/>
                <a:gd name="csY0" fmla="*/ 147421 h 147421"/>
                <a:gd name="csX1" fmla="*/ 313419 w 617220"/>
                <a:gd name="csY1" fmla="*/ 0 h 147421"/>
                <a:gd name="csX2" fmla="*/ 617220 w 617220"/>
                <a:gd name="csY2" fmla="*/ 147421 h 147421"/>
                <a:gd name="csX3" fmla="*/ 0 w 617220"/>
                <a:gd name="csY3" fmla="*/ 147421 h 1474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17220" h="147421">
                  <a:moveTo>
                    <a:pt x="0" y="147421"/>
                  </a:moveTo>
                  <a:cubicBezTo>
                    <a:pt x="104473" y="98281"/>
                    <a:pt x="207041" y="112005"/>
                    <a:pt x="313419" y="0"/>
                  </a:cubicBezTo>
                  <a:cubicBezTo>
                    <a:pt x="384206" y="142485"/>
                    <a:pt x="515953" y="98281"/>
                    <a:pt x="617220" y="147421"/>
                  </a:cubicBezTo>
                  <a:lnTo>
                    <a:pt x="0" y="147421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0" name="Isosceles Triangle 151">
              <a:extLst>
                <a:ext uri="{FF2B5EF4-FFF2-40B4-BE49-F238E27FC236}">
                  <a16:creationId xmlns:a16="http://schemas.microsoft.com/office/drawing/2014/main" id="{AC7DA33F-CD86-5D2C-80B4-936DCE351898}"/>
                </a:ext>
              </a:extLst>
            </p:cNvPr>
            <p:cNvSpPr/>
            <p:nvPr/>
          </p:nvSpPr>
          <p:spPr>
            <a:xfrm>
              <a:off x="6022717" y="4104847"/>
              <a:ext cx="84864" cy="173430"/>
            </a:xfrm>
            <a:custGeom>
              <a:avLst/>
              <a:gdLst>
                <a:gd name="csX0" fmla="*/ 0 w 617220"/>
                <a:gd name="csY0" fmla="*/ 196951 h 196951"/>
                <a:gd name="csX1" fmla="*/ 298179 w 617220"/>
                <a:gd name="csY1" fmla="*/ 0 h 196951"/>
                <a:gd name="csX2" fmla="*/ 617220 w 617220"/>
                <a:gd name="csY2" fmla="*/ 196951 h 196951"/>
                <a:gd name="csX3" fmla="*/ 0 w 617220"/>
                <a:gd name="csY3" fmla="*/ 196951 h 196951"/>
                <a:gd name="csX0" fmla="*/ 0 w 617220"/>
                <a:gd name="csY0" fmla="*/ 147421 h 147421"/>
                <a:gd name="csX1" fmla="*/ 313419 w 617220"/>
                <a:gd name="csY1" fmla="*/ 0 h 147421"/>
                <a:gd name="csX2" fmla="*/ 617220 w 617220"/>
                <a:gd name="csY2" fmla="*/ 147421 h 147421"/>
                <a:gd name="csX3" fmla="*/ 0 w 617220"/>
                <a:gd name="csY3" fmla="*/ 147421 h 147421"/>
                <a:gd name="csX0" fmla="*/ 0 w 617220"/>
                <a:gd name="csY0" fmla="*/ 147421 h 147421"/>
                <a:gd name="csX1" fmla="*/ 313419 w 617220"/>
                <a:gd name="csY1" fmla="*/ 0 h 147421"/>
                <a:gd name="csX2" fmla="*/ 617220 w 617220"/>
                <a:gd name="csY2" fmla="*/ 147421 h 147421"/>
                <a:gd name="csX3" fmla="*/ 0 w 617220"/>
                <a:gd name="csY3" fmla="*/ 147421 h 147421"/>
                <a:gd name="csX0" fmla="*/ 0 w 617220"/>
                <a:gd name="csY0" fmla="*/ 147421 h 147421"/>
                <a:gd name="csX1" fmla="*/ 313419 w 617220"/>
                <a:gd name="csY1" fmla="*/ 0 h 147421"/>
                <a:gd name="csX2" fmla="*/ 617220 w 617220"/>
                <a:gd name="csY2" fmla="*/ 147421 h 147421"/>
                <a:gd name="csX3" fmla="*/ 0 w 617220"/>
                <a:gd name="csY3" fmla="*/ 147421 h 1474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17220" h="147421">
                  <a:moveTo>
                    <a:pt x="0" y="147421"/>
                  </a:moveTo>
                  <a:cubicBezTo>
                    <a:pt x="104473" y="98281"/>
                    <a:pt x="207041" y="112005"/>
                    <a:pt x="313419" y="0"/>
                  </a:cubicBezTo>
                  <a:cubicBezTo>
                    <a:pt x="384206" y="142485"/>
                    <a:pt x="515953" y="98281"/>
                    <a:pt x="617220" y="147421"/>
                  </a:cubicBezTo>
                  <a:lnTo>
                    <a:pt x="0" y="147421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1" name="Isosceles Triangle 151">
              <a:extLst>
                <a:ext uri="{FF2B5EF4-FFF2-40B4-BE49-F238E27FC236}">
                  <a16:creationId xmlns:a16="http://schemas.microsoft.com/office/drawing/2014/main" id="{E2DCD245-284A-AA45-7446-5646A7CE62B7}"/>
                </a:ext>
              </a:extLst>
            </p:cNvPr>
            <p:cNvSpPr/>
            <p:nvPr/>
          </p:nvSpPr>
          <p:spPr>
            <a:xfrm>
              <a:off x="5942508" y="4140531"/>
              <a:ext cx="84864" cy="173430"/>
            </a:xfrm>
            <a:custGeom>
              <a:avLst/>
              <a:gdLst>
                <a:gd name="csX0" fmla="*/ 0 w 617220"/>
                <a:gd name="csY0" fmla="*/ 196951 h 196951"/>
                <a:gd name="csX1" fmla="*/ 298179 w 617220"/>
                <a:gd name="csY1" fmla="*/ 0 h 196951"/>
                <a:gd name="csX2" fmla="*/ 617220 w 617220"/>
                <a:gd name="csY2" fmla="*/ 196951 h 196951"/>
                <a:gd name="csX3" fmla="*/ 0 w 617220"/>
                <a:gd name="csY3" fmla="*/ 196951 h 196951"/>
                <a:gd name="csX0" fmla="*/ 0 w 617220"/>
                <a:gd name="csY0" fmla="*/ 147421 h 147421"/>
                <a:gd name="csX1" fmla="*/ 313419 w 617220"/>
                <a:gd name="csY1" fmla="*/ 0 h 147421"/>
                <a:gd name="csX2" fmla="*/ 617220 w 617220"/>
                <a:gd name="csY2" fmla="*/ 147421 h 147421"/>
                <a:gd name="csX3" fmla="*/ 0 w 617220"/>
                <a:gd name="csY3" fmla="*/ 147421 h 147421"/>
                <a:gd name="csX0" fmla="*/ 0 w 617220"/>
                <a:gd name="csY0" fmla="*/ 147421 h 147421"/>
                <a:gd name="csX1" fmla="*/ 313419 w 617220"/>
                <a:gd name="csY1" fmla="*/ 0 h 147421"/>
                <a:gd name="csX2" fmla="*/ 617220 w 617220"/>
                <a:gd name="csY2" fmla="*/ 147421 h 147421"/>
                <a:gd name="csX3" fmla="*/ 0 w 617220"/>
                <a:gd name="csY3" fmla="*/ 147421 h 147421"/>
                <a:gd name="csX0" fmla="*/ 0 w 617220"/>
                <a:gd name="csY0" fmla="*/ 147421 h 147421"/>
                <a:gd name="csX1" fmla="*/ 313419 w 617220"/>
                <a:gd name="csY1" fmla="*/ 0 h 147421"/>
                <a:gd name="csX2" fmla="*/ 617220 w 617220"/>
                <a:gd name="csY2" fmla="*/ 147421 h 147421"/>
                <a:gd name="csX3" fmla="*/ 0 w 617220"/>
                <a:gd name="csY3" fmla="*/ 147421 h 1474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17220" h="147421">
                  <a:moveTo>
                    <a:pt x="0" y="147421"/>
                  </a:moveTo>
                  <a:cubicBezTo>
                    <a:pt x="104473" y="98281"/>
                    <a:pt x="207041" y="112005"/>
                    <a:pt x="313419" y="0"/>
                  </a:cubicBezTo>
                  <a:cubicBezTo>
                    <a:pt x="384206" y="142485"/>
                    <a:pt x="515953" y="98281"/>
                    <a:pt x="617220" y="147421"/>
                  </a:cubicBezTo>
                  <a:lnTo>
                    <a:pt x="0" y="147421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2" name="Isosceles Triangle 151">
              <a:extLst>
                <a:ext uri="{FF2B5EF4-FFF2-40B4-BE49-F238E27FC236}">
                  <a16:creationId xmlns:a16="http://schemas.microsoft.com/office/drawing/2014/main" id="{7C2E86F5-708C-38F6-197C-99E00AC61528}"/>
                </a:ext>
              </a:extLst>
            </p:cNvPr>
            <p:cNvSpPr/>
            <p:nvPr/>
          </p:nvSpPr>
          <p:spPr>
            <a:xfrm>
              <a:off x="5205174" y="4148428"/>
              <a:ext cx="84864" cy="173430"/>
            </a:xfrm>
            <a:custGeom>
              <a:avLst/>
              <a:gdLst>
                <a:gd name="csX0" fmla="*/ 0 w 617220"/>
                <a:gd name="csY0" fmla="*/ 196951 h 196951"/>
                <a:gd name="csX1" fmla="*/ 298179 w 617220"/>
                <a:gd name="csY1" fmla="*/ 0 h 196951"/>
                <a:gd name="csX2" fmla="*/ 617220 w 617220"/>
                <a:gd name="csY2" fmla="*/ 196951 h 196951"/>
                <a:gd name="csX3" fmla="*/ 0 w 617220"/>
                <a:gd name="csY3" fmla="*/ 196951 h 196951"/>
                <a:gd name="csX0" fmla="*/ 0 w 617220"/>
                <a:gd name="csY0" fmla="*/ 147421 h 147421"/>
                <a:gd name="csX1" fmla="*/ 313419 w 617220"/>
                <a:gd name="csY1" fmla="*/ 0 h 147421"/>
                <a:gd name="csX2" fmla="*/ 617220 w 617220"/>
                <a:gd name="csY2" fmla="*/ 147421 h 147421"/>
                <a:gd name="csX3" fmla="*/ 0 w 617220"/>
                <a:gd name="csY3" fmla="*/ 147421 h 147421"/>
                <a:gd name="csX0" fmla="*/ 0 w 617220"/>
                <a:gd name="csY0" fmla="*/ 147421 h 147421"/>
                <a:gd name="csX1" fmla="*/ 313419 w 617220"/>
                <a:gd name="csY1" fmla="*/ 0 h 147421"/>
                <a:gd name="csX2" fmla="*/ 617220 w 617220"/>
                <a:gd name="csY2" fmla="*/ 147421 h 147421"/>
                <a:gd name="csX3" fmla="*/ 0 w 617220"/>
                <a:gd name="csY3" fmla="*/ 147421 h 147421"/>
                <a:gd name="csX0" fmla="*/ 0 w 617220"/>
                <a:gd name="csY0" fmla="*/ 147421 h 147421"/>
                <a:gd name="csX1" fmla="*/ 313419 w 617220"/>
                <a:gd name="csY1" fmla="*/ 0 h 147421"/>
                <a:gd name="csX2" fmla="*/ 617220 w 617220"/>
                <a:gd name="csY2" fmla="*/ 147421 h 147421"/>
                <a:gd name="csX3" fmla="*/ 0 w 617220"/>
                <a:gd name="csY3" fmla="*/ 147421 h 1474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17220" h="147421">
                  <a:moveTo>
                    <a:pt x="0" y="147421"/>
                  </a:moveTo>
                  <a:cubicBezTo>
                    <a:pt x="104473" y="98281"/>
                    <a:pt x="207041" y="112005"/>
                    <a:pt x="313419" y="0"/>
                  </a:cubicBezTo>
                  <a:cubicBezTo>
                    <a:pt x="384206" y="142485"/>
                    <a:pt x="515953" y="98281"/>
                    <a:pt x="617220" y="147421"/>
                  </a:cubicBezTo>
                  <a:lnTo>
                    <a:pt x="0" y="147421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3" name="Isosceles Triangle 151">
              <a:extLst>
                <a:ext uri="{FF2B5EF4-FFF2-40B4-BE49-F238E27FC236}">
                  <a16:creationId xmlns:a16="http://schemas.microsoft.com/office/drawing/2014/main" id="{075B3133-3F04-CDE2-F6E3-C0448649DBF2}"/>
                </a:ext>
              </a:extLst>
            </p:cNvPr>
            <p:cNvSpPr/>
            <p:nvPr/>
          </p:nvSpPr>
          <p:spPr>
            <a:xfrm>
              <a:off x="5310911" y="4173479"/>
              <a:ext cx="84864" cy="173430"/>
            </a:xfrm>
            <a:custGeom>
              <a:avLst/>
              <a:gdLst>
                <a:gd name="csX0" fmla="*/ 0 w 617220"/>
                <a:gd name="csY0" fmla="*/ 196951 h 196951"/>
                <a:gd name="csX1" fmla="*/ 298179 w 617220"/>
                <a:gd name="csY1" fmla="*/ 0 h 196951"/>
                <a:gd name="csX2" fmla="*/ 617220 w 617220"/>
                <a:gd name="csY2" fmla="*/ 196951 h 196951"/>
                <a:gd name="csX3" fmla="*/ 0 w 617220"/>
                <a:gd name="csY3" fmla="*/ 196951 h 196951"/>
                <a:gd name="csX0" fmla="*/ 0 w 617220"/>
                <a:gd name="csY0" fmla="*/ 147421 h 147421"/>
                <a:gd name="csX1" fmla="*/ 313419 w 617220"/>
                <a:gd name="csY1" fmla="*/ 0 h 147421"/>
                <a:gd name="csX2" fmla="*/ 617220 w 617220"/>
                <a:gd name="csY2" fmla="*/ 147421 h 147421"/>
                <a:gd name="csX3" fmla="*/ 0 w 617220"/>
                <a:gd name="csY3" fmla="*/ 147421 h 147421"/>
                <a:gd name="csX0" fmla="*/ 0 w 617220"/>
                <a:gd name="csY0" fmla="*/ 147421 h 147421"/>
                <a:gd name="csX1" fmla="*/ 313419 w 617220"/>
                <a:gd name="csY1" fmla="*/ 0 h 147421"/>
                <a:gd name="csX2" fmla="*/ 617220 w 617220"/>
                <a:gd name="csY2" fmla="*/ 147421 h 147421"/>
                <a:gd name="csX3" fmla="*/ 0 w 617220"/>
                <a:gd name="csY3" fmla="*/ 147421 h 147421"/>
                <a:gd name="csX0" fmla="*/ 0 w 617220"/>
                <a:gd name="csY0" fmla="*/ 147421 h 147421"/>
                <a:gd name="csX1" fmla="*/ 313419 w 617220"/>
                <a:gd name="csY1" fmla="*/ 0 h 147421"/>
                <a:gd name="csX2" fmla="*/ 617220 w 617220"/>
                <a:gd name="csY2" fmla="*/ 147421 h 147421"/>
                <a:gd name="csX3" fmla="*/ 0 w 617220"/>
                <a:gd name="csY3" fmla="*/ 147421 h 1474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17220" h="147421">
                  <a:moveTo>
                    <a:pt x="0" y="147421"/>
                  </a:moveTo>
                  <a:cubicBezTo>
                    <a:pt x="104473" y="98281"/>
                    <a:pt x="207041" y="112005"/>
                    <a:pt x="313419" y="0"/>
                  </a:cubicBezTo>
                  <a:cubicBezTo>
                    <a:pt x="384206" y="142485"/>
                    <a:pt x="515953" y="98281"/>
                    <a:pt x="617220" y="147421"/>
                  </a:cubicBezTo>
                  <a:lnTo>
                    <a:pt x="0" y="147421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4" name="Isosceles Triangle 151">
              <a:extLst>
                <a:ext uri="{FF2B5EF4-FFF2-40B4-BE49-F238E27FC236}">
                  <a16:creationId xmlns:a16="http://schemas.microsoft.com/office/drawing/2014/main" id="{9CF2BB31-DF70-857C-B89D-89AE0ED29F06}"/>
                </a:ext>
              </a:extLst>
            </p:cNvPr>
            <p:cNvSpPr/>
            <p:nvPr/>
          </p:nvSpPr>
          <p:spPr>
            <a:xfrm rot="1249994">
              <a:off x="5447606" y="4053673"/>
              <a:ext cx="191519" cy="238983"/>
            </a:xfrm>
            <a:custGeom>
              <a:avLst/>
              <a:gdLst>
                <a:gd name="csX0" fmla="*/ 0 w 617220"/>
                <a:gd name="csY0" fmla="*/ 196951 h 196951"/>
                <a:gd name="csX1" fmla="*/ 298179 w 617220"/>
                <a:gd name="csY1" fmla="*/ 0 h 196951"/>
                <a:gd name="csX2" fmla="*/ 617220 w 617220"/>
                <a:gd name="csY2" fmla="*/ 196951 h 196951"/>
                <a:gd name="csX3" fmla="*/ 0 w 617220"/>
                <a:gd name="csY3" fmla="*/ 196951 h 196951"/>
                <a:gd name="csX0" fmla="*/ 0 w 617220"/>
                <a:gd name="csY0" fmla="*/ 147421 h 147421"/>
                <a:gd name="csX1" fmla="*/ 313419 w 617220"/>
                <a:gd name="csY1" fmla="*/ 0 h 147421"/>
                <a:gd name="csX2" fmla="*/ 617220 w 617220"/>
                <a:gd name="csY2" fmla="*/ 147421 h 147421"/>
                <a:gd name="csX3" fmla="*/ 0 w 617220"/>
                <a:gd name="csY3" fmla="*/ 147421 h 147421"/>
                <a:gd name="csX0" fmla="*/ 0 w 617220"/>
                <a:gd name="csY0" fmla="*/ 147421 h 147421"/>
                <a:gd name="csX1" fmla="*/ 313419 w 617220"/>
                <a:gd name="csY1" fmla="*/ 0 h 147421"/>
                <a:gd name="csX2" fmla="*/ 617220 w 617220"/>
                <a:gd name="csY2" fmla="*/ 147421 h 147421"/>
                <a:gd name="csX3" fmla="*/ 0 w 617220"/>
                <a:gd name="csY3" fmla="*/ 147421 h 147421"/>
                <a:gd name="csX0" fmla="*/ 0 w 617220"/>
                <a:gd name="csY0" fmla="*/ 147421 h 147421"/>
                <a:gd name="csX1" fmla="*/ 313419 w 617220"/>
                <a:gd name="csY1" fmla="*/ 0 h 147421"/>
                <a:gd name="csX2" fmla="*/ 617220 w 617220"/>
                <a:gd name="csY2" fmla="*/ 147421 h 147421"/>
                <a:gd name="csX3" fmla="*/ 0 w 617220"/>
                <a:gd name="csY3" fmla="*/ 147421 h 1474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17220" h="147421">
                  <a:moveTo>
                    <a:pt x="0" y="147421"/>
                  </a:moveTo>
                  <a:cubicBezTo>
                    <a:pt x="104473" y="98281"/>
                    <a:pt x="207041" y="112005"/>
                    <a:pt x="313419" y="0"/>
                  </a:cubicBezTo>
                  <a:cubicBezTo>
                    <a:pt x="384206" y="142485"/>
                    <a:pt x="515953" y="98281"/>
                    <a:pt x="617220" y="147421"/>
                  </a:cubicBezTo>
                  <a:lnTo>
                    <a:pt x="0" y="147421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5" name="Isosceles Triangle 151">
              <a:extLst>
                <a:ext uri="{FF2B5EF4-FFF2-40B4-BE49-F238E27FC236}">
                  <a16:creationId xmlns:a16="http://schemas.microsoft.com/office/drawing/2014/main" id="{236F853C-027B-4C6D-5AC1-A3AE5A6816BD}"/>
                </a:ext>
              </a:extLst>
            </p:cNvPr>
            <p:cNvSpPr/>
            <p:nvPr/>
          </p:nvSpPr>
          <p:spPr>
            <a:xfrm rot="19746090">
              <a:off x="5896899" y="4082669"/>
              <a:ext cx="191519" cy="238983"/>
            </a:xfrm>
            <a:custGeom>
              <a:avLst/>
              <a:gdLst>
                <a:gd name="csX0" fmla="*/ 0 w 617220"/>
                <a:gd name="csY0" fmla="*/ 196951 h 196951"/>
                <a:gd name="csX1" fmla="*/ 298179 w 617220"/>
                <a:gd name="csY1" fmla="*/ 0 h 196951"/>
                <a:gd name="csX2" fmla="*/ 617220 w 617220"/>
                <a:gd name="csY2" fmla="*/ 196951 h 196951"/>
                <a:gd name="csX3" fmla="*/ 0 w 617220"/>
                <a:gd name="csY3" fmla="*/ 196951 h 196951"/>
                <a:gd name="csX0" fmla="*/ 0 w 617220"/>
                <a:gd name="csY0" fmla="*/ 147421 h 147421"/>
                <a:gd name="csX1" fmla="*/ 313419 w 617220"/>
                <a:gd name="csY1" fmla="*/ 0 h 147421"/>
                <a:gd name="csX2" fmla="*/ 617220 w 617220"/>
                <a:gd name="csY2" fmla="*/ 147421 h 147421"/>
                <a:gd name="csX3" fmla="*/ 0 w 617220"/>
                <a:gd name="csY3" fmla="*/ 147421 h 147421"/>
                <a:gd name="csX0" fmla="*/ 0 w 617220"/>
                <a:gd name="csY0" fmla="*/ 147421 h 147421"/>
                <a:gd name="csX1" fmla="*/ 313419 w 617220"/>
                <a:gd name="csY1" fmla="*/ 0 h 147421"/>
                <a:gd name="csX2" fmla="*/ 617220 w 617220"/>
                <a:gd name="csY2" fmla="*/ 147421 h 147421"/>
                <a:gd name="csX3" fmla="*/ 0 w 617220"/>
                <a:gd name="csY3" fmla="*/ 147421 h 147421"/>
                <a:gd name="csX0" fmla="*/ 0 w 617220"/>
                <a:gd name="csY0" fmla="*/ 147421 h 147421"/>
                <a:gd name="csX1" fmla="*/ 313419 w 617220"/>
                <a:gd name="csY1" fmla="*/ 0 h 147421"/>
                <a:gd name="csX2" fmla="*/ 617220 w 617220"/>
                <a:gd name="csY2" fmla="*/ 147421 h 147421"/>
                <a:gd name="csX3" fmla="*/ 0 w 617220"/>
                <a:gd name="csY3" fmla="*/ 147421 h 1474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17220" h="147421">
                  <a:moveTo>
                    <a:pt x="0" y="147421"/>
                  </a:moveTo>
                  <a:cubicBezTo>
                    <a:pt x="104473" y="98281"/>
                    <a:pt x="207041" y="112005"/>
                    <a:pt x="313419" y="0"/>
                  </a:cubicBezTo>
                  <a:cubicBezTo>
                    <a:pt x="384206" y="142485"/>
                    <a:pt x="515953" y="98281"/>
                    <a:pt x="617220" y="147421"/>
                  </a:cubicBezTo>
                  <a:lnTo>
                    <a:pt x="0" y="147421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6" name="Isosceles Triangle 151">
              <a:extLst>
                <a:ext uri="{FF2B5EF4-FFF2-40B4-BE49-F238E27FC236}">
                  <a16:creationId xmlns:a16="http://schemas.microsoft.com/office/drawing/2014/main" id="{0B69DC0B-A014-BCF1-C4FD-499C4973D002}"/>
                </a:ext>
              </a:extLst>
            </p:cNvPr>
            <p:cNvSpPr/>
            <p:nvPr/>
          </p:nvSpPr>
          <p:spPr>
            <a:xfrm>
              <a:off x="5859276" y="4107469"/>
              <a:ext cx="84864" cy="173430"/>
            </a:xfrm>
            <a:custGeom>
              <a:avLst/>
              <a:gdLst>
                <a:gd name="csX0" fmla="*/ 0 w 617220"/>
                <a:gd name="csY0" fmla="*/ 196951 h 196951"/>
                <a:gd name="csX1" fmla="*/ 298179 w 617220"/>
                <a:gd name="csY1" fmla="*/ 0 h 196951"/>
                <a:gd name="csX2" fmla="*/ 617220 w 617220"/>
                <a:gd name="csY2" fmla="*/ 196951 h 196951"/>
                <a:gd name="csX3" fmla="*/ 0 w 617220"/>
                <a:gd name="csY3" fmla="*/ 196951 h 196951"/>
                <a:gd name="csX0" fmla="*/ 0 w 617220"/>
                <a:gd name="csY0" fmla="*/ 147421 h 147421"/>
                <a:gd name="csX1" fmla="*/ 313419 w 617220"/>
                <a:gd name="csY1" fmla="*/ 0 h 147421"/>
                <a:gd name="csX2" fmla="*/ 617220 w 617220"/>
                <a:gd name="csY2" fmla="*/ 147421 h 147421"/>
                <a:gd name="csX3" fmla="*/ 0 w 617220"/>
                <a:gd name="csY3" fmla="*/ 147421 h 147421"/>
                <a:gd name="csX0" fmla="*/ 0 w 617220"/>
                <a:gd name="csY0" fmla="*/ 147421 h 147421"/>
                <a:gd name="csX1" fmla="*/ 313419 w 617220"/>
                <a:gd name="csY1" fmla="*/ 0 h 147421"/>
                <a:gd name="csX2" fmla="*/ 617220 w 617220"/>
                <a:gd name="csY2" fmla="*/ 147421 h 147421"/>
                <a:gd name="csX3" fmla="*/ 0 w 617220"/>
                <a:gd name="csY3" fmla="*/ 147421 h 147421"/>
                <a:gd name="csX0" fmla="*/ 0 w 617220"/>
                <a:gd name="csY0" fmla="*/ 147421 h 147421"/>
                <a:gd name="csX1" fmla="*/ 313419 w 617220"/>
                <a:gd name="csY1" fmla="*/ 0 h 147421"/>
                <a:gd name="csX2" fmla="*/ 617220 w 617220"/>
                <a:gd name="csY2" fmla="*/ 147421 h 147421"/>
                <a:gd name="csX3" fmla="*/ 0 w 617220"/>
                <a:gd name="csY3" fmla="*/ 147421 h 1474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17220" h="147421">
                  <a:moveTo>
                    <a:pt x="0" y="147421"/>
                  </a:moveTo>
                  <a:cubicBezTo>
                    <a:pt x="104473" y="98281"/>
                    <a:pt x="207041" y="112005"/>
                    <a:pt x="313419" y="0"/>
                  </a:cubicBezTo>
                  <a:cubicBezTo>
                    <a:pt x="384206" y="142485"/>
                    <a:pt x="515953" y="98281"/>
                    <a:pt x="617220" y="147421"/>
                  </a:cubicBezTo>
                  <a:lnTo>
                    <a:pt x="0" y="147421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7" name="Isosceles Triangle 151">
              <a:extLst>
                <a:ext uri="{FF2B5EF4-FFF2-40B4-BE49-F238E27FC236}">
                  <a16:creationId xmlns:a16="http://schemas.microsoft.com/office/drawing/2014/main" id="{F49AFE06-8B09-3AF8-D734-55762D81BB2D}"/>
                </a:ext>
              </a:extLst>
            </p:cNvPr>
            <p:cNvSpPr/>
            <p:nvPr/>
          </p:nvSpPr>
          <p:spPr>
            <a:xfrm>
              <a:off x="5683114" y="4130631"/>
              <a:ext cx="84864" cy="173430"/>
            </a:xfrm>
            <a:custGeom>
              <a:avLst/>
              <a:gdLst>
                <a:gd name="csX0" fmla="*/ 0 w 617220"/>
                <a:gd name="csY0" fmla="*/ 196951 h 196951"/>
                <a:gd name="csX1" fmla="*/ 298179 w 617220"/>
                <a:gd name="csY1" fmla="*/ 0 h 196951"/>
                <a:gd name="csX2" fmla="*/ 617220 w 617220"/>
                <a:gd name="csY2" fmla="*/ 196951 h 196951"/>
                <a:gd name="csX3" fmla="*/ 0 w 617220"/>
                <a:gd name="csY3" fmla="*/ 196951 h 196951"/>
                <a:gd name="csX0" fmla="*/ 0 w 617220"/>
                <a:gd name="csY0" fmla="*/ 147421 h 147421"/>
                <a:gd name="csX1" fmla="*/ 313419 w 617220"/>
                <a:gd name="csY1" fmla="*/ 0 h 147421"/>
                <a:gd name="csX2" fmla="*/ 617220 w 617220"/>
                <a:gd name="csY2" fmla="*/ 147421 h 147421"/>
                <a:gd name="csX3" fmla="*/ 0 w 617220"/>
                <a:gd name="csY3" fmla="*/ 147421 h 147421"/>
                <a:gd name="csX0" fmla="*/ 0 w 617220"/>
                <a:gd name="csY0" fmla="*/ 147421 h 147421"/>
                <a:gd name="csX1" fmla="*/ 313419 w 617220"/>
                <a:gd name="csY1" fmla="*/ 0 h 147421"/>
                <a:gd name="csX2" fmla="*/ 617220 w 617220"/>
                <a:gd name="csY2" fmla="*/ 147421 h 147421"/>
                <a:gd name="csX3" fmla="*/ 0 w 617220"/>
                <a:gd name="csY3" fmla="*/ 147421 h 147421"/>
                <a:gd name="csX0" fmla="*/ 0 w 617220"/>
                <a:gd name="csY0" fmla="*/ 147421 h 147421"/>
                <a:gd name="csX1" fmla="*/ 313419 w 617220"/>
                <a:gd name="csY1" fmla="*/ 0 h 147421"/>
                <a:gd name="csX2" fmla="*/ 617220 w 617220"/>
                <a:gd name="csY2" fmla="*/ 147421 h 147421"/>
                <a:gd name="csX3" fmla="*/ 0 w 617220"/>
                <a:gd name="csY3" fmla="*/ 147421 h 1474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17220" h="147421">
                  <a:moveTo>
                    <a:pt x="0" y="147421"/>
                  </a:moveTo>
                  <a:cubicBezTo>
                    <a:pt x="104473" y="98281"/>
                    <a:pt x="207041" y="112005"/>
                    <a:pt x="313419" y="0"/>
                  </a:cubicBezTo>
                  <a:cubicBezTo>
                    <a:pt x="384206" y="142485"/>
                    <a:pt x="515953" y="98281"/>
                    <a:pt x="617220" y="147421"/>
                  </a:cubicBezTo>
                  <a:lnTo>
                    <a:pt x="0" y="147421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8" name="Isosceles Triangle 151">
              <a:extLst>
                <a:ext uri="{FF2B5EF4-FFF2-40B4-BE49-F238E27FC236}">
                  <a16:creationId xmlns:a16="http://schemas.microsoft.com/office/drawing/2014/main" id="{1499A9E5-6D18-7196-8C83-2E226A045E8B}"/>
                </a:ext>
              </a:extLst>
            </p:cNvPr>
            <p:cNvSpPr/>
            <p:nvPr/>
          </p:nvSpPr>
          <p:spPr>
            <a:xfrm>
              <a:off x="5348945" y="4116694"/>
              <a:ext cx="84864" cy="173430"/>
            </a:xfrm>
            <a:custGeom>
              <a:avLst/>
              <a:gdLst>
                <a:gd name="csX0" fmla="*/ 0 w 617220"/>
                <a:gd name="csY0" fmla="*/ 196951 h 196951"/>
                <a:gd name="csX1" fmla="*/ 298179 w 617220"/>
                <a:gd name="csY1" fmla="*/ 0 h 196951"/>
                <a:gd name="csX2" fmla="*/ 617220 w 617220"/>
                <a:gd name="csY2" fmla="*/ 196951 h 196951"/>
                <a:gd name="csX3" fmla="*/ 0 w 617220"/>
                <a:gd name="csY3" fmla="*/ 196951 h 196951"/>
                <a:gd name="csX0" fmla="*/ 0 w 617220"/>
                <a:gd name="csY0" fmla="*/ 147421 h 147421"/>
                <a:gd name="csX1" fmla="*/ 313419 w 617220"/>
                <a:gd name="csY1" fmla="*/ 0 h 147421"/>
                <a:gd name="csX2" fmla="*/ 617220 w 617220"/>
                <a:gd name="csY2" fmla="*/ 147421 h 147421"/>
                <a:gd name="csX3" fmla="*/ 0 w 617220"/>
                <a:gd name="csY3" fmla="*/ 147421 h 147421"/>
                <a:gd name="csX0" fmla="*/ 0 w 617220"/>
                <a:gd name="csY0" fmla="*/ 147421 h 147421"/>
                <a:gd name="csX1" fmla="*/ 313419 w 617220"/>
                <a:gd name="csY1" fmla="*/ 0 h 147421"/>
                <a:gd name="csX2" fmla="*/ 617220 w 617220"/>
                <a:gd name="csY2" fmla="*/ 147421 h 147421"/>
                <a:gd name="csX3" fmla="*/ 0 w 617220"/>
                <a:gd name="csY3" fmla="*/ 147421 h 147421"/>
                <a:gd name="csX0" fmla="*/ 0 w 617220"/>
                <a:gd name="csY0" fmla="*/ 147421 h 147421"/>
                <a:gd name="csX1" fmla="*/ 313419 w 617220"/>
                <a:gd name="csY1" fmla="*/ 0 h 147421"/>
                <a:gd name="csX2" fmla="*/ 617220 w 617220"/>
                <a:gd name="csY2" fmla="*/ 147421 h 147421"/>
                <a:gd name="csX3" fmla="*/ 0 w 617220"/>
                <a:gd name="csY3" fmla="*/ 147421 h 1474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17220" h="147421">
                  <a:moveTo>
                    <a:pt x="0" y="147421"/>
                  </a:moveTo>
                  <a:cubicBezTo>
                    <a:pt x="104473" y="98281"/>
                    <a:pt x="207041" y="112005"/>
                    <a:pt x="313419" y="0"/>
                  </a:cubicBezTo>
                  <a:cubicBezTo>
                    <a:pt x="384206" y="142485"/>
                    <a:pt x="515953" y="98281"/>
                    <a:pt x="617220" y="147421"/>
                  </a:cubicBezTo>
                  <a:lnTo>
                    <a:pt x="0" y="147421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9" name="Isosceles Triangle 151">
              <a:extLst>
                <a:ext uri="{FF2B5EF4-FFF2-40B4-BE49-F238E27FC236}">
                  <a16:creationId xmlns:a16="http://schemas.microsoft.com/office/drawing/2014/main" id="{48D7FDCC-496D-FFA2-EDEB-447454B9843C}"/>
                </a:ext>
              </a:extLst>
            </p:cNvPr>
            <p:cNvSpPr/>
            <p:nvPr/>
          </p:nvSpPr>
          <p:spPr>
            <a:xfrm>
              <a:off x="5366199" y="4144385"/>
              <a:ext cx="84864" cy="173430"/>
            </a:xfrm>
            <a:custGeom>
              <a:avLst/>
              <a:gdLst>
                <a:gd name="csX0" fmla="*/ 0 w 617220"/>
                <a:gd name="csY0" fmla="*/ 196951 h 196951"/>
                <a:gd name="csX1" fmla="*/ 298179 w 617220"/>
                <a:gd name="csY1" fmla="*/ 0 h 196951"/>
                <a:gd name="csX2" fmla="*/ 617220 w 617220"/>
                <a:gd name="csY2" fmla="*/ 196951 h 196951"/>
                <a:gd name="csX3" fmla="*/ 0 w 617220"/>
                <a:gd name="csY3" fmla="*/ 196951 h 196951"/>
                <a:gd name="csX0" fmla="*/ 0 w 617220"/>
                <a:gd name="csY0" fmla="*/ 147421 h 147421"/>
                <a:gd name="csX1" fmla="*/ 313419 w 617220"/>
                <a:gd name="csY1" fmla="*/ 0 h 147421"/>
                <a:gd name="csX2" fmla="*/ 617220 w 617220"/>
                <a:gd name="csY2" fmla="*/ 147421 h 147421"/>
                <a:gd name="csX3" fmla="*/ 0 w 617220"/>
                <a:gd name="csY3" fmla="*/ 147421 h 147421"/>
                <a:gd name="csX0" fmla="*/ 0 w 617220"/>
                <a:gd name="csY0" fmla="*/ 147421 h 147421"/>
                <a:gd name="csX1" fmla="*/ 313419 w 617220"/>
                <a:gd name="csY1" fmla="*/ 0 h 147421"/>
                <a:gd name="csX2" fmla="*/ 617220 w 617220"/>
                <a:gd name="csY2" fmla="*/ 147421 h 147421"/>
                <a:gd name="csX3" fmla="*/ 0 w 617220"/>
                <a:gd name="csY3" fmla="*/ 147421 h 147421"/>
                <a:gd name="csX0" fmla="*/ 0 w 617220"/>
                <a:gd name="csY0" fmla="*/ 147421 h 147421"/>
                <a:gd name="csX1" fmla="*/ 313419 w 617220"/>
                <a:gd name="csY1" fmla="*/ 0 h 147421"/>
                <a:gd name="csX2" fmla="*/ 617220 w 617220"/>
                <a:gd name="csY2" fmla="*/ 147421 h 147421"/>
                <a:gd name="csX3" fmla="*/ 0 w 617220"/>
                <a:gd name="csY3" fmla="*/ 147421 h 1474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17220" h="147421">
                  <a:moveTo>
                    <a:pt x="0" y="147421"/>
                  </a:moveTo>
                  <a:cubicBezTo>
                    <a:pt x="104473" y="98281"/>
                    <a:pt x="207041" y="112005"/>
                    <a:pt x="313419" y="0"/>
                  </a:cubicBezTo>
                  <a:cubicBezTo>
                    <a:pt x="384206" y="142485"/>
                    <a:pt x="515953" y="98281"/>
                    <a:pt x="617220" y="147421"/>
                  </a:cubicBezTo>
                  <a:lnTo>
                    <a:pt x="0" y="147421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78" name="TextBox 1377">
            <a:extLst>
              <a:ext uri="{FF2B5EF4-FFF2-40B4-BE49-F238E27FC236}">
                <a16:creationId xmlns:a16="http://schemas.microsoft.com/office/drawing/2014/main" id="{E31C23CF-BB86-223A-13E7-13DBFF39E056}"/>
              </a:ext>
            </a:extLst>
          </p:cNvPr>
          <p:cNvSpPr txBox="1"/>
          <p:nvPr/>
        </p:nvSpPr>
        <p:spPr>
          <a:xfrm>
            <a:off x="5426036" y="6069364"/>
            <a:ext cx="30187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1"/>
                </a:solidFill>
                <a:highlight>
                  <a:srgbClr val="FFFF00"/>
                </a:highlight>
                <a:latin typeface="Gill Sans MT" panose="020B0502020104020203" pitchFamily="34" charset="0"/>
              </a:rPr>
              <a:t>BACK-END 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29D10CD1-A585-B1C9-A300-04B5EF7AD543}"/>
              </a:ext>
            </a:extLst>
          </p:cNvPr>
          <p:cNvSpPr/>
          <p:nvPr/>
        </p:nvSpPr>
        <p:spPr>
          <a:xfrm>
            <a:off x="3945868" y="1769721"/>
            <a:ext cx="1441233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AACCFD48-3425-92FE-504D-05F81BF79A5E}"/>
              </a:ext>
            </a:extLst>
          </p:cNvPr>
          <p:cNvSpPr/>
          <p:nvPr/>
        </p:nvSpPr>
        <p:spPr>
          <a:xfrm flipH="1">
            <a:off x="3900765" y="4835298"/>
            <a:ext cx="1441233" cy="48463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E6993AEE-D7CB-D619-FE62-94D40E452189}"/>
              </a:ext>
            </a:extLst>
          </p:cNvPr>
          <p:cNvGrpSpPr/>
          <p:nvPr/>
        </p:nvGrpSpPr>
        <p:grpSpPr>
          <a:xfrm>
            <a:off x="7322236" y="2421525"/>
            <a:ext cx="337819" cy="2356258"/>
            <a:chOff x="8364221" y="2479040"/>
            <a:chExt cx="337819" cy="2356258"/>
          </a:xfrm>
          <a:solidFill>
            <a:schemeClr val="accent2">
              <a:lumMod val="75000"/>
            </a:schemeClr>
          </a:solidFill>
        </p:grpSpPr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A929ED15-816A-3C0E-791E-35948D9EE675}"/>
                </a:ext>
              </a:extLst>
            </p:cNvPr>
            <p:cNvSpPr/>
            <p:nvPr/>
          </p:nvSpPr>
          <p:spPr>
            <a:xfrm>
              <a:off x="8371840" y="2583180"/>
              <a:ext cx="210820" cy="225211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9" name="Rectangle 243">
              <a:extLst>
                <a:ext uri="{FF2B5EF4-FFF2-40B4-BE49-F238E27FC236}">
                  <a16:creationId xmlns:a16="http://schemas.microsoft.com/office/drawing/2014/main" id="{67BBE877-8C0E-2A7A-1017-9D31ED0E75B9}"/>
                </a:ext>
              </a:extLst>
            </p:cNvPr>
            <p:cNvSpPr/>
            <p:nvPr/>
          </p:nvSpPr>
          <p:spPr>
            <a:xfrm>
              <a:off x="8582660" y="2486660"/>
              <a:ext cx="119380" cy="2348638"/>
            </a:xfrm>
            <a:custGeom>
              <a:avLst/>
              <a:gdLst>
                <a:gd name="csX0" fmla="*/ 0 w 210820"/>
                <a:gd name="csY0" fmla="*/ 0 h 2252118"/>
                <a:gd name="csX1" fmla="*/ 210820 w 210820"/>
                <a:gd name="csY1" fmla="*/ 0 h 2252118"/>
                <a:gd name="csX2" fmla="*/ 210820 w 210820"/>
                <a:gd name="csY2" fmla="*/ 2252118 h 2252118"/>
                <a:gd name="csX3" fmla="*/ 0 w 210820"/>
                <a:gd name="csY3" fmla="*/ 2252118 h 2252118"/>
                <a:gd name="csX4" fmla="*/ 0 w 210820"/>
                <a:gd name="csY4" fmla="*/ 0 h 2252118"/>
                <a:gd name="csX0" fmla="*/ 0 w 210820"/>
                <a:gd name="csY0" fmla="*/ 0 h 2252118"/>
                <a:gd name="csX1" fmla="*/ 210820 w 210820"/>
                <a:gd name="csY1" fmla="*/ 0 h 2252118"/>
                <a:gd name="csX2" fmla="*/ 180340 w 210820"/>
                <a:gd name="csY2" fmla="*/ 2175918 h 2252118"/>
                <a:gd name="csX3" fmla="*/ 0 w 210820"/>
                <a:gd name="csY3" fmla="*/ 2252118 h 2252118"/>
                <a:gd name="csX4" fmla="*/ 0 w 210820"/>
                <a:gd name="csY4" fmla="*/ 0 h 2252118"/>
                <a:gd name="csX0" fmla="*/ 0 w 180340"/>
                <a:gd name="csY0" fmla="*/ 96520 h 2348638"/>
                <a:gd name="csX1" fmla="*/ 160020 w 180340"/>
                <a:gd name="csY1" fmla="*/ 0 h 2348638"/>
                <a:gd name="csX2" fmla="*/ 180340 w 180340"/>
                <a:gd name="csY2" fmla="*/ 2272438 h 2348638"/>
                <a:gd name="csX3" fmla="*/ 0 w 180340"/>
                <a:gd name="csY3" fmla="*/ 2348638 h 2348638"/>
                <a:gd name="csX4" fmla="*/ 0 w 180340"/>
                <a:gd name="csY4" fmla="*/ 96520 h 2348638"/>
                <a:gd name="csX0" fmla="*/ 0 w 180340"/>
                <a:gd name="csY0" fmla="*/ 96520 h 2348638"/>
                <a:gd name="csX1" fmla="*/ 110490 w 180340"/>
                <a:gd name="csY1" fmla="*/ 0 h 2348638"/>
                <a:gd name="csX2" fmla="*/ 180340 w 180340"/>
                <a:gd name="csY2" fmla="*/ 2272438 h 2348638"/>
                <a:gd name="csX3" fmla="*/ 0 w 180340"/>
                <a:gd name="csY3" fmla="*/ 2348638 h 2348638"/>
                <a:gd name="csX4" fmla="*/ 0 w 180340"/>
                <a:gd name="csY4" fmla="*/ 96520 h 2348638"/>
                <a:gd name="csX0" fmla="*/ 0 w 138430"/>
                <a:gd name="csY0" fmla="*/ 96520 h 2348638"/>
                <a:gd name="csX1" fmla="*/ 110490 w 138430"/>
                <a:gd name="csY1" fmla="*/ 0 h 2348638"/>
                <a:gd name="csX2" fmla="*/ 138430 w 138430"/>
                <a:gd name="csY2" fmla="*/ 2272438 h 2348638"/>
                <a:gd name="csX3" fmla="*/ 0 w 138430"/>
                <a:gd name="csY3" fmla="*/ 2348638 h 2348638"/>
                <a:gd name="csX4" fmla="*/ 0 w 138430"/>
                <a:gd name="csY4" fmla="*/ 96520 h 2348638"/>
                <a:gd name="csX0" fmla="*/ 0 w 119380"/>
                <a:gd name="csY0" fmla="*/ 96520 h 2348638"/>
                <a:gd name="csX1" fmla="*/ 110490 w 119380"/>
                <a:gd name="csY1" fmla="*/ 0 h 2348638"/>
                <a:gd name="csX2" fmla="*/ 119380 w 119380"/>
                <a:gd name="csY2" fmla="*/ 2272438 h 2348638"/>
                <a:gd name="csX3" fmla="*/ 0 w 119380"/>
                <a:gd name="csY3" fmla="*/ 2348638 h 2348638"/>
                <a:gd name="csX4" fmla="*/ 0 w 119380"/>
                <a:gd name="csY4" fmla="*/ 96520 h 23486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380" h="2348638">
                  <a:moveTo>
                    <a:pt x="0" y="96520"/>
                  </a:moveTo>
                  <a:lnTo>
                    <a:pt x="110490" y="0"/>
                  </a:lnTo>
                  <a:cubicBezTo>
                    <a:pt x="113453" y="757479"/>
                    <a:pt x="116417" y="1514959"/>
                    <a:pt x="119380" y="2272438"/>
                  </a:cubicBezTo>
                  <a:lnTo>
                    <a:pt x="0" y="2348638"/>
                  </a:lnTo>
                  <a:lnTo>
                    <a:pt x="0" y="96520"/>
                  </a:lnTo>
                  <a:close/>
                </a:path>
              </a:pathLst>
            </a:cu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0" name="Rectangle 244">
              <a:extLst>
                <a:ext uri="{FF2B5EF4-FFF2-40B4-BE49-F238E27FC236}">
                  <a16:creationId xmlns:a16="http://schemas.microsoft.com/office/drawing/2014/main" id="{D5EAFA4B-6B0F-413E-68D3-DABE4735D3AE}"/>
                </a:ext>
              </a:extLst>
            </p:cNvPr>
            <p:cNvSpPr/>
            <p:nvPr/>
          </p:nvSpPr>
          <p:spPr>
            <a:xfrm>
              <a:off x="8364221" y="2479040"/>
              <a:ext cx="322580" cy="107950"/>
            </a:xfrm>
            <a:custGeom>
              <a:avLst/>
              <a:gdLst>
                <a:gd name="csX0" fmla="*/ 0 w 330200"/>
                <a:gd name="csY0" fmla="*/ 0 h 127000"/>
                <a:gd name="csX1" fmla="*/ 330200 w 330200"/>
                <a:gd name="csY1" fmla="*/ 0 h 127000"/>
                <a:gd name="csX2" fmla="*/ 330200 w 330200"/>
                <a:gd name="csY2" fmla="*/ 127000 h 127000"/>
                <a:gd name="csX3" fmla="*/ 0 w 330200"/>
                <a:gd name="csY3" fmla="*/ 127000 h 127000"/>
                <a:gd name="csX4" fmla="*/ 0 w 330200"/>
                <a:gd name="csY4" fmla="*/ 0 h 127000"/>
                <a:gd name="csX0" fmla="*/ 0 w 330200"/>
                <a:gd name="csY0" fmla="*/ 0 h 127000"/>
                <a:gd name="csX1" fmla="*/ 330200 w 330200"/>
                <a:gd name="csY1" fmla="*/ 0 h 127000"/>
                <a:gd name="csX2" fmla="*/ 227330 w 330200"/>
                <a:gd name="csY2" fmla="*/ 107950 h 127000"/>
                <a:gd name="csX3" fmla="*/ 0 w 330200"/>
                <a:gd name="csY3" fmla="*/ 127000 h 127000"/>
                <a:gd name="csX4" fmla="*/ 0 w 330200"/>
                <a:gd name="csY4" fmla="*/ 0 h 127000"/>
                <a:gd name="csX0" fmla="*/ 49530 w 330200"/>
                <a:gd name="csY0" fmla="*/ 0 h 142240"/>
                <a:gd name="csX1" fmla="*/ 330200 w 330200"/>
                <a:gd name="csY1" fmla="*/ 15240 h 142240"/>
                <a:gd name="csX2" fmla="*/ 227330 w 330200"/>
                <a:gd name="csY2" fmla="*/ 123190 h 142240"/>
                <a:gd name="csX3" fmla="*/ 0 w 330200"/>
                <a:gd name="csY3" fmla="*/ 142240 h 142240"/>
                <a:gd name="csX4" fmla="*/ 49530 w 330200"/>
                <a:gd name="csY4" fmla="*/ 0 h 142240"/>
                <a:gd name="csX0" fmla="*/ 43815 w 324485"/>
                <a:gd name="csY0" fmla="*/ 0 h 123190"/>
                <a:gd name="csX1" fmla="*/ 324485 w 324485"/>
                <a:gd name="csY1" fmla="*/ 15240 h 123190"/>
                <a:gd name="csX2" fmla="*/ 221615 w 324485"/>
                <a:gd name="csY2" fmla="*/ 123190 h 123190"/>
                <a:gd name="csX3" fmla="*/ 0 w 324485"/>
                <a:gd name="csY3" fmla="*/ 104140 h 123190"/>
                <a:gd name="csX4" fmla="*/ 43815 w 324485"/>
                <a:gd name="csY4" fmla="*/ 0 h 123190"/>
                <a:gd name="csX0" fmla="*/ 100965 w 324485"/>
                <a:gd name="csY0" fmla="*/ 0 h 123190"/>
                <a:gd name="csX1" fmla="*/ 324485 w 324485"/>
                <a:gd name="csY1" fmla="*/ 15240 h 123190"/>
                <a:gd name="csX2" fmla="*/ 221615 w 324485"/>
                <a:gd name="csY2" fmla="*/ 123190 h 123190"/>
                <a:gd name="csX3" fmla="*/ 0 w 324485"/>
                <a:gd name="csY3" fmla="*/ 104140 h 123190"/>
                <a:gd name="csX4" fmla="*/ 100965 w 324485"/>
                <a:gd name="csY4" fmla="*/ 0 h 123190"/>
                <a:gd name="csX0" fmla="*/ 93345 w 316865"/>
                <a:gd name="csY0" fmla="*/ 0 h 127000"/>
                <a:gd name="csX1" fmla="*/ 316865 w 316865"/>
                <a:gd name="csY1" fmla="*/ 15240 h 127000"/>
                <a:gd name="csX2" fmla="*/ 213995 w 316865"/>
                <a:gd name="csY2" fmla="*/ 123190 h 127000"/>
                <a:gd name="csX3" fmla="*/ 0 w 316865"/>
                <a:gd name="csY3" fmla="*/ 127000 h 127000"/>
                <a:gd name="csX4" fmla="*/ 93345 w 316865"/>
                <a:gd name="csY4" fmla="*/ 0 h 127000"/>
                <a:gd name="csX0" fmla="*/ 116205 w 316865"/>
                <a:gd name="csY0" fmla="*/ 0 h 111760"/>
                <a:gd name="csX1" fmla="*/ 316865 w 316865"/>
                <a:gd name="csY1" fmla="*/ 0 h 111760"/>
                <a:gd name="csX2" fmla="*/ 213995 w 316865"/>
                <a:gd name="csY2" fmla="*/ 107950 h 111760"/>
                <a:gd name="csX3" fmla="*/ 0 w 316865"/>
                <a:gd name="csY3" fmla="*/ 111760 h 111760"/>
                <a:gd name="csX4" fmla="*/ 116205 w 316865"/>
                <a:gd name="csY4" fmla="*/ 0 h 111760"/>
                <a:gd name="csX0" fmla="*/ 129540 w 316865"/>
                <a:gd name="csY0" fmla="*/ 7620 h 111760"/>
                <a:gd name="csX1" fmla="*/ 316865 w 316865"/>
                <a:gd name="csY1" fmla="*/ 0 h 111760"/>
                <a:gd name="csX2" fmla="*/ 213995 w 316865"/>
                <a:gd name="csY2" fmla="*/ 107950 h 111760"/>
                <a:gd name="csX3" fmla="*/ 0 w 316865"/>
                <a:gd name="csY3" fmla="*/ 111760 h 111760"/>
                <a:gd name="csX4" fmla="*/ 129540 w 316865"/>
                <a:gd name="csY4" fmla="*/ 7620 h 111760"/>
                <a:gd name="csX0" fmla="*/ 129540 w 322580"/>
                <a:gd name="csY0" fmla="*/ 3810 h 107950"/>
                <a:gd name="csX1" fmla="*/ 322580 w 322580"/>
                <a:gd name="csY1" fmla="*/ 0 h 107950"/>
                <a:gd name="csX2" fmla="*/ 213995 w 322580"/>
                <a:gd name="csY2" fmla="*/ 104140 h 107950"/>
                <a:gd name="csX3" fmla="*/ 0 w 322580"/>
                <a:gd name="csY3" fmla="*/ 107950 h 107950"/>
                <a:gd name="csX4" fmla="*/ 129540 w 322580"/>
                <a:gd name="csY4" fmla="*/ 3810 h 1079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2580" h="107950">
                  <a:moveTo>
                    <a:pt x="129540" y="3810"/>
                  </a:moveTo>
                  <a:lnTo>
                    <a:pt x="322580" y="0"/>
                  </a:lnTo>
                  <a:lnTo>
                    <a:pt x="213995" y="104140"/>
                  </a:lnTo>
                  <a:lnTo>
                    <a:pt x="0" y="107950"/>
                  </a:lnTo>
                  <a:lnTo>
                    <a:pt x="129540" y="3810"/>
                  </a:lnTo>
                  <a:close/>
                </a:path>
              </a:pathLst>
            </a:cu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E46F1A71-3D5E-002A-5BC6-D761CA613BBA}"/>
              </a:ext>
            </a:extLst>
          </p:cNvPr>
          <p:cNvGrpSpPr/>
          <p:nvPr/>
        </p:nvGrpSpPr>
        <p:grpSpPr>
          <a:xfrm>
            <a:off x="8458008" y="2438202"/>
            <a:ext cx="337819" cy="2356258"/>
            <a:chOff x="8364221" y="2479040"/>
            <a:chExt cx="337819" cy="2356258"/>
          </a:xfrm>
          <a:solidFill>
            <a:schemeClr val="accent2">
              <a:lumMod val="75000"/>
            </a:schemeClr>
          </a:solidFill>
        </p:grpSpPr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113D65A1-5C12-D673-E86F-35C11B0D2EF6}"/>
                </a:ext>
              </a:extLst>
            </p:cNvPr>
            <p:cNvSpPr/>
            <p:nvPr/>
          </p:nvSpPr>
          <p:spPr>
            <a:xfrm>
              <a:off x="8371840" y="2583180"/>
              <a:ext cx="210820" cy="225211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438248C6-8B03-BE05-BD41-D376CDBEBB87}"/>
                </a:ext>
              </a:extLst>
            </p:cNvPr>
            <p:cNvSpPr/>
            <p:nvPr/>
          </p:nvSpPr>
          <p:spPr>
            <a:xfrm>
              <a:off x="8582660" y="2486660"/>
              <a:ext cx="119380" cy="2348638"/>
            </a:xfrm>
            <a:custGeom>
              <a:avLst/>
              <a:gdLst>
                <a:gd name="csX0" fmla="*/ 0 w 210820"/>
                <a:gd name="csY0" fmla="*/ 0 h 2252118"/>
                <a:gd name="csX1" fmla="*/ 210820 w 210820"/>
                <a:gd name="csY1" fmla="*/ 0 h 2252118"/>
                <a:gd name="csX2" fmla="*/ 210820 w 210820"/>
                <a:gd name="csY2" fmla="*/ 2252118 h 2252118"/>
                <a:gd name="csX3" fmla="*/ 0 w 210820"/>
                <a:gd name="csY3" fmla="*/ 2252118 h 2252118"/>
                <a:gd name="csX4" fmla="*/ 0 w 210820"/>
                <a:gd name="csY4" fmla="*/ 0 h 2252118"/>
                <a:gd name="csX0" fmla="*/ 0 w 210820"/>
                <a:gd name="csY0" fmla="*/ 0 h 2252118"/>
                <a:gd name="csX1" fmla="*/ 210820 w 210820"/>
                <a:gd name="csY1" fmla="*/ 0 h 2252118"/>
                <a:gd name="csX2" fmla="*/ 180340 w 210820"/>
                <a:gd name="csY2" fmla="*/ 2175918 h 2252118"/>
                <a:gd name="csX3" fmla="*/ 0 w 210820"/>
                <a:gd name="csY3" fmla="*/ 2252118 h 2252118"/>
                <a:gd name="csX4" fmla="*/ 0 w 210820"/>
                <a:gd name="csY4" fmla="*/ 0 h 2252118"/>
                <a:gd name="csX0" fmla="*/ 0 w 180340"/>
                <a:gd name="csY0" fmla="*/ 96520 h 2348638"/>
                <a:gd name="csX1" fmla="*/ 160020 w 180340"/>
                <a:gd name="csY1" fmla="*/ 0 h 2348638"/>
                <a:gd name="csX2" fmla="*/ 180340 w 180340"/>
                <a:gd name="csY2" fmla="*/ 2272438 h 2348638"/>
                <a:gd name="csX3" fmla="*/ 0 w 180340"/>
                <a:gd name="csY3" fmla="*/ 2348638 h 2348638"/>
                <a:gd name="csX4" fmla="*/ 0 w 180340"/>
                <a:gd name="csY4" fmla="*/ 96520 h 2348638"/>
                <a:gd name="csX0" fmla="*/ 0 w 180340"/>
                <a:gd name="csY0" fmla="*/ 96520 h 2348638"/>
                <a:gd name="csX1" fmla="*/ 110490 w 180340"/>
                <a:gd name="csY1" fmla="*/ 0 h 2348638"/>
                <a:gd name="csX2" fmla="*/ 180340 w 180340"/>
                <a:gd name="csY2" fmla="*/ 2272438 h 2348638"/>
                <a:gd name="csX3" fmla="*/ 0 w 180340"/>
                <a:gd name="csY3" fmla="*/ 2348638 h 2348638"/>
                <a:gd name="csX4" fmla="*/ 0 w 180340"/>
                <a:gd name="csY4" fmla="*/ 96520 h 2348638"/>
                <a:gd name="csX0" fmla="*/ 0 w 138430"/>
                <a:gd name="csY0" fmla="*/ 96520 h 2348638"/>
                <a:gd name="csX1" fmla="*/ 110490 w 138430"/>
                <a:gd name="csY1" fmla="*/ 0 h 2348638"/>
                <a:gd name="csX2" fmla="*/ 138430 w 138430"/>
                <a:gd name="csY2" fmla="*/ 2272438 h 2348638"/>
                <a:gd name="csX3" fmla="*/ 0 w 138430"/>
                <a:gd name="csY3" fmla="*/ 2348638 h 2348638"/>
                <a:gd name="csX4" fmla="*/ 0 w 138430"/>
                <a:gd name="csY4" fmla="*/ 96520 h 2348638"/>
                <a:gd name="csX0" fmla="*/ 0 w 119380"/>
                <a:gd name="csY0" fmla="*/ 96520 h 2348638"/>
                <a:gd name="csX1" fmla="*/ 110490 w 119380"/>
                <a:gd name="csY1" fmla="*/ 0 h 2348638"/>
                <a:gd name="csX2" fmla="*/ 119380 w 119380"/>
                <a:gd name="csY2" fmla="*/ 2272438 h 2348638"/>
                <a:gd name="csX3" fmla="*/ 0 w 119380"/>
                <a:gd name="csY3" fmla="*/ 2348638 h 2348638"/>
                <a:gd name="csX4" fmla="*/ 0 w 119380"/>
                <a:gd name="csY4" fmla="*/ 96520 h 23486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380" h="2348638">
                  <a:moveTo>
                    <a:pt x="0" y="96520"/>
                  </a:moveTo>
                  <a:lnTo>
                    <a:pt x="110490" y="0"/>
                  </a:lnTo>
                  <a:cubicBezTo>
                    <a:pt x="113453" y="757479"/>
                    <a:pt x="116417" y="1514959"/>
                    <a:pt x="119380" y="2272438"/>
                  </a:cubicBezTo>
                  <a:lnTo>
                    <a:pt x="0" y="2348638"/>
                  </a:lnTo>
                  <a:lnTo>
                    <a:pt x="0" y="96520"/>
                  </a:lnTo>
                  <a:close/>
                </a:path>
              </a:pathLst>
            </a:cu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68A45EC2-0444-3C1D-5CBF-90512F53CE04}"/>
                </a:ext>
              </a:extLst>
            </p:cNvPr>
            <p:cNvSpPr/>
            <p:nvPr/>
          </p:nvSpPr>
          <p:spPr>
            <a:xfrm>
              <a:off x="8364221" y="2479040"/>
              <a:ext cx="322580" cy="107950"/>
            </a:xfrm>
            <a:custGeom>
              <a:avLst/>
              <a:gdLst>
                <a:gd name="csX0" fmla="*/ 0 w 330200"/>
                <a:gd name="csY0" fmla="*/ 0 h 127000"/>
                <a:gd name="csX1" fmla="*/ 330200 w 330200"/>
                <a:gd name="csY1" fmla="*/ 0 h 127000"/>
                <a:gd name="csX2" fmla="*/ 330200 w 330200"/>
                <a:gd name="csY2" fmla="*/ 127000 h 127000"/>
                <a:gd name="csX3" fmla="*/ 0 w 330200"/>
                <a:gd name="csY3" fmla="*/ 127000 h 127000"/>
                <a:gd name="csX4" fmla="*/ 0 w 330200"/>
                <a:gd name="csY4" fmla="*/ 0 h 127000"/>
                <a:gd name="csX0" fmla="*/ 0 w 330200"/>
                <a:gd name="csY0" fmla="*/ 0 h 127000"/>
                <a:gd name="csX1" fmla="*/ 330200 w 330200"/>
                <a:gd name="csY1" fmla="*/ 0 h 127000"/>
                <a:gd name="csX2" fmla="*/ 227330 w 330200"/>
                <a:gd name="csY2" fmla="*/ 107950 h 127000"/>
                <a:gd name="csX3" fmla="*/ 0 w 330200"/>
                <a:gd name="csY3" fmla="*/ 127000 h 127000"/>
                <a:gd name="csX4" fmla="*/ 0 w 330200"/>
                <a:gd name="csY4" fmla="*/ 0 h 127000"/>
                <a:gd name="csX0" fmla="*/ 49530 w 330200"/>
                <a:gd name="csY0" fmla="*/ 0 h 142240"/>
                <a:gd name="csX1" fmla="*/ 330200 w 330200"/>
                <a:gd name="csY1" fmla="*/ 15240 h 142240"/>
                <a:gd name="csX2" fmla="*/ 227330 w 330200"/>
                <a:gd name="csY2" fmla="*/ 123190 h 142240"/>
                <a:gd name="csX3" fmla="*/ 0 w 330200"/>
                <a:gd name="csY3" fmla="*/ 142240 h 142240"/>
                <a:gd name="csX4" fmla="*/ 49530 w 330200"/>
                <a:gd name="csY4" fmla="*/ 0 h 142240"/>
                <a:gd name="csX0" fmla="*/ 43815 w 324485"/>
                <a:gd name="csY0" fmla="*/ 0 h 123190"/>
                <a:gd name="csX1" fmla="*/ 324485 w 324485"/>
                <a:gd name="csY1" fmla="*/ 15240 h 123190"/>
                <a:gd name="csX2" fmla="*/ 221615 w 324485"/>
                <a:gd name="csY2" fmla="*/ 123190 h 123190"/>
                <a:gd name="csX3" fmla="*/ 0 w 324485"/>
                <a:gd name="csY3" fmla="*/ 104140 h 123190"/>
                <a:gd name="csX4" fmla="*/ 43815 w 324485"/>
                <a:gd name="csY4" fmla="*/ 0 h 123190"/>
                <a:gd name="csX0" fmla="*/ 100965 w 324485"/>
                <a:gd name="csY0" fmla="*/ 0 h 123190"/>
                <a:gd name="csX1" fmla="*/ 324485 w 324485"/>
                <a:gd name="csY1" fmla="*/ 15240 h 123190"/>
                <a:gd name="csX2" fmla="*/ 221615 w 324485"/>
                <a:gd name="csY2" fmla="*/ 123190 h 123190"/>
                <a:gd name="csX3" fmla="*/ 0 w 324485"/>
                <a:gd name="csY3" fmla="*/ 104140 h 123190"/>
                <a:gd name="csX4" fmla="*/ 100965 w 324485"/>
                <a:gd name="csY4" fmla="*/ 0 h 123190"/>
                <a:gd name="csX0" fmla="*/ 93345 w 316865"/>
                <a:gd name="csY0" fmla="*/ 0 h 127000"/>
                <a:gd name="csX1" fmla="*/ 316865 w 316865"/>
                <a:gd name="csY1" fmla="*/ 15240 h 127000"/>
                <a:gd name="csX2" fmla="*/ 213995 w 316865"/>
                <a:gd name="csY2" fmla="*/ 123190 h 127000"/>
                <a:gd name="csX3" fmla="*/ 0 w 316865"/>
                <a:gd name="csY3" fmla="*/ 127000 h 127000"/>
                <a:gd name="csX4" fmla="*/ 93345 w 316865"/>
                <a:gd name="csY4" fmla="*/ 0 h 127000"/>
                <a:gd name="csX0" fmla="*/ 116205 w 316865"/>
                <a:gd name="csY0" fmla="*/ 0 h 111760"/>
                <a:gd name="csX1" fmla="*/ 316865 w 316865"/>
                <a:gd name="csY1" fmla="*/ 0 h 111760"/>
                <a:gd name="csX2" fmla="*/ 213995 w 316865"/>
                <a:gd name="csY2" fmla="*/ 107950 h 111760"/>
                <a:gd name="csX3" fmla="*/ 0 w 316865"/>
                <a:gd name="csY3" fmla="*/ 111760 h 111760"/>
                <a:gd name="csX4" fmla="*/ 116205 w 316865"/>
                <a:gd name="csY4" fmla="*/ 0 h 111760"/>
                <a:gd name="csX0" fmla="*/ 129540 w 316865"/>
                <a:gd name="csY0" fmla="*/ 7620 h 111760"/>
                <a:gd name="csX1" fmla="*/ 316865 w 316865"/>
                <a:gd name="csY1" fmla="*/ 0 h 111760"/>
                <a:gd name="csX2" fmla="*/ 213995 w 316865"/>
                <a:gd name="csY2" fmla="*/ 107950 h 111760"/>
                <a:gd name="csX3" fmla="*/ 0 w 316865"/>
                <a:gd name="csY3" fmla="*/ 111760 h 111760"/>
                <a:gd name="csX4" fmla="*/ 129540 w 316865"/>
                <a:gd name="csY4" fmla="*/ 7620 h 111760"/>
                <a:gd name="csX0" fmla="*/ 129540 w 322580"/>
                <a:gd name="csY0" fmla="*/ 3810 h 107950"/>
                <a:gd name="csX1" fmla="*/ 322580 w 322580"/>
                <a:gd name="csY1" fmla="*/ 0 h 107950"/>
                <a:gd name="csX2" fmla="*/ 213995 w 322580"/>
                <a:gd name="csY2" fmla="*/ 104140 h 107950"/>
                <a:gd name="csX3" fmla="*/ 0 w 322580"/>
                <a:gd name="csY3" fmla="*/ 107950 h 107950"/>
                <a:gd name="csX4" fmla="*/ 129540 w 322580"/>
                <a:gd name="csY4" fmla="*/ 3810 h 1079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2580" h="107950">
                  <a:moveTo>
                    <a:pt x="129540" y="3810"/>
                  </a:moveTo>
                  <a:lnTo>
                    <a:pt x="322580" y="0"/>
                  </a:lnTo>
                  <a:lnTo>
                    <a:pt x="213995" y="104140"/>
                  </a:lnTo>
                  <a:lnTo>
                    <a:pt x="0" y="107950"/>
                  </a:lnTo>
                  <a:lnTo>
                    <a:pt x="129540" y="3810"/>
                  </a:lnTo>
                  <a:close/>
                </a:path>
              </a:pathLst>
            </a:cu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63" name="Rectangle 251">
            <a:extLst>
              <a:ext uri="{FF2B5EF4-FFF2-40B4-BE49-F238E27FC236}">
                <a16:creationId xmlns:a16="http://schemas.microsoft.com/office/drawing/2014/main" id="{12AC3BA1-B206-7847-CCA0-47CB48CC723D}"/>
              </a:ext>
            </a:extLst>
          </p:cNvPr>
          <p:cNvSpPr/>
          <p:nvPr/>
        </p:nvSpPr>
        <p:spPr>
          <a:xfrm>
            <a:off x="7050923" y="3397008"/>
            <a:ext cx="728739" cy="211914"/>
          </a:xfrm>
          <a:custGeom>
            <a:avLst/>
            <a:gdLst>
              <a:gd name="csX0" fmla="*/ 0 w 1266019"/>
              <a:gd name="csY0" fmla="*/ 0 h 914400"/>
              <a:gd name="csX1" fmla="*/ 1266019 w 1266019"/>
              <a:gd name="csY1" fmla="*/ 0 h 914400"/>
              <a:gd name="csX2" fmla="*/ 1266019 w 1266019"/>
              <a:gd name="csY2" fmla="*/ 914400 h 914400"/>
              <a:gd name="csX3" fmla="*/ 0 w 1266019"/>
              <a:gd name="csY3" fmla="*/ 914400 h 914400"/>
              <a:gd name="csX4" fmla="*/ 0 w 1266019"/>
              <a:gd name="csY4" fmla="*/ 0 h 914400"/>
              <a:gd name="csX0" fmla="*/ 0 w 1266019"/>
              <a:gd name="csY0" fmla="*/ 0 h 914400"/>
              <a:gd name="csX1" fmla="*/ 1266019 w 1266019"/>
              <a:gd name="csY1" fmla="*/ 0 h 914400"/>
              <a:gd name="csX2" fmla="*/ 1266019 w 1266019"/>
              <a:gd name="csY2" fmla="*/ 914400 h 914400"/>
              <a:gd name="csX3" fmla="*/ 177800 w 1266019"/>
              <a:gd name="csY3" fmla="*/ 731520 h 914400"/>
              <a:gd name="csX4" fmla="*/ 0 w 1266019"/>
              <a:gd name="csY4" fmla="*/ 0 h 914400"/>
              <a:gd name="csX0" fmla="*/ 0 w 1266019"/>
              <a:gd name="csY0" fmla="*/ 0 h 734060"/>
              <a:gd name="csX1" fmla="*/ 1266019 w 1266019"/>
              <a:gd name="csY1" fmla="*/ 0 h 734060"/>
              <a:gd name="csX2" fmla="*/ 808819 w 1266019"/>
              <a:gd name="csY2" fmla="*/ 734060 h 734060"/>
              <a:gd name="csX3" fmla="*/ 177800 w 1266019"/>
              <a:gd name="csY3" fmla="*/ 731520 h 734060"/>
              <a:gd name="csX4" fmla="*/ 0 w 1266019"/>
              <a:gd name="csY4" fmla="*/ 0 h 734060"/>
              <a:gd name="csX0" fmla="*/ 0 w 1128859"/>
              <a:gd name="csY0" fmla="*/ 0 h 734060"/>
              <a:gd name="csX1" fmla="*/ 1128859 w 1128859"/>
              <a:gd name="csY1" fmla="*/ 452120 h 734060"/>
              <a:gd name="csX2" fmla="*/ 808819 w 1128859"/>
              <a:gd name="csY2" fmla="*/ 734060 h 734060"/>
              <a:gd name="csX3" fmla="*/ 177800 w 1128859"/>
              <a:gd name="csY3" fmla="*/ 731520 h 734060"/>
              <a:gd name="csX4" fmla="*/ 0 w 1128859"/>
              <a:gd name="csY4" fmla="*/ 0 h 734060"/>
              <a:gd name="csX0" fmla="*/ 332740 w 951059"/>
              <a:gd name="csY0" fmla="*/ 0 h 294640"/>
              <a:gd name="csX1" fmla="*/ 951059 w 951059"/>
              <a:gd name="csY1" fmla="*/ 12700 h 294640"/>
              <a:gd name="csX2" fmla="*/ 631019 w 951059"/>
              <a:gd name="csY2" fmla="*/ 294640 h 294640"/>
              <a:gd name="csX3" fmla="*/ 0 w 951059"/>
              <a:gd name="csY3" fmla="*/ 292100 h 294640"/>
              <a:gd name="csX4" fmla="*/ 332740 w 951059"/>
              <a:gd name="csY4" fmla="*/ 0 h 2946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51059" h="294640">
                <a:moveTo>
                  <a:pt x="332740" y="0"/>
                </a:moveTo>
                <a:lnTo>
                  <a:pt x="951059" y="12700"/>
                </a:lnTo>
                <a:lnTo>
                  <a:pt x="631019" y="294640"/>
                </a:lnTo>
                <a:lnTo>
                  <a:pt x="0" y="292100"/>
                </a:lnTo>
                <a:lnTo>
                  <a:pt x="33274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5ABF8189-3B33-9F61-5A60-64B3F609A11D}"/>
              </a:ext>
            </a:extLst>
          </p:cNvPr>
          <p:cNvSpPr/>
          <p:nvPr/>
        </p:nvSpPr>
        <p:spPr>
          <a:xfrm rot="10800000">
            <a:off x="7298922" y="3261016"/>
            <a:ext cx="672643" cy="14031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5" name="Rectangle 242">
            <a:extLst>
              <a:ext uri="{FF2B5EF4-FFF2-40B4-BE49-F238E27FC236}">
                <a16:creationId xmlns:a16="http://schemas.microsoft.com/office/drawing/2014/main" id="{22FE9648-F527-8615-EBFE-9D97AD90C723}"/>
              </a:ext>
            </a:extLst>
          </p:cNvPr>
          <p:cNvSpPr/>
          <p:nvPr/>
        </p:nvSpPr>
        <p:spPr>
          <a:xfrm rot="8616981">
            <a:off x="6741328" y="3434079"/>
            <a:ext cx="661692" cy="147918"/>
          </a:xfrm>
          <a:custGeom>
            <a:avLst/>
            <a:gdLst>
              <a:gd name="csX0" fmla="*/ 0 w 877850"/>
              <a:gd name="csY0" fmla="*/ 0 h 195087"/>
              <a:gd name="csX1" fmla="*/ 877850 w 877850"/>
              <a:gd name="csY1" fmla="*/ 0 h 195087"/>
              <a:gd name="csX2" fmla="*/ 877850 w 877850"/>
              <a:gd name="csY2" fmla="*/ 195087 h 195087"/>
              <a:gd name="csX3" fmla="*/ 0 w 877850"/>
              <a:gd name="csY3" fmla="*/ 195087 h 195087"/>
              <a:gd name="csX4" fmla="*/ 0 w 877850"/>
              <a:gd name="csY4" fmla="*/ 0 h 195087"/>
              <a:gd name="csX0" fmla="*/ 0 w 877850"/>
              <a:gd name="csY0" fmla="*/ 0 h 195087"/>
              <a:gd name="csX1" fmla="*/ 877850 w 877850"/>
              <a:gd name="csY1" fmla="*/ 0 h 195087"/>
              <a:gd name="csX2" fmla="*/ 774289 w 877850"/>
              <a:gd name="csY2" fmla="*/ 159008 h 195087"/>
              <a:gd name="csX3" fmla="*/ 0 w 877850"/>
              <a:gd name="csY3" fmla="*/ 195087 h 195087"/>
              <a:gd name="csX4" fmla="*/ 0 w 877850"/>
              <a:gd name="csY4" fmla="*/ 0 h 195087"/>
              <a:gd name="csX0" fmla="*/ 0 w 877850"/>
              <a:gd name="csY0" fmla="*/ 0 h 195087"/>
              <a:gd name="csX1" fmla="*/ 877850 w 877850"/>
              <a:gd name="csY1" fmla="*/ 0 h 195087"/>
              <a:gd name="csX2" fmla="*/ 746038 w 877850"/>
              <a:gd name="csY2" fmla="*/ 152389 h 195087"/>
              <a:gd name="csX3" fmla="*/ 0 w 877850"/>
              <a:gd name="csY3" fmla="*/ 195087 h 195087"/>
              <a:gd name="csX4" fmla="*/ 0 w 877850"/>
              <a:gd name="csY4" fmla="*/ 0 h 195087"/>
              <a:gd name="csX0" fmla="*/ 0 w 870586"/>
              <a:gd name="csY0" fmla="*/ 2987 h 198074"/>
              <a:gd name="csX1" fmla="*/ 870586 w 870586"/>
              <a:gd name="csY1" fmla="*/ 0 h 198074"/>
              <a:gd name="csX2" fmla="*/ 746038 w 870586"/>
              <a:gd name="csY2" fmla="*/ 155376 h 198074"/>
              <a:gd name="csX3" fmla="*/ 0 w 870586"/>
              <a:gd name="csY3" fmla="*/ 198074 h 198074"/>
              <a:gd name="csX4" fmla="*/ 0 w 870586"/>
              <a:gd name="csY4" fmla="*/ 2987 h 198074"/>
              <a:gd name="csX0" fmla="*/ 0 w 866712"/>
              <a:gd name="csY0" fmla="*/ 10575 h 205662"/>
              <a:gd name="csX1" fmla="*/ 866712 w 866712"/>
              <a:gd name="csY1" fmla="*/ 0 h 205662"/>
              <a:gd name="csX2" fmla="*/ 746038 w 866712"/>
              <a:gd name="csY2" fmla="*/ 162964 h 205662"/>
              <a:gd name="csX3" fmla="*/ 0 w 866712"/>
              <a:gd name="csY3" fmla="*/ 205662 h 205662"/>
              <a:gd name="csX4" fmla="*/ 0 w 866712"/>
              <a:gd name="csY4" fmla="*/ 10575 h 205662"/>
              <a:gd name="csX0" fmla="*/ 0 w 866712"/>
              <a:gd name="csY0" fmla="*/ 10575 h 205662"/>
              <a:gd name="csX1" fmla="*/ 866712 w 866712"/>
              <a:gd name="csY1" fmla="*/ 0 h 205662"/>
              <a:gd name="csX2" fmla="*/ 742971 w 866712"/>
              <a:gd name="csY2" fmla="*/ 160704 h 205662"/>
              <a:gd name="csX3" fmla="*/ 0 w 866712"/>
              <a:gd name="csY3" fmla="*/ 205662 h 205662"/>
              <a:gd name="csX4" fmla="*/ 0 w 866712"/>
              <a:gd name="csY4" fmla="*/ 10575 h 205662"/>
              <a:gd name="csX0" fmla="*/ 0 w 866712"/>
              <a:gd name="csY0" fmla="*/ 10575 h 205662"/>
              <a:gd name="csX1" fmla="*/ 866712 w 866712"/>
              <a:gd name="csY1" fmla="*/ 0 h 205662"/>
              <a:gd name="csX2" fmla="*/ 749509 w 866712"/>
              <a:gd name="csY2" fmla="*/ 167888 h 205662"/>
              <a:gd name="csX3" fmla="*/ 0 w 866712"/>
              <a:gd name="csY3" fmla="*/ 205662 h 205662"/>
              <a:gd name="csX4" fmla="*/ 0 w 866712"/>
              <a:gd name="csY4" fmla="*/ 10575 h 205662"/>
              <a:gd name="csX0" fmla="*/ 71373 w 866712"/>
              <a:gd name="csY0" fmla="*/ 39309 h 205662"/>
              <a:gd name="csX1" fmla="*/ 866712 w 866712"/>
              <a:gd name="csY1" fmla="*/ 0 h 205662"/>
              <a:gd name="csX2" fmla="*/ 749509 w 866712"/>
              <a:gd name="csY2" fmla="*/ 167888 h 205662"/>
              <a:gd name="csX3" fmla="*/ 0 w 866712"/>
              <a:gd name="csY3" fmla="*/ 205662 h 205662"/>
              <a:gd name="csX4" fmla="*/ 71373 w 866712"/>
              <a:gd name="csY4" fmla="*/ 39309 h 205662"/>
              <a:gd name="csX0" fmla="*/ 127110 w 866712"/>
              <a:gd name="csY0" fmla="*/ 73129 h 205662"/>
              <a:gd name="csX1" fmla="*/ 866712 w 866712"/>
              <a:gd name="csY1" fmla="*/ 0 h 205662"/>
              <a:gd name="csX2" fmla="*/ 749509 w 866712"/>
              <a:gd name="csY2" fmla="*/ 167888 h 205662"/>
              <a:gd name="csX3" fmla="*/ 0 w 866712"/>
              <a:gd name="csY3" fmla="*/ 205662 h 205662"/>
              <a:gd name="csX4" fmla="*/ 127110 w 866712"/>
              <a:gd name="csY4" fmla="*/ 73129 h 205662"/>
              <a:gd name="csX0" fmla="*/ 112365 w 866712"/>
              <a:gd name="csY0" fmla="*/ 48107 h 205662"/>
              <a:gd name="csX1" fmla="*/ 866712 w 866712"/>
              <a:gd name="csY1" fmla="*/ 0 h 205662"/>
              <a:gd name="csX2" fmla="*/ 749509 w 866712"/>
              <a:gd name="csY2" fmla="*/ 167888 h 205662"/>
              <a:gd name="csX3" fmla="*/ 0 w 866712"/>
              <a:gd name="csY3" fmla="*/ 205662 h 205662"/>
              <a:gd name="csX4" fmla="*/ 112365 w 866712"/>
              <a:gd name="csY4" fmla="*/ 48107 h 2056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66712" h="205662">
                <a:moveTo>
                  <a:pt x="112365" y="48107"/>
                </a:moveTo>
                <a:lnTo>
                  <a:pt x="866712" y="0"/>
                </a:lnTo>
                <a:lnTo>
                  <a:pt x="749509" y="167888"/>
                </a:lnTo>
                <a:lnTo>
                  <a:pt x="0" y="205662"/>
                </a:lnTo>
                <a:lnTo>
                  <a:pt x="112365" y="4810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83B7A29C-66E2-CD61-BBE1-BB8D3A7C3A3B}"/>
              </a:ext>
            </a:extLst>
          </p:cNvPr>
          <p:cNvGrpSpPr/>
          <p:nvPr/>
        </p:nvGrpSpPr>
        <p:grpSpPr>
          <a:xfrm>
            <a:off x="7254387" y="3148825"/>
            <a:ext cx="420547" cy="285099"/>
            <a:chOff x="2583403" y="4000225"/>
            <a:chExt cx="548845" cy="396394"/>
          </a:xfrm>
        </p:grpSpPr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C5E13950-37A6-5756-B854-002CE48C7D0B}"/>
                </a:ext>
              </a:extLst>
            </p:cNvPr>
            <p:cNvSpPr/>
            <p:nvPr/>
          </p:nvSpPr>
          <p:spPr>
            <a:xfrm>
              <a:off x="2583403" y="4036300"/>
              <a:ext cx="548845" cy="360319"/>
            </a:xfrm>
            <a:custGeom>
              <a:avLst/>
              <a:gdLst>
                <a:gd name="csX0" fmla="*/ 41823 w 548598"/>
                <a:gd name="csY0" fmla="*/ 261015 h 348986"/>
                <a:gd name="csX1" fmla="*/ 34203 w 548598"/>
                <a:gd name="csY1" fmla="*/ 108615 h 348986"/>
                <a:gd name="csX2" fmla="*/ 159933 w 548598"/>
                <a:gd name="csY2" fmla="*/ 5745 h 348986"/>
                <a:gd name="csX3" fmla="*/ 312333 w 548598"/>
                <a:gd name="csY3" fmla="*/ 17175 h 348986"/>
                <a:gd name="csX4" fmla="*/ 331383 w 548598"/>
                <a:gd name="csY4" fmla="*/ 51465 h 348986"/>
                <a:gd name="csX5" fmla="*/ 339003 w 548598"/>
                <a:gd name="csY5" fmla="*/ 89565 h 348986"/>
                <a:gd name="csX6" fmla="*/ 392343 w 548598"/>
                <a:gd name="csY6" fmla="*/ 51465 h 348986"/>
                <a:gd name="csX7" fmla="*/ 449493 w 548598"/>
                <a:gd name="csY7" fmla="*/ 104805 h 348986"/>
                <a:gd name="csX8" fmla="*/ 441873 w 548598"/>
                <a:gd name="csY8" fmla="*/ 219105 h 348986"/>
                <a:gd name="csX9" fmla="*/ 502833 w 548598"/>
                <a:gd name="csY9" fmla="*/ 177195 h 348986"/>
                <a:gd name="csX10" fmla="*/ 537123 w 548598"/>
                <a:gd name="csY10" fmla="*/ 264825 h 348986"/>
                <a:gd name="csX11" fmla="*/ 499023 w 548598"/>
                <a:gd name="csY11" fmla="*/ 348645 h 348986"/>
                <a:gd name="csX12" fmla="*/ 41823 w 548598"/>
                <a:gd name="csY12" fmla="*/ 261015 h 348986"/>
                <a:gd name="csX0" fmla="*/ 41823 w 548845"/>
                <a:gd name="csY0" fmla="*/ 333405 h 360319"/>
                <a:gd name="csX1" fmla="*/ 34203 w 548845"/>
                <a:gd name="csY1" fmla="*/ 108615 h 360319"/>
                <a:gd name="csX2" fmla="*/ 159933 w 548845"/>
                <a:gd name="csY2" fmla="*/ 5745 h 360319"/>
                <a:gd name="csX3" fmla="*/ 312333 w 548845"/>
                <a:gd name="csY3" fmla="*/ 17175 h 360319"/>
                <a:gd name="csX4" fmla="*/ 331383 w 548845"/>
                <a:gd name="csY4" fmla="*/ 51465 h 360319"/>
                <a:gd name="csX5" fmla="*/ 339003 w 548845"/>
                <a:gd name="csY5" fmla="*/ 89565 h 360319"/>
                <a:gd name="csX6" fmla="*/ 392343 w 548845"/>
                <a:gd name="csY6" fmla="*/ 51465 h 360319"/>
                <a:gd name="csX7" fmla="*/ 449493 w 548845"/>
                <a:gd name="csY7" fmla="*/ 104805 h 360319"/>
                <a:gd name="csX8" fmla="*/ 441873 w 548845"/>
                <a:gd name="csY8" fmla="*/ 219105 h 360319"/>
                <a:gd name="csX9" fmla="*/ 502833 w 548845"/>
                <a:gd name="csY9" fmla="*/ 177195 h 360319"/>
                <a:gd name="csX10" fmla="*/ 537123 w 548845"/>
                <a:gd name="csY10" fmla="*/ 264825 h 360319"/>
                <a:gd name="csX11" fmla="*/ 499023 w 548845"/>
                <a:gd name="csY11" fmla="*/ 348645 h 360319"/>
                <a:gd name="csX12" fmla="*/ 41823 w 548845"/>
                <a:gd name="csY12" fmla="*/ 333405 h 3603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8845" h="360319">
                  <a:moveTo>
                    <a:pt x="41823" y="333405"/>
                  </a:moveTo>
                  <a:cubicBezTo>
                    <a:pt x="-35647" y="293400"/>
                    <a:pt x="14518" y="163225"/>
                    <a:pt x="34203" y="108615"/>
                  </a:cubicBezTo>
                  <a:cubicBezTo>
                    <a:pt x="53888" y="54005"/>
                    <a:pt x="113578" y="20985"/>
                    <a:pt x="159933" y="5745"/>
                  </a:cubicBezTo>
                  <a:cubicBezTo>
                    <a:pt x="206288" y="-9495"/>
                    <a:pt x="283758" y="9555"/>
                    <a:pt x="312333" y="17175"/>
                  </a:cubicBezTo>
                  <a:cubicBezTo>
                    <a:pt x="340908" y="24795"/>
                    <a:pt x="326938" y="39400"/>
                    <a:pt x="331383" y="51465"/>
                  </a:cubicBezTo>
                  <a:cubicBezTo>
                    <a:pt x="335828" y="63530"/>
                    <a:pt x="328843" y="89565"/>
                    <a:pt x="339003" y="89565"/>
                  </a:cubicBezTo>
                  <a:cubicBezTo>
                    <a:pt x="349163" y="89565"/>
                    <a:pt x="373928" y="48925"/>
                    <a:pt x="392343" y="51465"/>
                  </a:cubicBezTo>
                  <a:cubicBezTo>
                    <a:pt x="410758" y="54005"/>
                    <a:pt x="441238" y="76865"/>
                    <a:pt x="449493" y="104805"/>
                  </a:cubicBezTo>
                  <a:cubicBezTo>
                    <a:pt x="457748" y="132745"/>
                    <a:pt x="432983" y="207040"/>
                    <a:pt x="441873" y="219105"/>
                  </a:cubicBezTo>
                  <a:cubicBezTo>
                    <a:pt x="450763" y="231170"/>
                    <a:pt x="486958" y="169575"/>
                    <a:pt x="502833" y="177195"/>
                  </a:cubicBezTo>
                  <a:cubicBezTo>
                    <a:pt x="518708" y="184815"/>
                    <a:pt x="537758" y="236250"/>
                    <a:pt x="537123" y="264825"/>
                  </a:cubicBezTo>
                  <a:cubicBezTo>
                    <a:pt x="536488" y="293400"/>
                    <a:pt x="581573" y="337215"/>
                    <a:pt x="499023" y="348645"/>
                  </a:cubicBezTo>
                  <a:cubicBezTo>
                    <a:pt x="416473" y="360075"/>
                    <a:pt x="119293" y="373410"/>
                    <a:pt x="41823" y="333405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F1C93148-0D88-021C-A879-427109A8BA2D}"/>
                </a:ext>
              </a:extLst>
            </p:cNvPr>
            <p:cNvSpPr/>
            <p:nvPr/>
          </p:nvSpPr>
          <p:spPr>
            <a:xfrm>
              <a:off x="2982217" y="4000225"/>
              <a:ext cx="132477" cy="145465"/>
            </a:xfrm>
            <a:custGeom>
              <a:avLst/>
              <a:gdLst>
                <a:gd name="csX0" fmla="*/ 1013 w 132477"/>
                <a:gd name="csY0" fmla="*/ 87905 h 145465"/>
                <a:gd name="csX1" fmla="*/ 31493 w 132477"/>
                <a:gd name="csY1" fmla="*/ 4085 h 145465"/>
                <a:gd name="csX2" fmla="*/ 126743 w 132477"/>
                <a:gd name="csY2" fmla="*/ 23135 h 145465"/>
                <a:gd name="csX3" fmla="*/ 115313 w 132477"/>
                <a:gd name="csY3" fmla="*/ 110765 h 145465"/>
                <a:gd name="csX4" fmla="*/ 61973 w 132477"/>
                <a:gd name="csY4" fmla="*/ 110765 h 145465"/>
                <a:gd name="csX5" fmla="*/ 61973 w 132477"/>
                <a:gd name="csY5" fmla="*/ 145055 h 145465"/>
                <a:gd name="csX6" fmla="*/ 1013 w 132477"/>
                <a:gd name="csY6" fmla="*/ 87905 h 1454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32477" h="145465">
                  <a:moveTo>
                    <a:pt x="1013" y="87905"/>
                  </a:moveTo>
                  <a:cubicBezTo>
                    <a:pt x="-4067" y="64410"/>
                    <a:pt x="10538" y="14880"/>
                    <a:pt x="31493" y="4085"/>
                  </a:cubicBezTo>
                  <a:cubicBezTo>
                    <a:pt x="52448" y="-6710"/>
                    <a:pt x="112773" y="5355"/>
                    <a:pt x="126743" y="23135"/>
                  </a:cubicBezTo>
                  <a:cubicBezTo>
                    <a:pt x="140713" y="40915"/>
                    <a:pt x="126108" y="96160"/>
                    <a:pt x="115313" y="110765"/>
                  </a:cubicBezTo>
                  <a:cubicBezTo>
                    <a:pt x="104518" y="125370"/>
                    <a:pt x="70863" y="105050"/>
                    <a:pt x="61973" y="110765"/>
                  </a:cubicBezTo>
                  <a:cubicBezTo>
                    <a:pt x="53083" y="116480"/>
                    <a:pt x="70228" y="149500"/>
                    <a:pt x="61973" y="145055"/>
                  </a:cubicBezTo>
                  <a:cubicBezTo>
                    <a:pt x="53718" y="140610"/>
                    <a:pt x="6093" y="111400"/>
                    <a:pt x="1013" y="87905"/>
                  </a:cubicBez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84" name="Group 1383">
            <a:extLst>
              <a:ext uri="{FF2B5EF4-FFF2-40B4-BE49-F238E27FC236}">
                <a16:creationId xmlns:a16="http://schemas.microsoft.com/office/drawing/2014/main" id="{B4F80F5B-9425-9B76-7FE1-180D43AEC5AB}"/>
              </a:ext>
            </a:extLst>
          </p:cNvPr>
          <p:cNvGrpSpPr/>
          <p:nvPr/>
        </p:nvGrpSpPr>
        <p:grpSpPr>
          <a:xfrm>
            <a:off x="7107054" y="3360866"/>
            <a:ext cx="598139" cy="259366"/>
            <a:chOff x="7107054" y="3360866"/>
            <a:chExt cx="598139" cy="259366"/>
          </a:xfrm>
        </p:grpSpPr>
        <p:grpSp>
          <p:nvGrpSpPr>
            <p:cNvPr id="467" name="Group 466">
              <a:extLst>
                <a:ext uri="{FF2B5EF4-FFF2-40B4-BE49-F238E27FC236}">
                  <a16:creationId xmlns:a16="http://schemas.microsoft.com/office/drawing/2014/main" id="{4FB0521A-7AFA-EF59-4CDA-B42544E1E22F}"/>
                </a:ext>
              </a:extLst>
            </p:cNvPr>
            <p:cNvGrpSpPr/>
            <p:nvPr/>
          </p:nvGrpSpPr>
          <p:grpSpPr>
            <a:xfrm>
              <a:off x="7107054" y="3363805"/>
              <a:ext cx="317567" cy="222246"/>
              <a:chOff x="6616561" y="2977809"/>
              <a:chExt cx="635221" cy="488565"/>
            </a:xfrm>
          </p:grpSpPr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56017E21-E222-F948-9500-C3B829043D11}"/>
                  </a:ext>
                </a:extLst>
              </p:cNvPr>
              <p:cNvSpPr/>
              <p:nvPr/>
            </p:nvSpPr>
            <p:spPr>
              <a:xfrm>
                <a:off x="6616561" y="3162798"/>
                <a:ext cx="613586" cy="303576"/>
              </a:xfrm>
              <a:custGeom>
                <a:avLst/>
                <a:gdLst>
                  <a:gd name="csX0" fmla="*/ 47610 w 690433"/>
                  <a:gd name="csY0" fmla="*/ 843 h 303576"/>
                  <a:gd name="csX1" fmla="*/ 51420 w 690433"/>
                  <a:gd name="csY1" fmla="*/ 151338 h 303576"/>
                  <a:gd name="csX2" fmla="*/ 169530 w 690433"/>
                  <a:gd name="csY2" fmla="*/ 237063 h 303576"/>
                  <a:gd name="csX3" fmla="*/ 283830 w 690433"/>
                  <a:gd name="csY3" fmla="*/ 227538 h 303576"/>
                  <a:gd name="csX4" fmla="*/ 422895 w 690433"/>
                  <a:gd name="csY4" fmla="*/ 301833 h 303576"/>
                  <a:gd name="csX5" fmla="*/ 548625 w 690433"/>
                  <a:gd name="csY5" fmla="*/ 275163 h 303576"/>
                  <a:gd name="csX6" fmla="*/ 622920 w 690433"/>
                  <a:gd name="csY6" fmla="*/ 219918 h 303576"/>
                  <a:gd name="csX7" fmla="*/ 647685 w 690433"/>
                  <a:gd name="csY7" fmla="*/ 139908 h 303576"/>
                  <a:gd name="csX8" fmla="*/ 643875 w 690433"/>
                  <a:gd name="csY8" fmla="*/ 92283 h 303576"/>
                  <a:gd name="csX9" fmla="*/ 47610 w 690433"/>
                  <a:gd name="csY9" fmla="*/ 843 h 3035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690433" h="303576">
                    <a:moveTo>
                      <a:pt x="47610" y="843"/>
                    </a:moveTo>
                    <a:cubicBezTo>
                      <a:pt x="-51132" y="10685"/>
                      <a:pt x="31100" y="111968"/>
                      <a:pt x="51420" y="151338"/>
                    </a:cubicBezTo>
                    <a:cubicBezTo>
                      <a:pt x="71740" y="190708"/>
                      <a:pt x="130795" y="224363"/>
                      <a:pt x="169530" y="237063"/>
                    </a:cubicBezTo>
                    <a:cubicBezTo>
                      <a:pt x="208265" y="249763"/>
                      <a:pt x="241603" y="216743"/>
                      <a:pt x="283830" y="227538"/>
                    </a:cubicBezTo>
                    <a:cubicBezTo>
                      <a:pt x="326057" y="238333"/>
                      <a:pt x="378763" y="293896"/>
                      <a:pt x="422895" y="301833"/>
                    </a:cubicBezTo>
                    <a:cubicBezTo>
                      <a:pt x="467027" y="309770"/>
                      <a:pt x="515288" y="288815"/>
                      <a:pt x="548625" y="275163"/>
                    </a:cubicBezTo>
                    <a:cubicBezTo>
                      <a:pt x="581962" y="261511"/>
                      <a:pt x="606410" y="242460"/>
                      <a:pt x="622920" y="219918"/>
                    </a:cubicBezTo>
                    <a:cubicBezTo>
                      <a:pt x="639430" y="197376"/>
                      <a:pt x="644193" y="161180"/>
                      <a:pt x="647685" y="139908"/>
                    </a:cubicBezTo>
                    <a:cubicBezTo>
                      <a:pt x="651177" y="118636"/>
                      <a:pt x="744522" y="114508"/>
                      <a:pt x="643875" y="92283"/>
                    </a:cubicBezTo>
                    <a:cubicBezTo>
                      <a:pt x="543228" y="70058"/>
                      <a:pt x="146352" y="-8999"/>
                      <a:pt x="47610" y="843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86ECCFFC-9B4F-73A7-15FB-8DD47701D05D}"/>
                  </a:ext>
                </a:extLst>
              </p:cNvPr>
              <p:cNvSpPr/>
              <p:nvPr/>
            </p:nvSpPr>
            <p:spPr>
              <a:xfrm>
                <a:off x="6627244" y="2977809"/>
                <a:ext cx="624538" cy="361676"/>
              </a:xfrm>
              <a:custGeom>
                <a:avLst/>
                <a:gdLst>
                  <a:gd name="csX0" fmla="*/ 220611 w 602903"/>
                  <a:gd name="csY0" fmla="*/ 55657 h 361676"/>
                  <a:gd name="csX1" fmla="*/ 17411 w 602903"/>
                  <a:gd name="csY1" fmla="*/ 106457 h 361676"/>
                  <a:gd name="csX2" fmla="*/ 27571 w 602903"/>
                  <a:gd name="csY2" fmla="*/ 271557 h 361676"/>
                  <a:gd name="csX3" fmla="*/ 164731 w 602903"/>
                  <a:gd name="csY3" fmla="*/ 302037 h 361676"/>
                  <a:gd name="csX4" fmla="*/ 312051 w 602903"/>
                  <a:gd name="csY4" fmla="*/ 360457 h 361676"/>
                  <a:gd name="csX5" fmla="*/ 563511 w 602903"/>
                  <a:gd name="csY5" fmla="*/ 324897 h 361676"/>
                  <a:gd name="csX6" fmla="*/ 591451 w 602903"/>
                  <a:gd name="csY6" fmla="*/ 144557 h 361676"/>
                  <a:gd name="csX7" fmla="*/ 454291 w 602903"/>
                  <a:gd name="csY7" fmla="*/ 2317 h 361676"/>
                  <a:gd name="csX8" fmla="*/ 220611 w 602903"/>
                  <a:gd name="csY8" fmla="*/ 55657 h 361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02903" h="361676">
                    <a:moveTo>
                      <a:pt x="220611" y="55657"/>
                    </a:moveTo>
                    <a:cubicBezTo>
                      <a:pt x="147798" y="73014"/>
                      <a:pt x="49584" y="70474"/>
                      <a:pt x="17411" y="106457"/>
                    </a:cubicBezTo>
                    <a:cubicBezTo>
                      <a:pt x="-14762" y="142440"/>
                      <a:pt x="3018" y="238960"/>
                      <a:pt x="27571" y="271557"/>
                    </a:cubicBezTo>
                    <a:cubicBezTo>
                      <a:pt x="52124" y="304154"/>
                      <a:pt x="117318" y="287220"/>
                      <a:pt x="164731" y="302037"/>
                    </a:cubicBezTo>
                    <a:cubicBezTo>
                      <a:pt x="212144" y="316854"/>
                      <a:pt x="245588" y="356647"/>
                      <a:pt x="312051" y="360457"/>
                    </a:cubicBezTo>
                    <a:cubicBezTo>
                      <a:pt x="378514" y="364267"/>
                      <a:pt x="516944" y="360880"/>
                      <a:pt x="563511" y="324897"/>
                    </a:cubicBezTo>
                    <a:cubicBezTo>
                      <a:pt x="610078" y="288914"/>
                      <a:pt x="609654" y="198320"/>
                      <a:pt x="591451" y="144557"/>
                    </a:cubicBezTo>
                    <a:cubicBezTo>
                      <a:pt x="573248" y="90794"/>
                      <a:pt x="509748" y="15864"/>
                      <a:pt x="454291" y="2317"/>
                    </a:cubicBezTo>
                    <a:cubicBezTo>
                      <a:pt x="398834" y="-11230"/>
                      <a:pt x="293424" y="38300"/>
                      <a:pt x="220611" y="55657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3" name="Oval 492">
                <a:extLst>
                  <a:ext uri="{FF2B5EF4-FFF2-40B4-BE49-F238E27FC236}">
                    <a16:creationId xmlns:a16="http://schemas.microsoft.com/office/drawing/2014/main" id="{93C0247E-5DE0-1521-E8E6-F4F205CBF7E7}"/>
                  </a:ext>
                </a:extLst>
              </p:cNvPr>
              <p:cNvSpPr/>
              <p:nvPr/>
            </p:nvSpPr>
            <p:spPr>
              <a:xfrm>
                <a:off x="6705927" y="3134912"/>
                <a:ext cx="144735" cy="988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94" name="Straight Connector 493">
                <a:extLst>
                  <a:ext uri="{FF2B5EF4-FFF2-40B4-BE49-F238E27FC236}">
                    <a16:creationId xmlns:a16="http://schemas.microsoft.com/office/drawing/2014/main" id="{D2195376-DE1D-393D-B80D-FC8F86AB9D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4297" y="3093556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Connector 494">
                <a:extLst>
                  <a:ext uri="{FF2B5EF4-FFF2-40B4-BE49-F238E27FC236}">
                    <a16:creationId xmlns:a16="http://schemas.microsoft.com/office/drawing/2014/main" id="{38277F83-DF93-130F-5C5B-CA66F4BBB3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94782" y="3140874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Connector 495">
                <a:extLst>
                  <a:ext uri="{FF2B5EF4-FFF2-40B4-BE49-F238E27FC236}">
                    <a16:creationId xmlns:a16="http://schemas.microsoft.com/office/drawing/2014/main" id="{6E581CA6-E282-502D-2F69-5D8E7A7EA3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87636" y="3208269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8" name="Group 467">
              <a:extLst>
                <a:ext uri="{FF2B5EF4-FFF2-40B4-BE49-F238E27FC236}">
                  <a16:creationId xmlns:a16="http://schemas.microsoft.com/office/drawing/2014/main" id="{46C38715-21AB-1894-33F5-062379CECC74}"/>
                </a:ext>
              </a:extLst>
            </p:cNvPr>
            <p:cNvGrpSpPr/>
            <p:nvPr/>
          </p:nvGrpSpPr>
          <p:grpSpPr>
            <a:xfrm>
              <a:off x="7387626" y="3360866"/>
              <a:ext cx="317567" cy="222246"/>
              <a:chOff x="6616561" y="2977809"/>
              <a:chExt cx="635221" cy="488565"/>
            </a:xfrm>
          </p:grpSpPr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F7651B9D-838D-1C95-7F6F-521D8C018249}"/>
                  </a:ext>
                </a:extLst>
              </p:cNvPr>
              <p:cNvSpPr/>
              <p:nvPr/>
            </p:nvSpPr>
            <p:spPr>
              <a:xfrm>
                <a:off x="6616561" y="3162798"/>
                <a:ext cx="613586" cy="303576"/>
              </a:xfrm>
              <a:custGeom>
                <a:avLst/>
                <a:gdLst>
                  <a:gd name="csX0" fmla="*/ 47610 w 690433"/>
                  <a:gd name="csY0" fmla="*/ 843 h 303576"/>
                  <a:gd name="csX1" fmla="*/ 51420 w 690433"/>
                  <a:gd name="csY1" fmla="*/ 151338 h 303576"/>
                  <a:gd name="csX2" fmla="*/ 169530 w 690433"/>
                  <a:gd name="csY2" fmla="*/ 237063 h 303576"/>
                  <a:gd name="csX3" fmla="*/ 283830 w 690433"/>
                  <a:gd name="csY3" fmla="*/ 227538 h 303576"/>
                  <a:gd name="csX4" fmla="*/ 422895 w 690433"/>
                  <a:gd name="csY4" fmla="*/ 301833 h 303576"/>
                  <a:gd name="csX5" fmla="*/ 548625 w 690433"/>
                  <a:gd name="csY5" fmla="*/ 275163 h 303576"/>
                  <a:gd name="csX6" fmla="*/ 622920 w 690433"/>
                  <a:gd name="csY6" fmla="*/ 219918 h 303576"/>
                  <a:gd name="csX7" fmla="*/ 647685 w 690433"/>
                  <a:gd name="csY7" fmla="*/ 139908 h 303576"/>
                  <a:gd name="csX8" fmla="*/ 643875 w 690433"/>
                  <a:gd name="csY8" fmla="*/ 92283 h 303576"/>
                  <a:gd name="csX9" fmla="*/ 47610 w 690433"/>
                  <a:gd name="csY9" fmla="*/ 843 h 3035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690433" h="303576">
                    <a:moveTo>
                      <a:pt x="47610" y="843"/>
                    </a:moveTo>
                    <a:cubicBezTo>
                      <a:pt x="-51132" y="10685"/>
                      <a:pt x="31100" y="111968"/>
                      <a:pt x="51420" y="151338"/>
                    </a:cubicBezTo>
                    <a:cubicBezTo>
                      <a:pt x="71740" y="190708"/>
                      <a:pt x="130795" y="224363"/>
                      <a:pt x="169530" y="237063"/>
                    </a:cubicBezTo>
                    <a:cubicBezTo>
                      <a:pt x="208265" y="249763"/>
                      <a:pt x="241603" y="216743"/>
                      <a:pt x="283830" y="227538"/>
                    </a:cubicBezTo>
                    <a:cubicBezTo>
                      <a:pt x="326057" y="238333"/>
                      <a:pt x="378763" y="293896"/>
                      <a:pt x="422895" y="301833"/>
                    </a:cubicBezTo>
                    <a:cubicBezTo>
                      <a:pt x="467027" y="309770"/>
                      <a:pt x="515288" y="288815"/>
                      <a:pt x="548625" y="275163"/>
                    </a:cubicBezTo>
                    <a:cubicBezTo>
                      <a:pt x="581962" y="261511"/>
                      <a:pt x="606410" y="242460"/>
                      <a:pt x="622920" y="219918"/>
                    </a:cubicBezTo>
                    <a:cubicBezTo>
                      <a:pt x="639430" y="197376"/>
                      <a:pt x="644193" y="161180"/>
                      <a:pt x="647685" y="139908"/>
                    </a:cubicBezTo>
                    <a:cubicBezTo>
                      <a:pt x="651177" y="118636"/>
                      <a:pt x="744522" y="114508"/>
                      <a:pt x="643875" y="92283"/>
                    </a:cubicBezTo>
                    <a:cubicBezTo>
                      <a:pt x="543228" y="70058"/>
                      <a:pt x="146352" y="-8999"/>
                      <a:pt x="47610" y="843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50C33B53-30F9-B94F-A99C-08146667656C}"/>
                  </a:ext>
                </a:extLst>
              </p:cNvPr>
              <p:cNvSpPr/>
              <p:nvPr/>
            </p:nvSpPr>
            <p:spPr>
              <a:xfrm>
                <a:off x="6627244" y="2977809"/>
                <a:ext cx="624538" cy="361676"/>
              </a:xfrm>
              <a:custGeom>
                <a:avLst/>
                <a:gdLst>
                  <a:gd name="csX0" fmla="*/ 220611 w 602903"/>
                  <a:gd name="csY0" fmla="*/ 55657 h 361676"/>
                  <a:gd name="csX1" fmla="*/ 17411 w 602903"/>
                  <a:gd name="csY1" fmla="*/ 106457 h 361676"/>
                  <a:gd name="csX2" fmla="*/ 27571 w 602903"/>
                  <a:gd name="csY2" fmla="*/ 271557 h 361676"/>
                  <a:gd name="csX3" fmla="*/ 164731 w 602903"/>
                  <a:gd name="csY3" fmla="*/ 302037 h 361676"/>
                  <a:gd name="csX4" fmla="*/ 312051 w 602903"/>
                  <a:gd name="csY4" fmla="*/ 360457 h 361676"/>
                  <a:gd name="csX5" fmla="*/ 563511 w 602903"/>
                  <a:gd name="csY5" fmla="*/ 324897 h 361676"/>
                  <a:gd name="csX6" fmla="*/ 591451 w 602903"/>
                  <a:gd name="csY6" fmla="*/ 144557 h 361676"/>
                  <a:gd name="csX7" fmla="*/ 454291 w 602903"/>
                  <a:gd name="csY7" fmla="*/ 2317 h 361676"/>
                  <a:gd name="csX8" fmla="*/ 220611 w 602903"/>
                  <a:gd name="csY8" fmla="*/ 55657 h 361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02903" h="361676">
                    <a:moveTo>
                      <a:pt x="220611" y="55657"/>
                    </a:moveTo>
                    <a:cubicBezTo>
                      <a:pt x="147798" y="73014"/>
                      <a:pt x="49584" y="70474"/>
                      <a:pt x="17411" y="106457"/>
                    </a:cubicBezTo>
                    <a:cubicBezTo>
                      <a:pt x="-14762" y="142440"/>
                      <a:pt x="3018" y="238960"/>
                      <a:pt x="27571" y="271557"/>
                    </a:cubicBezTo>
                    <a:cubicBezTo>
                      <a:pt x="52124" y="304154"/>
                      <a:pt x="117318" y="287220"/>
                      <a:pt x="164731" y="302037"/>
                    </a:cubicBezTo>
                    <a:cubicBezTo>
                      <a:pt x="212144" y="316854"/>
                      <a:pt x="245588" y="356647"/>
                      <a:pt x="312051" y="360457"/>
                    </a:cubicBezTo>
                    <a:cubicBezTo>
                      <a:pt x="378514" y="364267"/>
                      <a:pt x="516944" y="360880"/>
                      <a:pt x="563511" y="324897"/>
                    </a:cubicBezTo>
                    <a:cubicBezTo>
                      <a:pt x="610078" y="288914"/>
                      <a:pt x="609654" y="198320"/>
                      <a:pt x="591451" y="144557"/>
                    </a:cubicBezTo>
                    <a:cubicBezTo>
                      <a:pt x="573248" y="90794"/>
                      <a:pt x="509748" y="15864"/>
                      <a:pt x="454291" y="2317"/>
                    </a:cubicBezTo>
                    <a:cubicBezTo>
                      <a:pt x="398834" y="-11230"/>
                      <a:pt x="293424" y="38300"/>
                      <a:pt x="220611" y="55657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7" name="Oval 486">
                <a:extLst>
                  <a:ext uri="{FF2B5EF4-FFF2-40B4-BE49-F238E27FC236}">
                    <a16:creationId xmlns:a16="http://schemas.microsoft.com/office/drawing/2014/main" id="{8A631155-9D31-C3E2-28CC-877200D35D9F}"/>
                  </a:ext>
                </a:extLst>
              </p:cNvPr>
              <p:cNvSpPr/>
              <p:nvPr/>
            </p:nvSpPr>
            <p:spPr>
              <a:xfrm>
                <a:off x="6705927" y="3134912"/>
                <a:ext cx="144735" cy="988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88" name="Straight Connector 487">
                <a:extLst>
                  <a:ext uri="{FF2B5EF4-FFF2-40B4-BE49-F238E27FC236}">
                    <a16:creationId xmlns:a16="http://schemas.microsoft.com/office/drawing/2014/main" id="{AED26026-6B49-25AE-908A-8BED3DE040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4297" y="3093556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Connector 488">
                <a:extLst>
                  <a:ext uri="{FF2B5EF4-FFF2-40B4-BE49-F238E27FC236}">
                    <a16:creationId xmlns:a16="http://schemas.microsoft.com/office/drawing/2014/main" id="{B08CBF94-162F-55B3-ADB8-6B6292EAEE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94782" y="3140874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Connector 489">
                <a:extLst>
                  <a:ext uri="{FF2B5EF4-FFF2-40B4-BE49-F238E27FC236}">
                    <a16:creationId xmlns:a16="http://schemas.microsoft.com/office/drawing/2014/main" id="{81B447FB-88E7-7A19-BB5C-14725F1C31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87636" y="3208269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3" name="Group 472">
              <a:extLst>
                <a:ext uri="{FF2B5EF4-FFF2-40B4-BE49-F238E27FC236}">
                  <a16:creationId xmlns:a16="http://schemas.microsoft.com/office/drawing/2014/main" id="{5E2188DF-D079-3A39-3BB8-BB512A8FDD09}"/>
                </a:ext>
              </a:extLst>
            </p:cNvPr>
            <p:cNvGrpSpPr/>
            <p:nvPr/>
          </p:nvGrpSpPr>
          <p:grpSpPr>
            <a:xfrm>
              <a:off x="7234738" y="3397986"/>
              <a:ext cx="317567" cy="222246"/>
              <a:chOff x="6616561" y="2977809"/>
              <a:chExt cx="635221" cy="488565"/>
            </a:xfrm>
          </p:grpSpPr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78DFAF3-3CE9-B8D6-D466-3A8ACE37AFF4}"/>
                  </a:ext>
                </a:extLst>
              </p:cNvPr>
              <p:cNvSpPr/>
              <p:nvPr/>
            </p:nvSpPr>
            <p:spPr>
              <a:xfrm>
                <a:off x="6616561" y="3162798"/>
                <a:ext cx="613586" cy="303576"/>
              </a:xfrm>
              <a:custGeom>
                <a:avLst/>
                <a:gdLst>
                  <a:gd name="csX0" fmla="*/ 47610 w 690433"/>
                  <a:gd name="csY0" fmla="*/ 843 h 303576"/>
                  <a:gd name="csX1" fmla="*/ 51420 w 690433"/>
                  <a:gd name="csY1" fmla="*/ 151338 h 303576"/>
                  <a:gd name="csX2" fmla="*/ 169530 w 690433"/>
                  <a:gd name="csY2" fmla="*/ 237063 h 303576"/>
                  <a:gd name="csX3" fmla="*/ 283830 w 690433"/>
                  <a:gd name="csY3" fmla="*/ 227538 h 303576"/>
                  <a:gd name="csX4" fmla="*/ 422895 w 690433"/>
                  <a:gd name="csY4" fmla="*/ 301833 h 303576"/>
                  <a:gd name="csX5" fmla="*/ 548625 w 690433"/>
                  <a:gd name="csY5" fmla="*/ 275163 h 303576"/>
                  <a:gd name="csX6" fmla="*/ 622920 w 690433"/>
                  <a:gd name="csY6" fmla="*/ 219918 h 303576"/>
                  <a:gd name="csX7" fmla="*/ 647685 w 690433"/>
                  <a:gd name="csY7" fmla="*/ 139908 h 303576"/>
                  <a:gd name="csX8" fmla="*/ 643875 w 690433"/>
                  <a:gd name="csY8" fmla="*/ 92283 h 303576"/>
                  <a:gd name="csX9" fmla="*/ 47610 w 690433"/>
                  <a:gd name="csY9" fmla="*/ 843 h 3035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690433" h="303576">
                    <a:moveTo>
                      <a:pt x="47610" y="843"/>
                    </a:moveTo>
                    <a:cubicBezTo>
                      <a:pt x="-51132" y="10685"/>
                      <a:pt x="31100" y="111968"/>
                      <a:pt x="51420" y="151338"/>
                    </a:cubicBezTo>
                    <a:cubicBezTo>
                      <a:pt x="71740" y="190708"/>
                      <a:pt x="130795" y="224363"/>
                      <a:pt x="169530" y="237063"/>
                    </a:cubicBezTo>
                    <a:cubicBezTo>
                      <a:pt x="208265" y="249763"/>
                      <a:pt x="241603" y="216743"/>
                      <a:pt x="283830" y="227538"/>
                    </a:cubicBezTo>
                    <a:cubicBezTo>
                      <a:pt x="326057" y="238333"/>
                      <a:pt x="378763" y="293896"/>
                      <a:pt x="422895" y="301833"/>
                    </a:cubicBezTo>
                    <a:cubicBezTo>
                      <a:pt x="467027" y="309770"/>
                      <a:pt x="515288" y="288815"/>
                      <a:pt x="548625" y="275163"/>
                    </a:cubicBezTo>
                    <a:cubicBezTo>
                      <a:pt x="581962" y="261511"/>
                      <a:pt x="606410" y="242460"/>
                      <a:pt x="622920" y="219918"/>
                    </a:cubicBezTo>
                    <a:cubicBezTo>
                      <a:pt x="639430" y="197376"/>
                      <a:pt x="644193" y="161180"/>
                      <a:pt x="647685" y="139908"/>
                    </a:cubicBezTo>
                    <a:cubicBezTo>
                      <a:pt x="651177" y="118636"/>
                      <a:pt x="744522" y="114508"/>
                      <a:pt x="643875" y="92283"/>
                    </a:cubicBezTo>
                    <a:cubicBezTo>
                      <a:pt x="543228" y="70058"/>
                      <a:pt x="146352" y="-8999"/>
                      <a:pt x="47610" y="843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E47889E7-A1F8-2FD1-C310-2DD88B881DE6}"/>
                  </a:ext>
                </a:extLst>
              </p:cNvPr>
              <p:cNvSpPr/>
              <p:nvPr/>
            </p:nvSpPr>
            <p:spPr>
              <a:xfrm>
                <a:off x="6627244" y="2977809"/>
                <a:ext cx="624538" cy="361676"/>
              </a:xfrm>
              <a:custGeom>
                <a:avLst/>
                <a:gdLst>
                  <a:gd name="csX0" fmla="*/ 220611 w 602903"/>
                  <a:gd name="csY0" fmla="*/ 55657 h 361676"/>
                  <a:gd name="csX1" fmla="*/ 17411 w 602903"/>
                  <a:gd name="csY1" fmla="*/ 106457 h 361676"/>
                  <a:gd name="csX2" fmla="*/ 27571 w 602903"/>
                  <a:gd name="csY2" fmla="*/ 271557 h 361676"/>
                  <a:gd name="csX3" fmla="*/ 164731 w 602903"/>
                  <a:gd name="csY3" fmla="*/ 302037 h 361676"/>
                  <a:gd name="csX4" fmla="*/ 312051 w 602903"/>
                  <a:gd name="csY4" fmla="*/ 360457 h 361676"/>
                  <a:gd name="csX5" fmla="*/ 563511 w 602903"/>
                  <a:gd name="csY5" fmla="*/ 324897 h 361676"/>
                  <a:gd name="csX6" fmla="*/ 591451 w 602903"/>
                  <a:gd name="csY6" fmla="*/ 144557 h 361676"/>
                  <a:gd name="csX7" fmla="*/ 454291 w 602903"/>
                  <a:gd name="csY7" fmla="*/ 2317 h 361676"/>
                  <a:gd name="csX8" fmla="*/ 220611 w 602903"/>
                  <a:gd name="csY8" fmla="*/ 55657 h 361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02903" h="361676">
                    <a:moveTo>
                      <a:pt x="220611" y="55657"/>
                    </a:moveTo>
                    <a:cubicBezTo>
                      <a:pt x="147798" y="73014"/>
                      <a:pt x="49584" y="70474"/>
                      <a:pt x="17411" y="106457"/>
                    </a:cubicBezTo>
                    <a:cubicBezTo>
                      <a:pt x="-14762" y="142440"/>
                      <a:pt x="3018" y="238960"/>
                      <a:pt x="27571" y="271557"/>
                    </a:cubicBezTo>
                    <a:cubicBezTo>
                      <a:pt x="52124" y="304154"/>
                      <a:pt x="117318" y="287220"/>
                      <a:pt x="164731" y="302037"/>
                    </a:cubicBezTo>
                    <a:cubicBezTo>
                      <a:pt x="212144" y="316854"/>
                      <a:pt x="245588" y="356647"/>
                      <a:pt x="312051" y="360457"/>
                    </a:cubicBezTo>
                    <a:cubicBezTo>
                      <a:pt x="378514" y="364267"/>
                      <a:pt x="516944" y="360880"/>
                      <a:pt x="563511" y="324897"/>
                    </a:cubicBezTo>
                    <a:cubicBezTo>
                      <a:pt x="610078" y="288914"/>
                      <a:pt x="609654" y="198320"/>
                      <a:pt x="591451" y="144557"/>
                    </a:cubicBezTo>
                    <a:cubicBezTo>
                      <a:pt x="573248" y="90794"/>
                      <a:pt x="509748" y="15864"/>
                      <a:pt x="454291" y="2317"/>
                    </a:cubicBezTo>
                    <a:cubicBezTo>
                      <a:pt x="398834" y="-11230"/>
                      <a:pt x="293424" y="38300"/>
                      <a:pt x="220611" y="55657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1" name="Oval 480">
                <a:extLst>
                  <a:ext uri="{FF2B5EF4-FFF2-40B4-BE49-F238E27FC236}">
                    <a16:creationId xmlns:a16="http://schemas.microsoft.com/office/drawing/2014/main" id="{DA16F03A-6139-7BE5-DD5F-8F538996414F}"/>
                  </a:ext>
                </a:extLst>
              </p:cNvPr>
              <p:cNvSpPr/>
              <p:nvPr/>
            </p:nvSpPr>
            <p:spPr>
              <a:xfrm>
                <a:off x="6705927" y="3134912"/>
                <a:ext cx="144735" cy="988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82" name="Straight Connector 481">
                <a:extLst>
                  <a:ext uri="{FF2B5EF4-FFF2-40B4-BE49-F238E27FC236}">
                    <a16:creationId xmlns:a16="http://schemas.microsoft.com/office/drawing/2014/main" id="{23B3B75D-7203-6234-9F28-73B5A58EF4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4297" y="3093556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3" name="Straight Connector 482">
                <a:extLst>
                  <a:ext uri="{FF2B5EF4-FFF2-40B4-BE49-F238E27FC236}">
                    <a16:creationId xmlns:a16="http://schemas.microsoft.com/office/drawing/2014/main" id="{DE87A4B6-3CB7-3FBC-2634-B0B1DD99B1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94782" y="3140874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4" name="Straight Connector 483">
                <a:extLst>
                  <a:ext uri="{FF2B5EF4-FFF2-40B4-BE49-F238E27FC236}">
                    <a16:creationId xmlns:a16="http://schemas.microsoft.com/office/drawing/2014/main" id="{EA12B127-FEED-E9AA-AF71-9932B5E723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87636" y="3208269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82" name="Group 1381">
            <a:extLst>
              <a:ext uri="{FF2B5EF4-FFF2-40B4-BE49-F238E27FC236}">
                <a16:creationId xmlns:a16="http://schemas.microsoft.com/office/drawing/2014/main" id="{5603D3EB-D4B7-4A72-C26A-4BA057CCD8C8}"/>
              </a:ext>
            </a:extLst>
          </p:cNvPr>
          <p:cNvGrpSpPr/>
          <p:nvPr/>
        </p:nvGrpSpPr>
        <p:grpSpPr>
          <a:xfrm>
            <a:off x="6915930" y="3471903"/>
            <a:ext cx="316225" cy="271383"/>
            <a:chOff x="6915930" y="3471903"/>
            <a:chExt cx="316225" cy="271383"/>
          </a:xfrm>
        </p:grpSpPr>
        <p:sp>
          <p:nvSpPr>
            <p:cNvPr id="469" name="Oval 468">
              <a:extLst>
                <a:ext uri="{FF2B5EF4-FFF2-40B4-BE49-F238E27FC236}">
                  <a16:creationId xmlns:a16="http://schemas.microsoft.com/office/drawing/2014/main" id="{EC109861-036F-5898-A1BA-1FCF40FEB3E8}"/>
                </a:ext>
              </a:extLst>
            </p:cNvPr>
            <p:cNvSpPr/>
            <p:nvPr/>
          </p:nvSpPr>
          <p:spPr>
            <a:xfrm>
              <a:off x="6994245" y="3471903"/>
              <a:ext cx="128416" cy="2208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0" name="Oval 469">
              <a:extLst>
                <a:ext uri="{FF2B5EF4-FFF2-40B4-BE49-F238E27FC236}">
                  <a16:creationId xmlns:a16="http://schemas.microsoft.com/office/drawing/2014/main" id="{F45822E7-C932-D51A-98A6-17E24B10EC0B}"/>
                </a:ext>
              </a:extLst>
            </p:cNvPr>
            <p:cNvSpPr/>
            <p:nvPr/>
          </p:nvSpPr>
          <p:spPr>
            <a:xfrm>
              <a:off x="7103739" y="3474849"/>
              <a:ext cx="128416" cy="2208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1" name="Oval 470">
              <a:extLst>
                <a:ext uri="{FF2B5EF4-FFF2-40B4-BE49-F238E27FC236}">
                  <a16:creationId xmlns:a16="http://schemas.microsoft.com/office/drawing/2014/main" id="{7929134C-92DA-9D52-B88A-CB594264A1DE}"/>
                </a:ext>
              </a:extLst>
            </p:cNvPr>
            <p:cNvSpPr/>
            <p:nvPr/>
          </p:nvSpPr>
          <p:spPr>
            <a:xfrm>
              <a:off x="6915930" y="3522454"/>
              <a:ext cx="128416" cy="2208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2" name="Oval 471">
              <a:extLst>
                <a:ext uri="{FF2B5EF4-FFF2-40B4-BE49-F238E27FC236}">
                  <a16:creationId xmlns:a16="http://schemas.microsoft.com/office/drawing/2014/main" id="{918E6C6B-C47D-3454-E931-13FC6406F54B}"/>
                </a:ext>
              </a:extLst>
            </p:cNvPr>
            <p:cNvSpPr/>
            <p:nvPr/>
          </p:nvSpPr>
          <p:spPr>
            <a:xfrm>
              <a:off x="7024342" y="3522454"/>
              <a:ext cx="128416" cy="22083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79" name="Group 1378">
            <a:extLst>
              <a:ext uri="{FF2B5EF4-FFF2-40B4-BE49-F238E27FC236}">
                <a16:creationId xmlns:a16="http://schemas.microsoft.com/office/drawing/2014/main" id="{8665617F-2ED4-0B54-FC7D-61BD1B184A38}"/>
              </a:ext>
            </a:extLst>
          </p:cNvPr>
          <p:cNvGrpSpPr/>
          <p:nvPr/>
        </p:nvGrpSpPr>
        <p:grpSpPr>
          <a:xfrm>
            <a:off x="7674090" y="3187826"/>
            <a:ext cx="183771" cy="330936"/>
            <a:chOff x="7674090" y="3187826"/>
            <a:chExt cx="183771" cy="330936"/>
          </a:xfrm>
        </p:grpSpPr>
        <p:sp>
          <p:nvSpPr>
            <p:cNvPr id="474" name="Oval 473">
              <a:extLst>
                <a:ext uri="{FF2B5EF4-FFF2-40B4-BE49-F238E27FC236}">
                  <a16:creationId xmlns:a16="http://schemas.microsoft.com/office/drawing/2014/main" id="{93DB525F-F7F6-5B01-2197-009D588E0BCD}"/>
                </a:ext>
              </a:extLst>
            </p:cNvPr>
            <p:cNvSpPr/>
            <p:nvPr/>
          </p:nvSpPr>
          <p:spPr>
            <a:xfrm>
              <a:off x="7674090" y="3203766"/>
              <a:ext cx="69286" cy="314996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5" name="Oval 474">
              <a:extLst>
                <a:ext uri="{FF2B5EF4-FFF2-40B4-BE49-F238E27FC236}">
                  <a16:creationId xmlns:a16="http://schemas.microsoft.com/office/drawing/2014/main" id="{2BE293A0-AD19-D53A-8F1F-C84B86B1DD8D}"/>
                </a:ext>
              </a:extLst>
            </p:cNvPr>
            <p:cNvSpPr/>
            <p:nvPr/>
          </p:nvSpPr>
          <p:spPr>
            <a:xfrm>
              <a:off x="7730742" y="3197136"/>
              <a:ext cx="69286" cy="314996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6" name="Oval 475">
              <a:extLst>
                <a:ext uri="{FF2B5EF4-FFF2-40B4-BE49-F238E27FC236}">
                  <a16:creationId xmlns:a16="http://schemas.microsoft.com/office/drawing/2014/main" id="{F8486FB5-82A4-AB20-285A-5977410958B1}"/>
                </a:ext>
              </a:extLst>
            </p:cNvPr>
            <p:cNvSpPr/>
            <p:nvPr/>
          </p:nvSpPr>
          <p:spPr>
            <a:xfrm>
              <a:off x="7788575" y="3187826"/>
              <a:ext cx="69286" cy="314996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77" name="Rectangle 476">
            <a:extLst>
              <a:ext uri="{FF2B5EF4-FFF2-40B4-BE49-F238E27FC236}">
                <a16:creationId xmlns:a16="http://schemas.microsoft.com/office/drawing/2014/main" id="{1CFBCCA2-B0CE-BBDD-62C8-54686F98A296}"/>
              </a:ext>
            </a:extLst>
          </p:cNvPr>
          <p:cNvSpPr/>
          <p:nvPr/>
        </p:nvSpPr>
        <p:spPr>
          <a:xfrm rot="10800000">
            <a:off x="6859161" y="3603566"/>
            <a:ext cx="672643" cy="14031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8" name="Rectangle 242">
            <a:extLst>
              <a:ext uri="{FF2B5EF4-FFF2-40B4-BE49-F238E27FC236}">
                <a16:creationId xmlns:a16="http://schemas.microsoft.com/office/drawing/2014/main" id="{800FAACA-422F-FA62-A059-D44DA82FB28B}"/>
              </a:ext>
            </a:extLst>
          </p:cNvPr>
          <p:cNvSpPr/>
          <p:nvPr/>
        </p:nvSpPr>
        <p:spPr>
          <a:xfrm rot="8616981">
            <a:off x="7427703" y="3429266"/>
            <a:ext cx="661692" cy="147918"/>
          </a:xfrm>
          <a:custGeom>
            <a:avLst/>
            <a:gdLst>
              <a:gd name="csX0" fmla="*/ 0 w 877850"/>
              <a:gd name="csY0" fmla="*/ 0 h 195087"/>
              <a:gd name="csX1" fmla="*/ 877850 w 877850"/>
              <a:gd name="csY1" fmla="*/ 0 h 195087"/>
              <a:gd name="csX2" fmla="*/ 877850 w 877850"/>
              <a:gd name="csY2" fmla="*/ 195087 h 195087"/>
              <a:gd name="csX3" fmla="*/ 0 w 877850"/>
              <a:gd name="csY3" fmla="*/ 195087 h 195087"/>
              <a:gd name="csX4" fmla="*/ 0 w 877850"/>
              <a:gd name="csY4" fmla="*/ 0 h 195087"/>
              <a:gd name="csX0" fmla="*/ 0 w 877850"/>
              <a:gd name="csY0" fmla="*/ 0 h 195087"/>
              <a:gd name="csX1" fmla="*/ 877850 w 877850"/>
              <a:gd name="csY1" fmla="*/ 0 h 195087"/>
              <a:gd name="csX2" fmla="*/ 774289 w 877850"/>
              <a:gd name="csY2" fmla="*/ 159008 h 195087"/>
              <a:gd name="csX3" fmla="*/ 0 w 877850"/>
              <a:gd name="csY3" fmla="*/ 195087 h 195087"/>
              <a:gd name="csX4" fmla="*/ 0 w 877850"/>
              <a:gd name="csY4" fmla="*/ 0 h 195087"/>
              <a:gd name="csX0" fmla="*/ 0 w 877850"/>
              <a:gd name="csY0" fmla="*/ 0 h 195087"/>
              <a:gd name="csX1" fmla="*/ 877850 w 877850"/>
              <a:gd name="csY1" fmla="*/ 0 h 195087"/>
              <a:gd name="csX2" fmla="*/ 746038 w 877850"/>
              <a:gd name="csY2" fmla="*/ 152389 h 195087"/>
              <a:gd name="csX3" fmla="*/ 0 w 877850"/>
              <a:gd name="csY3" fmla="*/ 195087 h 195087"/>
              <a:gd name="csX4" fmla="*/ 0 w 877850"/>
              <a:gd name="csY4" fmla="*/ 0 h 195087"/>
              <a:gd name="csX0" fmla="*/ 0 w 870586"/>
              <a:gd name="csY0" fmla="*/ 2987 h 198074"/>
              <a:gd name="csX1" fmla="*/ 870586 w 870586"/>
              <a:gd name="csY1" fmla="*/ 0 h 198074"/>
              <a:gd name="csX2" fmla="*/ 746038 w 870586"/>
              <a:gd name="csY2" fmla="*/ 155376 h 198074"/>
              <a:gd name="csX3" fmla="*/ 0 w 870586"/>
              <a:gd name="csY3" fmla="*/ 198074 h 198074"/>
              <a:gd name="csX4" fmla="*/ 0 w 870586"/>
              <a:gd name="csY4" fmla="*/ 2987 h 198074"/>
              <a:gd name="csX0" fmla="*/ 0 w 866712"/>
              <a:gd name="csY0" fmla="*/ 10575 h 205662"/>
              <a:gd name="csX1" fmla="*/ 866712 w 866712"/>
              <a:gd name="csY1" fmla="*/ 0 h 205662"/>
              <a:gd name="csX2" fmla="*/ 746038 w 866712"/>
              <a:gd name="csY2" fmla="*/ 162964 h 205662"/>
              <a:gd name="csX3" fmla="*/ 0 w 866712"/>
              <a:gd name="csY3" fmla="*/ 205662 h 205662"/>
              <a:gd name="csX4" fmla="*/ 0 w 866712"/>
              <a:gd name="csY4" fmla="*/ 10575 h 205662"/>
              <a:gd name="csX0" fmla="*/ 0 w 866712"/>
              <a:gd name="csY0" fmla="*/ 10575 h 205662"/>
              <a:gd name="csX1" fmla="*/ 866712 w 866712"/>
              <a:gd name="csY1" fmla="*/ 0 h 205662"/>
              <a:gd name="csX2" fmla="*/ 742971 w 866712"/>
              <a:gd name="csY2" fmla="*/ 160704 h 205662"/>
              <a:gd name="csX3" fmla="*/ 0 w 866712"/>
              <a:gd name="csY3" fmla="*/ 205662 h 205662"/>
              <a:gd name="csX4" fmla="*/ 0 w 866712"/>
              <a:gd name="csY4" fmla="*/ 10575 h 205662"/>
              <a:gd name="csX0" fmla="*/ 0 w 866712"/>
              <a:gd name="csY0" fmla="*/ 10575 h 205662"/>
              <a:gd name="csX1" fmla="*/ 866712 w 866712"/>
              <a:gd name="csY1" fmla="*/ 0 h 205662"/>
              <a:gd name="csX2" fmla="*/ 749509 w 866712"/>
              <a:gd name="csY2" fmla="*/ 167888 h 205662"/>
              <a:gd name="csX3" fmla="*/ 0 w 866712"/>
              <a:gd name="csY3" fmla="*/ 205662 h 205662"/>
              <a:gd name="csX4" fmla="*/ 0 w 866712"/>
              <a:gd name="csY4" fmla="*/ 10575 h 205662"/>
              <a:gd name="csX0" fmla="*/ 71373 w 866712"/>
              <a:gd name="csY0" fmla="*/ 39309 h 205662"/>
              <a:gd name="csX1" fmla="*/ 866712 w 866712"/>
              <a:gd name="csY1" fmla="*/ 0 h 205662"/>
              <a:gd name="csX2" fmla="*/ 749509 w 866712"/>
              <a:gd name="csY2" fmla="*/ 167888 h 205662"/>
              <a:gd name="csX3" fmla="*/ 0 w 866712"/>
              <a:gd name="csY3" fmla="*/ 205662 h 205662"/>
              <a:gd name="csX4" fmla="*/ 71373 w 866712"/>
              <a:gd name="csY4" fmla="*/ 39309 h 205662"/>
              <a:gd name="csX0" fmla="*/ 127110 w 866712"/>
              <a:gd name="csY0" fmla="*/ 73129 h 205662"/>
              <a:gd name="csX1" fmla="*/ 866712 w 866712"/>
              <a:gd name="csY1" fmla="*/ 0 h 205662"/>
              <a:gd name="csX2" fmla="*/ 749509 w 866712"/>
              <a:gd name="csY2" fmla="*/ 167888 h 205662"/>
              <a:gd name="csX3" fmla="*/ 0 w 866712"/>
              <a:gd name="csY3" fmla="*/ 205662 h 205662"/>
              <a:gd name="csX4" fmla="*/ 127110 w 866712"/>
              <a:gd name="csY4" fmla="*/ 73129 h 205662"/>
              <a:gd name="csX0" fmla="*/ 112365 w 866712"/>
              <a:gd name="csY0" fmla="*/ 48107 h 205662"/>
              <a:gd name="csX1" fmla="*/ 866712 w 866712"/>
              <a:gd name="csY1" fmla="*/ 0 h 205662"/>
              <a:gd name="csX2" fmla="*/ 749509 w 866712"/>
              <a:gd name="csY2" fmla="*/ 167888 h 205662"/>
              <a:gd name="csX3" fmla="*/ 0 w 866712"/>
              <a:gd name="csY3" fmla="*/ 205662 h 205662"/>
              <a:gd name="csX4" fmla="*/ 112365 w 866712"/>
              <a:gd name="csY4" fmla="*/ 48107 h 2056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66712" h="205662">
                <a:moveTo>
                  <a:pt x="112365" y="48107"/>
                </a:moveTo>
                <a:lnTo>
                  <a:pt x="866712" y="0"/>
                </a:lnTo>
                <a:lnTo>
                  <a:pt x="749509" y="167888"/>
                </a:lnTo>
                <a:lnTo>
                  <a:pt x="0" y="205662"/>
                </a:lnTo>
                <a:lnTo>
                  <a:pt x="112365" y="4810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3" name="Group 422">
            <a:extLst>
              <a:ext uri="{FF2B5EF4-FFF2-40B4-BE49-F238E27FC236}">
                <a16:creationId xmlns:a16="http://schemas.microsoft.com/office/drawing/2014/main" id="{AF7E39A4-DDE7-4331-B03C-4B971FC5F837}"/>
              </a:ext>
            </a:extLst>
          </p:cNvPr>
          <p:cNvGrpSpPr/>
          <p:nvPr/>
        </p:nvGrpSpPr>
        <p:grpSpPr>
          <a:xfrm>
            <a:off x="7440509" y="3188858"/>
            <a:ext cx="1348068" cy="595053"/>
            <a:chOff x="6713894" y="2448318"/>
            <a:chExt cx="1759330" cy="827347"/>
          </a:xfrm>
        </p:grpSpPr>
        <p:sp>
          <p:nvSpPr>
            <p:cNvPr id="535" name="Rectangle 251">
              <a:extLst>
                <a:ext uri="{FF2B5EF4-FFF2-40B4-BE49-F238E27FC236}">
                  <a16:creationId xmlns:a16="http://schemas.microsoft.com/office/drawing/2014/main" id="{E6556CCB-D38D-2B23-D622-0D51784029E6}"/>
                </a:ext>
              </a:extLst>
            </p:cNvPr>
            <p:cNvSpPr/>
            <p:nvPr/>
          </p:nvSpPr>
          <p:spPr>
            <a:xfrm>
              <a:off x="7117939" y="2793386"/>
              <a:ext cx="951059" cy="294640"/>
            </a:xfrm>
            <a:custGeom>
              <a:avLst/>
              <a:gdLst>
                <a:gd name="csX0" fmla="*/ 0 w 1266019"/>
                <a:gd name="csY0" fmla="*/ 0 h 914400"/>
                <a:gd name="csX1" fmla="*/ 1266019 w 1266019"/>
                <a:gd name="csY1" fmla="*/ 0 h 914400"/>
                <a:gd name="csX2" fmla="*/ 1266019 w 1266019"/>
                <a:gd name="csY2" fmla="*/ 914400 h 914400"/>
                <a:gd name="csX3" fmla="*/ 0 w 1266019"/>
                <a:gd name="csY3" fmla="*/ 914400 h 914400"/>
                <a:gd name="csX4" fmla="*/ 0 w 1266019"/>
                <a:gd name="csY4" fmla="*/ 0 h 914400"/>
                <a:gd name="csX0" fmla="*/ 0 w 1266019"/>
                <a:gd name="csY0" fmla="*/ 0 h 914400"/>
                <a:gd name="csX1" fmla="*/ 1266019 w 1266019"/>
                <a:gd name="csY1" fmla="*/ 0 h 914400"/>
                <a:gd name="csX2" fmla="*/ 1266019 w 1266019"/>
                <a:gd name="csY2" fmla="*/ 914400 h 914400"/>
                <a:gd name="csX3" fmla="*/ 177800 w 1266019"/>
                <a:gd name="csY3" fmla="*/ 731520 h 914400"/>
                <a:gd name="csX4" fmla="*/ 0 w 1266019"/>
                <a:gd name="csY4" fmla="*/ 0 h 914400"/>
                <a:gd name="csX0" fmla="*/ 0 w 1266019"/>
                <a:gd name="csY0" fmla="*/ 0 h 734060"/>
                <a:gd name="csX1" fmla="*/ 1266019 w 1266019"/>
                <a:gd name="csY1" fmla="*/ 0 h 734060"/>
                <a:gd name="csX2" fmla="*/ 808819 w 1266019"/>
                <a:gd name="csY2" fmla="*/ 734060 h 734060"/>
                <a:gd name="csX3" fmla="*/ 177800 w 1266019"/>
                <a:gd name="csY3" fmla="*/ 731520 h 734060"/>
                <a:gd name="csX4" fmla="*/ 0 w 1266019"/>
                <a:gd name="csY4" fmla="*/ 0 h 734060"/>
                <a:gd name="csX0" fmla="*/ 0 w 1128859"/>
                <a:gd name="csY0" fmla="*/ 0 h 734060"/>
                <a:gd name="csX1" fmla="*/ 1128859 w 1128859"/>
                <a:gd name="csY1" fmla="*/ 452120 h 734060"/>
                <a:gd name="csX2" fmla="*/ 808819 w 1128859"/>
                <a:gd name="csY2" fmla="*/ 734060 h 734060"/>
                <a:gd name="csX3" fmla="*/ 177800 w 1128859"/>
                <a:gd name="csY3" fmla="*/ 731520 h 734060"/>
                <a:gd name="csX4" fmla="*/ 0 w 1128859"/>
                <a:gd name="csY4" fmla="*/ 0 h 734060"/>
                <a:gd name="csX0" fmla="*/ 332740 w 951059"/>
                <a:gd name="csY0" fmla="*/ 0 h 294640"/>
                <a:gd name="csX1" fmla="*/ 951059 w 951059"/>
                <a:gd name="csY1" fmla="*/ 12700 h 294640"/>
                <a:gd name="csX2" fmla="*/ 631019 w 951059"/>
                <a:gd name="csY2" fmla="*/ 294640 h 294640"/>
                <a:gd name="csX3" fmla="*/ 0 w 951059"/>
                <a:gd name="csY3" fmla="*/ 292100 h 294640"/>
                <a:gd name="csX4" fmla="*/ 332740 w 951059"/>
                <a:gd name="csY4" fmla="*/ 0 h 2946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51059" h="294640">
                  <a:moveTo>
                    <a:pt x="332740" y="0"/>
                  </a:moveTo>
                  <a:lnTo>
                    <a:pt x="951059" y="12700"/>
                  </a:lnTo>
                  <a:lnTo>
                    <a:pt x="631019" y="294640"/>
                  </a:lnTo>
                  <a:lnTo>
                    <a:pt x="0" y="292100"/>
                  </a:lnTo>
                  <a:lnTo>
                    <a:pt x="332740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6" name="Rectangle 535">
              <a:extLst>
                <a:ext uri="{FF2B5EF4-FFF2-40B4-BE49-F238E27FC236}">
                  <a16:creationId xmlns:a16="http://schemas.microsoft.com/office/drawing/2014/main" id="{B7253CD4-D852-829B-F285-95C487ECACA6}"/>
                </a:ext>
              </a:extLst>
            </p:cNvPr>
            <p:cNvSpPr/>
            <p:nvPr/>
          </p:nvSpPr>
          <p:spPr>
            <a:xfrm rot="10800000">
              <a:off x="7441596" y="2604305"/>
              <a:ext cx="877850" cy="19508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7" name="Rectangle 242">
              <a:extLst>
                <a:ext uri="{FF2B5EF4-FFF2-40B4-BE49-F238E27FC236}">
                  <a16:creationId xmlns:a16="http://schemas.microsoft.com/office/drawing/2014/main" id="{3E14BE92-CEAB-279A-3C14-716AD642A0E6}"/>
                </a:ext>
              </a:extLst>
            </p:cNvPr>
            <p:cNvSpPr/>
            <p:nvPr/>
          </p:nvSpPr>
          <p:spPr>
            <a:xfrm rot="8616981">
              <a:off x="6713894" y="2844928"/>
              <a:ext cx="863558" cy="205662"/>
            </a:xfrm>
            <a:custGeom>
              <a:avLst/>
              <a:gdLst>
                <a:gd name="csX0" fmla="*/ 0 w 877850"/>
                <a:gd name="csY0" fmla="*/ 0 h 195087"/>
                <a:gd name="csX1" fmla="*/ 877850 w 877850"/>
                <a:gd name="csY1" fmla="*/ 0 h 195087"/>
                <a:gd name="csX2" fmla="*/ 877850 w 877850"/>
                <a:gd name="csY2" fmla="*/ 195087 h 195087"/>
                <a:gd name="csX3" fmla="*/ 0 w 877850"/>
                <a:gd name="csY3" fmla="*/ 195087 h 195087"/>
                <a:gd name="csX4" fmla="*/ 0 w 877850"/>
                <a:gd name="csY4" fmla="*/ 0 h 195087"/>
                <a:gd name="csX0" fmla="*/ 0 w 877850"/>
                <a:gd name="csY0" fmla="*/ 0 h 195087"/>
                <a:gd name="csX1" fmla="*/ 877850 w 877850"/>
                <a:gd name="csY1" fmla="*/ 0 h 195087"/>
                <a:gd name="csX2" fmla="*/ 774289 w 877850"/>
                <a:gd name="csY2" fmla="*/ 159008 h 195087"/>
                <a:gd name="csX3" fmla="*/ 0 w 877850"/>
                <a:gd name="csY3" fmla="*/ 195087 h 195087"/>
                <a:gd name="csX4" fmla="*/ 0 w 877850"/>
                <a:gd name="csY4" fmla="*/ 0 h 195087"/>
                <a:gd name="csX0" fmla="*/ 0 w 877850"/>
                <a:gd name="csY0" fmla="*/ 0 h 195087"/>
                <a:gd name="csX1" fmla="*/ 877850 w 877850"/>
                <a:gd name="csY1" fmla="*/ 0 h 195087"/>
                <a:gd name="csX2" fmla="*/ 746038 w 877850"/>
                <a:gd name="csY2" fmla="*/ 152389 h 195087"/>
                <a:gd name="csX3" fmla="*/ 0 w 877850"/>
                <a:gd name="csY3" fmla="*/ 195087 h 195087"/>
                <a:gd name="csX4" fmla="*/ 0 w 877850"/>
                <a:gd name="csY4" fmla="*/ 0 h 195087"/>
                <a:gd name="csX0" fmla="*/ 0 w 870586"/>
                <a:gd name="csY0" fmla="*/ 2987 h 198074"/>
                <a:gd name="csX1" fmla="*/ 870586 w 870586"/>
                <a:gd name="csY1" fmla="*/ 0 h 198074"/>
                <a:gd name="csX2" fmla="*/ 746038 w 870586"/>
                <a:gd name="csY2" fmla="*/ 155376 h 198074"/>
                <a:gd name="csX3" fmla="*/ 0 w 870586"/>
                <a:gd name="csY3" fmla="*/ 198074 h 198074"/>
                <a:gd name="csX4" fmla="*/ 0 w 870586"/>
                <a:gd name="csY4" fmla="*/ 2987 h 198074"/>
                <a:gd name="csX0" fmla="*/ 0 w 866712"/>
                <a:gd name="csY0" fmla="*/ 10575 h 205662"/>
                <a:gd name="csX1" fmla="*/ 866712 w 866712"/>
                <a:gd name="csY1" fmla="*/ 0 h 205662"/>
                <a:gd name="csX2" fmla="*/ 746038 w 866712"/>
                <a:gd name="csY2" fmla="*/ 162964 h 205662"/>
                <a:gd name="csX3" fmla="*/ 0 w 866712"/>
                <a:gd name="csY3" fmla="*/ 205662 h 205662"/>
                <a:gd name="csX4" fmla="*/ 0 w 866712"/>
                <a:gd name="csY4" fmla="*/ 10575 h 205662"/>
                <a:gd name="csX0" fmla="*/ 0 w 866712"/>
                <a:gd name="csY0" fmla="*/ 10575 h 205662"/>
                <a:gd name="csX1" fmla="*/ 866712 w 866712"/>
                <a:gd name="csY1" fmla="*/ 0 h 205662"/>
                <a:gd name="csX2" fmla="*/ 742971 w 866712"/>
                <a:gd name="csY2" fmla="*/ 160704 h 205662"/>
                <a:gd name="csX3" fmla="*/ 0 w 866712"/>
                <a:gd name="csY3" fmla="*/ 205662 h 205662"/>
                <a:gd name="csX4" fmla="*/ 0 w 866712"/>
                <a:gd name="csY4" fmla="*/ 10575 h 205662"/>
                <a:gd name="csX0" fmla="*/ 0 w 866712"/>
                <a:gd name="csY0" fmla="*/ 10575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0 w 866712"/>
                <a:gd name="csY4" fmla="*/ 10575 h 205662"/>
                <a:gd name="csX0" fmla="*/ 71373 w 866712"/>
                <a:gd name="csY0" fmla="*/ 39309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71373 w 866712"/>
                <a:gd name="csY4" fmla="*/ 39309 h 205662"/>
                <a:gd name="csX0" fmla="*/ 127110 w 866712"/>
                <a:gd name="csY0" fmla="*/ 73129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127110 w 866712"/>
                <a:gd name="csY4" fmla="*/ 73129 h 205662"/>
                <a:gd name="csX0" fmla="*/ 112365 w 866712"/>
                <a:gd name="csY0" fmla="*/ 48107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112365 w 866712"/>
                <a:gd name="csY4" fmla="*/ 48107 h 2056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66712" h="205662">
                  <a:moveTo>
                    <a:pt x="112365" y="48107"/>
                  </a:moveTo>
                  <a:lnTo>
                    <a:pt x="866712" y="0"/>
                  </a:lnTo>
                  <a:lnTo>
                    <a:pt x="749509" y="167888"/>
                  </a:lnTo>
                  <a:lnTo>
                    <a:pt x="0" y="205662"/>
                  </a:lnTo>
                  <a:lnTo>
                    <a:pt x="112365" y="48107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38" name="Group 537">
              <a:extLst>
                <a:ext uri="{FF2B5EF4-FFF2-40B4-BE49-F238E27FC236}">
                  <a16:creationId xmlns:a16="http://schemas.microsoft.com/office/drawing/2014/main" id="{1793EBE1-120D-9E8C-9BEB-387E316A158B}"/>
                </a:ext>
              </a:extLst>
            </p:cNvPr>
            <p:cNvGrpSpPr/>
            <p:nvPr/>
          </p:nvGrpSpPr>
          <p:grpSpPr>
            <a:xfrm>
              <a:off x="7383474" y="2448318"/>
              <a:ext cx="548845" cy="396394"/>
              <a:chOff x="2583403" y="4000225"/>
              <a:chExt cx="548845" cy="396394"/>
            </a:xfrm>
          </p:grpSpPr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3F647290-F54F-E194-067D-BAAB539D417B}"/>
                  </a:ext>
                </a:extLst>
              </p:cNvPr>
              <p:cNvSpPr/>
              <p:nvPr/>
            </p:nvSpPr>
            <p:spPr>
              <a:xfrm>
                <a:off x="2583403" y="4036300"/>
                <a:ext cx="548845" cy="360319"/>
              </a:xfrm>
              <a:custGeom>
                <a:avLst/>
                <a:gdLst>
                  <a:gd name="csX0" fmla="*/ 41823 w 548598"/>
                  <a:gd name="csY0" fmla="*/ 261015 h 348986"/>
                  <a:gd name="csX1" fmla="*/ 34203 w 548598"/>
                  <a:gd name="csY1" fmla="*/ 108615 h 348986"/>
                  <a:gd name="csX2" fmla="*/ 159933 w 548598"/>
                  <a:gd name="csY2" fmla="*/ 5745 h 348986"/>
                  <a:gd name="csX3" fmla="*/ 312333 w 548598"/>
                  <a:gd name="csY3" fmla="*/ 17175 h 348986"/>
                  <a:gd name="csX4" fmla="*/ 331383 w 548598"/>
                  <a:gd name="csY4" fmla="*/ 51465 h 348986"/>
                  <a:gd name="csX5" fmla="*/ 339003 w 548598"/>
                  <a:gd name="csY5" fmla="*/ 89565 h 348986"/>
                  <a:gd name="csX6" fmla="*/ 392343 w 548598"/>
                  <a:gd name="csY6" fmla="*/ 51465 h 348986"/>
                  <a:gd name="csX7" fmla="*/ 449493 w 548598"/>
                  <a:gd name="csY7" fmla="*/ 104805 h 348986"/>
                  <a:gd name="csX8" fmla="*/ 441873 w 548598"/>
                  <a:gd name="csY8" fmla="*/ 219105 h 348986"/>
                  <a:gd name="csX9" fmla="*/ 502833 w 548598"/>
                  <a:gd name="csY9" fmla="*/ 177195 h 348986"/>
                  <a:gd name="csX10" fmla="*/ 537123 w 548598"/>
                  <a:gd name="csY10" fmla="*/ 264825 h 348986"/>
                  <a:gd name="csX11" fmla="*/ 499023 w 548598"/>
                  <a:gd name="csY11" fmla="*/ 348645 h 348986"/>
                  <a:gd name="csX12" fmla="*/ 41823 w 548598"/>
                  <a:gd name="csY12" fmla="*/ 261015 h 348986"/>
                  <a:gd name="csX0" fmla="*/ 41823 w 548845"/>
                  <a:gd name="csY0" fmla="*/ 333405 h 360319"/>
                  <a:gd name="csX1" fmla="*/ 34203 w 548845"/>
                  <a:gd name="csY1" fmla="*/ 108615 h 360319"/>
                  <a:gd name="csX2" fmla="*/ 159933 w 548845"/>
                  <a:gd name="csY2" fmla="*/ 5745 h 360319"/>
                  <a:gd name="csX3" fmla="*/ 312333 w 548845"/>
                  <a:gd name="csY3" fmla="*/ 17175 h 360319"/>
                  <a:gd name="csX4" fmla="*/ 331383 w 548845"/>
                  <a:gd name="csY4" fmla="*/ 51465 h 360319"/>
                  <a:gd name="csX5" fmla="*/ 339003 w 548845"/>
                  <a:gd name="csY5" fmla="*/ 89565 h 360319"/>
                  <a:gd name="csX6" fmla="*/ 392343 w 548845"/>
                  <a:gd name="csY6" fmla="*/ 51465 h 360319"/>
                  <a:gd name="csX7" fmla="*/ 449493 w 548845"/>
                  <a:gd name="csY7" fmla="*/ 104805 h 360319"/>
                  <a:gd name="csX8" fmla="*/ 441873 w 548845"/>
                  <a:gd name="csY8" fmla="*/ 219105 h 360319"/>
                  <a:gd name="csX9" fmla="*/ 502833 w 548845"/>
                  <a:gd name="csY9" fmla="*/ 177195 h 360319"/>
                  <a:gd name="csX10" fmla="*/ 537123 w 548845"/>
                  <a:gd name="csY10" fmla="*/ 264825 h 360319"/>
                  <a:gd name="csX11" fmla="*/ 499023 w 548845"/>
                  <a:gd name="csY11" fmla="*/ 348645 h 360319"/>
                  <a:gd name="csX12" fmla="*/ 41823 w 548845"/>
                  <a:gd name="csY12" fmla="*/ 333405 h 3603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548845" h="360319">
                    <a:moveTo>
                      <a:pt x="41823" y="333405"/>
                    </a:moveTo>
                    <a:cubicBezTo>
                      <a:pt x="-35647" y="293400"/>
                      <a:pt x="14518" y="163225"/>
                      <a:pt x="34203" y="108615"/>
                    </a:cubicBezTo>
                    <a:cubicBezTo>
                      <a:pt x="53888" y="54005"/>
                      <a:pt x="113578" y="20985"/>
                      <a:pt x="159933" y="5745"/>
                    </a:cubicBezTo>
                    <a:cubicBezTo>
                      <a:pt x="206288" y="-9495"/>
                      <a:pt x="283758" y="9555"/>
                      <a:pt x="312333" y="17175"/>
                    </a:cubicBezTo>
                    <a:cubicBezTo>
                      <a:pt x="340908" y="24795"/>
                      <a:pt x="326938" y="39400"/>
                      <a:pt x="331383" y="51465"/>
                    </a:cubicBezTo>
                    <a:cubicBezTo>
                      <a:pt x="335828" y="63530"/>
                      <a:pt x="328843" y="89565"/>
                      <a:pt x="339003" y="89565"/>
                    </a:cubicBezTo>
                    <a:cubicBezTo>
                      <a:pt x="349163" y="89565"/>
                      <a:pt x="373928" y="48925"/>
                      <a:pt x="392343" y="51465"/>
                    </a:cubicBezTo>
                    <a:cubicBezTo>
                      <a:pt x="410758" y="54005"/>
                      <a:pt x="441238" y="76865"/>
                      <a:pt x="449493" y="104805"/>
                    </a:cubicBezTo>
                    <a:cubicBezTo>
                      <a:pt x="457748" y="132745"/>
                      <a:pt x="432983" y="207040"/>
                      <a:pt x="441873" y="219105"/>
                    </a:cubicBezTo>
                    <a:cubicBezTo>
                      <a:pt x="450763" y="231170"/>
                      <a:pt x="486958" y="169575"/>
                      <a:pt x="502833" y="177195"/>
                    </a:cubicBezTo>
                    <a:cubicBezTo>
                      <a:pt x="518708" y="184815"/>
                      <a:pt x="537758" y="236250"/>
                      <a:pt x="537123" y="264825"/>
                    </a:cubicBezTo>
                    <a:cubicBezTo>
                      <a:pt x="536488" y="293400"/>
                      <a:pt x="581573" y="337215"/>
                      <a:pt x="499023" y="348645"/>
                    </a:cubicBezTo>
                    <a:cubicBezTo>
                      <a:pt x="416473" y="360075"/>
                      <a:pt x="119293" y="373410"/>
                      <a:pt x="41823" y="33340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6A37B475-B70E-11AC-FB76-5C8F52C64B47}"/>
                  </a:ext>
                </a:extLst>
              </p:cNvPr>
              <p:cNvSpPr/>
              <p:nvPr/>
            </p:nvSpPr>
            <p:spPr>
              <a:xfrm>
                <a:off x="2982217" y="4000225"/>
                <a:ext cx="132477" cy="145465"/>
              </a:xfrm>
              <a:custGeom>
                <a:avLst/>
                <a:gdLst>
                  <a:gd name="csX0" fmla="*/ 1013 w 132477"/>
                  <a:gd name="csY0" fmla="*/ 87905 h 145465"/>
                  <a:gd name="csX1" fmla="*/ 31493 w 132477"/>
                  <a:gd name="csY1" fmla="*/ 4085 h 145465"/>
                  <a:gd name="csX2" fmla="*/ 126743 w 132477"/>
                  <a:gd name="csY2" fmla="*/ 23135 h 145465"/>
                  <a:gd name="csX3" fmla="*/ 115313 w 132477"/>
                  <a:gd name="csY3" fmla="*/ 110765 h 145465"/>
                  <a:gd name="csX4" fmla="*/ 61973 w 132477"/>
                  <a:gd name="csY4" fmla="*/ 110765 h 145465"/>
                  <a:gd name="csX5" fmla="*/ 61973 w 132477"/>
                  <a:gd name="csY5" fmla="*/ 145055 h 145465"/>
                  <a:gd name="csX6" fmla="*/ 1013 w 132477"/>
                  <a:gd name="csY6" fmla="*/ 87905 h 1454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32477" h="145465">
                    <a:moveTo>
                      <a:pt x="1013" y="87905"/>
                    </a:moveTo>
                    <a:cubicBezTo>
                      <a:pt x="-4067" y="64410"/>
                      <a:pt x="10538" y="14880"/>
                      <a:pt x="31493" y="4085"/>
                    </a:cubicBezTo>
                    <a:cubicBezTo>
                      <a:pt x="52448" y="-6710"/>
                      <a:pt x="112773" y="5355"/>
                      <a:pt x="126743" y="23135"/>
                    </a:cubicBezTo>
                    <a:cubicBezTo>
                      <a:pt x="140713" y="40915"/>
                      <a:pt x="126108" y="96160"/>
                      <a:pt x="115313" y="110765"/>
                    </a:cubicBezTo>
                    <a:cubicBezTo>
                      <a:pt x="104518" y="125370"/>
                      <a:pt x="70863" y="105050"/>
                      <a:pt x="61973" y="110765"/>
                    </a:cubicBezTo>
                    <a:cubicBezTo>
                      <a:pt x="53083" y="116480"/>
                      <a:pt x="70228" y="149500"/>
                      <a:pt x="61973" y="145055"/>
                    </a:cubicBezTo>
                    <a:cubicBezTo>
                      <a:pt x="53718" y="140610"/>
                      <a:pt x="6093" y="111400"/>
                      <a:pt x="1013" y="87905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39" name="Group 538">
              <a:extLst>
                <a:ext uri="{FF2B5EF4-FFF2-40B4-BE49-F238E27FC236}">
                  <a16:creationId xmlns:a16="http://schemas.microsoft.com/office/drawing/2014/main" id="{577B5215-E456-7BF9-61FD-A397AC93F644}"/>
                </a:ext>
              </a:extLst>
            </p:cNvPr>
            <p:cNvGrpSpPr/>
            <p:nvPr/>
          </p:nvGrpSpPr>
          <p:grpSpPr>
            <a:xfrm>
              <a:off x="7191194" y="2747221"/>
              <a:ext cx="414449" cy="309005"/>
              <a:chOff x="6616561" y="2977809"/>
              <a:chExt cx="635221" cy="488565"/>
            </a:xfrm>
          </p:grpSpPr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37E37BC7-9AC7-4EF0-E552-F3125A8E2A99}"/>
                  </a:ext>
                </a:extLst>
              </p:cNvPr>
              <p:cNvSpPr/>
              <p:nvPr/>
            </p:nvSpPr>
            <p:spPr>
              <a:xfrm>
                <a:off x="6616561" y="3162798"/>
                <a:ext cx="613586" cy="303576"/>
              </a:xfrm>
              <a:custGeom>
                <a:avLst/>
                <a:gdLst>
                  <a:gd name="csX0" fmla="*/ 47610 w 690433"/>
                  <a:gd name="csY0" fmla="*/ 843 h 303576"/>
                  <a:gd name="csX1" fmla="*/ 51420 w 690433"/>
                  <a:gd name="csY1" fmla="*/ 151338 h 303576"/>
                  <a:gd name="csX2" fmla="*/ 169530 w 690433"/>
                  <a:gd name="csY2" fmla="*/ 237063 h 303576"/>
                  <a:gd name="csX3" fmla="*/ 283830 w 690433"/>
                  <a:gd name="csY3" fmla="*/ 227538 h 303576"/>
                  <a:gd name="csX4" fmla="*/ 422895 w 690433"/>
                  <a:gd name="csY4" fmla="*/ 301833 h 303576"/>
                  <a:gd name="csX5" fmla="*/ 548625 w 690433"/>
                  <a:gd name="csY5" fmla="*/ 275163 h 303576"/>
                  <a:gd name="csX6" fmla="*/ 622920 w 690433"/>
                  <a:gd name="csY6" fmla="*/ 219918 h 303576"/>
                  <a:gd name="csX7" fmla="*/ 647685 w 690433"/>
                  <a:gd name="csY7" fmla="*/ 139908 h 303576"/>
                  <a:gd name="csX8" fmla="*/ 643875 w 690433"/>
                  <a:gd name="csY8" fmla="*/ 92283 h 303576"/>
                  <a:gd name="csX9" fmla="*/ 47610 w 690433"/>
                  <a:gd name="csY9" fmla="*/ 843 h 3035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690433" h="303576">
                    <a:moveTo>
                      <a:pt x="47610" y="843"/>
                    </a:moveTo>
                    <a:cubicBezTo>
                      <a:pt x="-51132" y="10685"/>
                      <a:pt x="31100" y="111968"/>
                      <a:pt x="51420" y="151338"/>
                    </a:cubicBezTo>
                    <a:cubicBezTo>
                      <a:pt x="71740" y="190708"/>
                      <a:pt x="130795" y="224363"/>
                      <a:pt x="169530" y="237063"/>
                    </a:cubicBezTo>
                    <a:cubicBezTo>
                      <a:pt x="208265" y="249763"/>
                      <a:pt x="241603" y="216743"/>
                      <a:pt x="283830" y="227538"/>
                    </a:cubicBezTo>
                    <a:cubicBezTo>
                      <a:pt x="326057" y="238333"/>
                      <a:pt x="378763" y="293896"/>
                      <a:pt x="422895" y="301833"/>
                    </a:cubicBezTo>
                    <a:cubicBezTo>
                      <a:pt x="467027" y="309770"/>
                      <a:pt x="515288" y="288815"/>
                      <a:pt x="548625" y="275163"/>
                    </a:cubicBezTo>
                    <a:cubicBezTo>
                      <a:pt x="581962" y="261511"/>
                      <a:pt x="606410" y="242460"/>
                      <a:pt x="622920" y="219918"/>
                    </a:cubicBezTo>
                    <a:cubicBezTo>
                      <a:pt x="639430" y="197376"/>
                      <a:pt x="644193" y="161180"/>
                      <a:pt x="647685" y="139908"/>
                    </a:cubicBezTo>
                    <a:cubicBezTo>
                      <a:pt x="651177" y="118636"/>
                      <a:pt x="744522" y="114508"/>
                      <a:pt x="643875" y="92283"/>
                    </a:cubicBezTo>
                    <a:cubicBezTo>
                      <a:pt x="543228" y="70058"/>
                      <a:pt x="146352" y="-8999"/>
                      <a:pt x="47610" y="843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6F595B1C-37A7-6A88-FCE5-E210D7C7751E}"/>
                  </a:ext>
                </a:extLst>
              </p:cNvPr>
              <p:cNvSpPr/>
              <p:nvPr/>
            </p:nvSpPr>
            <p:spPr>
              <a:xfrm>
                <a:off x="6627244" y="2977809"/>
                <a:ext cx="624538" cy="361676"/>
              </a:xfrm>
              <a:custGeom>
                <a:avLst/>
                <a:gdLst>
                  <a:gd name="csX0" fmla="*/ 220611 w 602903"/>
                  <a:gd name="csY0" fmla="*/ 55657 h 361676"/>
                  <a:gd name="csX1" fmla="*/ 17411 w 602903"/>
                  <a:gd name="csY1" fmla="*/ 106457 h 361676"/>
                  <a:gd name="csX2" fmla="*/ 27571 w 602903"/>
                  <a:gd name="csY2" fmla="*/ 271557 h 361676"/>
                  <a:gd name="csX3" fmla="*/ 164731 w 602903"/>
                  <a:gd name="csY3" fmla="*/ 302037 h 361676"/>
                  <a:gd name="csX4" fmla="*/ 312051 w 602903"/>
                  <a:gd name="csY4" fmla="*/ 360457 h 361676"/>
                  <a:gd name="csX5" fmla="*/ 563511 w 602903"/>
                  <a:gd name="csY5" fmla="*/ 324897 h 361676"/>
                  <a:gd name="csX6" fmla="*/ 591451 w 602903"/>
                  <a:gd name="csY6" fmla="*/ 144557 h 361676"/>
                  <a:gd name="csX7" fmla="*/ 454291 w 602903"/>
                  <a:gd name="csY7" fmla="*/ 2317 h 361676"/>
                  <a:gd name="csX8" fmla="*/ 220611 w 602903"/>
                  <a:gd name="csY8" fmla="*/ 55657 h 361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02903" h="361676">
                    <a:moveTo>
                      <a:pt x="220611" y="55657"/>
                    </a:moveTo>
                    <a:cubicBezTo>
                      <a:pt x="147798" y="73014"/>
                      <a:pt x="49584" y="70474"/>
                      <a:pt x="17411" y="106457"/>
                    </a:cubicBezTo>
                    <a:cubicBezTo>
                      <a:pt x="-14762" y="142440"/>
                      <a:pt x="3018" y="238960"/>
                      <a:pt x="27571" y="271557"/>
                    </a:cubicBezTo>
                    <a:cubicBezTo>
                      <a:pt x="52124" y="304154"/>
                      <a:pt x="117318" y="287220"/>
                      <a:pt x="164731" y="302037"/>
                    </a:cubicBezTo>
                    <a:cubicBezTo>
                      <a:pt x="212144" y="316854"/>
                      <a:pt x="245588" y="356647"/>
                      <a:pt x="312051" y="360457"/>
                    </a:cubicBezTo>
                    <a:cubicBezTo>
                      <a:pt x="378514" y="364267"/>
                      <a:pt x="516944" y="360880"/>
                      <a:pt x="563511" y="324897"/>
                    </a:cubicBezTo>
                    <a:cubicBezTo>
                      <a:pt x="610078" y="288914"/>
                      <a:pt x="609654" y="198320"/>
                      <a:pt x="591451" y="144557"/>
                    </a:cubicBezTo>
                    <a:cubicBezTo>
                      <a:pt x="573248" y="90794"/>
                      <a:pt x="509748" y="15864"/>
                      <a:pt x="454291" y="2317"/>
                    </a:cubicBezTo>
                    <a:cubicBezTo>
                      <a:pt x="398834" y="-11230"/>
                      <a:pt x="293424" y="38300"/>
                      <a:pt x="220611" y="55657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5" name="Oval 564">
                <a:extLst>
                  <a:ext uri="{FF2B5EF4-FFF2-40B4-BE49-F238E27FC236}">
                    <a16:creationId xmlns:a16="http://schemas.microsoft.com/office/drawing/2014/main" id="{F1905355-E30E-73C5-88F7-D4530E94BA0D}"/>
                  </a:ext>
                </a:extLst>
              </p:cNvPr>
              <p:cNvSpPr/>
              <p:nvPr/>
            </p:nvSpPr>
            <p:spPr>
              <a:xfrm>
                <a:off x="6705927" y="3134912"/>
                <a:ext cx="144735" cy="988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66" name="Straight Connector 565">
                <a:extLst>
                  <a:ext uri="{FF2B5EF4-FFF2-40B4-BE49-F238E27FC236}">
                    <a16:creationId xmlns:a16="http://schemas.microsoft.com/office/drawing/2014/main" id="{7CE144EE-1371-ACA0-543B-ACE1F4B9E5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4297" y="3093556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7" name="Straight Connector 566">
                <a:extLst>
                  <a:ext uri="{FF2B5EF4-FFF2-40B4-BE49-F238E27FC236}">
                    <a16:creationId xmlns:a16="http://schemas.microsoft.com/office/drawing/2014/main" id="{BB5663E3-9A26-DEAB-8E77-6044A0DAF9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94782" y="3140874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8" name="Straight Connector 567">
                <a:extLst>
                  <a:ext uri="{FF2B5EF4-FFF2-40B4-BE49-F238E27FC236}">
                    <a16:creationId xmlns:a16="http://schemas.microsoft.com/office/drawing/2014/main" id="{347AEADD-7BB0-E333-F36A-5C90F66665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87636" y="3208269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40" name="Group 539">
              <a:extLst>
                <a:ext uri="{FF2B5EF4-FFF2-40B4-BE49-F238E27FC236}">
                  <a16:creationId xmlns:a16="http://schemas.microsoft.com/office/drawing/2014/main" id="{2E8ED7F8-5E6D-3382-25A3-1B9CBB5AA294}"/>
                </a:ext>
              </a:extLst>
            </p:cNvPr>
            <p:cNvGrpSpPr/>
            <p:nvPr/>
          </p:nvGrpSpPr>
          <p:grpSpPr>
            <a:xfrm>
              <a:off x="7557361" y="2743134"/>
              <a:ext cx="414449" cy="309005"/>
              <a:chOff x="6616561" y="2977809"/>
              <a:chExt cx="635221" cy="488565"/>
            </a:xfrm>
          </p:grpSpPr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6B6AD934-B65E-37B8-DFAF-ABE4BFFCBD68}"/>
                  </a:ext>
                </a:extLst>
              </p:cNvPr>
              <p:cNvSpPr/>
              <p:nvPr/>
            </p:nvSpPr>
            <p:spPr>
              <a:xfrm>
                <a:off x="6616561" y="3162798"/>
                <a:ext cx="613586" cy="303576"/>
              </a:xfrm>
              <a:custGeom>
                <a:avLst/>
                <a:gdLst>
                  <a:gd name="csX0" fmla="*/ 47610 w 690433"/>
                  <a:gd name="csY0" fmla="*/ 843 h 303576"/>
                  <a:gd name="csX1" fmla="*/ 51420 w 690433"/>
                  <a:gd name="csY1" fmla="*/ 151338 h 303576"/>
                  <a:gd name="csX2" fmla="*/ 169530 w 690433"/>
                  <a:gd name="csY2" fmla="*/ 237063 h 303576"/>
                  <a:gd name="csX3" fmla="*/ 283830 w 690433"/>
                  <a:gd name="csY3" fmla="*/ 227538 h 303576"/>
                  <a:gd name="csX4" fmla="*/ 422895 w 690433"/>
                  <a:gd name="csY4" fmla="*/ 301833 h 303576"/>
                  <a:gd name="csX5" fmla="*/ 548625 w 690433"/>
                  <a:gd name="csY5" fmla="*/ 275163 h 303576"/>
                  <a:gd name="csX6" fmla="*/ 622920 w 690433"/>
                  <a:gd name="csY6" fmla="*/ 219918 h 303576"/>
                  <a:gd name="csX7" fmla="*/ 647685 w 690433"/>
                  <a:gd name="csY7" fmla="*/ 139908 h 303576"/>
                  <a:gd name="csX8" fmla="*/ 643875 w 690433"/>
                  <a:gd name="csY8" fmla="*/ 92283 h 303576"/>
                  <a:gd name="csX9" fmla="*/ 47610 w 690433"/>
                  <a:gd name="csY9" fmla="*/ 843 h 3035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690433" h="303576">
                    <a:moveTo>
                      <a:pt x="47610" y="843"/>
                    </a:moveTo>
                    <a:cubicBezTo>
                      <a:pt x="-51132" y="10685"/>
                      <a:pt x="31100" y="111968"/>
                      <a:pt x="51420" y="151338"/>
                    </a:cubicBezTo>
                    <a:cubicBezTo>
                      <a:pt x="71740" y="190708"/>
                      <a:pt x="130795" y="224363"/>
                      <a:pt x="169530" y="237063"/>
                    </a:cubicBezTo>
                    <a:cubicBezTo>
                      <a:pt x="208265" y="249763"/>
                      <a:pt x="241603" y="216743"/>
                      <a:pt x="283830" y="227538"/>
                    </a:cubicBezTo>
                    <a:cubicBezTo>
                      <a:pt x="326057" y="238333"/>
                      <a:pt x="378763" y="293896"/>
                      <a:pt x="422895" y="301833"/>
                    </a:cubicBezTo>
                    <a:cubicBezTo>
                      <a:pt x="467027" y="309770"/>
                      <a:pt x="515288" y="288815"/>
                      <a:pt x="548625" y="275163"/>
                    </a:cubicBezTo>
                    <a:cubicBezTo>
                      <a:pt x="581962" y="261511"/>
                      <a:pt x="606410" y="242460"/>
                      <a:pt x="622920" y="219918"/>
                    </a:cubicBezTo>
                    <a:cubicBezTo>
                      <a:pt x="639430" y="197376"/>
                      <a:pt x="644193" y="161180"/>
                      <a:pt x="647685" y="139908"/>
                    </a:cubicBezTo>
                    <a:cubicBezTo>
                      <a:pt x="651177" y="118636"/>
                      <a:pt x="744522" y="114508"/>
                      <a:pt x="643875" y="92283"/>
                    </a:cubicBezTo>
                    <a:cubicBezTo>
                      <a:pt x="543228" y="70058"/>
                      <a:pt x="146352" y="-8999"/>
                      <a:pt x="47610" y="843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63919559-0A9E-9E7C-F21C-B146937C7FF5}"/>
                  </a:ext>
                </a:extLst>
              </p:cNvPr>
              <p:cNvSpPr/>
              <p:nvPr/>
            </p:nvSpPr>
            <p:spPr>
              <a:xfrm>
                <a:off x="6627244" y="2977809"/>
                <a:ext cx="624538" cy="361676"/>
              </a:xfrm>
              <a:custGeom>
                <a:avLst/>
                <a:gdLst>
                  <a:gd name="csX0" fmla="*/ 220611 w 602903"/>
                  <a:gd name="csY0" fmla="*/ 55657 h 361676"/>
                  <a:gd name="csX1" fmla="*/ 17411 w 602903"/>
                  <a:gd name="csY1" fmla="*/ 106457 h 361676"/>
                  <a:gd name="csX2" fmla="*/ 27571 w 602903"/>
                  <a:gd name="csY2" fmla="*/ 271557 h 361676"/>
                  <a:gd name="csX3" fmla="*/ 164731 w 602903"/>
                  <a:gd name="csY3" fmla="*/ 302037 h 361676"/>
                  <a:gd name="csX4" fmla="*/ 312051 w 602903"/>
                  <a:gd name="csY4" fmla="*/ 360457 h 361676"/>
                  <a:gd name="csX5" fmla="*/ 563511 w 602903"/>
                  <a:gd name="csY5" fmla="*/ 324897 h 361676"/>
                  <a:gd name="csX6" fmla="*/ 591451 w 602903"/>
                  <a:gd name="csY6" fmla="*/ 144557 h 361676"/>
                  <a:gd name="csX7" fmla="*/ 454291 w 602903"/>
                  <a:gd name="csY7" fmla="*/ 2317 h 361676"/>
                  <a:gd name="csX8" fmla="*/ 220611 w 602903"/>
                  <a:gd name="csY8" fmla="*/ 55657 h 361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02903" h="361676">
                    <a:moveTo>
                      <a:pt x="220611" y="55657"/>
                    </a:moveTo>
                    <a:cubicBezTo>
                      <a:pt x="147798" y="73014"/>
                      <a:pt x="49584" y="70474"/>
                      <a:pt x="17411" y="106457"/>
                    </a:cubicBezTo>
                    <a:cubicBezTo>
                      <a:pt x="-14762" y="142440"/>
                      <a:pt x="3018" y="238960"/>
                      <a:pt x="27571" y="271557"/>
                    </a:cubicBezTo>
                    <a:cubicBezTo>
                      <a:pt x="52124" y="304154"/>
                      <a:pt x="117318" y="287220"/>
                      <a:pt x="164731" y="302037"/>
                    </a:cubicBezTo>
                    <a:cubicBezTo>
                      <a:pt x="212144" y="316854"/>
                      <a:pt x="245588" y="356647"/>
                      <a:pt x="312051" y="360457"/>
                    </a:cubicBezTo>
                    <a:cubicBezTo>
                      <a:pt x="378514" y="364267"/>
                      <a:pt x="516944" y="360880"/>
                      <a:pt x="563511" y="324897"/>
                    </a:cubicBezTo>
                    <a:cubicBezTo>
                      <a:pt x="610078" y="288914"/>
                      <a:pt x="609654" y="198320"/>
                      <a:pt x="591451" y="144557"/>
                    </a:cubicBezTo>
                    <a:cubicBezTo>
                      <a:pt x="573248" y="90794"/>
                      <a:pt x="509748" y="15864"/>
                      <a:pt x="454291" y="2317"/>
                    </a:cubicBezTo>
                    <a:cubicBezTo>
                      <a:pt x="398834" y="-11230"/>
                      <a:pt x="293424" y="38300"/>
                      <a:pt x="220611" y="55657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9" name="Oval 558">
                <a:extLst>
                  <a:ext uri="{FF2B5EF4-FFF2-40B4-BE49-F238E27FC236}">
                    <a16:creationId xmlns:a16="http://schemas.microsoft.com/office/drawing/2014/main" id="{046E4D87-FADD-2F1F-F9BC-E34EC8A44304}"/>
                  </a:ext>
                </a:extLst>
              </p:cNvPr>
              <p:cNvSpPr/>
              <p:nvPr/>
            </p:nvSpPr>
            <p:spPr>
              <a:xfrm>
                <a:off x="6705927" y="3134912"/>
                <a:ext cx="144735" cy="988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60" name="Straight Connector 559">
                <a:extLst>
                  <a:ext uri="{FF2B5EF4-FFF2-40B4-BE49-F238E27FC236}">
                    <a16:creationId xmlns:a16="http://schemas.microsoft.com/office/drawing/2014/main" id="{955B1207-E240-056C-7FCE-F7B58373F0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4297" y="3093556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1" name="Straight Connector 560">
                <a:extLst>
                  <a:ext uri="{FF2B5EF4-FFF2-40B4-BE49-F238E27FC236}">
                    <a16:creationId xmlns:a16="http://schemas.microsoft.com/office/drawing/2014/main" id="{B3F652FB-1F40-6AC6-7FCC-33CDBD97DD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94782" y="3140874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2" name="Straight Connector 561">
                <a:extLst>
                  <a:ext uri="{FF2B5EF4-FFF2-40B4-BE49-F238E27FC236}">
                    <a16:creationId xmlns:a16="http://schemas.microsoft.com/office/drawing/2014/main" id="{E1DFE1C8-3DB6-6D96-5BE6-2860F21940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87636" y="3208269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41" name="Oval 540">
              <a:extLst>
                <a:ext uri="{FF2B5EF4-FFF2-40B4-BE49-F238E27FC236}">
                  <a16:creationId xmlns:a16="http://schemas.microsoft.com/office/drawing/2014/main" id="{9D5F8D27-4572-D931-584E-E5DB13DCD892}"/>
                </a:ext>
              </a:extLst>
            </p:cNvPr>
            <p:cNvSpPr/>
            <p:nvPr/>
          </p:nvSpPr>
          <p:spPr>
            <a:xfrm>
              <a:off x="7043970" y="2897518"/>
              <a:ext cx="167592" cy="307040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2" name="Oval 541">
              <a:extLst>
                <a:ext uri="{FF2B5EF4-FFF2-40B4-BE49-F238E27FC236}">
                  <a16:creationId xmlns:a16="http://schemas.microsoft.com/office/drawing/2014/main" id="{1247B3D1-72AE-B8B9-70DE-C69F4C9D65BA}"/>
                </a:ext>
              </a:extLst>
            </p:cNvPr>
            <p:cNvSpPr/>
            <p:nvPr/>
          </p:nvSpPr>
          <p:spPr>
            <a:xfrm>
              <a:off x="7186867" y="2901614"/>
              <a:ext cx="167592" cy="307040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3" name="Oval 542">
              <a:extLst>
                <a:ext uri="{FF2B5EF4-FFF2-40B4-BE49-F238E27FC236}">
                  <a16:creationId xmlns:a16="http://schemas.microsoft.com/office/drawing/2014/main" id="{4336E7E0-F3A8-BFDB-F320-7F1BA35790DC}"/>
                </a:ext>
              </a:extLst>
            </p:cNvPr>
            <p:cNvSpPr/>
            <p:nvPr/>
          </p:nvSpPr>
          <p:spPr>
            <a:xfrm>
              <a:off x="6941763" y="2967802"/>
              <a:ext cx="167592" cy="307040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4" name="Oval 543">
              <a:extLst>
                <a:ext uri="{FF2B5EF4-FFF2-40B4-BE49-F238E27FC236}">
                  <a16:creationId xmlns:a16="http://schemas.microsoft.com/office/drawing/2014/main" id="{01569BE4-093C-FBC4-1863-2838796F10B1}"/>
                </a:ext>
              </a:extLst>
            </p:cNvPr>
            <p:cNvSpPr/>
            <p:nvPr/>
          </p:nvSpPr>
          <p:spPr>
            <a:xfrm>
              <a:off x="7083248" y="2967802"/>
              <a:ext cx="167592" cy="307040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45" name="Group 544">
              <a:extLst>
                <a:ext uri="{FF2B5EF4-FFF2-40B4-BE49-F238E27FC236}">
                  <a16:creationId xmlns:a16="http://schemas.microsoft.com/office/drawing/2014/main" id="{AE61FFEF-97ED-70D3-6766-612EF1C16281}"/>
                </a:ext>
              </a:extLst>
            </p:cNvPr>
            <p:cNvGrpSpPr/>
            <p:nvPr/>
          </p:nvGrpSpPr>
          <p:grpSpPr>
            <a:xfrm>
              <a:off x="7357831" y="2794745"/>
              <a:ext cx="414449" cy="309005"/>
              <a:chOff x="6616561" y="2977809"/>
              <a:chExt cx="635221" cy="488565"/>
            </a:xfrm>
          </p:grpSpPr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C4809D-887E-937D-94CF-B578E218D850}"/>
                  </a:ext>
                </a:extLst>
              </p:cNvPr>
              <p:cNvSpPr/>
              <p:nvPr/>
            </p:nvSpPr>
            <p:spPr>
              <a:xfrm>
                <a:off x="6616561" y="3162798"/>
                <a:ext cx="613586" cy="303576"/>
              </a:xfrm>
              <a:custGeom>
                <a:avLst/>
                <a:gdLst>
                  <a:gd name="csX0" fmla="*/ 47610 w 690433"/>
                  <a:gd name="csY0" fmla="*/ 843 h 303576"/>
                  <a:gd name="csX1" fmla="*/ 51420 w 690433"/>
                  <a:gd name="csY1" fmla="*/ 151338 h 303576"/>
                  <a:gd name="csX2" fmla="*/ 169530 w 690433"/>
                  <a:gd name="csY2" fmla="*/ 237063 h 303576"/>
                  <a:gd name="csX3" fmla="*/ 283830 w 690433"/>
                  <a:gd name="csY3" fmla="*/ 227538 h 303576"/>
                  <a:gd name="csX4" fmla="*/ 422895 w 690433"/>
                  <a:gd name="csY4" fmla="*/ 301833 h 303576"/>
                  <a:gd name="csX5" fmla="*/ 548625 w 690433"/>
                  <a:gd name="csY5" fmla="*/ 275163 h 303576"/>
                  <a:gd name="csX6" fmla="*/ 622920 w 690433"/>
                  <a:gd name="csY6" fmla="*/ 219918 h 303576"/>
                  <a:gd name="csX7" fmla="*/ 647685 w 690433"/>
                  <a:gd name="csY7" fmla="*/ 139908 h 303576"/>
                  <a:gd name="csX8" fmla="*/ 643875 w 690433"/>
                  <a:gd name="csY8" fmla="*/ 92283 h 303576"/>
                  <a:gd name="csX9" fmla="*/ 47610 w 690433"/>
                  <a:gd name="csY9" fmla="*/ 843 h 3035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690433" h="303576">
                    <a:moveTo>
                      <a:pt x="47610" y="843"/>
                    </a:moveTo>
                    <a:cubicBezTo>
                      <a:pt x="-51132" y="10685"/>
                      <a:pt x="31100" y="111968"/>
                      <a:pt x="51420" y="151338"/>
                    </a:cubicBezTo>
                    <a:cubicBezTo>
                      <a:pt x="71740" y="190708"/>
                      <a:pt x="130795" y="224363"/>
                      <a:pt x="169530" y="237063"/>
                    </a:cubicBezTo>
                    <a:cubicBezTo>
                      <a:pt x="208265" y="249763"/>
                      <a:pt x="241603" y="216743"/>
                      <a:pt x="283830" y="227538"/>
                    </a:cubicBezTo>
                    <a:cubicBezTo>
                      <a:pt x="326057" y="238333"/>
                      <a:pt x="378763" y="293896"/>
                      <a:pt x="422895" y="301833"/>
                    </a:cubicBezTo>
                    <a:cubicBezTo>
                      <a:pt x="467027" y="309770"/>
                      <a:pt x="515288" y="288815"/>
                      <a:pt x="548625" y="275163"/>
                    </a:cubicBezTo>
                    <a:cubicBezTo>
                      <a:pt x="581962" y="261511"/>
                      <a:pt x="606410" y="242460"/>
                      <a:pt x="622920" y="219918"/>
                    </a:cubicBezTo>
                    <a:cubicBezTo>
                      <a:pt x="639430" y="197376"/>
                      <a:pt x="644193" y="161180"/>
                      <a:pt x="647685" y="139908"/>
                    </a:cubicBezTo>
                    <a:cubicBezTo>
                      <a:pt x="651177" y="118636"/>
                      <a:pt x="744522" y="114508"/>
                      <a:pt x="643875" y="92283"/>
                    </a:cubicBezTo>
                    <a:cubicBezTo>
                      <a:pt x="543228" y="70058"/>
                      <a:pt x="146352" y="-8999"/>
                      <a:pt x="47610" y="843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93CFE25F-F66C-52CD-EC3F-70EC7A34027F}"/>
                  </a:ext>
                </a:extLst>
              </p:cNvPr>
              <p:cNvSpPr/>
              <p:nvPr/>
            </p:nvSpPr>
            <p:spPr>
              <a:xfrm>
                <a:off x="6627244" y="2977809"/>
                <a:ext cx="624538" cy="361676"/>
              </a:xfrm>
              <a:custGeom>
                <a:avLst/>
                <a:gdLst>
                  <a:gd name="csX0" fmla="*/ 220611 w 602903"/>
                  <a:gd name="csY0" fmla="*/ 55657 h 361676"/>
                  <a:gd name="csX1" fmla="*/ 17411 w 602903"/>
                  <a:gd name="csY1" fmla="*/ 106457 h 361676"/>
                  <a:gd name="csX2" fmla="*/ 27571 w 602903"/>
                  <a:gd name="csY2" fmla="*/ 271557 h 361676"/>
                  <a:gd name="csX3" fmla="*/ 164731 w 602903"/>
                  <a:gd name="csY3" fmla="*/ 302037 h 361676"/>
                  <a:gd name="csX4" fmla="*/ 312051 w 602903"/>
                  <a:gd name="csY4" fmla="*/ 360457 h 361676"/>
                  <a:gd name="csX5" fmla="*/ 563511 w 602903"/>
                  <a:gd name="csY5" fmla="*/ 324897 h 361676"/>
                  <a:gd name="csX6" fmla="*/ 591451 w 602903"/>
                  <a:gd name="csY6" fmla="*/ 144557 h 361676"/>
                  <a:gd name="csX7" fmla="*/ 454291 w 602903"/>
                  <a:gd name="csY7" fmla="*/ 2317 h 361676"/>
                  <a:gd name="csX8" fmla="*/ 220611 w 602903"/>
                  <a:gd name="csY8" fmla="*/ 55657 h 361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02903" h="361676">
                    <a:moveTo>
                      <a:pt x="220611" y="55657"/>
                    </a:moveTo>
                    <a:cubicBezTo>
                      <a:pt x="147798" y="73014"/>
                      <a:pt x="49584" y="70474"/>
                      <a:pt x="17411" y="106457"/>
                    </a:cubicBezTo>
                    <a:cubicBezTo>
                      <a:pt x="-14762" y="142440"/>
                      <a:pt x="3018" y="238960"/>
                      <a:pt x="27571" y="271557"/>
                    </a:cubicBezTo>
                    <a:cubicBezTo>
                      <a:pt x="52124" y="304154"/>
                      <a:pt x="117318" y="287220"/>
                      <a:pt x="164731" y="302037"/>
                    </a:cubicBezTo>
                    <a:cubicBezTo>
                      <a:pt x="212144" y="316854"/>
                      <a:pt x="245588" y="356647"/>
                      <a:pt x="312051" y="360457"/>
                    </a:cubicBezTo>
                    <a:cubicBezTo>
                      <a:pt x="378514" y="364267"/>
                      <a:pt x="516944" y="360880"/>
                      <a:pt x="563511" y="324897"/>
                    </a:cubicBezTo>
                    <a:cubicBezTo>
                      <a:pt x="610078" y="288914"/>
                      <a:pt x="609654" y="198320"/>
                      <a:pt x="591451" y="144557"/>
                    </a:cubicBezTo>
                    <a:cubicBezTo>
                      <a:pt x="573248" y="90794"/>
                      <a:pt x="509748" y="15864"/>
                      <a:pt x="454291" y="2317"/>
                    </a:cubicBezTo>
                    <a:cubicBezTo>
                      <a:pt x="398834" y="-11230"/>
                      <a:pt x="293424" y="38300"/>
                      <a:pt x="220611" y="55657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3" name="Oval 552">
                <a:extLst>
                  <a:ext uri="{FF2B5EF4-FFF2-40B4-BE49-F238E27FC236}">
                    <a16:creationId xmlns:a16="http://schemas.microsoft.com/office/drawing/2014/main" id="{CB921517-83EB-A1D7-39AE-96EB38D19C6E}"/>
                  </a:ext>
                </a:extLst>
              </p:cNvPr>
              <p:cNvSpPr/>
              <p:nvPr/>
            </p:nvSpPr>
            <p:spPr>
              <a:xfrm>
                <a:off x="6705927" y="3134912"/>
                <a:ext cx="144735" cy="988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54" name="Straight Connector 553">
                <a:extLst>
                  <a:ext uri="{FF2B5EF4-FFF2-40B4-BE49-F238E27FC236}">
                    <a16:creationId xmlns:a16="http://schemas.microsoft.com/office/drawing/2014/main" id="{01CC6193-8126-C5E8-D545-83FB3DF2F7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4297" y="3093556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5" name="Straight Connector 554">
                <a:extLst>
                  <a:ext uri="{FF2B5EF4-FFF2-40B4-BE49-F238E27FC236}">
                    <a16:creationId xmlns:a16="http://schemas.microsoft.com/office/drawing/2014/main" id="{71657CB6-096D-7171-9C06-95DFDEF5F8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94782" y="3140874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6" name="Straight Connector 555">
                <a:extLst>
                  <a:ext uri="{FF2B5EF4-FFF2-40B4-BE49-F238E27FC236}">
                    <a16:creationId xmlns:a16="http://schemas.microsoft.com/office/drawing/2014/main" id="{2206A6BE-BF3E-5C65-AAC0-1F63579582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87636" y="3208269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46" name="Oval 545">
              <a:extLst>
                <a:ext uri="{FF2B5EF4-FFF2-40B4-BE49-F238E27FC236}">
                  <a16:creationId xmlns:a16="http://schemas.microsoft.com/office/drawing/2014/main" id="{57915F4E-94A6-6BDE-8B69-002892A475D9}"/>
                </a:ext>
              </a:extLst>
            </p:cNvPr>
            <p:cNvSpPr/>
            <p:nvPr/>
          </p:nvSpPr>
          <p:spPr>
            <a:xfrm>
              <a:off x="7931219" y="2524706"/>
              <a:ext cx="90424" cy="437962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7" name="Oval 546">
              <a:extLst>
                <a:ext uri="{FF2B5EF4-FFF2-40B4-BE49-F238E27FC236}">
                  <a16:creationId xmlns:a16="http://schemas.microsoft.com/office/drawing/2014/main" id="{4A120BE0-B652-BB14-D017-E3AD666B5C4C}"/>
                </a:ext>
              </a:extLst>
            </p:cNvPr>
            <p:cNvSpPr/>
            <p:nvPr/>
          </p:nvSpPr>
          <p:spPr>
            <a:xfrm>
              <a:off x="8005154" y="2515489"/>
              <a:ext cx="90424" cy="437962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8" name="Oval 547">
              <a:extLst>
                <a:ext uri="{FF2B5EF4-FFF2-40B4-BE49-F238E27FC236}">
                  <a16:creationId xmlns:a16="http://schemas.microsoft.com/office/drawing/2014/main" id="{A517DE70-5EE4-6D8B-275E-CB999FD24316}"/>
                </a:ext>
              </a:extLst>
            </p:cNvPr>
            <p:cNvSpPr/>
            <p:nvPr/>
          </p:nvSpPr>
          <p:spPr>
            <a:xfrm>
              <a:off x="8080630" y="2502543"/>
              <a:ext cx="90424" cy="437962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9" name="Rectangle 548">
              <a:extLst>
                <a:ext uri="{FF2B5EF4-FFF2-40B4-BE49-F238E27FC236}">
                  <a16:creationId xmlns:a16="http://schemas.microsoft.com/office/drawing/2014/main" id="{1615BAA4-2A60-B591-A46D-D3C926B39FEE}"/>
                </a:ext>
              </a:extLst>
            </p:cNvPr>
            <p:cNvSpPr/>
            <p:nvPr/>
          </p:nvSpPr>
          <p:spPr>
            <a:xfrm rot="10800000">
              <a:off x="6867673" y="3080578"/>
              <a:ext cx="877850" cy="19508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0" name="Rectangle 242">
              <a:extLst>
                <a:ext uri="{FF2B5EF4-FFF2-40B4-BE49-F238E27FC236}">
                  <a16:creationId xmlns:a16="http://schemas.microsoft.com/office/drawing/2014/main" id="{F7BFB3B5-6E81-E604-A59B-0880525E0DD4}"/>
                </a:ext>
              </a:extLst>
            </p:cNvPr>
            <p:cNvSpPr/>
            <p:nvPr/>
          </p:nvSpPr>
          <p:spPr>
            <a:xfrm rot="8616981">
              <a:off x="7609666" y="2838243"/>
              <a:ext cx="863558" cy="205662"/>
            </a:xfrm>
            <a:custGeom>
              <a:avLst/>
              <a:gdLst>
                <a:gd name="csX0" fmla="*/ 0 w 877850"/>
                <a:gd name="csY0" fmla="*/ 0 h 195087"/>
                <a:gd name="csX1" fmla="*/ 877850 w 877850"/>
                <a:gd name="csY1" fmla="*/ 0 h 195087"/>
                <a:gd name="csX2" fmla="*/ 877850 w 877850"/>
                <a:gd name="csY2" fmla="*/ 195087 h 195087"/>
                <a:gd name="csX3" fmla="*/ 0 w 877850"/>
                <a:gd name="csY3" fmla="*/ 195087 h 195087"/>
                <a:gd name="csX4" fmla="*/ 0 w 877850"/>
                <a:gd name="csY4" fmla="*/ 0 h 195087"/>
                <a:gd name="csX0" fmla="*/ 0 w 877850"/>
                <a:gd name="csY0" fmla="*/ 0 h 195087"/>
                <a:gd name="csX1" fmla="*/ 877850 w 877850"/>
                <a:gd name="csY1" fmla="*/ 0 h 195087"/>
                <a:gd name="csX2" fmla="*/ 774289 w 877850"/>
                <a:gd name="csY2" fmla="*/ 159008 h 195087"/>
                <a:gd name="csX3" fmla="*/ 0 w 877850"/>
                <a:gd name="csY3" fmla="*/ 195087 h 195087"/>
                <a:gd name="csX4" fmla="*/ 0 w 877850"/>
                <a:gd name="csY4" fmla="*/ 0 h 195087"/>
                <a:gd name="csX0" fmla="*/ 0 w 877850"/>
                <a:gd name="csY0" fmla="*/ 0 h 195087"/>
                <a:gd name="csX1" fmla="*/ 877850 w 877850"/>
                <a:gd name="csY1" fmla="*/ 0 h 195087"/>
                <a:gd name="csX2" fmla="*/ 746038 w 877850"/>
                <a:gd name="csY2" fmla="*/ 152389 h 195087"/>
                <a:gd name="csX3" fmla="*/ 0 w 877850"/>
                <a:gd name="csY3" fmla="*/ 195087 h 195087"/>
                <a:gd name="csX4" fmla="*/ 0 w 877850"/>
                <a:gd name="csY4" fmla="*/ 0 h 195087"/>
                <a:gd name="csX0" fmla="*/ 0 w 870586"/>
                <a:gd name="csY0" fmla="*/ 2987 h 198074"/>
                <a:gd name="csX1" fmla="*/ 870586 w 870586"/>
                <a:gd name="csY1" fmla="*/ 0 h 198074"/>
                <a:gd name="csX2" fmla="*/ 746038 w 870586"/>
                <a:gd name="csY2" fmla="*/ 155376 h 198074"/>
                <a:gd name="csX3" fmla="*/ 0 w 870586"/>
                <a:gd name="csY3" fmla="*/ 198074 h 198074"/>
                <a:gd name="csX4" fmla="*/ 0 w 870586"/>
                <a:gd name="csY4" fmla="*/ 2987 h 198074"/>
                <a:gd name="csX0" fmla="*/ 0 w 866712"/>
                <a:gd name="csY0" fmla="*/ 10575 h 205662"/>
                <a:gd name="csX1" fmla="*/ 866712 w 866712"/>
                <a:gd name="csY1" fmla="*/ 0 h 205662"/>
                <a:gd name="csX2" fmla="*/ 746038 w 866712"/>
                <a:gd name="csY2" fmla="*/ 162964 h 205662"/>
                <a:gd name="csX3" fmla="*/ 0 w 866712"/>
                <a:gd name="csY3" fmla="*/ 205662 h 205662"/>
                <a:gd name="csX4" fmla="*/ 0 w 866712"/>
                <a:gd name="csY4" fmla="*/ 10575 h 205662"/>
                <a:gd name="csX0" fmla="*/ 0 w 866712"/>
                <a:gd name="csY0" fmla="*/ 10575 h 205662"/>
                <a:gd name="csX1" fmla="*/ 866712 w 866712"/>
                <a:gd name="csY1" fmla="*/ 0 h 205662"/>
                <a:gd name="csX2" fmla="*/ 742971 w 866712"/>
                <a:gd name="csY2" fmla="*/ 160704 h 205662"/>
                <a:gd name="csX3" fmla="*/ 0 w 866712"/>
                <a:gd name="csY3" fmla="*/ 205662 h 205662"/>
                <a:gd name="csX4" fmla="*/ 0 w 866712"/>
                <a:gd name="csY4" fmla="*/ 10575 h 205662"/>
                <a:gd name="csX0" fmla="*/ 0 w 866712"/>
                <a:gd name="csY0" fmla="*/ 10575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0 w 866712"/>
                <a:gd name="csY4" fmla="*/ 10575 h 205662"/>
                <a:gd name="csX0" fmla="*/ 71373 w 866712"/>
                <a:gd name="csY0" fmla="*/ 39309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71373 w 866712"/>
                <a:gd name="csY4" fmla="*/ 39309 h 205662"/>
                <a:gd name="csX0" fmla="*/ 127110 w 866712"/>
                <a:gd name="csY0" fmla="*/ 73129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127110 w 866712"/>
                <a:gd name="csY4" fmla="*/ 73129 h 205662"/>
                <a:gd name="csX0" fmla="*/ 112365 w 866712"/>
                <a:gd name="csY0" fmla="*/ 48107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112365 w 866712"/>
                <a:gd name="csY4" fmla="*/ 48107 h 2056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66712" h="205662">
                  <a:moveTo>
                    <a:pt x="112365" y="48107"/>
                  </a:moveTo>
                  <a:lnTo>
                    <a:pt x="866712" y="0"/>
                  </a:lnTo>
                  <a:lnTo>
                    <a:pt x="749509" y="167888"/>
                  </a:lnTo>
                  <a:lnTo>
                    <a:pt x="0" y="205662"/>
                  </a:lnTo>
                  <a:lnTo>
                    <a:pt x="112365" y="48107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4" name="Group 423">
            <a:extLst>
              <a:ext uri="{FF2B5EF4-FFF2-40B4-BE49-F238E27FC236}">
                <a16:creationId xmlns:a16="http://schemas.microsoft.com/office/drawing/2014/main" id="{D11B4ED9-C759-31E6-BC43-B069278F1EC4}"/>
              </a:ext>
            </a:extLst>
          </p:cNvPr>
          <p:cNvGrpSpPr/>
          <p:nvPr/>
        </p:nvGrpSpPr>
        <p:grpSpPr>
          <a:xfrm>
            <a:off x="6720538" y="4413981"/>
            <a:ext cx="1348068" cy="612198"/>
            <a:chOff x="6713894" y="2448318"/>
            <a:chExt cx="1759330" cy="851185"/>
          </a:xfrm>
        </p:grpSpPr>
        <p:sp>
          <p:nvSpPr>
            <p:cNvPr id="499" name="Rectangle 251">
              <a:extLst>
                <a:ext uri="{FF2B5EF4-FFF2-40B4-BE49-F238E27FC236}">
                  <a16:creationId xmlns:a16="http://schemas.microsoft.com/office/drawing/2014/main" id="{6C551FE2-55C6-34A4-4E3D-1DF0BC46775C}"/>
                </a:ext>
              </a:extLst>
            </p:cNvPr>
            <p:cNvSpPr/>
            <p:nvPr/>
          </p:nvSpPr>
          <p:spPr>
            <a:xfrm>
              <a:off x="7117939" y="2793386"/>
              <a:ext cx="951059" cy="351398"/>
            </a:xfrm>
            <a:custGeom>
              <a:avLst/>
              <a:gdLst>
                <a:gd name="csX0" fmla="*/ 0 w 1266019"/>
                <a:gd name="csY0" fmla="*/ 0 h 914400"/>
                <a:gd name="csX1" fmla="*/ 1266019 w 1266019"/>
                <a:gd name="csY1" fmla="*/ 0 h 914400"/>
                <a:gd name="csX2" fmla="*/ 1266019 w 1266019"/>
                <a:gd name="csY2" fmla="*/ 914400 h 914400"/>
                <a:gd name="csX3" fmla="*/ 0 w 1266019"/>
                <a:gd name="csY3" fmla="*/ 914400 h 914400"/>
                <a:gd name="csX4" fmla="*/ 0 w 1266019"/>
                <a:gd name="csY4" fmla="*/ 0 h 914400"/>
                <a:gd name="csX0" fmla="*/ 0 w 1266019"/>
                <a:gd name="csY0" fmla="*/ 0 h 914400"/>
                <a:gd name="csX1" fmla="*/ 1266019 w 1266019"/>
                <a:gd name="csY1" fmla="*/ 0 h 914400"/>
                <a:gd name="csX2" fmla="*/ 1266019 w 1266019"/>
                <a:gd name="csY2" fmla="*/ 914400 h 914400"/>
                <a:gd name="csX3" fmla="*/ 177800 w 1266019"/>
                <a:gd name="csY3" fmla="*/ 731520 h 914400"/>
                <a:gd name="csX4" fmla="*/ 0 w 1266019"/>
                <a:gd name="csY4" fmla="*/ 0 h 914400"/>
                <a:gd name="csX0" fmla="*/ 0 w 1266019"/>
                <a:gd name="csY0" fmla="*/ 0 h 734060"/>
                <a:gd name="csX1" fmla="*/ 1266019 w 1266019"/>
                <a:gd name="csY1" fmla="*/ 0 h 734060"/>
                <a:gd name="csX2" fmla="*/ 808819 w 1266019"/>
                <a:gd name="csY2" fmla="*/ 734060 h 734060"/>
                <a:gd name="csX3" fmla="*/ 177800 w 1266019"/>
                <a:gd name="csY3" fmla="*/ 731520 h 734060"/>
                <a:gd name="csX4" fmla="*/ 0 w 1266019"/>
                <a:gd name="csY4" fmla="*/ 0 h 734060"/>
                <a:gd name="csX0" fmla="*/ 0 w 1128859"/>
                <a:gd name="csY0" fmla="*/ 0 h 734060"/>
                <a:gd name="csX1" fmla="*/ 1128859 w 1128859"/>
                <a:gd name="csY1" fmla="*/ 452120 h 734060"/>
                <a:gd name="csX2" fmla="*/ 808819 w 1128859"/>
                <a:gd name="csY2" fmla="*/ 734060 h 734060"/>
                <a:gd name="csX3" fmla="*/ 177800 w 1128859"/>
                <a:gd name="csY3" fmla="*/ 731520 h 734060"/>
                <a:gd name="csX4" fmla="*/ 0 w 1128859"/>
                <a:gd name="csY4" fmla="*/ 0 h 734060"/>
                <a:gd name="csX0" fmla="*/ 332740 w 951059"/>
                <a:gd name="csY0" fmla="*/ 0 h 294640"/>
                <a:gd name="csX1" fmla="*/ 951059 w 951059"/>
                <a:gd name="csY1" fmla="*/ 12700 h 294640"/>
                <a:gd name="csX2" fmla="*/ 631019 w 951059"/>
                <a:gd name="csY2" fmla="*/ 294640 h 294640"/>
                <a:gd name="csX3" fmla="*/ 0 w 951059"/>
                <a:gd name="csY3" fmla="*/ 292100 h 294640"/>
                <a:gd name="csX4" fmla="*/ 332740 w 951059"/>
                <a:gd name="csY4" fmla="*/ 0 h 2946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51059" h="294640">
                  <a:moveTo>
                    <a:pt x="332740" y="0"/>
                  </a:moveTo>
                  <a:lnTo>
                    <a:pt x="951059" y="12700"/>
                  </a:lnTo>
                  <a:lnTo>
                    <a:pt x="631019" y="294640"/>
                  </a:lnTo>
                  <a:lnTo>
                    <a:pt x="0" y="292100"/>
                  </a:lnTo>
                  <a:lnTo>
                    <a:pt x="332740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0" name="Rectangle 499">
              <a:extLst>
                <a:ext uri="{FF2B5EF4-FFF2-40B4-BE49-F238E27FC236}">
                  <a16:creationId xmlns:a16="http://schemas.microsoft.com/office/drawing/2014/main" id="{1BF55E7D-8BC8-2A8D-1DB5-B2A25A7F1965}"/>
                </a:ext>
              </a:extLst>
            </p:cNvPr>
            <p:cNvSpPr/>
            <p:nvPr/>
          </p:nvSpPr>
          <p:spPr>
            <a:xfrm rot="10800000">
              <a:off x="7441596" y="2604305"/>
              <a:ext cx="877850" cy="19508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1" name="Rectangle 242">
              <a:extLst>
                <a:ext uri="{FF2B5EF4-FFF2-40B4-BE49-F238E27FC236}">
                  <a16:creationId xmlns:a16="http://schemas.microsoft.com/office/drawing/2014/main" id="{F9E542DB-E3A6-5379-F628-DB5C42D424A5}"/>
                </a:ext>
              </a:extLst>
            </p:cNvPr>
            <p:cNvSpPr/>
            <p:nvPr/>
          </p:nvSpPr>
          <p:spPr>
            <a:xfrm rot="8616981">
              <a:off x="6713894" y="2844928"/>
              <a:ext cx="863558" cy="205662"/>
            </a:xfrm>
            <a:custGeom>
              <a:avLst/>
              <a:gdLst>
                <a:gd name="csX0" fmla="*/ 0 w 877850"/>
                <a:gd name="csY0" fmla="*/ 0 h 195087"/>
                <a:gd name="csX1" fmla="*/ 877850 w 877850"/>
                <a:gd name="csY1" fmla="*/ 0 h 195087"/>
                <a:gd name="csX2" fmla="*/ 877850 w 877850"/>
                <a:gd name="csY2" fmla="*/ 195087 h 195087"/>
                <a:gd name="csX3" fmla="*/ 0 w 877850"/>
                <a:gd name="csY3" fmla="*/ 195087 h 195087"/>
                <a:gd name="csX4" fmla="*/ 0 w 877850"/>
                <a:gd name="csY4" fmla="*/ 0 h 195087"/>
                <a:gd name="csX0" fmla="*/ 0 w 877850"/>
                <a:gd name="csY0" fmla="*/ 0 h 195087"/>
                <a:gd name="csX1" fmla="*/ 877850 w 877850"/>
                <a:gd name="csY1" fmla="*/ 0 h 195087"/>
                <a:gd name="csX2" fmla="*/ 774289 w 877850"/>
                <a:gd name="csY2" fmla="*/ 159008 h 195087"/>
                <a:gd name="csX3" fmla="*/ 0 w 877850"/>
                <a:gd name="csY3" fmla="*/ 195087 h 195087"/>
                <a:gd name="csX4" fmla="*/ 0 w 877850"/>
                <a:gd name="csY4" fmla="*/ 0 h 195087"/>
                <a:gd name="csX0" fmla="*/ 0 w 877850"/>
                <a:gd name="csY0" fmla="*/ 0 h 195087"/>
                <a:gd name="csX1" fmla="*/ 877850 w 877850"/>
                <a:gd name="csY1" fmla="*/ 0 h 195087"/>
                <a:gd name="csX2" fmla="*/ 746038 w 877850"/>
                <a:gd name="csY2" fmla="*/ 152389 h 195087"/>
                <a:gd name="csX3" fmla="*/ 0 w 877850"/>
                <a:gd name="csY3" fmla="*/ 195087 h 195087"/>
                <a:gd name="csX4" fmla="*/ 0 w 877850"/>
                <a:gd name="csY4" fmla="*/ 0 h 195087"/>
                <a:gd name="csX0" fmla="*/ 0 w 870586"/>
                <a:gd name="csY0" fmla="*/ 2987 h 198074"/>
                <a:gd name="csX1" fmla="*/ 870586 w 870586"/>
                <a:gd name="csY1" fmla="*/ 0 h 198074"/>
                <a:gd name="csX2" fmla="*/ 746038 w 870586"/>
                <a:gd name="csY2" fmla="*/ 155376 h 198074"/>
                <a:gd name="csX3" fmla="*/ 0 w 870586"/>
                <a:gd name="csY3" fmla="*/ 198074 h 198074"/>
                <a:gd name="csX4" fmla="*/ 0 w 870586"/>
                <a:gd name="csY4" fmla="*/ 2987 h 198074"/>
                <a:gd name="csX0" fmla="*/ 0 w 866712"/>
                <a:gd name="csY0" fmla="*/ 10575 h 205662"/>
                <a:gd name="csX1" fmla="*/ 866712 w 866712"/>
                <a:gd name="csY1" fmla="*/ 0 h 205662"/>
                <a:gd name="csX2" fmla="*/ 746038 w 866712"/>
                <a:gd name="csY2" fmla="*/ 162964 h 205662"/>
                <a:gd name="csX3" fmla="*/ 0 w 866712"/>
                <a:gd name="csY3" fmla="*/ 205662 h 205662"/>
                <a:gd name="csX4" fmla="*/ 0 w 866712"/>
                <a:gd name="csY4" fmla="*/ 10575 h 205662"/>
                <a:gd name="csX0" fmla="*/ 0 w 866712"/>
                <a:gd name="csY0" fmla="*/ 10575 h 205662"/>
                <a:gd name="csX1" fmla="*/ 866712 w 866712"/>
                <a:gd name="csY1" fmla="*/ 0 h 205662"/>
                <a:gd name="csX2" fmla="*/ 742971 w 866712"/>
                <a:gd name="csY2" fmla="*/ 160704 h 205662"/>
                <a:gd name="csX3" fmla="*/ 0 w 866712"/>
                <a:gd name="csY3" fmla="*/ 205662 h 205662"/>
                <a:gd name="csX4" fmla="*/ 0 w 866712"/>
                <a:gd name="csY4" fmla="*/ 10575 h 205662"/>
                <a:gd name="csX0" fmla="*/ 0 w 866712"/>
                <a:gd name="csY0" fmla="*/ 10575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0 w 866712"/>
                <a:gd name="csY4" fmla="*/ 10575 h 205662"/>
                <a:gd name="csX0" fmla="*/ 71373 w 866712"/>
                <a:gd name="csY0" fmla="*/ 39309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71373 w 866712"/>
                <a:gd name="csY4" fmla="*/ 39309 h 205662"/>
                <a:gd name="csX0" fmla="*/ 127110 w 866712"/>
                <a:gd name="csY0" fmla="*/ 73129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127110 w 866712"/>
                <a:gd name="csY4" fmla="*/ 73129 h 205662"/>
                <a:gd name="csX0" fmla="*/ 112365 w 866712"/>
                <a:gd name="csY0" fmla="*/ 48107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112365 w 866712"/>
                <a:gd name="csY4" fmla="*/ 48107 h 2056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66712" h="205662">
                  <a:moveTo>
                    <a:pt x="112365" y="48107"/>
                  </a:moveTo>
                  <a:lnTo>
                    <a:pt x="866712" y="0"/>
                  </a:lnTo>
                  <a:lnTo>
                    <a:pt x="749509" y="167888"/>
                  </a:lnTo>
                  <a:lnTo>
                    <a:pt x="0" y="205662"/>
                  </a:lnTo>
                  <a:lnTo>
                    <a:pt x="112365" y="48107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02" name="Group 501">
              <a:extLst>
                <a:ext uri="{FF2B5EF4-FFF2-40B4-BE49-F238E27FC236}">
                  <a16:creationId xmlns:a16="http://schemas.microsoft.com/office/drawing/2014/main" id="{93F6CC8D-25A7-5B30-243E-C20F1A02DB27}"/>
                </a:ext>
              </a:extLst>
            </p:cNvPr>
            <p:cNvGrpSpPr/>
            <p:nvPr/>
          </p:nvGrpSpPr>
          <p:grpSpPr>
            <a:xfrm>
              <a:off x="7383474" y="2448318"/>
              <a:ext cx="548845" cy="396394"/>
              <a:chOff x="2583403" y="4000225"/>
              <a:chExt cx="548845" cy="396394"/>
            </a:xfrm>
          </p:grpSpPr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7F3A211F-723F-6A26-4CD1-2ABAC0CD5DCE}"/>
                  </a:ext>
                </a:extLst>
              </p:cNvPr>
              <p:cNvSpPr/>
              <p:nvPr/>
            </p:nvSpPr>
            <p:spPr>
              <a:xfrm>
                <a:off x="2583403" y="4036300"/>
                <a:ext cx="548845" cy="360319"/>
              </a:xfrm>
              <a:custGeom>
                <a:avLst/>
                <a:gdLst>
                  <a:gd name="csX0" fmla="*/ 41823 w 548598"/>
                  <a:gd name="csY0" fmla="*/ 261015 h 348986"/>
                  <a:gd name="csX1" fmla="*/ 34203 w 548598"/>
                  <a:gd name="csY1" fmla="*/ 108615 h 348986"/>
                  <a:gd name="csX2" fmla="*/ 159933 w 548598"/>
                  <a:gd name="csY2" fmla="*/ 5745 h 348986"/>
                  <a:gd name="csX3" fmla="*/ 312333 w 548598"/>
                  <a:gd name="csY3" fmla="*/ 17175 h 348986"/>
                  <a:gd name="csX4" fmla="*/ 331383 w 548598"/>
                  <a:gd name="csY4" fmla="*/ 51465 h 348986"/>
                  <a:gd name="csX5" fmla="*/ 339003 w 548598"/>
                  <a:gd name="csY5" fmla="*/ 89565 h 348986"/>
                  <a:gd name="csX6" fmla="*/ 392343 w 548598"/>
                  <a:gd name="csY6" fmla="*/ 51465 h 348986"/>
                  <a:gd name="csX7" fmla="*/ 449493 w 548598"/>
                  <a:gd name="csY7" fmla="*/ 104805 h 348986"/>
                  <a:gd name="csX8" fmla="*/ 441873 w 548598"/>
                  <a:gd name="csY8" fmla="*/ 219105 h 348986"/>
                  <a:gd name="csX9" fmla="*/ 502833 w 548598"/>
                  <a:gd name="csY9" fmla="*/ 177195 h 348986"/>
                  <a:gd name="csX10" fmla="*/ 537123 w 548598"/>
                  <a:gd name="csY10" fmla="*/ 264825 h 348986"/>
                  <a:gd name="csX11" fmla="*/ 499023 w 548598"/>
                  <a:gd name="csY11" fmla="*/ 348645 h 348986"/>
                  <a:gd name="csX12" fmla="*/ 41823 w 548598"/>
                  <a:gd name="csY12" fmla="*/ 261015 h 348986"/>
                  <a:gd name="csX0" fmla="*/ 41823 w 548845"/>
                  <a:gd name="csY0" fmla="*/ 333405 h 360319"/>
                  <a:gd name="csX1" fmla="*/ 34203 w 548845"/>
                  <a:gd name="csY1" fmla="*/ 108615 h 360319"/>
                  <a:gd name="csX2" fmla="*/ 159933 w 548845"/>
                  <a:gd name="csY2" fmla="*/ 5745 h 360319"/>
                  <a:gd name="csX3" fmla="*/ 312333 w 548845"/>
                  <a:gd name="csY3" fmla="*/ 17175 h 360319"/>
                  <a:gd name="csX4" fmla="*/ 331383 w 548845"/>
                  <a:gd name="csY4" fmla="*/ 51465 h 360319"/>
                  <a:gd name="csX5" fmla="*/ 339003 w 548845"/>
                  <a:gd name="csY5" fmla="*/ 89565 h 360319"/>
                  <a:gd name="csX6" fmla="*/ 392343 w 548845"/>
                  <a:gd name="csY6" fmla="*/ 51465 h 360319"/>
                  <a:gd name="csX7" fmla="*/ 449493 w 548845"/>
                  <a:gd name="csY7" fmla="*/ 104805 h 360319"/>
                  <a:gd name="csX8" fmla="*/ 441873 w 548845"/>
                  <a:gd name="csY8" fmla="*/ 219105 h 360319"/>
                  <a:gd name="csX9" fmla="*/ 502833 w 548845"/>
                  <a:gd name="csY9" fmla="*/ 177195 h 360319"/>
                  <a:gd name="csX10" fmla="*/ 537123 w 548845"/>
                  <a:gd name="csY10" fmla="*/ 264825 h 360319"/>
                  <a:gd name="csX11" fmla="*/ 499023 w 548845"/>
                  <a:gd name="csY11" fmla="*/ 348645 h 360319"/>
                  <a:gd name="csX12" fmla="*/ 41823 w 548845"/>
                  <a:gd name="csY12" fmla="*/ 333405 h 3603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548845" h="360319">
                    <a:moveTo>
                      <a:pt x="41823" y="333405"/>
                    </a:moveTo>
                    <a:cubicBezTo>
                      <a:pt x="-35647" y="293400"/>
                      <a:pt x="14518" y="163225"/>
                      <a:pt x="34203" y="108615"/>
                    </a:cubicBezTo>
                    <a:cubicBezTo>
                      <a:pt x="53888" y="54005"/>
                      <a:pt x="113578" y="20985"/>
                      <a:pt x="159933" y="5745"/>
                    </a:cubicBezTo>
                    <a:cubicBezTo>
                      <a:pt x="206288" y="-9495"/>
                      <a:pt x="283758" y="9555"/>
                      <a:pt x="312333" y="17175"/>
                    </a:cubicBezTo>
                    <a:cubicBezTo>
                      <a:pt x="340908" y="24795"/>
                      <a:pt x="326938" y="39400"/>
                      <a:pt x="331383" y="51465"/>
                    </a:cubicBezTo>
                    <a:cubicBezTo>
                      <a:pt x="335828" y="63530"/>
                      <a:pt x="328843" y="89565"/>
                      <a:pt x="339003" y="89565"/>
                    </a:cubicBezTo>
                    <a:cubicBezTo>
                      <a:pt x="349163" y="89565"/>
                      <a:pt x="373928" y="48925"/>
                      <a:pt x="392343" y="51465"/>
                    </a:cubicBezTo>
                    <a:cubicBezTo>
                      <a:pt x="410758" y="54005"/>
                      <a:pt x="441238" y="76865"/>
                      <a:pt x="449493" y="104805"/>
                    </a:cubicBezTo>
                    <a:cubicBezTo>
                      <a:pt x="457748" y="132745"/>
                      <a:pt x="432983" y="207040"/>
                      <a:pt x="441873" y="219105"/>
                    </a:cubicBezTo>
                    <a:cubicBezTo>
                      <a:pt x="450763" y="231170"/>
                      <a:pt x="486958" y="169575"/>
                      <a:pt x="502833" y="177195"/>
                    </a:cubicBezTo>
                    <a:cubicBezTo>
                      <a:pt x="518708" y="184815"/>
                      <a:pt x="537758" y="236250"/>
                      <a:pt x="537123" y="264825"/>
                    </a:cubicBezTo>
                    <a:cubicBezTo>
                      <a:pt x="536488" y="293400"/>
                      <a:pt x="581573" y="337215"/>
                      <a:pt x="499023" y="348645"/>
                    </a:cubicBezTo>
                    <a:cubicBezTo>
                      <a:pt x="416473" y="360075"/>
                      <a:pt x="119293" y="373410"/>
                      <a:pt x="41823" y="33340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4AF8BAF2-AC83-2BF5-E4B2-4478C0899979}"/>
                  </a:ext>
                </a:extLst>
              </p:cNvPr>
              <p:cNvSpPr/>
              <p:nvPr/>
            </p:nvSpPr>
            <p:spPr>
              <a:xfrm>
                <a:off x="2982217" y="4000225"/>
                <a:ext cx="132477" cy="145465"/>
              </a:xfrm>
              <a:custGeom>
                <a:avLst/>
                <a:gdLst>
                  <a:gd name="csX0" fmla="*/ 1013 w 132477"/>
                  <a:gd name="csY0" fmla="*/ 87905 h 145465"/>
                  <a:gd name="csX1" fmla="*/ 31493 w 132477"/>
                  <a:gd name="csY1" fmla="*/ 4085 h 145465"/>
                  <a:gd name="csX2" fmla="*/ 126743 w 132477"/>
                  <a:gd name="csY2" fmla="*/ 23135 h 145465"/>
                  <a:gd name="csX3" fmla="*/ 115313 w 132477"/>
                  <a:gd name="csY3" fmla="*/ 110765 h 145465"/>
                  <a:gd name="csX4" fmla="*/ 61973 w 132477"/>
                  <a:gd name="csY4" fmla="*/ 110765 h 145465"/>
                  <a:gd name="csX5" fmla="*/ 61973 w 132477"/>
                  <a:gd name="csY5" fmla="*/ 145055 h 145465"/>
                  <a:gd name="csX6" fmla="*/ 1013 w 132477"/>
                  <a:gd name="csY6" fmla="*/ 87905 h 1454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32477" h="145465">
                    <a:moveTo>
                      <a:pt x="1013" y="87905"/>
                    </a:moveTo>
                    <a:cubicBezTo>
                      <a:pt x="-4067" y="64410"/>
                      <a:pt x="10538" y="14880"/>
                      <a:pt x="31493" y="4085"/>
                    </a:cubicBezTo>
                    <a:cubicBezTo>
                      <a:pt x="52448" y="-6710"/>
                      <a:pt x="112773" y="5355"/>
                      <a:pt x="126743" y="23135"/>
                    </a:cubicBezTo>
                    <a:cubicBezTo>
                      <a:pt x="140713" y="40915"/>
                      <a:pt x="126108" y="96160"/>
                      <a:pt x="115313" y="110765"/>
                    </a:cubicBezTo>
                    <a:cubicBezTo>
                      <a:pt x="104518" y="125370"/>
                      <a:pt x="70863" y="105050"/>
                      <a:pt x="61973" y="110765"/>
                    </a:cubicBezTo>
                    <a:cubicBezTo>
                      <a:pt x="53083" y="116480"/>
                      <a:pt x="70228" y="149500"/>
                      <a:pt x="61973" y="145055"/>
                    </a:cubicBezTo>
                    <a:cubicBezTo>
                      <a:pt x="53718" y="140610"/>
                      <a:pt x="6093" y="111400"/>
                      <a:pt x="1013" y="87905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03" name="Group 502">
              <a:extLst>
                <a:ext uri="{FF2B5EF4-FFF2-40B4-BE49-F238E27FC236}">
                  <a16:creationId xmlns:a16="http://schemas.microsoft.com/office/drawing/2014/main" id="{6E55E39C-FB7C-DE45-591F-4BE5CA879F4A}"/>
                </a:ext>
              </a:extLst>
            </p:cNvPr>
            <p:cNvGrpSpPr/>
            <p:nvPr/>
          </p:nvGrpSpPr>
          <p:grpSpPr>
            <a:xfrm>
              <a:off x="7191194" y="2747221"/>
              <a:ext cx="414449" cy="309005"/>
              <a:chOff x="6616561" y="2977809"/>
              <a:chExt cx="635221" cy="488565"/>
            </a:xfrm>
          </p:grpSpPr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6692497B-BEF0-1D0B-6B41-3B36C7B048B8}"/>
                  </a:ext>
                </a:extLst>
              </p:cNvPr>
              <p:cNvSpPr/>
              <p:nvPr/>
            </p:nvSpPr>
            <p:spPr>
              <a:xfrm>
                <a:off x="6616561" y="3162798"/>
                <a:ext cx="613586" cy="303576"/>
              </a:xfrm>
              <a:custGeom>
                <a:avLst/>
                <a:gdLst>
                  <a:gd name="csX0" fmla="*/ 47610 w 690433"/>
                  <a:gd name="csY0" fmla="*/ 843 h 303576"/>
                  <a:gd name="csX1" fmla="*/ 51420 w 690433"/>
                  <a:gd name="csY1" fmla="*/ 151338 h 303576"/>
                  <a:gd name="csX2" fmla="*/ 169530 w 690433"/>
                  <a:gd name="csY2" fmla="*/ 237063 h 303576"/>
                  <a:gd name="csX3" fmla="*/ 283830 w 690433"/>
                  <a:gd name="csY3" fmla="*/ 227538 h 303576"/>
                  <a:gd name="csX4" fmla="*/ 422895 w 690433"/>
                  <a:gd name="csY4" fmla="*/ 301833 h 303576"/>
                  <a:gd name="csX5" fmla="*/ 548625 w 690433"/>
                  <a:gd name="csY5" fmla="*/ 275163 h 303576"/>
                  <a:gd name="csX6" fmla="*/ 622920 w 690433"/>
                  <a:gd name="csY6" fmla="*/ 219918 h 303576"/>
                  <a:gd name="csX7" fmla="*/ 647685 w 690433"/>
                  <a:gd name="csY7" fmla="*/ 139908 h 303576"/>
                  <a:gd name="csX8" fmla="*/ 643875 w 690433"/>
                  <a:gd name="csY8" fmla="*/ 92283 h 303576"/>
                  <a:gd name="csX9" fmla="*/ 47610 w 690433"/>
                  <a:gd name="csY9" fmla="*/ 843 h 3035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690433" h="303576">
                    <a:moveTo>
                      <a:pt x="47610" y="843"/>
                    </a:moveTo>
                    <a:cubicBezTo>
                      <a:pt x="-51132" y="10685"/>
                      <a:pt x="31100" y="111968"/>
                      <a:pt x="51420" y="151338"/>
                    </a:cubicBezTo>
                    <a:cubicBezTo>
                      <a:pt x="71740" y="190708"/>
                      <a:pt x="130795" y="224363"/>
                      <a:pt x="169530" y="237063"/>
                    </a:cubicBezTo>
                    <a:cubicBezTo>
                      <a:pt x="208265" y="249763"/>
                      <a:pt x="241603" y="216743"/>
                      <a:pt x="283830" y="227538"/>
                    </a:cubicBezTo>
                    <a:cubicBezTo>
                      <a:pt x="326057" y="238333"/>
                      <a:pt x="378763" y="293896"/>
                      <a:pt x="422895" y="301833"/>
                    </a:cubicBezTo>
                    <a:cubicBezTo>
                      <a:pt x="467027" y="309770"/>
                      <a:pt x="515288" y="288815"/>
                      <a:pt x="548625" y="275163"/>
                    </a:cubicBezTo>
                    <a:cubicBezTo>
                      <a:pt x="581962" y="261511"/>
                      <a:pt x="606410" y="242460"/>
                      <a:pt x="622920" y="219918"/>
                    </a:cubicBezTo>
                    <a:cubicBezTo>
                      <a:pt x="639430" y="197376"/>
                      <a:pt x="644193" y="161180"/>
                      <a:pt x="647685" y="139908"/>
                    </a:cubicBezTo>
                    <a:cubicBezTo>
                      <a:pt x="651177" y="118636"/>
                      <a:pt x="744522" y="114508"/>
                      <a:pt x="643875" y="92283"/>
                    </a:cubicBezTo>
                    <a:cubicBezTo>
                      <a:pt x="543228" y="70058"/>
                      <a:pt x="146352" y="-8999"/>
                      <a:pt x="47610" y="843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93AF365-E8FB-ABBA-B81A-3C424261C644}"/>
                  </a:ext>
                </a:extLst>
              </p:cNvPr>
              <p:cNvSpPr/>
              <p:nvPr/>
            </p:nvSpPr>
            <p:spPr>
              <a:xfrm>
                <a:off x="6627244" y="2977809"/>
                <a:ext cx="624538" cy="361676"/>
              </a:xfrm>
              <a:custGeom>
                <a:avLst/>
                <a:gdLst>
                  <a:gd name="csX0" fmla="*/ 220611 w 602903"/>
                  <a:gd name="csY0" fmla="*/ 55657 h 361676"/>
                  <a:gd name="csX1" fmla="*/ 17411 w 602903"/>
                  <a:gd name="csY1" fmla="*/ 106457 h 361676"/>
                  <a:gd name="csX2" fmla="*/ 27571 w 602903"/>
                  <a:gd name="csY2" fmla="*/ 271557 h 361676"/>
                  <a:gd name="csX3" fmla="*/ 164731 w 602903"/>
                  <a:gd name="csY3" fmla="*/ 302037 h 361676"/>
                  <a:gd name="csX4" fmla="*/ 312051 w 602903"/>
                  <a:gd name="csY4" fmla="*/ 360457 h 361676"/>
                  <a:gd name="csX5" fmla="*/ 563511 w 602903"/>
                  <a:gd name="csY5" fmla="*/ 324897 h 361676"/>
                  <a:gd name="csX6" fmla="*/ 591451 w 602903"/>
                  <a:gd name="csY6" fmla="*/ 144557 h 361676"/>
                  <a:gd name="csX7" fmla="*/ 454291 w 602903"/>
                  <a:gd name="csY7" fmla="*/ 2317 h 361676"/>
                  <a:gd name="csX8" fmla="*/ 220611 w 602903"/>
                  <a:gd name="csY8" fmla="*/ 55657 h 361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02903" h="361676">
                    <a:moveTo>
                      <a:pt x="220611" y="55657"/>
                    </a:moveTo>
                    <a:cubicBezTo>
                      <a:pt x="147798" y="73014"/>
                      <a:pt x="49584" y="70474"/>
                      <a:pt x="17411" y="106457"/>
                    </a:cubicBezTo>
                    <a:cubicBezTo>
                      <a:pt x="-14762" y="142440"/>
                      <a:pt x="3018" y="238960"/>
                      <a:pt x="27571" y="271557"/>
                    </a:cubicBezTo>
                    <a:cubicBezTo>
                      <a:pt x="52124" y="304154"/>
                      <a:pt x="117318" y="287220"/>
                      <a:pt x="164731" y="302037"/>
                    </a:cubicBezTo>
                    <a:cubicBezTo>
                      <a:pt x="212144" y="316854"/>
                      <a:pt x="245588" y="356647"/>
                      <a:pt x="312051" y="360457"/>
                    </a:cubicBezTo>
                    <a:cubicBezTo>
                      <a:pt x="378514" y="364267"/>
                      <a:pt x="516944" y="360880"/>
                      <a:pt x="563511" y="324897"/>
                    </a:cubicBezTo>
                    <a:cubicBezTo>
                      <a:pt x="610078" y="288914"/>
                      <a:pt x="609654" y="198320"/>
                      <a:pt x="591451" y="144557"/>
                    </a:cubicBezTo>
                    <a:cubicBezTo>
                      <a:pt x="573248" y="90794"/>
                      <a:pt x="509748" y="15864"/>
                      <a:pt x="454291" y="2317"/>
                    </a:cubicBezTo>
                    <a:cubicBezTo>
                      <a:pt x="398834" y="-11230"/>
                      <a:pt x="293424" y="38300"/>
                      <a:pt x="220611" y="55657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9" name="Oval 528">
                <a:extLst>
                  <a:ext uri="{FF2B5EF4-FFF2-40B4-BE49-F238E27FC236}">
                    <a16:creationId xmlns:a16="http://schemas.microsoft.com/office/drawing/2014/main" id="{77D976EF-09A3-042E-8ED0-162174DC35E4}"/>
                  </a:ext>
                </a:extLst>
              </p:cNvPr>
              <p:cNvSpPr/>
              <p:nvPr/>
            </p:nvSpPr>
            <p:spPr>
              <a:xfrm>
                <a:off x="6705927" y="3134912"/>
                <a:ext cx="144735" cy="988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30" name="Straight Connector 529">
                <a:extLst>
                  <a:ext uri="{FF2B5EF4-FFF2-40B4-BE49-F238E27FC236}">
                    <a16:creationId xmlns:a16="http://schemas.microsoft.com/office/drawing/2014/main" id="{229D2C25-5383-3F0D-632D-A3C17B6255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4297" y="3093556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1" name="Straight Connector 530">
                <a:extLst>
                  <a:ext uri="{FF2B5EF4-FFF2-40B4-BE49-F238E27FC236}">
                    <a16:creationId xmlns:a16="http://schemas.microsoft.com/office/drawing/2014/main" id="{C6C903AD-1DAA-E788-F755-4012990A8F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94782" y="3140874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2" name="Straight Connector 531">
                <a:extLst>
                  <a:ext uri="{FF2B5EF4-FFF2-40B4-BE49-F238E27FC236}">
                    <a16:creationId xmlns:a16="http://schemas.microsoft.com/office/drawing/2014/main" id="{E175C68E-66FF-67BE-CA31-9A86BF51E9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87636" y="3208269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4" name="Group 503">
              <a:extLst>
                <a:ext uri="{FF2B5EF4-FFF2-40B4-BE49-F238E27FC236}">
                  <a16:creationId xmlns:a16="http://schemas.microsoft.com/office/drawing/2014/main" id="{EC45B782-FF5A-023D-0640-6F86638A874B}"/>
                </a:ext>
              </a:extLst>
            </p:cNvPr>
            <p:cNvGrpSpPr/>
            <p:nvPr/>
          </p:nvGrpSpPr>
          <p:grpSpPr>
            <a:xfrm>
              <a:off x="7557361" y="2743134"/>
              <a:ext cx="414449" cy="309005"/>
              <a:chOff x="6616561" y="2977809"/>
              <a:chExt cx="635221" cy="488565"/>
            </a:xfrm>
          </p:grpSpPr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5038025B-C0CE-BB1F-1D32-44EB8B52058F}"/>
                  </a:ext>
                </a:extLst>
              </p:cNvPr>
              <p:cNvSpPr/>
              <p:nvPr/>
            </p:nvSpPr>
            <p:spPr>
              <a:xfrm>
                <a:off x="6616561" y="3162798"/>
                <a:ext cx="613586" cy="303576"/>
              </a:xfrm>
              <a:custGeom>
                <a:avLst/>
                <a:gdLst>
                  <a:gd name="csX0" fmla="*/ 47610 w 690433"/>
                  <a:gd name="csY0" fmla="*/ 843 h 303576"/>
                  <a:gd name="csX1" fmla="*/ 51420 w 690433"/>
                  <a:gd name="csY1" fmla="*/ 151338 h 303576"/>
                  <a:gd name="csX2" fmla="*/ 169530 w 690433"/>
                  <a:gd name="csY2" fmla="*/ 237063 h 303576"/>
                  <a:gd name="csX3" fmla="*/ 283830 w 690433"/>
                  <a:gd name="csY3" fmla="*/ 227538 h 303576"/>
                  <a:gd name="csX4" fmla="*/ 422895 w 690433"/>
                  <a:gd name="csY4" fmla="*/ 301833 h 303576"/>
                  <a:gd name="csX5" fmla="*/ 548625 w 690433"/>
                  <a:gd name="csY5" fmla="*/ 275163 h 303576"/>
                  <a:gd name="csX6" fmla="*/ 622920 w 690433"/>
                  <a:gd name="csY6" fmla="*/ 219918 h 303576"/>
                  <a:gd name="csX7" fmla="*/ 647685 w 690433"/>
                  <a:gd name="csY7" fmla="*/ 139908 h 303576"/>
                  <a:gd name="csX8" fmla="*/ 643875 w 690433"/>
                  <a:gd name="csY8" fmla="*/ 92283 h 303576"/>
                  <a:gd name="csX9" fmla="*/ 47610 w 690433"/>
                  <a:gd name="csY9" fmla="*/ 843 h 3035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690433" h="303576">
                    <a:moveTo>
                      <a:pt x="47610" y="843"/>
                    </a:moveTo>
                    <a:cubicBezTo>
                      <a:pt x="-51132" y="10685"/>
                      <a:pt x="31100" y="111968"/>
                      <a:pt x="51420" y="151338"/>
                    </a:cubicBezTo>
                    <a:cubicBezTo>
                      <a:pt x="71740" y="190708"/>
                      <a:pt x="130795" y="224363"/>
                      <a:pt x="169530" y="237063"/>
                    </a:cubicBezTo>
                    <a:cubicBezTo>
                      <a:pt x="208265" y="249763"/>
                      <a:pt x="241603" y="216743"/>
                      <a:pt x="283830" y="227538"/>
                    </a:cubicBezTo>
                    <a:cubicBezTo>
                      <a:pt x="326057" y="238333"/>
                      <a:pt x="378763" y="293896"/>
                      <a:pt x="422895" y="301833"/>
                    </a:cubicBezTo>
                    <a:cubicBezTo>
                      <a:pt x="467027" y="309770"/>
                      <a:pt x="515288" y="288815"/>
                      <a:pt x="548625" y="275163"/>
                    </a:cubicBezTo>
                    <a:cubicBezTo>
                      <a:pt x="581962" y="261511"/>
                      <a:pt x="606410" y="242460"/>
                      <a:pt x="622920" y="219918"/>
                    </a:cubicBezTo>
                    <a:cubicBezTo>
                      <a:pt x="639430" y="197376"/>
                      <a:pt x="644193" y="161180"/>
                      <a:pt x="647685" y="139908"/>
                    </a:cubicBezTo>
                    <a:cubicBezTo>
                      <a:pt x="651177" y="118636"/>
                      <a:pt x="744522" y="114508"/>
                      <a:pt x="643875" y="92283"/>
                    </a:cubicBezTo>
                    <a:cubicBezTo>
                      <a:pt x="543228" y="70058"/>
                      <a:pt x="146352" y="-8999"/>
                      <a:pt x="47610" y="843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40619295-96D0-311B-EF3C-93C96991B7A5}"/>
                  </a:ext>
                </a:extLst>
              </p:cNvPr>
              <p:cNvSpPr/>
              <p:nvPr/>
            </p:nvSpPr>
            <p:spPr>
              <a:xfrm>
                <a:off x="6627244" y="2977809"/>
                <a:ext cx="624538" cy="361676"/>
              </a:xfrm>
              <a:custGeom>
                <a:avLst/>
                <a:gdLst>
                  <a:gd name="csX0" fmla="*/ 220611 w 602903"/>
                  <a:gd name="csY0" fmla="*/ 55657 h 361676"/>
                  <a:gd name="csX1" fmla="*/ 17411 w 602903"/>
                  <a:gd name="csY1" fmla="*/ 106457 h 361676"/>
                  <a:gd name="csX2" fmla="*/ 27571 w 602903"/>
                  <a:gd name="csY2" fmla="*/ 271557 h 361676"/>
                  <a:gd name="csX3" fmla="*/ 164731 w 602903"/>
                  <a:gd name="csY3" fmla="*/ 302037 h 361676"/>
                  <a:gd name="csX4" fmla="*/ 312051 w 602903"/>
                  <a:gd name="csY4" fmla="*/ 360457 h 361676"/>
                  <a:gd name="csX5" fmla="*/ 563511 w 602903"/>
                  <a:gd name="csY5" fmla="*/ 324897 h 361676"/>
                  <a:gd name="csX6" fmla="*/ 591451 w 602903"/>
                  <a:gd name="csY6" fmla="*/ 144557 h 361676"/>
                  <a:gd name="csX7" fmla="*/ 454291 w 602903"/>
                  <a:gd name="csY7" fmla="*/ 2317 h 361676"/>
                  <a:gd name="csX8" fmla="*/ 220611 w 602903"/>
                  <a:gd name="csY8" fmla="*/ 55657 h 361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02903" h="361676">
                    <a:moveTo>
                      <a:pt x="220611" y="55657"/>
                    </a:moveTo>
                    <a:cubicBezTo>
                      <a:pt x="147798" y="73014"/>
                      <a:pt x="49584" y="70474"/>
                      <a:pt x="17411" y="106457"/>
                    </a:cubicBezTo>
                    <a:cubicBezTo>
                      <a:pt x="-14762" y="142440"/>
                      <a:pt x="3018" y="238960"/>
                      <a:pt x="27571" y="271557"/>
                    </a:cubicBezTo>
                    <a:cubicBezTo>
                      <a:pt x="52124" y="304154"/>
                      <a:pt x="117318" y="287220"/>
                      <a:pt x="164731" y="302037"/>
                    </a:cubicBezTo>
                    <a:cubicBezTo>
                      <a:pt x="212144" y="316854"/>
                      <a:pt x="245588" y="356647"/>
                      <a:pt x="312051" y="360457"/>
                    </a:cubicBezTo>
                    <a:cubicBezTo>
                      <a:pt x="378514" y="364267"/>
                      <a:pt x="516944" y="360880"/>
                      <a:pt x="563511" y="324897"/>
                    </a:cubicBezTo>
                    <a:cubicBezTo>
                      <a:pt x="610078" y="288914"/>
                      <a:pt x="609654" y="198320"/>
                      <a:pt x="591451" y="144557"/>
                    </a:cubicBezTo>
                    <a:cubicBezTo>
                      <a:pt x="573248" y="90794"/>
                      <a:pt x="509748" y="15864"/>
                      <a:pt x="454291" y="2317"/>
                    </a:cubicBezTo>
                    <a:cubicBezTo>
                      <a:pt x="398834" y="-11230"/>
                      <a:pt x="293424" y="38300"/>
                      <a:pt x="220611" y="55657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3" name="Oval 522">
                <a:extLst>
                  <a:ext uri="{FF2B5EF4-FFF2-40B4-BE49-F238E27FC236}">
                    <a16:creationId xmlns:a16="http://schemas.microsoft.com/office/drawing/2014/main" id="{CB6DCF07-49B1-1EC7-328C-BAA91810E9B9}"/>
                  </a:ext>
                </a:extLst>
              </p:cNvPr>
              <p:cNvSpPr/>
              <p:nvPr/>
            </p:nvSpPr>
            <p:spPr>
              <a:xfrm>
                <a:off x="6705927" y="3134912"/>
                <a:ext cx="144735" cy="988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24" name="Straight Connector 523">
                <a:extLst>
                  <a:ext uri="{FF2B5EF4-FFF2-40B4-BE49-F238E27FC236}">
                    <a16:creationId xmlns:a16="http://schemas.microsoft.com/office/drawing/2014/main" id="{F0293CEB-349D-554A-8CEB-B8A3A8C794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4297" y="3093556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5" name="Straight Connector 524">
                <a:extLst>
                  <a:ext uri="{FF2B5EF4-FFF2-40B4-BE49-F238E27FC236}">
                    <a16:creationId xmlns:a16="http://schemas.microsoft.com/office/drawing/2014/main" id="{9A9539BA-D177-19FC-628F-157DC41D39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94782" y="3140874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6" name="Straight Connector 525">
                <a:extLst>
                  <a:ext uri="{FF2B5EF4-FFF2-40B4-BE49-F238E27FC236}">
                    <a16:creationId xmlns:a16="http://schemas.microsoft.com/office/drawing/2014/main" id="{BAE79B5C-E765-D7EF-A27E-24E0282D38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87636" y="3208269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5" name="Oval 504">
              <a:extLst>
                <a:ext uri="{FF2B5EF4-FFF2-40B4-BE49-F238E27FC236}">
                  <a16:creationId xmlns:a16="http://schemas.microsoft.com/office/drawing/2014/main" id="{DFFF73EC-F2BA-19E2-56CA-5CB371B559E7}"/>
                </a:ext>
              </a:extLst>
            </p:cNvPr>
            <p:cNvSpPr/>
            <p:nvPr/>
          </p:nvSpPr>
          <p:spPr>
            <a:xfrm>
              <a:off x="7043970" y="2897518"/>
              <a:ext cx="167592" cy="307040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6" name="Oval 505">
              <a:extLst>
                <a:ext uri="{FF2B5EF4-FFF2-40B4-BE49-F238E27FC236}">
                  <a16:creationId xmlns:a16="http://schemas.microsoft.com/office/drawing/2014/main" id="{7CC49439-ECFD-3D08-7F16-13616B9CB83A}"/>
                </a:ext>
              </a:extLst>
            </p:cNvPr>
            <p:cNvSpPr/>
            <p:nvPr/>
          </p:nvSpPr>
          <p:spPr>
            <a:xfrm>
              <a:off x="7186867" y="2901614"/>
              <a:ext cx="167592" cy="307040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7" name="Oval 506">
              <a:extLst>
                <a:ext uri="{FF2B5EF4-FFF2-40B4-BE49-F238E27FC236}">
                  <a16:creationId xmlns:a16="http://schemas.microsoft.com/office/drawing/2014/main" id="{80612C94-C2F7-B65B-9652-F131C4D8BDF0}"/>
                </a:ext>
              </a:extLst>
            </p:cNvPr>
            <p:cNvSpPr/>
            <p:nvPr/>
          </p:nvSpPr>
          <p:spPr>
            <a:xfrm>
              <a:off x="6941763" y="2967802"/>
              <a:ext cx="167592" cy="307040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8" name="Oval 507">
              <a:extLst>
                <a:ext uri="{FF2B5EF4-FFF2-40B4-BE49-F238E27FC236}">
                  <a16:creationId xmlns:a16="http://schemas.microsoft.com/office/drawing/2014/main" id="{EA8FC721-A20C-94B5-06E0-657344E2BC6E}"/>
                </a:ext>
              </a:extLst>
            </p:cNvPr>
            <p:cNvSpPr/>
            <p:nvPr/>
          </p:nvSpPr>
          <p:spPr>
            <a:xfrm>
              <a:off x="7083248" y="2967802"/>
              <a:ext cx="167592" cy="307040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09" name="Group 508">
              <a:extLst>
                <a:ext uri="{FF2B5EF4-FFF2-40B4-BE49-F238E27FC236}">
                  <a16:creationId xmlns:a16="http://schemas.microsoft.com/office/drawing/2014/main" id="{D87559A5-0683-5058-50DF-ED2CB2DEDA84}"/>
                </a:ext>
              </a:extLst>
            </p:cNvPr>
            <p:cNvGrpSpPr/>
            <p:nvPr/>
          </p:nvGrpSpPr>
          <p:grpSpPr>
            <a:xfrm>
              <a:off x="7357831" y="2794745"/>
              <a:ext cx="414449" cy="309005"/>
              <a:chOff x="6616561" y="2977809"/>
              <a:chExt cx="635221" cy="488565"/>
            </a:xfrm>
          </p:grpSpPr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5EE307EC-6A33-7D36-886B-0DE7328EC290}"/>
                  </a:ext>
                </a:extLst>
              </p:cNvPr>
              <p:cNvSpPr/>
              <p:nvPr/>
            </p:nvSpPr>
            <p:spPr>
              <a:xfrm>
                <a:off x="6616561" y="3162798"/>
                <a:ext cx="613586" cy="303576"/>
              </a:xfrm>
              <a:custGeom>
                <a:avLst/>
                <a:gdLst>
                  <a:gd name="csX0" fmla="*/ 47610 w 690433"/>
                  <a:gd name="csY0" fmla="*/ 843 h 303576"/>
                  <a:gd name="csX1" fmla="*/ 51420 w 690433"/>
                  <a:gd name="csY1" fmla="*/ 151338 h 303576"/>
                  <a:gd name="csX2" fmla="*/ 169530 w 690433"/>
                  <a:gd name="csY2" fmla="*/ 237063 h 303576"/>
                  <a:gd name="csX3" fmla="*/ 283830 w 690433"/>
                  <a:gd name="csY3" fmla="*/ 227538 h 303576"/>
                  <a:gd name="csX4" fmla="*/ 422895 w 690433"/>
                  <a:gd name="csY4" fmla="*/ 301833 h 303576"/>
                  <a:gd name="csX5" fmla="*/ 548625 w 690433"/>
                  <a:gd name="csY5" fmla="*/ 275163 h 303576"/>
                  <a:gd name="csX6" fmla="*/ 622920 w 690433"/>
                  <a:gd name="csY6" fmla="*/ 219918 h 303576"/>
                  <a:gd name="csX7" fmla="*/ 647685 w 690433"/>
                  <a:gd name="csY7" fmla="*/ 139908 h 303576"/>
                  <a:gd name="csX8" fmla="*/ 643875 w 690433"/>
                  <a:gd name="csY8" fmla="*/ 92283 h 303576"/>
                  <a:gd name="csX9" fmla="*/ 47610 w 690433"/>
                  <a:gd name="csY9" fmla="*/ 843 h 3035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690433" h="303576">
                    <a:moveTo>
                      <a:pt x="47610" y="843"/>
                    </a:moveTo>
                    <a:cubicBezTo>
                      <a:pt x="-51132" y="10685"/>
                      <a:pt x="31100" y="111968"/>
                      <a:pt x="51420" y="151338"/>
                    </a:cubicBezTo>
                    <a:cubicBezTo>
                      <a:pt x="71740" y="190708"/>
                      <a:pt x="130795" y="224363"/>
                      <a:pt x="169530" y="237063"/>
                    </a:cubicBezTo>
                    <a:cubicBezTo>
                      <a:pt x="208265" y="249763"/>
                      <a:pt x="241603" y="216743"/>
                      <a:pt x="283830" y="227538"/>
                    </a:cubicBezTo>
                    <a:cubicBezTo>
                      <a:pt x="326057" y="238333"/>
                      <a:pt x="378763" y="293896"/>
                      <a:pt x="422895" y="301833"/>
                    </a:cubicBezTo>
                    <a:cubicBezTo>
                      <a:pt x="467027" y="309770"/>
                      <a:pt x="515288" y="288815"/>
                      <a:pt x="548625" y="275163"/>
                    </a:cubicBezTo>
                    <a:cubicBezTo>
                      <a:pt x="581962" y="261511"/>
                      <a:pt x="606410" y="242460"/>
                      <a:pt x="622920" y="219918"/>
                    </a:cubicBezTo>
                    <a:cubicBezTo>
                      <a:pt x="639430" y="197376"/>
                      <a:pt x="644193" y="161180"/>
                      <a:pt x="647685" y="139908"/>
                    </a:cubicBezTo>
                    <a:cubicBezTo>
                      <a:pt x="651177" y="118636"/>
                      <a:pt x="744522" y="114508"/>
                      <a:pt x="643875" y="92283"/>
                    </a:cubicBezTo>
                    <a:cubicBezTo>
                      <a:pt x="543228" y="70058"/>
                      <a:pt x="146352" y="-8999"/>
                      <a:pt x="47610" y="843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C3783832-67C7-7806-E691-61691290A887}"/>
                  </a:ext>
                </a:extLst>
              </p:cNvPr>
              <p:cNvSpPr/>
              <p:nvPr/>
            </p:nvSpPr>
            <p:spPr>
              <a:xfrm>
                <a:off x="6627244" y="2977809"/>
                <a:ext cx="624538" cy="361676"/>
              </a:xfrm>
              <a:custGeom>
                <a:avLst/>
                <a:gdLst>
                  <a:gd name="csX0" fmla="*/ 220611 w 602903"/>
                  <a:gd name="csY0" fmla="*/ 55657 h 361676"/>
                  <a:gd name="csX1" fmla="*/ 17411 w 602903"/>
                  <a:gd name="csY1" fmla="*/ 106457 h 361676"/>
                  <a:gd name="csX2" fmla="*/ 27571 w 602903"/>
                  <a:gd name="csY2" fmla="*/ 271557 h 361676"/>
                  <a:gd name="csX3" fmla="*/ 164731 w 602903"/>
                  <a:gd name="csY3" fmla="*/ 302037 h 361676"/>
                  <a:gd name="csX4" fmla="*/ 312051 w 602903"/>
                  <a:gd name="csY4" fmla="*/ 360457 h 361676"/>
                  <a:gd name="csX5" fmla="*/ 563511 w 602903"/>
                  <a:gd name="csY5" fmla="*/ 324897 h 361676"/>
                  <a:gd name="csX6" fmla="*/ 591451 w 602903"/>
                  <a:gd name="csY6" fmla="*/ 144557 h 361676"/>
                  <a:gd name="csX7" fmla="*/ 454291 w 602903"/>
                  <a:gd name="csY7" fmla="*/ 2317 h 361676"/>
                  <a:gd name="csX8" fmla="*/ 220611 w 602903"/>
                  <a:gd name="csY8" fmla="*/ 55657 h 361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02903" h="361676">
                    <a:moveTo>
                      <a:pt x="220611" y="55657"/>
                    </a:moveTo>
                    <a:cubicBezTo>
                      <a:pt x="147798" y="73014"/>
                      <a:pt x="49584" y="70474"/>
                      <a:pt x="17411" y="106457"/>
                    </a:cubicBezTo>
                    <a:cubicBezTo>
                      <a:pt x="-14762" y="142440"/>
                      <a:pt x="3018" y="238960"/>
                      <a:pt x="27571" y="271557"/>
                    </a:cubicBezTo>
                    <a:cubicBezTo>
                      <a:pt x="52124" y="304154"/>
                      <a:pt x="117318" y="287220"/>
                      <a:pt x="164731" y="302037"/>
                    </a:cubicBezTo>
                    <a:cubicBezTo>
                      <a:pt x="212144" y="316854"/>
                      <a:pt x="245588" y="356647"/>
                      <a:pt x="312051" y="360457"/>
                    </a:cubicBezTo>
                    <a:cubicBezTo>
                      <a:pt x="378514" y="364267"/>
                      <a:pt x="516944" y="360880"/>
                      <a:pt x="563511" y="324897"/>
                    </a:cubicBezTo>
                    <a:cubicBezTo>
                      <a:pt x="610078" y="288914"/>
                      <a:pt x="609654" y="198320"/>
                      <a:pt x="591451" y="144557"/>
                    </a:cubicBezTo>
                    <a:cubicBezTo>
                      <a:pt x="573248" y="90794"/>
                      <a:pt x="509748" y="15864"/>
                      <a:pt x="454291" y="2317"/>
                    </a:cubicBezTo>
                    <a:cubicBezTo>
                      <a:pt x="398834" y="-11230"/>
                      <a:pt x="293424" y="38300"/>
                      <a:pt x="220611" y="55657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17" name="Oval 516">
                <a:extLst>
                  <a:ext uri="{FF2B5EF4-FFF2-40B4-BE49-F238E27FC236}">
                    <a16:creationId xmlns:a16="http://schemas.microsoft.com/office/drawing/2014/main" id="{3A1BF2CF-8669-032A-6624-7CD40CB8F476}"/>
                  </a:ext>
                </a:extLst>
              </p:cNvPr>
              <p:cNvSpPr/>
              <p:nvPr/>
            </p:nvSpPr>
            <p:spPr>
              <a:xfrm>
                <a:off x="6705927" y="3134912"/>
                <a:ext cx="144735" cy="988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18" name="Straight Connector 517">
                <a:extLst>
                  <a:ext uri="{FF2B5EF4-FFF2-40B4-BE49-F238E27FC236}">
                    <a16:creationId xmlns:a16="http://schemas.microsoft.com/office/drawing/2014/main" id="{AE6FF9CE-A211-5B82-C5F9-807BBB1DC3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4297" y="3093556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9" name="Straight Connector 518">
                <a:extLst>
                  <a:ext uri="{FF2B5EF4-FFF2-40B4-BE49-F238E27FC236}">
                    <a16:creationId xmlns:a16="http://schemas.microsoft.com/office/drawing/2014/main" id="{3524CDAA-602B-FDF9-8642-143DC7264C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94782" y="3140874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0" name="Straight Connector 519">
                <a:extLst>
                  <a:ext uri="{FF2B5EF4-FFF2-40B4-BE49-F238E27FC236}">
                    <a16:creationId xmlns:a16="http://schemas.microsoft.com/office/drawing/2014/main" id="{EFBAA2C2-B785-9091-0878-B682C7429C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87636" y="3208269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10" name="Oval 509">
              <a:extLst>
                <a:ext uri="{FF2B5EF4-FFF2-40B4-BE49-F238E27FC236}">
                  <a16:creationId xmlns:a16="http://schemas.microsoft.com/office/drawing/2014/main" id="{E384B36A-F7F0-2571-0284-F694989FA113}"/>
                </a:ext>
              </a:extLst>
            </p:cNvPr>
            <p:cNvSpPr/>
            <p:nvPr/>
          </p:nvSpPr>
          <p:spPr>
            <a:xfrm>
              <a:off x="7931219" y="2524706"/>
              <a:ext cx="90424" cy="437962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1" name="Oval 510">
              <a:extLst>
                <a:ext uri="{FF2B5EF4-FFF2-40B4-BE49-F238E27FC236}">
                  <a16:creationId xmlns:a16="http://schemas.microsoft.com/office/drawing/2014/main" id="{A05E9DC6-9C43-9C90-E181-9091E39F5C7E}"/>
                </a:ext>
              </a:extLst>
            </p:cNvPr>
            <p:cNvSpPr/>
            <p:nvPr/>
          </p:nvSpPr>
          <p:spPr>
            <a:xfrm>
              <a:off x="8005154" y="2515489"/>
              <a:ext cx="90424" cy="437962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2" name="Oval 511">
              <a:extLst>
                <a:ext uri="{FF2B5EF4-FFF2-40B4-BE49-F238E27FC236}">
                  <a16:creationId xmlns:a16="http://schemas.microsoft.com/office/drawing/2014/main" id="{337D4746-70EE-AECB-0F64-5F8A8D5AE42E}"/>
                </a:ext>
              </a:extLst>
            </p:cNvPr>
            <p:cNvSpPr/>
            <p:nvPr/>
          </p:nvSpPr>
          <p:spPr>
            <a:xfrm>
              <a:off x="8080630" y="2502543"/>
              <a:ext cx="90424" cy="437962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3" name="Rectangle 512">
              <a:extLst>
                <a:ext uri="{FF2B5EF4-FFF2-40B4-BE49-F238E27FC236}">
                  <a16:creationId xmlns:a16="http://schemas.microsoft.com/office/drawing/2014/main" id="{C8557E8D-F496-C339-28B2-D052F4441DE2}"/>
                </a:ext>
              </a:extLst>
            </p:cNvPr>
            <p:cNvSpPr/>
            <p:nvPr/>
          </p:nvSpPr>
          <p:spPr>
            <a:xfrm rot="10800000">
              <a:off x="6862701" y="3104417"/>
              <a:ext cx="877850" cy="195086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4" name="Rectangle 242">
              <a:extLst>
                <a:ext uri="{FF2B5EF4-FFF2-40B4-BE49-F238E27FC236}">
                  <a16:creationId xmlns:a16="http://schemas.microsoft.com/office/drawing/2014/main" id="{AECF5115-1C50-F636-53A3-1D9E262FE7B3}"/>
                </a:ext>
              </a:extLst>
            </p:cNvPr>
            <p:cNvSpPr/>
            <p:nvPr/>
          </p:nvSpPr>
          <p:spPr>
            <a:xfrm rot="8616981">
              <a:off x="7609666" y="2838243"/>
              <a:ext cx="863558" cy="205662"/>
            </a:xfrm>
            <a:custGeom>
              <a:avLst/>
              <a:gdLst>
                <a:gd name="csX0" fmla="*/ 0 w 877850"/>
                <a:gd name="csY0" fmla="*/ 0 h 195087"/>
                <a:gd name="csX1" fmla="*/ 877850 w 877850"/>
                <a:gd name="csY1" fmla="*/ 0 h 195087"/>
                <a:gd name="csX2" fmla="*/ 877850 w 877850"/>
                <a:gd name="csY2" fmla="*/ 195087 h 195087"/>
                <a:gd name="csX3" fmla="*/ 0 w 877850"/>
                <a:gd name="csY3" fmla="*/ 195087 h 195087"/>
                <a:gd name="csX4" fmla="*/ 0 w 877850"/>
                <a:gd name="csY4" fmla="*/ 0 h 195087"/>
                <a:gd name="csX0" fmla="*/ 0 w 877850"/>
                <a:gd name="csY0" fmla="*/ 0 h 195087"/>
                <a:gd name="csX1" fmla="*/ 877850 w 877850"/>
                <a:gd name="csY1" fmla="*/ 0 h 195087"/>
                <a:gd name="csX2" fmla="*/ 774289 w 877850"/>
                <a:gd name="csY2" fmla="*/ 159008 h 195087"/>
                <a:gd name="csX3" fmla="*/ 0 w 877850"/>
                <a:gd name="csY3" fmla="*/ 195087 h 195087"/>
                <a:gd name="csX4" fmla="*/ 0 w 877850"/>
                <a:gd name="csY4" fmla="*/ 0 h 195087"/>
                <a:gd name="csX0" fmla="*/ 0 w 877850"/>
                <a:gd name="csY0" fmla="*/ 0 h 195087"/>
                <a:gd name="csX1" fmla="*/ 877850 w 877850"/>
                <a:gd name="csY1" fmla="*/ 0 h 195087"/>
                <a:gd name="csX2" fmla="*/ 746038 w 877850"/>
                <a:gd name="csY2" fmla="*/ 152389 h 195087"/>
                <a:gd name="csX3" fmla="*/ 0 w 877850"/>
                <a:gd name="csY3" fmla="*/ 195087 h 195087"/>
                <a:gd name="csX4" fmla="*/ 0 w 877850"/>
                <a:gd name="csY4" fmla="*/ 0 h 195087"/>
                <a:gd name="csX0" fmla="*/ 0 w 870586"/>
                <a:gd name="csY0" fmla="*/ 2987 h 198074"/>
                <a:gd name="csX1" fmla="*/ 870586 w 870586"/>
                <a:gd name="csY1" fmla="*/ 0 h 198074"/>
                <a:gd name="csX2" fmla="*/ 746038 w 870586"/>
                <a:gd name="csY2" fmla="*/ 155376 h 198074"/>
                <a:gd name="csX3" fmla="*/ 0 w 870586"/>
                <a:gd name="csY3" fmla="*/ 198074 h 198074"/>
                <a:gd name="csX4" fmla="*/ 0 w 870586"/>
                <a:gd name="csY4" fmla="*/ 2987 h 198074"/>
                <a:gd name="csX0" fmla="*/ 0 w 866712"/>
                <a:gd name="csY0" fmla="*/ 10575 h 205662"/>
                <a:gd name="csX1" fmla="*/ 866712 w 866712"/>
                <a:gd name="csY1" fmla="*/ 0 h 205662"/>
                <a:gd name="csX2" fmla="*/ 746038 w 866712"/>
                <a:gd name="csY2" fmla="*/ 162964 h 205662"/>
                <a:gd name="csX3" fmla="*/ 0 w 866712"/>
                <a:gd name="csY3" fmla="*/ 205662 h 205662"/>
                <a:gd name="csX4" fmla="*/ 0 w 866712"/>
                <a:gd name="csY4" fmla="*/ 10575 h 205662"/>
                <a:gd name="csX0" fmla="*/ 0 w 866712"/>
                <a:gd name="csY0" fmla="*/ 10575 h 205662"/>
                <a:gd name="csX1" fmla="*/ 866712 w 866712"/>
                <a:gd name="csY1" fmla="*/ 0 h 205662"/>
                <a:gd name="csX2" fmla="*/ 742971 w 866712"/>
                <a:gd name="csY2" fmla="*/ 160704 h 205662"/>
                <a:gd name="csX3" fmla="*/ 0 w 866712"/>
                <a:gd name="csY3" fmla="*/ 205662 h 205662"/>
                <a:gd name="csX4" fmla="*/ 0 w 866712"/>
                <a:gd name="csY4" fmla="*/ 10575 h 205662"/>
                <a:gd name="csX0" fmla="*/ 0 w 866712"/>
                <a:gd name="csY0" fmla="*/ 10575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0 w 866712"/>
                <a:gd name="csY4" fmla="*/ 10575 h 205662"/>
                <a:gd name="csX0" fmla="*/ 71373 w 866712"/>
                <a:gd name="csY0" fmla="*/ 39309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71373 w 866712"/>
                <a:gd name="csY4" fmla="*/ 39309 h 205662"/>
                <a:gd name="csX0" fmla="*/ 127110 w 866712"/>
                <a:gd name="csY0" fmla="*/ 73129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127110 w 866712"/>
                <a:gd name="csY4" fmla="*/ 73129 h 205662"/>
                <a:gd name="csX0" fmla="*/ 112365 w 866712"/>
                <a:gd name="csY0" fmla="*/ 48107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112365 w 866712"/>
                <a:gd name="csY4" fmla="*/ 48107 h 2056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66712" h="205662">
                  <a:moveTo>
                    <a:pt x="112365" y="48107"/>
                  </a:moveTo>
                  <a:lnTo>
                    <a:pt x="866712" y="0"/>
                  </a:lnTo>
                  <a:lnTo>
                    <a:pt x="749509" y="167888"/>
                  </a:lnTo>
                  <a:lnTo>
                    <a:pt x="0" y="205662"/>
                  </a:lnTo>
                  <a:lnTo>
                    <a:pt x="112365" y="48107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6" name="Group 425">
            <a:extLst>
              <a:ext uri="{FF2B5EF4-FFF2-40B4-BE49-F238E27FC236}">
                <a16:creationId xmlns:a16="http://schemas.microsoft.com/office/drawing/2014/main" id="{1F02719A-657E-49DE-C51A-3388F40F4DAF}"/>
              </a:ext>
            </a:extLst>
          </p:cNvPr>
          <p:cNvGrpSpPr/>
          <p:nvPr/>
        </p:nvGrpSpPr>
        <p:grpSpPr>
          <a:xfrm>
            <a:off x="7486153" y="4492167"/>
            <a:ext cx="1298220" cy="549101"/>
            <a:chOff x="6719731" y="2448318"/>
            <a:chExt cx="1741710" cy="1029077"/>
          </a:xfrm>
        </p:grpSpPr>
        <p:sp>
          <p:nvSpPr>
            <p:cNvPr id="427" name="Rectangle 251">
              <a:extLst>
                <a:ext uri="{FF2B5EF4-FFF2-40B4-BE49-F238E27FC236}">
                  <a16:creationId xmlns:a16="http://schemas.microsoft.com/office/drawing/2014/main" id="{8AECCDAC-F9F8-4A6E-B50E-4D2D9A9F22B9}"/>
                </a:ext>
              </a:extLst>
            </p:cNvPr>
            <p:cNvSpPr/>
            <p:nvPr/>
          </p:nvSpPr>
          <p:spPr>
            <a:xfrm>
              <a:off x="7117938" y="2793385"/>
              <a:ext cx="951059" cy="413860"/>
            </a:xfrm>
            <a:custGeom>
              <a:avLst/>
              <a:gdLst>
                <a:gd name="csX0" fmla="*/ 0 w 1266019"/>
                <a:gd name="csY0" fmla="*/ 0 h 914400"/>
                <a:gd name="csX1" fmla="*/ 1266019 w 1266019"/>
                <a:gd name="csY1" fmla="*/ 0 h 914400"/>
                <a:gd name="csX2" fmla="*/ 1266019 w 1266019"/>
                <a:gd name="csY2" fmla="*/ 914400 h 914400"/>
                <a:gd name="csX3" fmla="*/ 0 w 1266019"/>
                <a:gd name="csY3" fmla="*/ 914400 h 914400"/>
                <a:gd name="csX4" fmla="*/ 0 w 1266019"/>
                <a:gd name="csY4" fmla="*/ 0 h 914400"/>
                <a:gd name="csX0" fmla="*/ 0 w 1266019"/>
                <a:gd name="csY0" fmla="*/ 0 h 914400"/>
                <a:gd name="csX1" fmla="*/ 1266019 w 1266019"/>
                <a:gd name="csY1" fmla="*/ 0 h 914400"/>
                <a:gd name="csX2" fmla="*/ 1266019 w 1266019"/>
                <a:gd name="csY2" fmla="*/ 914400 h 914400"/>
                <a:gd name="csX3" fmla="*/ 177800 w 1266019"/>
                <a:gd name="csY3" fmla="*/ 731520 h 914400"/>
                <a:gd name="csX4" fmla="*/ 0 w 1266019"/>
                <a:gd name="csY4" fmla="*/ 0 h 914400"/>
                <a:gd name="csX0" fmla="*/ 0 w 1266019"/>
                <a:gd name="csY0" fmla="*/ 0 h 734060"/>
                <a:gd name="csX1" fmla="*/ 1266019 w 1266019"/>
                <a:gd name="csY1" fmla="*/ 0 h 734060"/>
                <a:gd name="csX2" fmla="*/ 808819 w 1266019"/>
                <a:gd name="csY2" fmla="*/ 734060 h 734060"/>
                <a:gd name="csX3" fmla="*/ 177800 w 1266019"/>
                <a:gd name="csY3" fmla="*/ 731520 h 734060"/>
                <a:gd name="csX4" fmla="*/ 0 w 1266019"/>
                <a:gd name="csY4" fmla="*/ 0 h 734060"/>
                <a:gd name="csX0" fmla="*/ 0 w 1128859"/>
                <a:gd name="csY0" fmla="*/ 0 h 734060"/>
                <a:gd name="csX1" fmla="*/ 1128859 w 1128859"/>
                <a:gd name="csY1" fmla="*/ 452120 h 734060"/>
                <a:gd name="csX2" fmla="*/ 808819 w 1128859"/>
                <a:gd name="csY2" fmla="*/ 734060 h 734060"/>
                <a:gd name="csX3" fmla="*/ 177800 w 1128859"/>
                <a:gd name="csY3" fmla="*/ 731520 h 734060"/>
                <a:gd name="csX4" fmla="*/ 0 w 1128859"/>
                <a:gd name="csY4" fmla="*/ 0 h 734060"/>
                <a:gd name="csX0" fmla="*/ 332740 w 951059"/>
                <a:gd name="csY0" fmla="*/ 0 h 294640"/>
                <a:gd name="csX1" fmla="*/ 951059 w 951059"/>
                <a:gd name="csY1" fmla="*/ 12700 h 294640"/>
                <a:gd name="csX2" fmla="*/ 631019 w 951059"/>
                <a:gd name="csY2" fmla="*/ 294640 h 294640"/>
                <a:gd name="csX3" fmla="*/ 0 w 951059"/>
                <a:gd name="csY3" fmla="*/ 292100 h 294640"/>
                <a:gd name="csX4" fmla="*/ 332740 w 951059"/>
                <a:gd name="csY4" fmla="*/ 0 h 2946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51059" h="294640">
                  <a:moveTo>
                    <a:pt x="332740" y="0"/>
                  </a:moveTo>
                  <a:lnTo>
                    <a:pt x="951059" y="12700"/>
                  </a:lnTo>
                  <a:lnTo>
                    <a:pt x="631019" y="294640"/>
                  </a:lnTo>
                  <a:lnTo>
                    <a:pt x="0" y="292100"/>
                  </a:lnTo>
                  <a:lnTo>
                    <a:pt x="332740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8" name="Rectangle 427">
              <a:extLst>
                <a:ext uri="{FF2B5EF4-FFF2-40B4-BE49-F238E27FC236}">
                  <a16:creationId xmlns:a16="http://schemas.microsoft.com/office/drawing/2014/main" id="{C9066520-3ADA-70D4-DB70-EB08495F394B}"/>
                </a:ext>
              </a:extLst>
            </p:cNvPr>
            <p:cNvSpPr/>
            <p:nvPr/>
          </p:nvSpPr>
          <p:spPr>
            <a:xfrm rot="10800000">
              <a:off x="7455304" y="2471614"/>
              <a:ext cx="877850" cy="19508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9" name="Rectangle 242">
              <a:extLst>
                <a:ext uri="{FF2B5EF4-FFF2-40B4-BE49-F238E27FC236}">
                  <a16:creationId xmlns:a16="http://schemas.microsoft.com/office/drawing/2014/main" id="{052E8C3B-9526-73C7-D7DF-B0289D55F734}"/>
                </a:ext>
              </a:extLst>
            </p:cNvPr>
            <p:cNvSpPr/>
            <p:nvPr/>
          </p:nvSpPr>
          <p:spPr>
            <a:xfrm rot="8616981">
              <a:off x="6719731" y="2810560"/>
              <a:ext cx="876863" cy="321808"/>
            </a:xfrm>
            <a:custGeom>
              <a:avLst/>
              <a:gdLst>
                <a:gd name="csX0" fmla="*/ 0 w 877850"/>
                <a:gd name="csY0" fmla="*/ 0 h 195087"/>
                <a:gd name="csX1" fmla="*/ 877850 w 877850"/>
                <a:gd name="csY1" fmla="*/ 0 h 195087"/>
                <a:gd name="csX2" fmla="*/ 877850 w 877850"/>
                <a:gd name="csY2" fmla="*/ 195087 h 195087"/>
                <a:gd name="csX3" fmla="*/ 0 w 877850"/>
                <a:gd name="csY3" fmla="*/ 195087 h 195087"/>
                <a:gd name="csX4" fmla="*/ 0 w 877850"/>
                <a:gd name="csY4" fmla="*/ 0 h 195087"/>
                <a:gd name="csX0" fmla="*/ 0 w 877850"/>
                <a:gd name="csY0" fmla="*/ 0 h 195087"/>
                <a:gd name="csX1" fmla="*/ 877850 w 877850"/>
                <a:gd name="csY1" fmla="*/ 0 h 195087"/>
                <a:gd name="csX2" fmla="*/ 774289 w 877850"/>
                <a:gd name="csY2" fmla="*/ 159008 h 195087"/>
                <a:gd name="csX3" fmla="*/ 0 w 877850"/>
                <a:gd name="csY3" fmla="*/ 195087 h 195087"/>
                <a:gd name="csX4" fmla="*/ 0 w 877850"/>
                <a:gd name="csY4" fmla="*/ 0 h 195087"/>
                <a:gd name="csX0" fmla="*/ 0 w 877850"/>
                <a:gd name="csY0" fmla="*/ 0 h 195087"/>
                <a:gd name="csX1" fmla="*/ 877850 w 877850"/>
                <a:gd name="csY1" fmla="*/ 0 h 195087"/>
                <a:gd name="csX2" fmla="*/ 746038 w 877850"/>
                <a:gd name="csY2" fmla="*/ 152389 h 195087"/>
                <a:gd name="csX3" fmla="*/ 0 w 877850"/>
                <a:gd name="csY3" fmla="*/ 195087 h 195087"/>
                <a:gd name="csX4" fmla="*/ 0 w 877850"/>
                <a:gd name="csY4" fmla="*/ 0 h 195087"/>
                <a:gd name="csX0" fmla="*/ 0 w 870586"/>
                <a:gd name="csY0" fmla="*/ 2987 h 198074"/>
                <a:gd name="csX1" fmla="*/ 870586 w 870586"/>
                <a:gd name="csY1" fmla="*/ 0 h 198074"/>
                <a:gd name="csX2" fmla="*/ 746038 w 870586"/>
                <a:gd name="csY2" fmla="*/ 155376 h 198074"/>
                <a:gd name="csX3" fmla="*/ 0 w 870586"/>
                <a:gd name="csY3" fmla="*/ 198074 h 198074"/>
                <a:gd name="csX4" fmla="*/ 0 w 870586"/>
                <a:gd name="csY4" fmla="*/ 2987 h 198074"/>
                <a:gd name="csX0" fmla="*/ 0 w 866712"/>
                <a:gd name="csY0" fmla="*/ 10575 h 205662"/>
                <a:gd name="csX1" fmla="*/ 866712 w 866712"/>
                <a:gd name="csY1" fmla="*/ 0 h 205662"/>
                <a:gd name="csX2" fmla="*/ 746038 w 866712"/>
                <a:gd name="csY2" fmla="*/ 162964 h 205662"/>
                <a:gd name="csX3" fmla="*/ 0 w 866712"/>
                <a:gd name="csY3" fmla="*/ 205662 h 205662"/>
                <a:gd name="csX4" fmla="*/ 0 w 866712"/>
                <a:gd name="csY4" fmla="*/ 10575 h 205662"/>
                <a:gd name="csX0" fmla="*/ 0 w 866712"/>
                <a:gd name="csY0" fmla="*/ 10575 h 205662"/>
                <a:gd name="csX1" fmla="*/ 866712 w 866712"/>
                <a:gd name="csY1" fmla="*/ 0 h 205662"/>
                <a:gd name="csX2" fmla="*/ 742971 w 866712"/>
                <a:gd name="csY2" fmla="*/ 160704 h 205662"/>
                <a:gd name="csX3" fmla="*/ 0 w 866712"/>
                <a:gd name="csY3" fmla="*/ 205662 h 205662"/>
                <a:gd name="csX4" fmla="*/ 0 w 866712"/>
                <a:gd name="csY4" fmla="*/ 10575 h 205662"/>
                <a:gd name="csX0" fmla="*/ 0 w 866712"/>
                <a:gd name="csY0" fmla="*/ 10575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0 w 866712"/>
                <a:gd name="csY4" fmla="*/ 10575 h 205662"/>
                <a:gd name="csX0" fmla="*/ 71373 w 866712"/>
                <a:gd name="csY0" fmla="*/ 39309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71373 w 866712"/>
                <a:gd name="csY4" fmla="*/ 39309 h 205662"/>
                <a:gd name="csX0" fmla="*/ 127110 w 866712"/>
                <a:gd name="csY0" fmla="*/ 73129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127110 w 866712"/>
                <a:gd name="csY4" fmla="*/ 73129 h 205662"/>
                <a:gd name="csX0" fmla="*/ 112365 w 866712"/>
                <a:gd name="csY0" fmla="*/ 48107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112365 w 866712"/>
                <a:gd name="csY4" fmla="*/ 48107 h 2056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66712" h="205662">
                  <a:moveTo>
                    <a:pt x="112365" y="48107"/>
                  </a:moveTo>
                  <a:lnTo>
                    <a:pt x="866712" y="0"/>
                  </a:lnTo>
                  <a:lnTo>
                    <a:pt x="749509" y="167888"/>
                  </a:lnTo>
                  <a:lnTo>
                    <a:pt x="0" y="205662"/>
                  </a:lnTo>
                  <a:lnTo>
                    <a:pt x="112365" y="48107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30" name="Group 429">
              <a:extLst>
                <a:ext uri="{FF2B5EF4-FFF2-40B4-BE49-F238E27FC236}">
                  <a16:creationId xmlns:a16="http://schemas.microsoft.com/office/drawing/2014/main" id="{E535B693-9B74-507D-16D4-7A0C90613163}"/>
                </a:ext>
              </a:extLst>
            </p:cNvPr>
            <p:cNvGrpSpPr/>
            <p:nvPr/>
          </p:nvGrpSpPr>
          <p:grpSpPr>
            <a:xfrm>
              <a:off x="7383474" y="2448318"/>
              <a:ext cx="548845" cy="396394"/>
              <a:chOff x="2583403" y="4000225"/>
              <a:chExt cx="548845" cy="396394"/>
            </a:xfrm>
          </p:grpSpPr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1F3892A2-B9C0-5C55-F51B-A5FD4C4D4FB3}"/>
                  </a:ext>
                </a:extLst>
              </p:cNvPr>
              <p:cNvSpPr/>
              <p:nvPr/>
            </p:nvSpPr>
            <p:spPr>
              <a:xfrm>
                <a:off x="2583403" y="4036300"/>
                <a:ext cx="548845" cy="360319"/>
              </a:xfrm>
              <a:custGeom>
                <a:avLst/>
                <a:gdLst>
                  <a:gd name="csX0" fmla="*/ 41823 w 548598"/>
                  <a:gd name="csY0" fmla="*/ 261015 h 348986"/>
                  <a:gd name="csX1" fmla="*/ 34203 w 548598"/>
                  <a:gd name="csY1" fmla="*/ 108615 h 348986"/>
                  <a:gd name="csX2" fmla="*/ 159933 w 548598"/>
                  <a:gd name="csY2" fmla="*/ 5745 h 348986"/>
                  <a:gd name="csX3" fmla="*/ 312333 w 548598"/>
                  <a:gd name="csY3" fmla="*/ 17175 h 348986"/>
                  <a:gd name="csX4" fmla="*/ 331383 w 548598"/>
                  <a:gd name="csY4" fmla="*/ 51465 h 348986"/>
                  <a:gd name="csX5" fmla="*/ 339003 w 548598"/>
                  <a:gd name="csY5" fmla="*/ 89565 h 348986"/>
                  <a:gd name="csX6" fmla="*/ 392343 w 548598"/>
                  <a:gd name="csY6" fmla="*/ 51465 h 348986"/>
                  <a:gd name="csX7" fmla="*/ 449493 w 548598"/>
                  <a:gd name="csY7" fmla="*/ 104805 h 348986"/>
                  <a:gd name="csX8" fmla="*/ 441873 w 548598"/>
                  <a:gd name="csY8" fmla="*/ 219105 h 348986"/>
                  <a:gd name="csX9" fmla="*/ 502833 w 548598"/>
                  <a:gd name="csY9" fmla="*/ 177195 h 348986"/>
                  <a:gd name="csX10" fmla="*/ 537123 w 548598"/>
                  <a:gd name="csY10" fmla="*/ 264825 h 348986"/>
                  <a:gd name="csX11" fmla="*/ 499023 w 548598"/>
                  <a:gd name="csY11" fmla="*/ 348645 h 348986"/>
                  <a:gd name="csX12" fmla="*/ 41823 w 548598"/>
                  <a:gd name="csY12" fmla="*/ 261015 h 348986"/>
                  <a:gd name="csX0" fmla="*/ 41823 w 548845"/>
                  <a:gd name="csY0" fmla="*/ 333405 h 360319"/>
                  <a:gd name="csX1" fmla="*/ 34203 w 548845"/>
                  <a:gd name="csY1" fmla="*/ 108615 h 360319"/>
                  <a:gd name="csX2" fmla="*/ 159933 w 548845"/>
                  <a:gd name="csY2" fmla="*/ 5745 h 360319"/>
                  <a:gd name="csX3" fmla="*/ 312333 w 548845"/>
                  <a:gd name="csY3" fmla="*/ 17175 h 360319"/>
                  <a:gd name="csX4" fmla="*/ 331383 w 548845"/>
                  <a:gd name="csY4" fmla="*/ 51465 h 360319"/>
                  <a:gd name="csX5" fmla="*/ 339003 w 548845"/>
                  <a:gd name="csY5" fmla="*/ 89565 h 360319"/>
                  <a:gd name="csX6" fmla="*/ 392343 w 548845"/>
                  <a:gd name="csY6" fmla="*/ 51465 h 360319"/>
                  <a:gd name="csX7" fmla="*/ 449493 w 548845"/>
                  <a:gd name="csY7" fmla="*/ 104805 h 360319"/>
                  <a:gd name="csX8" fmla="*/ 441873 w 548845"/>
                  <a:gd name="csY8" fmla="*/ 219105 h 360319"/>
                  <a:gd name="csX9" fmla="*/ 502833 w 548845"/>
                  <a:gd name="csY9" fmla="*/ 177195 h 360319"/>
                  <a:gd name="csX10" fmla="*/ 537123 w 548845"/>
                  <a:gd name="csY10" fmla="*/ 264825 h 360319"/>
                  <a:gd name="csX11" fmla="*/ 499023 w 548845"/>
                  <a:gd name="csY11" fmla="*/ 348645 h 360319"/>
                  <a:gd name="csX12" fmla="*/ 41823 w 548845"/>
                  <a:gd name="csY12" fmla="*/ 333405 h 3603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548845" h="360319">
                    <a:moveTo>
                      <a:pt x="41823" y="333405"/>
                    </a:moveTo>
                    <a:cubicBezTo>
                      <a:pt x="-35647" y="293400"/>
                      <a:pt x="14518" y="163225"/>
                      <a:pt x="34203" y="108615"/>
                    </a:cubicBezTo>
                    <a:cubicBezTo>
                      <a:pt x="53888" y="54005"/>
                      <a:pt x="113578" y="20985"/>
                      <a:pt x="159933" y="5745"/>
                    </a:cubicBezTo>
                    <a:cubicBezTo>
                      <a:pt x="206288" y="-9495"/>
                      <a:pt x="283758" y="9555"/>
                      <a:pt x="312333" y="17175"/>
                    </a:cubicBezTo>
                    <a:cubicBezTo>
                      <a:pt x="340908" y="24795"/>
                      <a:pt x="326938" y="39400"/>
                      <a:pt x="331383" y="51465"/>
                    </a:cubicBezTo>
                    <a:cubicBezTo>
                      <a:pt x="335828" y="63530"/>
                      <a:pt x="328843" y="89565"/>
                      <a:pt x="339003" y="89565"/>
                    </a:cubicBezTo>
                    <a:cubicBezTo>
                      <a:pt x="349163" y="89565"/>
                      <a:pt x="373928" y="48925"/>
                      <a:pt x="392343" y="51465"/>
                    </a:cubicBezTo>
                    <a:cubicBezTo>
                      <a:pt x="410758" y="54005"/>
                      <a:pt x="441238" y="76865"/>
                      <a:pt x="449493" y="104805"/>
                    </a:cubicBezTo>
                    <a:cubicBezTo>
                      <a:pt x="457748" y="132745"/>
                      <a:pt x="432983" y="207040"/>
                      <a:pt x="441873" y="219105"/>
                    </a:cubicBezTo>
                    <a:cubicBezTo>
                      <a:pt x="450763" y="231170"/>
                      <a:pt x="486958" y="169575"/>
                      <a:pt x="502833" y="177195"/>
                    </a:cubicBezTo>
                    <a:cubicBezTo>
                      <a:pt x="518708" y="184815"/>
                      <a:pt x="537758" y="236250"/>
                      <a:pt x="537123" y="264825"/>
                    </a:cubicBezTo>
                    <a:cubicBezTo>
                      <a:pt x="536488" y="293400"/>
                      <a:pt x="581573" y="337215"/>
                      <a:pt x="499023" y="348645"/>
                    </a:cubicBezTo>
                    <a:cubicBezTo>
                      <a:pt x="416473" y="360075"/>
                      <a:pt x="119293" y="373410"/>
                      <a:pt x="41823" y="33340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10B1B067-0E1C-F510-66D0-10D97CB8DE16}"/>
                  </a:ext>
                </a:extLst>
              </p:cNvPr>
              <p:cNvSpPr/>
              <p:nvPr/>
            </p:nvSpPr>
            <p:spPr>
              <a:xfrm>
                <a:off x="2982217" y="4000225"/>
                <a:ext cx="132477" cy="145465"/>
              </a:xfrm>
              <a:custGeom>
                <a:avLst/>
                <a:gdLst>
                  <a:gd name="csX0" fmla="*/ 1013 w 132477"/>
                  <a:gd name="csY0" fmla="*/ 87905 h 145465"/>
                  <a:gd name="csX1" fmla="*/ 31493 w 132477"/>
                  <a:gd name="csY1" fmla="*/ 4085 h 145465"/>
                  <a:gd name="csX2" fmla="*/ 126743 w 132477"/>
                  <a:gd name="csY2" fmla="*/ 23135 h 145465"/>
                  <a:gd name="csX3" fmla="*/ 115313 w 132477"/>
                  <a:gd name="csY3" fmla="*/ 110765 h 145465"/>
                  <a:gd name="csX4" fmla="*/ 61973 w 132477"/>
                  <a:gd name="csY4" fmla="*/ 110765 h 145465"/>
                  <a:gd name="csX5" fmla="*/ 61973 w 132477"/>
                  <a:gd name="csY5" fmla="*/ 145055 h 145465"/>
                  <a:gd name="csX6" fmla="*/ 1013 w 132477"/>
                  <a:gd name="csY6" fmla="*/ 87905 h 1454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32477" h="145465">
                    <a:moveTo>
                      <a:pt x="1013" y="87905"/>
                    </a:moveTo>
                    <a:cubicBezTo>
                      <a:pt x="-4067" y="64410"/>
                      <a:pt x="10538" y="14880"/>
                      <a:pt x="31493" y="4085"/>
                    </a:cubicBezTo>
                    <a:cubicBezTo>
                      <a:pt x="52448" y="-6710"/>
                      <a:pt x="112773" y="5355"/>
                      <a:pt x="126743" y="23135"/>
                    </a:cubicBezTo>
                    <a:cubicBezTo>
                      <a:pt x="140713" y="40915"/>
                      <a:pt x="126108" y="96160"/>
                      <a:pt x="115313" y="110765"/>
                    </a:cubicBezTo>
                    <a:cubicBezTo>
                      <a:pt x="104518" y="125370"/>
                      <a:pt x="70863" y="105050"/>
                      <a:pt x="61973" y="110765"/>
                    </a:cubicBezTo>
                    <a:cubicBezTo>
                      <a:pt x="53083" y="116480"/>
                      <a:pt x="70228" y="149500"/>
                      <a:pt x="61973" y="145055"/>
                    </a:cubicBezTo>
                    <a:cubicBezTo>
                      <a:pt x="53718" y="140610"/>
                      <a:pt x="6093" y="111400"/>
                      <a:pt x="1013" y="87905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31" name="Group 430">
              <a:extLst>
                <a:ext uri="{FF2B5EF4-FFF2-40B4-BE49-F238E27FC236}">
                  <a16:creationId xmlns:a16="http://schemas.microsoft.com/office/drawing/2014/main" id="{726966DC-2305-58EC-9C2D-ACA506DF58E3}"/>
                </a:ext>
              </a:extLst>
            </p:cNvPr>
            <p:cNvGrpSpPr/>
            <p:nvPr/>
          </p:nvGrpSpPr>
          <p:grpSpPr>
            <a:xfrm>
              <a:off x="7191194" y="2747221"/>
              <a:ext cx="414449" cy="309005"/>
              <a:chOff x="6616561" y="2977809"/>
              <a:chExt cx="635221" cy="488565"/>
            </a:xfrm>
          </p:grpSpPr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966E4A9D-0B5D-CF5C-32A4-9DC5A7FFED59}"/>
                  </a:ext>
                </a:extLst>
              </p:cNvPr>
              <p:cNvSpPr/>
              <p:nvPr/>
            </p:nvSpPr>
            <p:spPr>
              <a:xfrm>
                <a:off x="6616561" y="3162798"/>
                <a:ext cx="613586" cy="303576"/>
              </a:xfrm>
              <a:custGeom>
                <a:avLst/>
                <a:gdLst>
                  <a:gd name="csX0" fmla="*/ 47610 w 690433"/>
                  <a:gd name="csY0" fmla="*/ 843 h 303576"/>
                  <a:gd name="csX1" fmla="*/ 51420 w 690433"/>
                  <a:gd name="csY1" fmla="*/ 151338 h 303576"/>
                  <a:gd name="csX2" fmla="*/ 169530 w 690433"/>
                  <a:gd name="csY2" fmla="*/ 237063 h 303576"/>
                  <a:gd name="csX3" fmla="*/ 283830 w 690433"/>
                  <a:gd name="csY3" fmla="*/ 227538 h 303576"/>
                  <a:gd name="csX4" fmla="*/ 422895 w 690433"/>
                  <a:gd name="csY4" fmla="*/ 301833 h 303576"/>
                  <a:gd name="csX5" fmla="*/ 548625 w 690433"/>
                  <a:gd name="csY5" fmla="*/ 275163 h 303576"/>
                  <a:gd name="csX6" fmla="*/ 622920 w 690433"/>
                  <a:gd name="csY6" fmla="*/ 219918 h 303576"/>
                  <a:gd name="csX7" fmla="*/ 647685 w 690433"/>
                  <a:gd name="csY7" fmla="*/ 139908 h 303576"/>
                  <a:gd name="csX8" fmla="*/ 643875 w 690433"/>
                  <a:gd name="csY8" fmla="*/ 92283 h 303576"/>
                  <a:gd name="csX9" fmla="*/ 47610 w 690433"/>
                  <a:gd name="csY9" fmla="*/ 843 h 3035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690433" h="303576">
                    <a:moveTo>
                      <a:pt x="47610" y="843"/>
                    </a:moveTo>
                    <a:cubicBezTo>
                      <a:pt x="-51132" y="10685"/>
                      <a:pt x="31100" y="111968"/>
                      <a:pt x="51420" y="151338"/>
                    </a:cubicBezTo>
                    <a:cubicBezTo>
                      <a:pt x="71740" y="190708"/>
                      <a:pt x="130795" y="224363"/>
                      <a:pt x="169530" y="237063"/>
                    </a:cubicBezTo>
                    <a:cubicBezTo>
                      <a:pt x="208265" y="249763"/>
                      <a:pt x="241603" y="216743"/>
                      <a:pt x="283830" y="227538"/>
                    </a:cubicBezTo>
                    <a:cubicBezTo>
                      <a:pt x="326057" y="238333"/>
                      <a:pt x="378763" y="293896"/>
                      <a:pt x="422895" y="301833"/>
                    </a:cubicBezTo>
                    <a:cubicBezTo>
                      <a:pt x="467027" y="309770"/>
                      <a:pt x="515288" y="288815"/>
                      <a:pt x="548625" y="275163"/>
                    </a:cubicBezTo>
                    <a:cubicBezTo>
                      <a:pt x="581962" y="261511"/>
                      <a:pt x="606410" y="242460"/>
                      <a:pt x="622920" y="219918"/>
                    </a:cubicBezTo>
                    <a:cubicBezTo>
                      <a:pt x="639430" y="197376"/>
                      <a:pt x="644193" y="161180"/>
                      <a:pt x="647685" y="139908"/>
                    </a:cubicBezTo>
                    <a:cubicBezTo>
                      <a:pt x="651177" y="118636"/>
                      <a:pt x="744522" y="114508"/>
                      <a:pt x="643875" y="92283"/>
                    </a:cubicBezTo>
                    <a:cubicBezTo>
                      <a:pt x="543228" y="70058"/>
                      <a:pt x="146352" y="-8999"/>
                      <a:pt x="47610" y="843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3D83B43C-D930-1A66-3F73-3421E413F6B7}"/>
                  </a:ext>
                </a:extLst>
              </p:cNvPr>
              <p:cNvSpPr/>
              <p:nvPr/>
            </p:nvSpPr>
            <p:spPr>
              <a:xfrm>
                <a:off x="6627244" y="2977809"/>
                <a:ext cx="624538" cy="361676"/>
              </a:xfrm>
              <a:custGeom>
                <a:avLst/>
                <a:gdLst>
                  <a:gd name="csX0" fmla="*/ 220611 w 602903"/>
                  <a:gd name="csY0" fmla="*/ 55657 h 361676"/>
                  <a:gd name="csX1" fmla="*/ 17411 w 602903"/>
                  <a:gd name="csY1" fmla="*/ 106457 h 361676"/>
                  <a:gd name="csX2" fmla="*/ 27571 w 602903"/>
                  <a:gd name="csY2" fmla="*/ 271557 h 361676"/>
                  <a:gd name="csX3" fmla="*/ 164731 w 602903"/>
                  <a:gd name="csY3" fmla="*/ 302037 h 361676"/>
                  <a:gd name="csX4" fmla="*/ 312051 w 602903"/>
                  <a:gd name="csY4" fmla="*/ 360457 h 361676"/>
                  <a:gd name="csX5" fmla="*/ 563511 w 602903"/>
                  <a:gd name="csY5" fmla="*/ 324897 h 361676"/>
                  <a:gd name="csX6" fmla="*/ 591451 w 602903"/>
                  <a:gd name="csY6" fmla="*/ 144557 h 361676"/>
                  <a:gd name="csX7" fmla="*/ 454291 w 602903"/>
                  <a:gd name="csY7" fmla="*/ 2317 h 361676"/>
                  <a:gd name="csX8" fmla="*/ 220611 w 602903"/>
                  <a:gd name="csY8" fmla="*/ 55657 h 361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02903" h="361676">
                    <a:moveTo>
                      <a:pt x="220611" y="55657"/>
                    </a:moveTo>
                    <a:cubicBezTo>
                      <a:pt x="147798" y="73014"/>
                      <a:pt x="49584" y="70474"/>
                      <a:pt x="17411" y="106457"/>
                    </a:cubicBezTo>
                    <a:cubicBezTo>
                      <a:pt x="-14762" y="142440"/>
                      <a:pt x="3018" y="238960"/>
                      <a:pt x="27571" y="271557"/>
                    </a:cubicBezTo>
                    <a:cubicBezTo>
                      <a:pt x="52124" y="304154"/>
                      <a:pt x="117318" y="287220"/>
                      <a:pt x="164731" y="302037"/>
                    </a:cubicBezTo>
                    <a:cubicBezTo>
                      <a:pt x="212144" y="316854"/>
                      <a:pt x="245588" y="356647"/>
                      <a:pt x="312051" y="360457"/>
                    </a:cubicBezTo>
                    <a:cubicBezTo>
                      <a:pt x="378514" y="364267"/>
                      <a:pt x="516944" y="360880"/>
                      <a:pt x="563511" y="324897"/>
                    </a:cubicBezTo>
                    <a:cubicBezTo>
                      <a:pt x="610078" y="288914"/>
                      <a:pt x="609654" y="198320"/>
                      <a:pt x="591451" y="144557"/>
                    </a:cubicBezTo>
                    <a:cubicBezTo>
                      <a:pt x="573248" y="90794"/>
                      <a:pt x="509748" y="15864"/>
                      <a:pt x="454291" y="2317"/>
                    </a:cubicBezTo>
                    <a:cubicBezTo>
                      <a:pt x="398834" y="-11230"/>
                      <a:pt x="293424" y="38300"/>
                      <a:pt x="220611" y="55657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7" name="Oval 456">
                <a:extLst>
                  <a:ext uri="{FF2B5EF4-FFF2-40B4-BE49-F238E27FC236}">
                    <a16:creationId xmlns:a16="http://schemas.microsoft.com/office/drawing/2014/main" id="{D3EDB7F6-6F7D-5997-1092-E150637BF4B5}"/>
                  </a:ext>
                </a:extLst>
              </p:cNvPr>
              <p:cNvSpPr/>
              <p:nvPr/>
            </p:nvSpPr>
            <p:spPr>
              <a:xfrm>
                <a:off x="6705927" y="3134912"/>
                <a:ext cx="144735" cy="988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58" name="Straight Connector 457">
                <a:extLst>
                  <a:ext uri="{FF2B5EF4-FFF2-40B4-BE49-F238E27FC236}">
                    <a16:creationId xmlns:a16="http://schemas.microsoft.com/office/drawing/2014/main" id="{289A3059-2AC5-91CF-8646-3800B7074A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4297" y="3093556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9" name="Straight Connector 458">
                <a:extLst>
                  <a:ext uri="{FF2B5EF4-FFF2-40B4-BE49-F238E27FC236}">
                    <a16:creationId xmlns:a16="http://schemas.microsoft.com/office/drawing/2014/main" id="{CFE36EFC-BF70-B330-AFF4-BCDB1DD659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94782" y="3140874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" name="Straight Connector 459">
                <a:extLst>
                  <a:ext uri="{FF2B5EF4-FFF2-40B4-BE49-F238E27FC236}">
                    <a16:creationId xmlns:a16="http://schemas.microsoft.com/office/drawing/2014/main" id="{3EC9EAAC-6DEF-5705-B9C7-A82627AC39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87636" y="3208269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32" name="Group 431">
              <a:extLst>
                <a:ext uri="{FF2B5EF4-FFF2-40B4-BE49-F238E27FC236}">
                  <a16:creationId xmlns:a16="http://schemas.microsoft.com/office/drawing/2014/main" id="{D26A080D-E96D-1BED-2A47-FBEAE03D797B}"/>
                </a:ext>
              </a:extLst>
            </p:cNvPr>
            <p:cNvGrpSpPr/>
            <p:nvPr/>
          </p:nvGrpSpPr>
          <p:grpSpPr>
            <a:xfrm>
              <a:off x="7557361" y="2743134"/>
              <a:ext cx="414449" cy="309005"/>
              <a:chOff x="6616561" y="2977809"/>
              <a:chExt cx="635221" cy="488565"/>
            </a:xfrm>
          </p:grpSpPr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72385B93-76F0-6816-32C5-A07F0A2840F2}"/>
                  </a:ext>
                </a:extLst>
              </p:cNvPr>
              <p:cNvSpPr/>
              <p:nvPr/>
            </p:nvSpPr>
            <p:spPr>
              <a:xfrm>
                <a:off x="6616561" y="3162798"/>
                <a:ext cx="613586" cy="303576"/>
              </a:xfrm>
              <a:custGeom>
                <a:avLst/>
                <a:gdLst>
                  <a:gd name="csX0" fmla="*/ 47610 w 690433"/>
                  <a:gd name="csY0" fmla="*/ 843 h 303576"/>
                  <a:gd name="csX1" fmla="*/ 51420 w 690433"/>
                  <a:gd name="csY1" fmla="*/ 151338 h 303576"/>
                  <a:gd name="csX2" fmla="*/ 169530 w 690433"/>
                  <a:gd name="csY2" fmla="*/ 237063 h 303576"/>
                  <a:gd name="csX3" fmla="*/ 283830 w 690433"/>
                  <a:gd name="csY3" fmla="*/ 227538 h 303576"/>
                  <a:gd name="csX4" fmla="*/ 422895 w 690433"/>
                  <a:gd name="csY4" fmla="*/ 301833 h 303576"/>
                  <a:gd name="csX5" fmla="*/ 548625 w 690433"/>
                  <a:gd name="csY5" fmla="*/ 275163 h 303576"/>
                  <a:gd name="csX6" fmla="*/ 622920 w 690433"/>
                  <a:gd name="csY6" fmla="*/ 219918 h 303576"/>
                  <a:gd name="csX7" fmla="*/ 647685 w 690433"/>
                  <a:gd name="csY7" fmla="*/ 139908 h 303576"/>
                  <a:gd name="csX8" fmla="*/ 643875 w 690433"/>
                  <a:gd name="csY8" fmla="*/ 92283 h 303576"/>
                  <a:gd name="csX9" fmla="*/ 47610 w 690433"/>
                  <a:gd name="csY9" fmla="*/ 843 h 3035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690433" h="303576">
                    <a:moveTo>
                      <a:pt x="47610" y="843"/>
                    </a:moveTo>
                    <a:cubicBezTo>
                      <a:pt x="-51132" y="10685"/>
                      <a:pt x="31100" y="111968"/>
                      <a:pt x="51420" y="151338"/>
                    </a:cubicBezTo>
                    <a:cubicBezTo>
                      <a:pt x="71740" y="190708"/>
                      <a:pt x="130795" y="224363"/>
                      <a:pt x="169530" y="237063"/>
                    </a:cubicBezTo>
                    <a:cubicBezTo>
                      <a:pt x="208265" y="249763"/>
                      <a:pt x="241603" y="216743"/>
                      <a:pt x="283830" y="227538"/>
                    </a:cubicBezTo>
                    <a:cubicBezTo>
                      <a:pt x="326057" y="238333"/>
                      <a:pt x="378763" y="293896"/>
                      <a:pt x="422895" y="301833"/>
                    </a:cubicBezTo>
                    <a:cubicBezTo>
                      <a:pt x="467027" y="309770"/>
                      <a:pt x="515288" y="288815"/>
                      <a:pt x="548625" y="275163"/>
                    </a:cubicBezTo>
                    <a:cubicBezTo>
                      <a:pt x="581962" y="261511"/>
                      <a:pt x="606410" y="242460"/>
                      <a:pt x="622920" y="219918"/>
                    </a:cubicBezTo>
                    <a:cubicBezTo>
                      <a:pt x="639430" y="197376"/>
                      <a:pt x="644193" y="161180"/>
                      <a:pt x="647685" y="139908"/>
                    </a:cubicBezTo>
                    <a:cubicBezTo>
                      <a:pt x="651177" y="118636"/>
                      <a:pt x="744522" y="114508"/>
                      <a:pt x="643875" y="92283"/>
                    </a:cubicBezTo>
                    <a:cubicBezTo>
                      <a:pt x="543228" y="70058"/>
                      <a:pt x="146352" y="-8999"/>
                      <a:pt x="47610" y="843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94624E33-2CCC-C253-FD22-090DE1C01AF9}"/>
                  </a:ext>
                </a:extLst>
              </p:cNvPr>
              <p:cNvSpPr/>
              <p:nvPr/>
            </p:nvSpPr>
            <p:spPr>
              <a:xfrm>
                <a:off x="6627244" y="2977809"/>
                <a:ext cx="624538" cy="361676"/>
              </a:xfrm>
              <a:custGeom>
                <a:avLst/>
                <a:gdLst>
                  <a:gd name="csX0" fmla="*/ 220611 w 602903"/>
                  <a:gd name="csY0" fmla="*/ 55657 h 361676"/>
                  <a:gd name="csX1" fmla="*/ 17411 w 602903"/>
                  <a:gd name="csY1" fmla="*/ 106457 h 361676"/>
                  <a:gd name="csX2" fmla="*/ 27571 w 602903"/>
                  <a:gd name="csY2" fmla="*/ 271557 h 361676"/>
                  <a:gd name="csX3" fmla="*/ 164731 w 602903"/>
                  <a:gd name="csY3" fmla="*/ 302037 h 361676"/>
                  <a:gd name="csX4" fmla="*/ 312051 w 602903"/>
                  <a:gd name="csY4" fmla="*/ 360457 h 361676"/>
                  <a:gd name="csX5" fmla="*/ 563511 w 602903"/>
                  <a:gd name="csY5" fmla="*/ 324897 h 361676"/>
                  <a:gd name="csX6" fmla="*/ 591451 w 602903"/>
                  <a:gd name="csY6" fmla="*/ 144557 h 361676"/>
                  <a:gd name="csX7" fmla="*/ 454291 w 602903"/>
                  <a:gd name="csY7" fmla="*/ 2317 h 361676"/>
                  <a:gd name="csX8" fmla="*/ 220611 w 602903"/>
                  <a:gd name="csY8" fmla="*/ 55657 h 361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02903" h="361676">
                    <a:moveTo>
                      <a:pt x="220611" y="55657"/>
                    </a:moveTo>
                    <a:cubicBezTo>
                      <a:pt x="147798" y="73014"/>
                      <a:pt x="49584" y="70474"/>
                      <a:pt x="17411" y="106457"/>
                    </a:cubicBezTo>
                    <a:cubicBezTo>
                      <a:pt x="-14762" y="142440"/>
                      <a:pt x="3018" y="238960"/>
                      <a:pt x="27571" y="271557"/>
                    </a:cubicBezTo>
                    <a:cubicBezTo>
                      <a:pt x="52124" y="304154"/>
                      <a:pt x="117318" y="287220"/>
                      <a:pt x="164731" y="302037"/>
                    </a:cubicBezTo>
                    <a:cubicBezTo>
                      <a:pt x="212144" y="316854"/>
                      <a:pt x="245588" y="356647"/>
                      <a:pt x="312051" y="360457"/>
                    </a:cubicBezTo>
                    <a:cubicBezTo>
                      <a:pt x="378514" y="364267"/>
                      <a:pt x="516944" y="360880"/>
                      <a:pt x="563511" y="324897"/>
                    </a:cubicBezTo>
                    <a:cubicBezTo>
                      <a:pt x="610078" y="288914"/>
                      <a:pt x="609654" y="198320"/>
                      <a:pt x="591451" y="144557"/>
                    </a:cubicBezTo>
                    <a:cubicBezTo>
                      <a:pt x="573248" y="90794"/>
                      <a:pt x="509748" y="15864"/>
                      <a:pt x="454291" y="2317"/>
                    </a:cubicBezTo>
                    <a:cubicBezTo>
                      <a:pt x="398834" y="-11230"/>
                      <a:pt x="293424" y="38300"/>
                      <a:pt x="220611" y="55657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1" name="Oval 450">
                <a:extLst>
                  <a:ext uri="{FF2B5EF4-FFF2-40B4-BE49-F238E27FC236}">
                    <a16:creationId xmlns:a16="http://schemas.microsoft.com/office/drawing/2014/main" id="{AE10BAA2-066E-2055-AB9E-EBD3C2EDAF72}"/>
                  </a:ext>
                </a:extLst>
              </p:cNvPr>
              <p:cNvSpPr/>
              <p:nvPr/>
            </p:nvSpPr>
            <p:spPr>
              <a:xfrm>
                <a:off x="6705927" y="3134912"/>
                <a:ext cx="144735" cy="988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52" name="Straight Connector 451">
                <a:extLst>
                  <a:ext uri="{FF2B5EF4-FFF2-40B4-BE49-F238E27FC236}">
                    <a16:creationId xmlns:a16="http://schemas.microsoft.com/office/drawing/2014/main" id="{73FB28F1-F259-4F5C-8D67-BC121F8BC9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4297" y="3093556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3" name="Straight Connector 452">
                <a:extLst>
                  <a:ext uri="{FF2B5EF4-FFF2-40B4-BE49-F238E27FC236}">
                    <a16:creationId xmlns:a16="http://schemas.microsoft.com/office/drawing/2014/main" id="{4B62256E-113E-2F28-CFB2-43F38733AC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94782" y="3140874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4" name="Straight Connector 453">
                <a:extLst>
                  <a:ext uri="{FF2B5EF4-FFF2-40B4-BE49-F238E27FC236}">
                    <a16:creationId xmlns:a16="http://schemas.microsoft.com/office/drawing/2014/main" id="{68700927-E19B-82FE-2B84-8FFBE53996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87636" y="3208269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3" name="Oval 432">
              <a:extLst>
                <a:ext uri="{FF2B5EF4-FFF2-40B4-BE49-F238E27FC236}">
                  <a16:creationId xmlns:a16="http://schemas.microsoft.com/office/drawing/2014/main" id="{73D4C619-C298-88D7-B62A-682DC9875BFA}"/>
                </a:ext>
              </a:extLst>
            </p:cNvPr>
            <p:cNvSpPr/>
            <p:nvPr/>
          </p:nvSpPr>
          <p:spPr>
            <a:xfrm>
              <a:off x="7043970" y="2897518"/>
              <a:ext cx="167592" cy="307040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4" name="Oval 433">
              <a:extLst>
                <a:ext uri="{FF2B5EF4-FFF2-40B4-BE49-F238E27FC236}">
                  <a16:creationId xmlns:a16="http://schemas.microsoft.com/office/drawing/2014/main" id="{06B3CAAA-25DA-BB0C-6BCF-2DFBE48A3D8C}"/>
                </a:ext>
              </a:extLst>
            </p:cNvPr>
            <p:cNvSpPr/>
            <p:nvPr/>
          </p:nvSpPr>
          <p:spPr>
            <a:xfrm>
              <a:off x="7186867" y="2901614"/>
              <a:ext cx="167592" cy="307040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5" name="Oval 434">
              <a:extLst>
                <a:ext uri="{FF2B5EF4-FFF2-40B4-BE49-F238E27FC236}">
                  <a16:creationId xmlns:a16="http://schemas.microsoft.com/office/drawing/2014/main" id="{BC106544-9776-882B-6C48-3BB5DBF37E25}"/>
                </a:ext>
              </a:extLst>
            </p:cNvPr>
            <p:cNvSpPr/>
            <p:nvPr/>
          </p:nvSpPr>
          <p:spPr>
            <a:xfrm>
              <a:off x="6941763" y="2967802"/>
              <a:ext cx="167592" cy="307040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6" name="Oval 435">
              <a:extLst>
                <a:ext uri="{FF2B5EF4-FFF2-40B4-BE49-F238E27FC236}">
                  <a16:creationId xmlns:a16="http://schemas.microsoft.com/office/drawing/2014/main" id="{A1C7BDF6-B433-6B9B-D243-9F72AE2F5817}"/>
                </a:ext>
              </a:extLst>
            </p:cNvPr>
            <p:cNvSpPr/>
            <p:nvPr/>
          </p:nvSpPr>
          <p:spPr>
            <a:xfrm>
              <a:off x="7083248" y="2967802"/>
              <a:ext cx="167592" cy="307040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37" name="Group 436">
              <a:extLst>
                <a:ext uri="{FF2B5EF4-FFF2-40B4-BE49-F238E27FC236}">
                  <a16:creationId xmlns:a16="http://schemas.microsoft.com/office/drawing/2014/main" id="{0EC2F3CE-4369-DE83-A5FC-4A340D6F319D}"/>
                </a:ext>
              </a:extLst>
            </p:cNvPr>
            <p:cNvGrpSpPr/>
            <p:nvPr/>
          </p:nvGrpSpPr>
          <p:grpSpPr>
            <a:xfrm>
              <a:off x="7357831" y="2794745"/>
              <a:ext cx="414449" cy="309005"/>
              <a:chOff x="6616561" y="2977809"/>
              <a:chExt cx="635221" cy="488565"/>
            </a:xfrm>
          </p:grpSpPr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7EBCA65F-E473-39BC-8EB2-6D34695B3316}"/>
                  </a:ext>
                </a:extLst>
              </p:cNvPr>
              <p:cNvSpPr/>
              <p:nvPr/>
            </p:nvSpPr>
            <p:spPr>
              <a:xfrm>
                <a:off x="6616561" y="3162798"/>
                <a:ext cx="613587" cy="303576"/>
              </a:xfrm>
              <a:custGeom>
                <a:avLst/>
                <a:gdLst>
                  <a:gd name="csX0" fmla="*/ 47610 w 690433"/>
                  <a:gd name="csY0" fmla="*/ 843 h 303576"/>
                  <a:gd name="csX1" fmla="*/ 51420 w 690433"/>
                  <a:gd name="csY1" fmla="*/ 151338 h 303576"/>
                  <a:gd name="csX2" fmla="*/ 169530 w 690433"/>
                  <a:gd name="csY2" fmla="*/ 237063 h 303576"/>
                  <a:gd name="csX3" fmla="*/ 283830 w 690433"/>
                  <a:gd name="csY3" fmla="*/ 227538 h 303576"/>
                  <a:gd name="csX4" fmla="*/ 422895 w 690433"/>
                  <a:gd name="csY4" fmla="*/ 301833 h 303576"/>
                  <a:gd name="csX5" fmla="*/ 548625 w 690433"/>
                  <a:gd name="csY5" fmla="*/ 275163 h 303576"/>
                  <a:gd name="csX6" fmla="*/ 622920 w 690433"/>
                  <a:gd name="csY6" fmla="*/ 219918 h 303576"/>
                  <a:gd name="csX7" fmla="*/ 647685 w 690433"/>
                  <a:gd name="csY7" fmla="*/ 139908 h 303576"/>
                  <a:gd name="csX8" fmla="*/ 643875 w 690433"/>
                  <a:gd name="csY8" fmla="*/ 92283 h 303576"/>
                  <a:gd name="csX9" fmla="*/ 47610 w 690433"/>
                  <a:gd name="csY9" fmla="*/ 843 h 3035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690433" h="303576">
                    <a:moveTo>
                      <a:pt x="47610" y="843"/>
                    </a:moveTo>
                    <a:cubicBezTo>
                      <a:pt x="-51132" y="10685"/>
                      <a:pt x="31100" y="111968"/>
                      <a:pt x="51420" y="151338"/>
                    </a:cubicBezTo>
                    <a:cubicBezTo>
                      <a:pt x="71740" y="190708"/>
                      <a:pt x="130795" y="224363"/>
                      <a:pt x="169530" y="237063"/>
                    </a:cubicBezTo>
                    <a:cubicBezTo>
                      <a:pt x="208265" y="249763"/>
                      <a:pt x="241603" y="216743"/>
                      <a:pt x="283830" y="227538"/>
                    </a:cubicBezTo>
                    <a:cubicBezTo>
                      <a:pt x="326057" y="238333"/>
                      <a:pt x="378763" y="293896"/>
                      <a:pt x="422895" y="301833"/>
                    </a:cubicBezTo>
                    <a:cubicBezTo>
                      <a:pt x="467027" y="309770"/>
                      <a:pt x="515288" y="288815"/>
                      <a:pt x="548625" y="275163"/>
                    </a:cubicBezTo>
                    <a:cubicBezTo>
                      <a:pt x="581962" y="261511"/>
                      <a:pt x="606410" y="242460"/>
                      <a:pt x="622920" y="219918"/>
                    </a:cubicBezTo>
                    <a:cubicBezTo>
                      <a:pt x="639430" y="197376"/>
                      <a:pt x="644193" y="161180"/>
                      <a:pt x="647685" y="139908"/>
                    </a:cubicBezTo>
                    <a:cubicBezTo>
                      <a:pt x="651177" y="118636"/>
                      <a:pt x="744522" y="114508"/>
                      <a:pt x="643875" y="92283"/>
                    </a:cubicBezTo>
                    <a:cubicBezTo>
                      <a:pt x="543228" y="70058"/>
                      <a:pt x="146352" y="-8999"/>
                      <a:pt x="47610" y="843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9FA9CC0D-621D-DDED-CA73-0FCFCDE59E3E}"/>
                  </a:ext>
                </a:extLst>
              </p:cNvPr>
              <p:cNvSpPr/>
              <p:nvPr/>
            </p:nvSpPr>
            <p:spPr>
              <a:xfrm>
                <a:off x="6627244" y="2977809"/>
                <a:ext cx="624538" cy="361676"/>
              </a:xfrm>
              <a:custGeom>
                <a:avLst/>
                <a:gdLst>
                  <a:gd name="csX0" fmla="*/ 220611 w 602903"/>
                  <a:gd name="csY0" fmla="*/ 55657 h 361676"/>
                  <a:gd name="csX1" fmla="*/ 17411 w 602903"/>
                  <a:gd name="csY1" fmla="*/ 106457 h 361676"/>
                  <a:gd name="csX2" fmla="*/ 27571 w 602903"/>
                  <a:gd name="csY2" fmla="*/ 271557 h 361676"/>
                  <a:gd name="csX3" fmla="*/ 164731 w 602903"/>
                  <a:gd name="csY3" fmla="*/ 302037 h 361676"/>
                  <a:gd name="csX4" fmla="*/ 312051 w 602903"/>
                  <a:gd name="csY4" fmla="*/ 360457 h 361676"/>
                  <a:gd name="csX5" fmla="*/ 563511 w 602903"/>
                  <a:gd name="csY5" fmla="*/ 324897 h 361676"/>
                  <a:gd name="csX6" fmla="*/ 591451 w 602903"/>
                  <a:gd name="csY6" fmla="*/ 144557 h 361676"/>
                  <a:gd name="csX7" fmla="*/ 454291 w 602903"/>
                  <a:gd name="csY7" fmla="*/ 2317 h 361676"/>
                  <a:gd name="csX8" fmla="*/ 220611 w 602903"/>
                  <a:gd name="csY8" fmla="*/ 55657 h 361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02903" h="361676">
                    <a:moveTo>
                      <a:pt x="220611" y="55657"/>
                    </a:moveTo>
                    <a:cubicBezTo>
                      <a:pt x="147798" y="73014"/>
                      <a:pt x="49584" y="70474"/>
                      <a:pt x="17411" y="106457"/>
                    </a:cubicBezTo>
                    <a:cubicBezTo>
                      <a:pt x="-14762" y="142440"/>
                      <a:pt x="3018" y="238960"/>
                      <a:pt x="27571" y="271557"/>
                    </a:cubicBezTo>
                    <a:cubicBezTo>
                      <a:pt x="52124" y="304154"/>
                      <a:pt x="117318" y="287220"/>
                      <a:pt x="164731" y="302037"/>
                    </a:cubicBezTo>
                    <a:cubicBezTo>
                      <a:pt x="212144" y="316854"/>
                      <a:pt x="245588" y="356647"/>
                      <a:pt x="312051" y="360457"/>
                    </a:cubicBezTo>
                    <a:cubicBezTo>
                      <a:pt x="378514" y="364267"/>
                      <a:pt x="516944" y="360880"/>
                      <a:pt x="563511" y="324897"/>
                    </a:cubicBezTo>
                    <a:cubicBezTo>
                      <a:pt x="610078" y="288914"/>
                      <a:pt x="609654" y="198320"/>
                      <a:pt x="591451" y="144557"/>
                    </a:cubicBezTo>
                    <a:cubicBezTo>
                      <a:pt x="573248" y="90794"/>
                      <a:pt x="509748" y="15864"/>
                      <a:pt x="454291" y="2317"/>
                    </a:cubicBezTo>
                    <a:cubicBezTo>
                      <a:pt x="398834" y="-11230"/>
                      <a:pt x="293424" y="38300"/>
                      <a:pt x="220611" y="55657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45" name="Oval 444">
                <a:extLst>
                  <a:ext uri="{FF2B5EF4-FFF2-40B4-BE49-F238E27FC236}">
                    <a16:creationId xmlns:a16="http://schemas.microsoft.com/office/drawing/2014/main" id="{6321C476-A542-0A1F-1C1B-64AE42C04942}"/>
                  </a:ext>
                </a:extLst>
              </p:cNvPr>
              <p:cNvSpPr/>
              <p:nvPr/>
            </p:nvSpPr>
            <p:spPr>
              <a:xfrm>
                <a:off x="6705927" y="3134912"/>
                <a:ext cx="144735" cy="988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46" name="Straight Connector 445">
                <a:extLst>
                  <a:ext uri="{FF2B5EF4-FFF2-40B4-BE49-F238E27FC236}">
                    <a16:creationId xmlns:a16="http://schemas.microsoft.com/office/drawing/2014/main" id="{A71E5908-59AE-EE21-DFD5-900B7B7EFA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4297" y="3093556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7" name="Straight Connector 446">
                <a:extLst>
                  <a:ext uri="{FF2B5EF4-FFF2-40B4-BE49-F238E27FC236}">
                    <a16:creationId xmlns:a16="http://schemas.microsoft.com/office/drawing/2014/main" id="{82BD2A6F-5364-7EBF-440B-B49F7EE6C2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94782" y="3140874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8" name="Straight Connector 447">
                <a:extLst>
                  <a:ext uri="{FF2B5EF4-FFF2-40B4-BE49-F238E27FC236}">
                    <a16:creationId xmlns:a16="http://schemas.microsoft.com/office/drawing/2014/main" id="{E6939FA7-B0AE-942A-B11B-DC46B42865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87636" y="3208269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8" name="Oval 437">
              <a:extLst>
                <a:ext uri="{FF2B5EF4-FFF2-40B4-BE49-F238E27FC236}">
                  <a16:creationId xmlns:a16="http://schemas.microsoft.com/office/drawing/2014/main" id="{AA080527-4AAC-F27E-E696-A3F37412BB96}"/>
                </a:ext>
              </a:extLst>
            </p:cNvPr>
            <p:cNvSpPr/>
            <p:nvPr/>
          </p:nvSpPr>
          <p:spPr>
            <a:xfrm>
              <a:off x="7931219" y="2563985"/>
              <a:ext cx="90424" cy="437962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9" name="Oval 438">
              <a:extLst>
                <a:ext uri="{FF2B5EF4-FFF2-40B4-BE49-F238E27FC236}">
                  <a16:creationId xmlns:a16="http://schemas.microsoft.com/office/drawing/2014/main" id="{27850DB5-A2EA-0D92-7630-B40423790F81}"/>
                </a:ext>
              </a:extLst>
            </p:cNvPr>
            <p:cNvSpPr/>
            <p:nvPr/>
          </p:nvSpPr>
          <p:spPr>
            <a:xfrm>
              <a:off x="8005154" y="2554767"/>
              <a:ext cx="90424" cy="437962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0" name="Oval 439">
              <a:extLst>
                <a:ext uri="{FF2B5EF4-FFF2-40B4-BE49-F238E27FC236}">
                  <a16:creationId xmlns:a16="http://schemas.microsoft.com/office/drawing/2014/main" id="{D9012381-69A7-E36E-DC23-1C34804906AF}"/>
                </a:ext>
              </a:extLst>
            </p:cNvPr>
            <p:cNvSpPr/>
            <p:nvPr/>
          </p:nvSpPr>
          <p:spPr>
            <a:xfrm>
              <a:off x="8080630" y="2541821"/>
              <a:ext cx="90424" cy="437962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1" name="Rectangle 440">
              <a:extLst>
                <a:ext uri="{FF2B5EF4-FFF2-40B4-BE49-F238E27FC236}">
                  <a16:creationId xmlns:a16="http://schemas.microsoft.com/office/drawing/2014/main" id="{2033F99F-67B8-FE05-0582-6E1138A6D454}"/>
                </a:ext>
              </a:extLst>
            </p:cNvPr>
            <p:cNvSpPr/>
            <p:nvPr/>
          </p:nvSpPr>
          <p:spPr>
            <a:xfrm rot="10800000">
              <a:off x="6867672" y="3164589"/>
              <a:ext cx="877850" cy="312806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2" name="Rectangle 242">
              <a:extLst>
                <a:ext uri="{FF2B5EF4-FFF2-40B4-BE49-F238E27FC236}">
                  <a16:creationId xmlns:a16="http://schemas.microsoft.com/office/drawing/2014/main" id="{6301A5D3-5216-5DED-2AC9-55FA747CD7AD}"/>
                </a:ext>
              </a:extLst>
            </p:cNvPr>
            <p:cNvSpPr/>
            <p:nvPr/>
          </p:nvSpPr>
          <p:spPr>
            <a:xfrm rot="8616981">
              <a:off x="7597883" y="2857407"/>
              <a:ext cx="863558" cy="263502"/>
            </a:xfrm>
            <a:custGeom>
              <a:avLst/>
              <a:gdLst>
                <a:gd name="csX0" fmla="*/ 0 w 877850"/>
                <a:gd name="csY0" fmla="*/ 0 h 195087"/>
                <a:gd name="csX1" fmla="*/ 877850 w 877850"/>
                <a:gd name="csY1" fmla="*/ 0 h 195087"/>
                <a:gd name="csX2" fmla="*/ 877850 w 877850"/>
                <a:gd name="csY2" fmla="*/ 195087 h 195087"/>
                <a:gd name="csX3" fmla="*/ 0 w 877850"/>
                <a:gd name="csY3" fmla="*/ 195087 h 195087"/>
                <a:gd name="csX4" fmla="*/ 0 w 877850"/>
                <a:gd name="csY4" fmla="*/ 0 h 195087"/>
                <a:gd name="csX0" fmla="*/ 0 w 877850"/>
                <a:gd name="csY0" fmla="*/ 0 h 195087"/>
                <a:gd name="csX1" fmla="*/ 877850 w 877850"/>
                <a:gd name="csY1" fmla="*/ 0 h 195087"/>
                <a:gd name="csX2" fmla="*/ 774289 w 877850"/>
                <a:gd name="csY2" fmla="*/ 159008 h 195087"/>
                <a:gd name="csX3" fmla="*/ 0 w 877850"/>
                <a:gd name="csY3" fmla="*/ 195087 h 195087"/>
                <a:gd name="csX4" fmla="*/ 0 w 877850"/>
                <a:gd name="csY4" fmla="*/ 0 h 195087"/>
                <a:gd name="csX0" fmla="*/ 0 w 877850"/>
                <a:gd name="csY0" fmla="*/ 0 h 195087"/>
                <a:gd name="csX1" fmla="*/ 877850 w 877850"/>
                <a:gd name="csY1" fmla="*/ 0 h 195087"/>
                <a:gd name="csX2" fmla="*/ 746038 w 877850"/>
                <a:gd name="csY2" fmla="*/ 152389 h 195087"/>
                <a:gd name="csX3" fmla="*/ 0 w 877850"/>
                <a:gd name="csY3" fmla="*/ 195087 h 195087"/>
                <a:gd name="csX4" fmla="*/ 0 w 877850"/>
                <a:gd name="csY4" fmla="*/ 0 h 195087"/>
                <a:gd name="csX0" fmla="*/ 0 w 870586"/>
                <a:gd name="csY0" fmla="*/ 2987 h 198074"/>
                <a:gd name="csX1" fmla="*/ 870586 w 870586"/>
                <a:gd name="csY1" fmla="*/ 0 h 198074"/>
                <a:gd name="csX2" fmla="*/ 746038 w 870586"/>
                <a:gd name="csY2" fmla="*/ 155376 h 198074"/>
                <a:gd name="csX3" fmla="*/ 0 w 870586"/>
                <a:gd name="csY3" fmla="*/ 198074 h 198074"/>
                <a:gd name="csX4" fmla="*/ 0 w 870586"/>
                <a:gd name="csY4" fmla="*/ 2987 h 198074"/>
                <a:gd name="csX0" fmla="*/ 0 w 866712"/>
                <a:gd name="csY0" fmla="*/ 10575 h 205662"/>
                <a:gd name="csX1" fmla="*/ 866712 w 866712"/>
                <a:gd name="csY1" fmla="*/ 0 h 205662"/>
                <a:gd name="csX2" fmla="*/ 746038 w 866712"/>
                <a:gd name="csY2" fmla="*/ 162964 h 205662"/>
                <a:gd name="csX3" fmla="*/ 0 w 866712"/>
                <a:gd name="csY3" fmla="*/ 205662 h 205662"/>
                <a:gd name="csX4" fmla="*/ 0 w 866712"/>
                <a:gd name="csY4" fmla="*/ 10575 h 205662"/>
                <a:gd name="csX0" fmla="*/ 0 w 866712"/>
                <a:gd name="csY0" fmla="*/ 10575 h 205662"/>
                <a:gd name="csX1" fmla="*/ 866712 w 866712"/>
                <a:gd name="csY1" fmla="*/ 0 h 205662"/>
                <a:gd name="csX2" fmla="*/ 742971 w 866712"/>
                <a:gd name="csY2" fmla="*/ 160704 h 205662"/>
                <a:gd name="csX3" fmla="*/ 0 w 866712"/>
                <a:gd name="csY3" fmla="*/ 205662 h 205662"/>
                <a:gd name="csX4" fmla="*/ 0 w 866712"/>
                <a:gd name="csY4" fmla="*/ 10575 h 205662"/>
                <a:gd name="csX0" fmla="*/ 0 w 866712"/>
                <a:gd name="csY0" fmla="*/ 10575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0 w 866712"/>
                <a:gd name="csY4" fmla="*/ 10575 h 205662"/>
                <a:gd name="csX0" fmla="*/ 71373 w 866712"/>
                <a:gd name="csY0" fmla="*/ 39309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71373 w 866712"/>
                <a:gd name="csY4" fmla="*/ 39309 h 205662"/>
                <a:gd name="csX0" fmla="*/ 127110 w 866712"/>
                <a:gd name="csY0" fmla="*/ 73129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127110 w 866712"/>
                <a:gd name="csY4" fmla="*/ 73129 h 205662"/>
                <a:gd name="csX0" fmla="*/ 112365 w 866712"/>
                <a:gd name="csY0" fmla="*/ 48107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112365 w 866712"/>
                <a:gd name="csY4" fmla="*/ 48107 h 2056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66712" h="205662">
                  <a:moveTo>
                    <a:pt x="112365" y="48107"/>
                  </a:moveTo>
                  <a:lnTo>
                    <a:pt x="866712" y="0"/>
                  </a:lnTo>
                  <a:lnTo>
                    <a:pt x="749509" y="167888"/>
                  </a:lnTo>
                  <a:lnTo>
                    <a:pt x="0" y="205662"/>
                  </a:lnTo>
                  <a:lnTo>
                    <a:pt x="112365" y="48107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5EC80CE-F164-7761-7E5F-584F30F500F8}"/>
              </a:ext>
            </a:extLst>
          </p:cNvPr>
          <p:cNvGrpSpPr/>
          <p:nvPr/>
        </p:nvGrpSpPr>
        <p:grpSpPr>
          <a:xfrm>
            <a:off x="6718324" y="3818666"/>
            <a:ext cx="1348068" cy="617913"/>
            <a:chOff x="6713894" y="2448318"/>
            <a:chExt cx="1759330" cy="859131"/>
          </a:xfrm>
        </p:grpSpPr>
        <p:sp>
          <p:nvSpPr>
            <p:cNvPr id="7" name="Rectangle 251">
              <a:extLst>
                <a:ext uri="{FF2B5EF4-FFF2-40B4-BE49-F238E27FC236}">
                  <a16:creationId xmlns:a16="http://schemas.microsoft.com/office/drawing/2014/main" id="{8AF197C3-23E6-1824-EA00-1077DAA5BF86}"/>
                </a:ext>
              </a:extLst>
            </p:cNvPr>
            <p:cNvSpPr/>
            <p:nvPr/>
          </p:nvSpPr>
          <p:spPr>
            <a:xfrm>
              <a:off x="7117939" y="2793384"/>
              <a:ext cx="951059" cy="338599"/>
            </a:xfrm>
            <a:custGeom>
              <a:avLst/>
              <a:gdLst>
                <a:gd name="csX0" fmla="*/ 0 w 1266019"/>
                <a:gd name="csY0" fmla="*/ 0 h 914400"/>
                <a:gd name="csX1" fmla="*/ 1266019 w 1266019"/>
                <a:gd name="csY1" fmla="*/ 0 h 914400"/>
                <a:gd name="csX2" fmla="*/ 1266019 w 1266019"/>
                <a:gd name="csY2" fmla="*/ 914400 h 914400"/>
                <a:gd name="csX3" fmla="*/ 0 w 1266019"/>
                <a:gd name="csY3" fmla="*/ 914400 h 914400"/>
                <a:gd name="csX4" fmla="*/ 0 w 1266019"/>
                <a:gd name="csY4" fmla="*/ 0 h 914400"/>
                <a:gd name="csX0" fmla="*/ 0 w 1266019"/>
                <a:gd name="csY0" fmla="*/ 0 h 914400"/>
                <a:gd name="csX1" fmla="*/ 1266019 w 1266019"/>
                <a:gd name="csY1" fmla="*/ 0 h 914400"/>
                <a:gd name="csX2" fmla="*/ 1266019 w 1266019"/>
                <a:gd name="csY2" fmla="*/ 914400 h 914400"/>
                <a:gd name="csX3" fmla="*/ 177800 w 1266019"/>
                <a:gd name="csY3" fmla="*/ 731520 h 914400"/>
                <a:gd name="csX4" fmla="*/ 0 w 1266019"/>
                <a:gd name="csY4" fmla="*/ 0 h 914400"/>
                <a:gd name="csX0" fmla="*/ 0 w 1266019"/>
                <a:gd name="csY0" fmla="*/ 0 h 734060"/>
                <a:gd name="csX1" fmla="*/ 1266019 w 1266019"/>
                <a:gd name="csY1" fmla="*/ 0 h 734060"/>
                <a:gd name="csX2" fmla="*/ 808819 w 1266019"/>
                <a:gd name="csY2" fmla="*/ 734060 h 734060"/>
                <a:gd name="csX3" fmla="*/ 177800 w 1266019"/>
                <a:gd name="csY3" fmla="*/ 731520 h 734060"/>
                <a:gd name="csX4" fmla="*/ 0 w 1266019"/>
                <a:gd name="csY4" fmla="*/ 0 h 734060"/>
                <a:gd name="csX0" fmla="*/ 0 w 1128859"/>
                <a:gd name="csY0" fmla="*/ 0 h 734060"/>
                <a:gd name="csX1" fmla="*/ 1128859 w 1128859"/>
                <a:gd name="csY1" fmla="*/ 452120 h 734060"/>
                <a:gd name="csX2" fmla="*/ 808819 w 1128859"/>
                <a:gd name="csY2" fmla="*/ 734060 h 734060"/>
                <a:gd name="csX3" fmla="*/ 177800 w 1128859"/>
                <a:gd name="csY3" fmla="*/ 731520 h 734060"/>
                <a:gd name="csX4" fmla="*/ 0 w 1128859"/>
                <a:gd name="csY4" fmla="*/ 0 h 734060"/>
                <a:gd name="csX0" fmla="*/ 332740 w 951059"/>
                <a:gd name="csY0" fmla="*/ 0 h 294640"/>
                <a:gd name="csX1" fmla="*/ 951059 w 951059"/>
                <a:gd name="csY1" fmla="*/ 12700 h 294640"/>
                <a:gd name="csX2" fmla="*/ 631019 w 951059"/>
                <a:gd name="csY2" fmla="*/ 294640 h 294640"/>
                <a:gd name="csX3" fmla="*/ 0 w 951059"/>
                <a:gd name="csY3" fmla="*/ 292100 h 294640"/>
                <a:gd name="csX4" fmla="*/ 332740 w 951059"/>
                <a:gd name="csY4" fmla="*/ 0 h 2946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51059" h="294640">
                  <a:moveTo>
                    <a:pt x="332740" y="0"/>
                  </a:moveTo>
                  <a:lnTo>
                    <a:pt x="951059" y="12700"/>
                  </a:lnTo>
                  <a:lnTo>
                    <a:pt x="631019" y="294640"/>
                  </a:lnTo>
                  <a:lnTo>
                    <a:pt x="0" y="292100"/>
                  </a:lnTo>
                  <a:lnTo>
                    <a:pt x="332740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FAB1355-A6A5-7B4F-47F9-116748F234A4}"/>
                </a:ext>
              </a:extLst>
            </p:cNvPr>
            <p:cNvSpPr/>
            <p:nvPr/>
          </p:nvSpPr>
          <p:spPr>
            <a:xfrm rot="10800000">
              <a:off x="7441596" y="2604305"/>
              <a:ext cx="877850" cy="19508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242">
              <a:extLst>
                <a:ext uri="{FF2B5EF4-FFF2-40B4-BE49-F238E27FC236}">
                  <a16:creationId xmlns:a16="http://schemas.microsoft.com/office/drawing/2014/main" id="{515F8F1D-1BA7-8CAB-B205-86271E9C2EE6}"/>
                </a:ext>
              </a:extLst>
            </p:cNvPr>
            <p:cNvSpPr/>
            <p:nvPr/>
          </p:nvSpPr>
          <p:spPr>
            <a:xfrm rot="8616981">
              <a:off x="6713894" y="2844928"/>
              <a:ext cx="863558" cy="205662"/>
            </a:xfrm>
            <a:custGeom>
              <a:avLst/>
              <a:gdLst>
                <a:gd name="csX0" fmla="*/ 0 w 877850"/>
                <a:gd name="csY0" fmla="*/ 0 h 195087"/>
                <a:gd name="csX1" fmla="*/ 877850 w 877850"/>
                <a:gd name="csY1" fmla="*/ 0 h 195087"/>
                <a:gd name="csX2" fmla="*/ 877850 w 877850"/>
                <a:gd name="csY2" fmla="*/ 195087 h 195087"/>
                <a:gd name="csX3" fmla="*/ 0 w 877850"/>
                <a:gd name="csY3" fmla="*/ 195087 h 195087"/>
                <a:gd name="csX4" fmla="*/ 0 w 877850"/>
                <a:gd name="csY4" fmla="*/ 0 h 195087"/>
                <a:gd name="csX0" fmla="*/ 0 w 877850"/>
                <a:gd name="csY0" fmla="*/ 0 h 195087"/>
                <a:gd name="csX1" fmla="*/ 877850 w 877850"/>
                <a:gd name="csY1" fmla="*/ 0 h 195087"/>
                <a:gd name="csX2" fmla="*/ 774289 w 877850"/>
                <a:gd name="csY2" fmla="*/ 159008 h 195087"/>
                <a:gd name="csX3" fmla="*/ 0 w 877850"/>
                <a:gd name="csY3" fmla="*/ 195087 h 195087"/>
                <a:gd name="csX4" fmla="*/ 0 w 877850"/>
                <a:gd name="csY4" fmla="*/ 0 h 195087"/>
                <a:gd name="csX0" fmla="*/ 0 w 877850"/>
                <a:gd name="csY0" fmla="*/ 0 h 195087"/>
                <a:gd name="csX1" fmla="*/ 877850 w 877850"/>
                <a:gd name="csY1" fmla="*/ 0 h 195087"/>
                <a:gd name="csX2" fmla="*/ 746038 w 877850"/>
                <a:gd name="csY2" fmla="*/ 152389 h 195087"/>
                <a:gd name="csX3" fmla="*/ 0 w 877850"/>
                <a:gd name="csY3" fmla="*/ 195087 h 195087"/>
                <a:gd name="csX4" fmla="*/ 0 w 877850"/>
                <a:gd name="csY4" fmla="*/ 0 h 195087"/>
                <a:gd name="csX0" fmla="*/ 0 w 870586"/>
                <a:gd name="csY0" fmla="*/ 2987 h 198074"/>
                <a:gd name="csX1" fmla="*/ 870586 w 870586"/>
                <a:gd name="csY1" fmla="*/ 0 h 198074"/>
                <a:gd name="csX2" fmla="*/ 746038 w 870586"/>
                <a:gd name="csY2" fmla="*/ 155376 h 198074"/>
                <a:gd name="csX3" fmla="*/ 0 w 870586"/>
                <a:gd name="csY3" fmla="*/ 198074 h 198074"/>
                <a:gd name="csX4" fmla="*/ 0 w 870586"/>
                <a:gd name="csY4" fmla="*/ 2987 h 198074"/>
                <a:gd name="csX0" fmla="*/ 0 w 866712"/>
                <a:gd name="csY0" fmla="*/ 10575 h 205662"/>
                <a:gd name="csX1" fmla="*/ 866712 w 866712"/>
                <a:gd name="csY1" fmla="*/ 0 h 205662"/>
                <a:gd name="csX2" fmla="*/ 746038 w 866712"/>
                <a:gd name="csY2" fmla="*/ 162964 h 205662"/>
                <a:gd name="csX3" fmla="*/ 0 w 866712"/>
                <a:gd name="csY3" fmla="*/ 205662 h 205662"/>
                <a:gd name="csX4" fmla="*/ 0 w 866712"/>
                <a:gd name="csY4" fmla="*/ 10575 h 205662"/>
                <a:gd name="csX0" fmla="*/ 0 w 866712"/>
                <a:gd name="csY0" fmla="*/ 10575 h 205662"/>
                <a:gd name="csX1" fmla="*/ 866712 w 866712"/>
                <a:gd name="csY1" fmla="*/ 0 h 205662"/>
                <a:gd name="csX2" fmla="*/ 742971 w 866712"/>
                <a:gd name="csY2" fmla="*/ 160704 h 205662"/>
                <a:gd name="csX3" fmla="*/ 0 w 866712"/>
                <a:gd name="csY3" fmla="*/ 205662 h 205662"/>
                <a:gd name="csX4" fmla="*/ 0 w 866712"/>
                <a:gd name="csY4" fmla="*/ 10575 h 205662"/>
                <a:gd name="csX0" fmla="*/ 0 w 866712"/>
                <a:gd name="csY0" fmla="*/ 10575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0 w 866712"/>
                <a:gd name="csY4" fmla="*/ 10575 h 205662"/>
                <a:gd name="csX0" fmla="*/ 71373 w 866712"/>
                <a:gd name="csY0" fmla="*/ 39309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71373 w 866712"/>
                <a:gd name="csY4" fmla="*/ 39309 h 205662"/>
                <a:gd name="csX0" fmla="*/ 127110 w 866712"/>
                <a:gd name="csY0" fmla="*/ 73129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127110 w 866712"/>
                <a:gd name="csY4" fmla="*/ 73129 h 205662"/>
                <a:gd name="csX0" fmla="*/ 112365 w 866712"/>
                <a:gd name="csY0" fmla="*/ 48107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112365 w 866712"/>
                <a:gd name="csY4" fmla="*/ 48107 h 2056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66712" h="205662">
                  <a:moveTo>
                    <a:pt x="112365" y="48107"/>
                  </a:moveTo>
                  <a:lnTo>
                    <a:pt x="866712" y="0"/>
                  </a:lnTo>
                  <a:lnTo>
                    <a:pt x="749509" y="167888"/>
                  </a:lnTo>
                  <a:lnTo>
                    <a:pt x="0" y="205662"/>
                  </a:lnTo>
                  <a:lnTo>
                    <a:pt x="112365" y="48107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5D2B14C-931C-847B-E520-85DC4EBCD797}"/>
                </a:ext>
              </a:extLst>
            </p:cNvPr>
            <p:cNvGrpSpPr/>
            <p:nvPr/>
          </p:nvGrpSpPr>
          <p:grpSpPr>
            <a:xfrm>
              <a:off x="7383474" y="2448318"/>
              <a:ext cx="548845" cy="396394"/>
              <a:chOff x="2583403" y="4000225"/>
              <a:chExt cx="548845" cy="396394"/>
            </a:xfrm>
          </p:grpSpPr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E552D342-D7BF-A153-0B24-6A7759ECA5F8}"/>
                  </a:ext>
                </a:extLst>
              </p:cNvPr>
              <p:cNvSpPr/>
              <p:nvPr/>
            </p:nvSpPr>
            <p:spPr>
              <a:xfrm>
                <a:off x="2583403" y="4036300"/>
                <a:ext cx="548845" cy="360319"/>
              </a:xfrm>
              <a:custGeom>
                <a:avLst/>
                <a:gdLst>
                  <a:gd name="csX0" fmla="*/ 41823 w 548598"/>
                  <a:gd name="csY0" fmla="*/ 261015 h 348986"/>
                  <a:gd name="csX1" fmla="*/ 34203 w 548598"/>
                  <a:gd name="csY1" fmla="*/ 108615 h 348986"/>
                  <a:gd name="csX2" fmla="*/ 159933 w 548598"/>
                  <a:gd name="csY2" fmla="*/ 5745 h 348986"/>
                  <a:gd name="csX3" fmla="*/ 312333 w 548598"/>
                  <a:gd name="csY3" fmla="*/ 17175 h 348986"/>
                  <a:gd name="csX4" fmla="*/ 331383 w 548598"/>
                  <a:gd name="csY4" fmla="*/ 51465 h 348986"/>
                  <a:gd name="csX5" fmla="*/ 339003 w 548598"/>
                  <a:gd name="csY5" fmla="*/ 89565 h 348986"/>
                  <a:gd name="csX6" fmla="*/ 392343 w 548598"/>
                  <a:gd name="csY6" fmla="*/ 51465 h 348986"/>
                  <a:gd name="csX7" fmla="*/ 449493 w 548598"/>
                  <a:gd name="csY7" fmla="*/ 104805 h 348986"/>
                  <a:gd name="csX8" fmla="*/ 441873 w 548598"/>
                  <a:gd name="csY8" fmla="*/ 219105 h 348986"/>
                  <a:gd name="csX9" fmla="*/ 502833 w 548598"/>
                  <a:gd name="csY9" fmla="*/ 177195 h 348986"/>
                  <a:gd name="csX10" fmla="*/ 537123 w 548598"/>
                  <a:gd name="csY10" fmla="*/ 264825 h 348986"/>
                  <a:gd name="csX11" fmla="*/ 499023 w 548598"/>
                  <a:gd name="csY11" fmla="*/ 348645 h 348986"/>
                  <a:gd name="csX12" fmla="*/ 41823 w 548598"/>
                  <a:gd name="csY12" fmla="*/ 261015 h 348986"/>
                  <a:gd name="csX0" fmla="*/ 41823 w 548845"/>
                  <a:gd name="csY0" fmla="*/ 333405 h 360319"/>
                  <a:gd name="csX1" fmla="*/ 34203 w 548845"/>
                  <a:gd name="csY1" fmla="*/ 108615 h 360319"/>
                  <a:gd name="csX2" fmla="*/ 159933 w 548845"/>
                  <a:gd name="csY2" fmla="*/ 5745 h 360319"/>
                  <a:gd name="csX3" fmla="*/ 312333 w 548845"/>
                  <a:gd name="csY3" fmla="*/ 17175 h 360319"/>
                  <a:gd name="csX4" fmla="*/ 331383 w 548845"/>
                  <a:gd name="csY4" fmla="*/ 51465 h 360319"/>
                  <a:gd name="csX5" fmla="*/ 339003 w 548845"/>
                  <a:gd name="csY5" fmla="*/ 89565 h 360319"/>
                  <a:gd name="csX6" fmla="*/ 392343 w 548845"/>
                  <a:gd name="csY6" fmla="*/ 51465 h 360319"/>
                  <a:gd name="csX7" fmla="*/ 449493 w 548845"/>
                  <a:gd name="csY7" fmla="*/ 104805 h 360319"/>
                  <a:gd name="csX8" fmla="*/ 441873 w 548845"/>
                  <a:gd name="csY8" fmla="*/ 219105 h 360319"/>
                  <a:gd name="csX9" fmla="*/ 502833 w 548845"/>
                  <a:gd name="csY9" fmla="*/ 177195 h 360319"/>
                  <a:gd name="csX10" fmla="*/ 537123 w 548845"/>
                  <a:gd name="csY10" fmla="*/ 264825 h 360319"/>
                  <a:gd name="csX11" fmla="*/ 499023 w 548845"/>
                  <a:gd name="csY11" fmla="*/ 348645 h 360319"/>
                  <a:gd name="csX12" fmla="*/ 41823 w 548845"/>
                  <a:gd name="csY12" fmla="*/ 333405 h 3603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548845" h="360319">
                    <a:moveTo>
                      <a:pt x="41823" y="333405"/>
                    </a:moveTo>
                    <a:cubicBezTo>
                      <a:pt x="-35647" y="293400"/>
                      <a:pt x="14518" y="163225"/>
                      <a:pt x="34203" y="108615"/>
                    </a:cubicBezTo>
                    <a:cubicBezTo>
                      <a:pt x="53888" y="54005"/>
                      <a:pt x="113578" y="20985"/>
                      <a:pt x="159933" y="5745"/>
                    </a:cubicBezTo>
                    <a:cubicBezTo>
                      <a:pt x="206288" y="-9495"/>
                      <a:pt x="283758" y="9555"/>
                      <a:pt x="312333" y="17175"/>
                    </a:cubicBezTo>
                    <a:cubicBezTo>
                      <a:pt x="340908" y="24795"/>
                      <a:pt x="326938" y="39400"/>
                      <a:pt x="331383" y="51465"/>
                    </a:cubicBezTo>
                    <a:cubicBezTo>
                      <a:pt x="335828" y="63530"/>
                      <a:pt x="328843" y="89565"/>
                      <a:pt x="339003" y="89565"/>
                    </a:cubicBezTo>
                    <a:cubicBezTo>
                      <a:pt x="349163" y="89565"/>
                      <a:pt x="373928" y="48925"/>
                      <a:pt x="392343" y="51465"/>
                    </a:cubicBezTo>
                    <a:cubicBezTo>
                      <a:pt x="410758" y="54005"/>
                      <a:pt x="441238" y="76865"/>
                      <a:pt x="449493" y="104805"/>
                    </a:cubicBezTo>
                    <a:cubicBezTo>
                      <a:pt x="457748" y="132745"/>
                      <a:pt x="432983" y="207040"/>
                      <a:pt x="441873" y="219105"/>
                    </a:cubicBezTo>
                    <a:cubicBezTo>
                      <a:pt x="450763" y="231170"/>
                      <a:pt x="486958" y="169575"/>
                      <a:pt x="502833" y="177195"/>
                    </a:cubicBezTo>
                    <a:cubicBezTo>
                      <a:pt x="518708" y="184815"/>
                      <a:pt x="537758" y="236250"/>
                      <a:pt x="537123" y="264825"/>
                    </a:cubicBezTo>
                    <a:cubicBezTo>
                      <a:pt x="536488" y="293400"/>
                      <a:pt x="581573" y="337215"/>
                      <a:pt x="499023" y="348645"/>
                    </a:cubicBezTo>
                    <a:cubicBezTo>
                      <a:pt x="416473" y="360075"/>
                      <a:pt x="119293" y="373410"/>
                      <a:pt x="41823" y="33340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DC264673-955E-A8A3-1497-F4C571B6C5E9}"/>
                  </a:ext>
                </a:extLst>
              </p:cNvPr>
              <p:cNvSpPr/>
              <p:nvPr/>
            </p:nvSpPr>
            <p:spPr>
              <a:xfrm>
                <a:off x="2982217" y="4000225"/>
                <a:ext cx="132477" cy="145465"/>
              </a:xfrm>
              <a:custGeom>
                <a:avLst/>
                <a:gdLst>
                  <a:gd name="csX0" fmla="*/ 1013 w 132477"/>
                  <a:gd name="csY0" fmla="*/ 87905 h 145465"/>
                  <a:gd name="csX1" fmla="*/ 31493 w 132477"/>
                  <a:gd name="csY1" fmla="*/ 4085 h 145465"/>
                  <a:gd name="csX2" fmla="*/ 126743 w 132477"/>
                  <a:gd name="csY2" fmla="*/ 23135 h 145465"/>
                  <a:gd name="csX3" fmla="*/ 115313 w 132477"/>
                  <a:gd name="csY3" fmla="*/ 110765 h 145465"/>
                  <a:gd name="csX4" fmla="*/ 61973 w 132477"/>
                  <a:gd name="csY4" fmla="*/ 110765 h 145465"/>
                  <a:gd name="csX5" fmla="*/ 61973 w 132477"/>
                  <a:gd name="csY5" fmla="*/ 145055 h 145465"/>
                  <a:gd name="csX6" fmla="*/ 1013 w 132477"/>
                  <a:gd name="csY6" fmla="*/ 87905 h 1454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32477" h="145465">
                    <a:moveTo>
                      <a:pt x="1013" y="87905"/>
                    </a:moveTo>
                    <a:cubicBezTo>
                      <a:pt x="-4067" y="64410"/>
                      <a:pt x="10538" y="14880"/>
                      <a:pt x="31493" y="4085"/>
                    </a:cubicBezTo>
                    <a:cubicBezTo>
                      <a:pt x="52448" y="-6710"/>
                      <a:pt x="112773" y="5355"/>
                      <a:pt x="126743" y="23135"/>
                    </a:cubicBezTo>
                    <a:cubicBezTo>
                      <a:pt x="140713" y="40915"/>
                      <a:pt x="126108" y="96160"/>
                      <a:pt x="115313" y="110765"/>
                    </a:cubicBezTo>
                    <a:cubicBezTo>
                      <a:pt x="104518" y="125370"/>
                      <a:pt x="70863" y="105050"/>
                      <a:pt x="61973" y="110765"/>
                    </a:cubicBezTo>
                    <a:cubicBezTo>
                      <a:pt x="53083" y="116480"/>
                      <a:pt x="70228" y="149500"/>
                      <a:pt x="61973" y="145055"/>
                    </a:cubicBezTo>
                    <a:cubicBezTo>
                      <a:pt x="53718" y="140610"/>
                      <a:pt x="6093" y="111400"/>
                      <a:pt x="1013" y="87905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4203717-1C44-864C-8758-D3610AAB5D84}"/>
                </a:ext>
              </a:extLst>
            </p:cNvPr>
            <p:cNvGrpSpPr/>
            <p:nvPr/>
          </p:nvGrpSpPr>
          <p:grpSpPr>
            <a:xfrm>
              <a:off x="7191194" y="2747221"/>
              <a:ext cx="414449" cy="309005"/>
              <a:chOff x="6616561" y="2977809"/>
              <a:chExt cx="635221" cy="488565"/>
            </a:xfrm>
          </p:grpSpPr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F0A6297D-DFC8-5638-4D79-944864258DC9}"/>
                  </a:ext>
                </a:extLst>
              </p:cNvPr>
              <p:cNvSpPr/>
              <p:nvPr/>
            </p:nvSpPr>
            <p:spPr>
              <a:xfrm>
                <a:off x="6616561" y="3162798"/>
                <a:ext cx="613586" cy="303576"/>
              </a:xfrm>
              <a:custGeom>
                <a:avLst/>
                <a:gdLst>
                  <a:gd name="csX0" fmla="*/ 47610 w 690433"/>
                  <a:gd name="csY0" fmla="*/ 843 h 303576"/>
                  <a:gd name="csX1" fmla="*/ 51420 w 690433"/>
                  <a:gd name="csY1" fmla="*/ 151338 h 303576"/>
                  <a:gd name="csX2" fmla="*/ 169530 w 690433"/>
                  <a:gd name="csY2" fmla="*/ 237063 h 303576"/>
                  <a:gd name="csX3" fmla="*/ 283830 w 690433"/>
                  <a:gd name="csY3" fmla="*/ 227538 h 303576"/>
                  <a:gd name="csX4" fmla="*/ 422895 w 690433"/>
                  <a:gd name="csY4" fmla="*/ 301833 h 303576"/>
                  <a:gd name="csX5" fmla="*/ 548625 w 690433"/>
                  <a:gd name="csY5" fmla="*/ 275163 h 303576"/>
                  <a:gd name="csX6" fmla="*/ 622920 w 690433"/>
                  <a:gd name="csY6" fmla="*/ 219918 h 303576"/>
                  <a:gd name="csX7" fmla="*/ 647685 w 690433"/>
                  <a:gd name="csY7" fmla="*/ 139908 h 303576"/>
                  <a:gd name="csX8" fmla="*/ 643875 w 690433"/>
                  <a:gd name="csY8" fmla="*/ 92283 h 303576"/>
                  <a:gd name="csX9" fmla="*/ 47610 w 690433"/>
                  <a:gd name="csY9" fmla="*/ 843 h 3035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690433" h="303576">
                    <a:moveTo>
                      <a:pt x="47610" y="843"/>
                    </a:moveTo>
                    <a:cubicBezTo>
                      <a:pt x="-51132" y="10685"/>
                      <a:pt x="31100" y="111968"/>
                      <a:pt x="51420" y="151338"/>
                    </a:cubicBezTo>
                    <a:cubicBezTo>
                      <a:pt x="71740" y="190708"/>
                      <a:pt x="130795" y="224363"/>
                      <a:pt x="169530" y="237063"/>
                    </a:cubicBezTo>
                    <a:cubicBezTo>
                      <a:pt x="208265" y="249763"/>
                      <a:pt x="241603" y="216743"/>
                      <a:pt x="283830" y="227538"/>
                    </a:cubicBezTo>
                    <a:cubicBezTo>
                      <a:pt x="326057" y="238333"/>
                      <a:pt x="378763" y="293896"/>
                      <a:pt x="422895" y="301833"/>
                    </a:cubicBezTo>
                    <a:cubicBezTo>
                      <a:pt x="467027" y="309770"/>
                      <a:pt x="515288" y="288815"/>
                      <a:pt x="548625" y="275163"/>
                    </a:cubicBezTo>
                    <a:cubicBezTo>
                      <a:pt x="581962" y="261511"/>
                      <a:pt x="606410" y="242460"/>
                      <a:pt x="622920" y="219918"/>
                    </a:cubicBezTo>
                    <a:cubicBezTo>
                      <a:pt x="639430" y="197376"/>
                      <a:pt x="644193" y="161180"/>
                      <a:pt x="647685" y="139908"/>
                    </a:cubicBezTo>
                    <a:cubicBezTo>
                      <a:pt x="651177" y="118636"/>
                      <a:pt x="744522" y="114508"/>
                      <a:pt x="643875" y="92283"/>
                    </a:cubicBezTo>
                    <a:cubicBezTo>
                      <a:pt x="543228" y="70058"/>
                      <a:pt x="146352" y="-8999"/>
                      <a:pt x="47610" y="843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988D386F-ACC2-3A55-5830-FCA710EFD761}"/>
                  </a:ext>
                </a:extLst>
              </p:cNvPr>
              <p:cNvSpPr/>
              <p:nvPr/>
            </p:nvSpPr>
            <p:spPr>
              <a:xfrm>
                <a:off x="6627244" y="2977809"/>
                <a:ext cx="624538" cy="361676"/>
              </a:xfrm>
              <a:custGeom>
                <a:avLst/>
                <a:gdLst>
                  <a:gd name="csX0" fmla="*/ 220611 w 602903"/>
                  <a:gd name="csY0" fmla="*/ 55657 h 361676"/>
                  <a:gd name="csX1" fmla="*/ 17411 w 602903"/>
                  <a:gd name="csY1" fmla="*/ 106457 h 361676"/>
                  <a:gd name="csX2" fmla="*/ 27571 w 602903"/>
                  <a:gd name="csY2" fmla="*/ 271557 h 361676"/>
                  <a:gd name="csX3" fmla="*/ 164731 w 602903"/>
                  <a:gd name="csY3" fmla="*/ 302037 h 361676"/>
                  <a:gd name="csX4" fmla="*/ 312051 w 602903"/>
                  <a:gd name="csY4" fmla="*/ 360457 h 361676"/>
                  <a:gd name="csX5" fmla="*/ 563511 w 602903"/>
                  <a:gd name="csY5" fmla="*/ 324897 h 361676"/>
                  <a:gd name="csX6" fmla="*/ 591451 w 602903"/>
                  <a:gd name="csY6" fmla="*/ 144557 h 361676"/>
                  <a:gd name="csX7" fmla="*/ 454291 w 602903"/>
                  <a:gd name="csY7" fmla="*/ 2317 h 361676"/>
                  <a:gd name="csX8" fmla="*/ 220611 w 602903"/>
                  <a:gd name="csY8" fmla="*/ 55657 h 361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02903" h="361676">
                    <a:moveTo>
                      <a:pt x="220611" y="55657"/>
                    </a:moveTo>
                    <a:cubicBezTo>
                      <a:pt x="147798" y="73014"/>
                      <a:pt x="49584" y="70474"/>
                      <a:pt x="17411" y="106457"/>
                    </a:cubicBezTo>
                    <a:cubicBezTo>
                      <a:pt x="-14762" y="142440"/>
                      <a:pt x="3018" y="238960"/>
                      <a:pt x="27571" y="271557"/>
                    </a:cubicBezTo>
                    <a:cubicBezTo>
                      <a:pt x="52124" y="304154"/>
                      <a:pt x="117318" y="287220"/>
                      <a:pt x="164731" y="302037"/>
                    </a:cubicBezTo>
                    <a:cubicBezTo>
                      <a:pt x="212144" y="316854"/>
                      <a:pt x="245588" y="356647"/>
                      <a:pt x="312051" y="360457"/>
                    </a:cubicBezTo>
                    <a:cubicBezTo>
                      <a:pt x="378514" y="364267"/>
                      <a:pt x="516944" y="360880"/>
                      <a:pt x="563511" y="324897"/>
                    </a:cubicBezTo>
                    <a:cubicBezTo>
                      <a:pt x="610078" y="288914"/>
                      <a:pt x="609654" y="198320"/>
                      <a:pt x="591451" y="144557"/>
                    </a:cubicBezTo>
                    <a:cubicBezTo>
                      <a:pt x="573248" y="90794"/>
                      <a:pt x="509748" y="15864"/>
                      <a:pt x="454291" y="2317"/>
                    </a:cubicBezTo>
                    <a:cubicBezTo>
                      <a:pt x="398834" y="-11230"/>
                      <a:pt x="293424" y="38300"/>
                      <a:pt x="220611" y="55657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AB22C997-EB77-B979-8E83-AD128360E1F4}"/>
                  </a:ext>
                </a:extLst>
              </p:cNvPr>
              <p:cNvSpPr/>
              <p:nvPr/>
            </p:nvSpPr>
            <p:spPr>
              <a:xfrm>
                <a:off x="6705927" y="3134912"/>
                <a:ext cx="144735" cy="988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5C234C98-9FB2-722E-15CE-3F0443F4CD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4297" y="3093556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620C59F5-4218-3A70-5950-FB86BE3B02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94782" y="3140874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Straight Connector 160">
                <a:extLst>
                  <a:ext uri="{FF2B5EF4-FFF2-40B4-BE49-F238E27FC236}">
                    <a16:creationId xmlns:a16="http://schemas.microsoft.com/office/drawing/2014/main" id="{697F2AC5-232C-5E0A-E41E-3EFDB34407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87636" y="3208269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3AF12B8-B5C9-3A8B-A726-D2B09A1DD435}"/>
                </a:ext>
              </a:extLst>
            </p:cNvPr>
            <p:cNvGrpSpPr/>
            <p:nvPr/>
          </p:nvGrpSpPr>
          <p:grpSpPr>
            <a:xfrm>
              <a:off x="7557361" y="2743134"/>
              <a:ext cx="414449" cy="309005"/>
              <a:chOff x="6616561" y="2977809"/>
              <a:chExt cx="635221" cy="488565"/>
            </a:xfrm>
          </p:grpSpPr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0BA71AD2-B528-43A8-A007-7B3D60AA1D81}"/>
                  </a:ext>
                </a:extLst>
              </p:cNvPr>
              <p:cNvSpPr/>
              <p:nvPr/>
            </p:nvSpPr>
            <p:spPr>
              <a:xfrm>
                <a:off x="6616561" y="3162798"/>
                <a:ext cx="613586" cy="303576"/>
              </a:xfrm>
              <a:custGeom>
                <a:avLst/>
                <a:gdLst>
                  <a:gd name="csX0" fmla="*/ 47610 w 690433"/>
                  <a:gd name="csY0" fmla="*/ 843 h 303576"/>
                  <a:gd name="csX1" fmla="*/ 51420 w 690433"/>
                  <a:gd name="csY1" fmla="*/ 151338 h 303576"/>
                  <a:gd name="csX2" fmla="*/ 169530 w 690433"/>
                  <a:gd name="csY2" fmla="*/ 237063 h 303576"/>
                  <a:gd name="csX3" fmla="*/ 283830 w 690433"/>
                  <a:gd name="csY3" fmla="*/ 227538 h 303576"/>
                  <a:gd name="csX4" fmla="*/ 422895 w 690433"/>
                  <a:gd name="csY4" fmla="*/ 301833 h 303576"/>
                  <a:gd name="csX5" fmla="*/ 548625 w 690433"/>
                  <a:gd name="csY5" fmla="*/ 275163 h 303576"/>
                  <a:gd name="csX6" fmla="*/ 622920 w 690433"/>
                  <a:gd name="csY6" fmla="*/ 219918 h 303576"/>
                  <a:gd name="csX7" fmla="*/ 647685 w 690433"/>
                  <a:gd name="csY7" fmla="*/ 139908 h 303576"/>
                  <a:gd name="csX8" fmla="*/ 643875 w 690433"/>
                  <a:gd name="csY8" fmla="*/ 92283 h 303576"/>
                  <a:gd name="csX9" fmla="*/ 47610 w 690433"/>
                  <a:gd name="csY9" fmla="*/ 843 h 3035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690433" h="303576">
                    <a:moveTo>
                      <a:pt x="47610" y="843"/>
                    </a:moveTo>
                    <a:cubicBezTo>
                      <a:pt x="-51132" y="10685"/>
                      <a:pt x="31100" y="111968"/>
                      <a:pt x="51420" y="151338"/>
                    </a:cubicBezTo>
                    <a:cubicBezTo>
                      <a:pt x="71740" y="190708"/>
                      <a:pt x="130795" y="224363"/>
                      <a:pt x="169530" y="237063"/>
                    </a:cubicBezTo>
                    <a:cubicBezTo>
                      <a:pt x="208265" y="249763"/>
                      <a:pt x="241603" y="216743"/>
                      <a:pt x="283830" y="227538"/>
                    </a:cubicBezTo>
                    <a:cubicBezTo>
                      <a:pt x="326057" y="238333"/>
                      <a:pt x="378763" y="293896"/>
                      <a:pt x="422895" y="301833"/>
                    </a:cubicBezTo>
                    <a:cubicBezTo>
                      <a:pt x="467027" y="309770"/>
                      <a:pt x="515288" y="288815"/>
                      <a:pt x="548625" y="275163"/>
                    </a:cubicBezTo>
                    <a:cubicBezTo>
                      <a:pt x="581962" y="261511"/>
                      <a:pt x="606410" y="242460"/>
                      <a:pt x="622920" y="219918"/>
                    </a:cubicBezTo>
                    <a:cubicBezTo>
                      <a:pt x="639430" y="197376"/>
                      <a:pt x="644193" y="161180"/>
                      <a:pt x="647685" y="139908"/>
                    </a:cubicBezTo>
                    <a:cubicBezTo>
                      <a:pt x="651177" y="118636"/>
                      <a:pt x="744522" y="114508"/>
                      <a:pt x="643875" y="92283"/>
                    </a:cubicBezTo>
                    <a:cubicBezTo>
                      <a:pt x="543228" y="70058"/>
                      <a:pt x="146352" y="-8999"/>
                      <a:pt x="47610" y="843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E1266540-5EA6-E6F8-F953-F78570DE07EC}"/>
                  </a:ext>
                </a:extLst>
              </p:cNvPr>
              <p:cNvSpPr/>
              <p:nvPr/>
            </p:nvSpPr>
            <p:spPr>
              <a:xfrm>
                <a:off x="6627244" y="2977809"/>
                <a:ext cx="624538" cy="361676"/>
              </a:xfrm>
              <a:custGeom>
                <a:avLst/>
                <a:gdLst>
                  <a:gd name="csX0" fmla="*/ 220611 w 602903"/>
                  <a:gd name="csY0" fmla="*/ 55657 h 361676"/>
                  <a:gd name="csX1" fmla="*/ 17411 w 602903"/>
                  <a:gd name="csY1" fmla="*/ 106457 h 361676"/>
                  <a:gd name="csX2" fmla="*/ 27571 w 602903"/>
                  <a:gd name="csY2" fmla="*/ 271557 h 361676"/>
                  <a:gd name="csX3" fmla="*/ 164731 w 602903"/>
                  <a:gd name="csY3" fmla="*/ 302037 h 361676"/>
                  <a:gd name="csX4" fmla="*/ 312051 w 602903"/>
                  <a:gd name="csY4" fmla="*/ 360457 h 361676"/>
                  <a:gd name="csX5" fmla="*/ 563511 w 602903"/>
                  <a:gd name="csY5" fmla="*/ 324897 h 361676"/>
                  <a:gd name="csX6" fmla="*/ 591451 w 602903"/>
                  <a:gd name="csY6" fmla="*/ 144557 h 361676"/>
                  <a:gd name="csX7" fmla="*/ 454291 w 602903"/>
                  <a:gd name="csY7" fmla="*/ 2317 h 361676"/>
                  <a:gd name="csX8" fmla="*/ 220611 w 602903"/>
                  <a:gd name="csY8" fmla="*/ 55657 h 361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02903" h="361676">
                    <a:moveTo>
                      <a:pt x="220611" y="55657"/>
                    </a:moveTo>
                    <a:cubicBezTo>
                      <a:pt x="147798" y="73014"/>
                      <a:pt x="49584" y="70474"/>
                      <a:pt x="17411" y="106457"/>
                    </a:cubicBezTo>
                    <a:cubicBezTo>
                      <a:pt x="-14762" y="142440"/>
                      <a:pt x="3018" y="238960"/>
                      <a:pt x="27571" y="271557"/>
                    </a:cubicBezTo>
                    <a:cubicBezTo>
                      <a:pt x="52124" y="304154"/>
                      <a:pt x="117318" y="287220"/>
                      <a:pt x="164731" y="302037"/>
                    </a:cubicBezTo>
                    <a:cubicBezTo>
                      <a:pt x="212144" y="316854"/>
                      <a:pt x="245588" y="356647"/>
                      <a:pt x="312051" y="360457"/>
                    </a:cubicBezTo>
                    <a:cubicBezTo>
                      <a:pt x="378514" y="364267"/>
                      <a:pt x="516944" y="360880"/>
                      <a:pt x="563511" y="324897"/>
                    </a:cubicBezTo>
                    <a:cubicBezTo>
                      <a:pt x="610078" y="288914"/>
                      <a:pt x="609654" y="198320"/>
                      <a:pt x="591451" y="144557"/>
                    </a:cubicBezTo>
                    <a:cubicBezTo>
                      <a:pt x="573248" y="90794"/>
                      <a:pt x="509748" y="15864"/>
                      <a:pt x="454291" y="2317"/>
                    </a:cubicBezTo>
                    <a:cubicBezTo>
                      <a:pt x="398834" y="-11230"/>
                      <a:pt x="293424" y="38300"/>
                      <a:pt x="220611" y="55657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216FA160-DE64-C4B0-7959-E96295FD0390}"/>
                  </a:ext>
                </a:extLst>
              </p:cNvPr>
              <p:cNvSpPr/>
              <p:nvPr/>
            </p:nvSpPr>
            <p:spPr>
              <a:xfrm>
                <a:off x="6705927" y="3134912"/>
                <a:ext cx="144735" cy="988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3" name="Straight Connector 142">
                <a:extLst>
                  <a:ext uri="{FF2B5EF4-FFF2-40B4-BE49-F238E27FC236}">
                    <a16:creationId xmlns:a16="http://schemas.microsoft.com/office/drawing/2014/main" id="{97476203-A32E-50F3-40B3-5525DC048A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4297" y="3093556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BFDAFA19-C994-5C26-EA67-8F43846213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94782" y="3140874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A2694466-337E-114B-4FA4-AC48BC4BFD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87636" y="3208269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62C5A7A-BDE7-5A70-4ED0-838C38564F2B}"/>
                </a:ext>
              </a:extLst>
            </p:cNvPr>
            <p:cNvSpPr/>
            <p:nvPr/>
          </p:nvSpPr>
          <p:spPr>
            <a:xfrm>
              <a:off x="7043970" y="2897518"/>
              <a:ext cx="167592" cy="307040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DE3356B-07A1-9630-061C-DB0445150BB0}"/>
                </a:ext>
              </a:extLst>
            </p:cNvPr>
            <p:cNvSpPr/>
            <p:nvPr/>
          </p:nvSpPr>
          <p:spPr>
            <a:xfrm>
              <a:off x="7186867" y="2901614"/>
              <a:ext cx="167592" cy="307040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B0FA062-5B07-C661-634A-8C37089F1B5D}"/>
                </a:ext>
              </a:extLst>
            </p:cNvPr>
            <p:cNvSpPr/>
            <p:nvPr/>
          </p:nvSpPr>
          <p:spPr>
            <a:xfrm>
              <a:off x="6941763" y="2967802"/>
              <a:ext cx="167592" cy="307040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5218C017-C889-A82B-027A-4FF1781639A9}"/>
                </a:ext>
              </a:extLst>
            </p:cNvPr>
            <p:cNvSpPr/>
            <p:nvPr/>
          </p:nvSpPr>
          <p:spPr>
            <a:xfrm>
              <a:off x="7083248" y="2967802"/>
              <a:ext cx="167592" cy="307040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7327A6D9-7421-AC40-4CE4-EA25D0CA09FC}"/>
                </a:ext>
              </a:extLst>
            </p:cNvPr>
            <p:cNvGrpSpPr/>
            <p:nvPr/>
          </p:nvGrpSpPr>
          <p:grpSpPr>
            <a:xfrm>
              <a:off x="7357831" y="2794745"/>
              <a:ext cx="414449" cy="309005"/>
              <a:chOff x="6616561" y="2977809"/>
              <a:chExt cx="635221" cy="488565"/>
            </a:xfrm>
          </p:grpSpPr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35A73B3D-3B64-E57C-81BF-3FEA337E9915}"/>
                  </a:ext>
                </a:extLst>
              </p:cNvPr>
              <p:cNvSpPr/>
              <p:nvPr/>
            </p:nvSpPr>
            <p:spPr>
              <a:xfrm>
                <a:off x="6616561" y="3162798"/>
                <a:ext cx="613586" cy="303576"/>
              </a:xfrm>
              <a:custGeom>
                <a:avLst/>
                <a:gdLst>
                  <a:gd name="csX0" fmla="*/ 47610 w 690433"/>
                  <a:gd name="csY0" fmla="*/ 843 h 303576"/>
                  <a:gd name="csX1" fmla="*/ 51420 w 690433"/>
                  <a:gd name="csY1" fmla="*/ 151338 h 303576"/>
                  <a:gd name="csX2" fmla="*/ 169530 w 690433"/>
                  <a:gd name="csY2" fmla="*/ 237063 h 303576"/>
                  <a:gd name="csX3" fmla="*/ 283830 w 690433"/>
                  <a:gd name="csY3" fmla="*/ 227538 h 303576"/>
                  <a:gd name="csX4" fmla="*/ 422895 w 690433"/>
                  <a:gd name="csY4" fmla="*/ 301833 h 303576"/>
                  <a:gd name="csX5" fmla="*/ 548625 w 690433"/>
                  <a:gd name="csY5" fmla="*/ 275163 h 303576"/>
                  <a:gd name="csX6" fmla="*/ 622920 w 690433"/>
                  <a:gd name="csY6" fmla="*/ 219918 h 303576"/>
                  <a:gd name="csX7" fmla="*/ 647685 w 690433"/>
                  <a:gd name="csY7" fmla="*/ 139908 h 303576"/>
                  <a:gd name="csX8" fmla="*/ 643875 w 690433"/>
                  <a:gd name="csY8" fmla="*/ 92283 h 303576"/>
                  <a:gd name="csX9" fmla="*/ 47610 w 690433"/>
                  <a:gd name="csY9" fmla="*/ 843 h 3035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690433" h="303576">
                    <a:moveTo>
                      <a:pt x="47610" y="843"/>
                    </a:moveTo>
                    <a:cubicBezTo>
                      <a:pt x="-51132" y="10685"/>
                      <a:pt x="31100" y="111968"/>
                      <a:pt x="51420" y="151338"/>
                    </a:cubicBezTo>
                    <a:cubicBezTo>
                      <a:pt x="71740" y="190708"/>
                      <a:pt x="130795" y="224363"/>
                      <a:pt x="169530" y="237063"/>
                    </a:cubicBezTo>
                    <a:cubicBezTo>
                      <a:pt x="208265" y="249763"/>
                      <a:pt x="241603" y="216743"/>
                      <a:pt x="283830" y="227538"/>
                    </a:cubicBezTo>
                    <a:cubicBezTo>
                      <a:pt x="326057" y="238333"/>
                      <a:pt x="378763" y="293896"/>
                      <a:pt x="422895" y="301833"/>
                    </a:cubicBezTo>
                    <a:cubicBezTo>
                      <a:pt x="467027" y="309770"/>
                      <a:pt x="515288" y="288815"/>
                      <a:pt x="548625" y="275163"/>
                    </a:cubicBezTo>
                    <a:cubicBezTo>
                      <a:pt x="581962" y="261511"/>
                      <a:pt x="606410" y="242460"/>
                      <a:pt x="622920" y="219918"/>
                    </a:cubicBezTo>
                    <a:cubicBezTo>
                      <a:pt x="639430" y="197376"/>
                      <a:pt x="644193" y="161180"/>
                      <a:pt x="647685" y="139908"/>
                    </a:cubicBezTo>
                    <a:cubicBezTo>
                      <a:pt x="651177" y="118636"/>
                      <a:pt x="744522" y="114508"/>
                      <a:pt x="643875" y="92283"/>
                    </a:cubicBezTo>
                    <a:cubicBezTo>
                      <a:pt x="543228" y="70058"/>
                      <a:pt x="146352" y="-8999"/>
                      <a:pt x="47610" y="843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F4ABCDC7-309B-812F-9F30-B6346C17B8FE}"/>
                  </a:ext>
                </a:extLst>
              </p:cNvPr>
              <p:cNvSpPr/>
              <p:nvPr/>
            </p:nvSpPr>
            <p:spPr>
              <a:xfrm>
                <a:off x="6627244" y="2977809"/>
                <a:ext cx="624538" cy="361676"/>
              </a:xfrm>
              <a:custGeom>
                <a:avLst/>
                <a:gdLst>
                  <a:gd name="csX0" fmla="*/ 220611 w 602903"/>
                  <a:gd name="csY0" fmla="*/ 55657 h 361676"/>
                  <a:gd name="csX1" fmla="*/ 17411 w 602903"/>
                  <a:gd name="csY1" fmla="*/ 106457 h 361676"/>
                  <a:gd name="csX2" fmla="*/ 27571 w 602903"/>
                  <a:gd name="csY2" fmla="*/ 271557 h 361676"/>
                  <a:gd name="csX3" fmla="*/ 164731 w 602903"/>
                  <a:gd name="csY3" fmla="*/ 302037 h 361676"/>
                  <a:gd name="csX4" fmla="*/ 312051 w 602903"/>
                  <a:gd name="csY4" fmla="*/ 360457 h 361676"/>
                  <a:gd name="csX5" fmla="*/ 563511 w 602903"/>
                  <a:gd name="csY5" fmla="*/ 324897 h 361676"/>
                  <a:gd name="csX6" fmla="*/ 591451 w 602903"/>
                  <a:gd name="csY6" fmla="*/ 144557 h 361676"/>
                  <a:gd name="csX7" fmla="*/ 454291 w 602903"/>
                  <a:gd name="csY7" fmla="*/ 2317 h 361676"/>
                  <a:gd name="csX8" fmla="*/ 220611 w 602903"/>
                  <a:gd name="csY8" fmla="*/ 55657 h 361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02903" h="361676">
                    <a:moveTo>
                      <a:pt x="220611" y="55657"/>
                    </a:moveTo>
                    <a:cubicBezTo>
                      <a:pt x="147798" y="73014"/>
                      <a:pt x="49584" y="70474"/>
                      <a:pt x="17411" y="106457"/>
                    </a:cubicBezTo>
                    <a:cubicBezTo>
                      <a:pt x="-14762" y="142440"/>
                      <a:pt x="3018" y="238960"/>
                      <a:pt x="27571" y="271557"/>
                    </a:cubicBezTo>
                    <a:cubicBezTo>
                      <a:pt x="52124" y="304154"/>
                      <a:pt x="117318" y="287220"/>
                      <a:pt x="164731" y="302037"/>
                    </a:cubicBezTo>
                    <a:cubicBezTo>
                      <a:pt x="212144" y="316854"/>
                      <a:pt x="245588" y="356647"/>
                      <a:pt x="312051" y="360457"/>
                    </a:cubicBezTo>
                    <a:cubicBezTo>
                      <a:pt x="378514" y="364267"/>
                      <a:pt x="516944" y="360880"/>
                      <a:pt x="563511" y="324897"/>
                    </a:cubicBezTo>
                    <a:cubicBezTo>
                      <a:pt x="610078" y="288914"/>
                      <a:pt x="609654" y="198320"/>
                      <a:pt x="591451" y="144557"/>
                    </a:cubicBezTo>
                    <a:cubicBezTo>
                      <a:pt x="573248" y="90794"/>
                      <a:pt x="509748" y="15864"/>
                      <a:pt x="454291" y="2317"/>
                    </a:cubicBezTo>
                    <a:cubicBezTo>
                      <a:pt x="398834" y="-11230"/>
                      <a:pt x="293424" y="38300"/>
                      <a:pt x="220611" y="55657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AF179C96-20C8-1865-7C55-CFCE3124870B}"/>
                  </a:ext>
                </a:extLst>
              </p:cNvPr>
              <p:cNvSpPr/>
              <p:nvPr/>
            </p:nvSpPr>
            <p:spPr>
              <a:xfrm>
                <a:off x="6705927" y="3134912"/>
                <a:ext cx="144735" cy="988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5D84B495-C679-183E-7FEC-E97F1AFC69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4297" y="3093556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5F96B385-5C21-56A5-9E00-9E9919D5BC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94782" y="3140874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3F463435-1C40-2AB9-5B28-FBE39B314C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87636" y="3208269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DD6A919D-451A-8522-3A97-4FB0E1AB86F8}"/>
                </a:ext>
              </a:extLst>
            </p:cNvPr>
            <p:cNvSpPr/>
            <p:nvPr/>
          </p:nvSpPr>
          <p:spPr>
            <a:xfrm>
              <a:off x="7931219" y="2524706"/>
              <a:ext cx="90424" cy="437962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2977036A-C258-1007-FD05-17228F994F2B}"/>
                </a:ext>
              </a:extLst>
            </p:cNvPr>
            <p:cNvSpPr/>
            <p:nvPr/>
          </p:nvSpPr>
          <p:spPr>
            <a:xfrm>
              <a:off x="8005154" y="2515489"/>
              <a:ext cx="90424" cy="437962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74613A93-5A7F-B724-23F9-A1C2392E76E3}"/>
                </a:ext>
              </a:extLst>
            </p:cNvPr>
            <p:cNvSpPr/>
            <p:nvPr/>
          </p:nvSpPr>
          <p:spPr>
            <a:xfrm>
              <a:off x="8080630" y="2502543"/>
              <a:ext cx="90424" cy="437962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E5B935C-52CC-000D-383E-B09612AA9411}"/>
                </a:ext>
              </a:extLst>
            </p:cNvPr>
            <p:cNvSpPr/>
            <p:nvPr/>
          </p:nvSpPr>
          <p:spPr>
            <a:xfrm rot="10800000">
              <a:off x="6864359" y="3112363"/>
              <a:ext cx="877850" cy="195086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242">
              <a:extLst>
                <a:ext uri="{FF2B5EF4-FFF2-40B4-BE49-F238E27FC236}">
                  <a16:creationId xmlns:a16="http://schemas.microsoft.com/office/drawing/2014/main" id="{336FA75D-290F-5EDD-F535-9D4949E25E9C}"/>
                </a:ext>
              </a:extLst>
            </p:cNvPr>
            <p:cNvSpPr/>
            <p:nvPr/>
          </p:nvSpPr>
          <p:spPr>
            <a:xfrm rot="8616981">
              <a:off x="7609666" y="2838243"/>
              <a:ext cx="863558" cy="205662"/>
            </a:xfrm>
            <a:custGeom>
              <a:avLst/>
              <a:gdLst>
                <a:gd name="csX0" fmla="*/ 0 w 877850"/>
                <a:gd name="csY0" fmla="*/ 0 h 195087"/>
                <a:gd name="csX1" fmla="*/ 877850 w 877850"/>
                <a:gd name="csY1" fmla="*/ 0 h 195087"/>
                <a:gd name="csX2" fmla="*/ 877850 w 877850"/>
                <a:gd name="csY2" fmla="*/ 195087 h 195087"/>
                <a:gd name="csX3" fmla="*/ 0 w 877850"/>
                <a:gd name="csY3" fmla="*/ 195087 h 195087"/>
                <a:gd name="csX4" fmla="*/ 0 w 877850"/>
                <a:gd name="csY4" fmla="*/ 0 h 195087"/>
                <a:gd name="csX0" fmla="*/ 0 w 877850"/>
                <a:gd name="csY0" fmla="*/ 0 h 195087"/>
                <a:gd name="csX1" fmla="*/ 877850 w 877850"/>
                <a:gd name="csY1" fmla="*/ 0 h 195087"/>
                <a:gd name="csX2" fmla="*/ 774289 w 877850"/>
                <a:gd name="csY2" fmla="*/ 159008 h 195087"/>
                <a:gd name="csX3" fmla="*/ 0 w 877850"/>
                <a:gd name="csY3" fmla="*/ 195087 h 195087"/>
                <a:gd name="csX4" fmla="*/ 0 w 877850"/>
                <a:gd name="csY4" fmla="*/ 0 h 195087"/>
                <a:gd name="csX0" fmla="*/ 0 w 877850"/>
                <a:gd name="csY0" fmla="*/ 0 h 195087"/>
                <a:gd name="csX1" fmla="*/ 877850 w 877850"/>
                <a:gd name="csY1" fmla="*/ 0 h 195087"/>
                <a:gd name="csX2" fmla="*/ 746038 w 877850"/>
                <a:gd name="csY2" fmla="*/ 152389 h 195087"/>
                <a:gd name="csX3" fmla="*/ 0 w 877850"/>
                <a:gd name="csY3" fmla="*/ 195087 h 195087"/>
                <a:gd name="csX4" fmla="*/ 0 w 877850"/>
                <a:gd name="csY4" fmla="*/ 0 h 195087"/>
                <a:gd name="csX0" fmla="*/ 0 w 870586"/>
                <a:gd name="csY0" fmla="*/ 2987 h 198074"/>
                <a:gd name="csX1" fmla="*/ 870586 w 870586"/>
                <a:gd name="csY1" fmla="*/ 0 h 198074"/>
                <a:gd name="csX2" fmla="*/ 746038 w 870586"/>
                <a:gd name="csY2" fmla="*/ 155376 h 198074"/>
                <a:gd name="csX3" fmla="*/ 0 w 870586"/>
                <a:gd name="csY3" fmla="*/ 198074 h 198074"/>
                <a:gd name="csX4" fmla="*/ 0 w 870586"/>
                <a:gd name="csY4" fmla="*/ 2987 h 198074"/>
                <a:gd name="csX0" fmla="*/ 0 w 866712"/>
                <a:gd name="csY0" fmla="*/ 10575 h 205662"/>
                <a:gd name="csX1" fmla="*/ 866712 w 866712"/>
                <a:gd name="csY1" fmla="*/ 0 h 205662"/>
                <a:gd name="csX2" fmla="*/ 746038 w 866712"/>
                <a:gd name="csY2" fmla="*/ 162964 h 205662"/>
                <a:gd name="csX3" fmla="*/ 0 w 866712"/>
                <a:gd name="csY3" fmla="*/ 205662 h 205662"/>
                <a:gd name="csX4" fmla="*/ 0 w 866712"/>
                <a:gd name="csY4" fmla="*/ 10575 h 205662"/>
                <a:gd name="csX0" fmla="*/ 0 w 866712"/>
                <a:gd name="csY0" fmla="*/ 10575 h 205662"/>
                <a:gd name="csX1" fmla="*/ 866712 w 866712"/>
                <a:gd name="csY1" fmla="*/ 0 h 205662"/>
                <a:gd name="csX2" fmla="*/ 742971 w 866712"/>
                <a:gd name="csY2" fmla="*/ 160704 h 205662"/>
                <a:gd name="csX3" fmla="*/ 0 w 866712"/>
                <a:gd name="csY3" fmla="*/ 205662 h 205662"/>
                <a:gd name="csX4" fmla="*/ 0 w 866712"/>
                <a:gd name="csY4" fmla="*/ 10575 h 205662"/>
                <a:gd name="csX0" fmla="*/ 0 w 866712"/>
                <a:gd name="csY0" fmla="*/ 10575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0 w 866712"/>
                <a:gd name="csY4" fmla="*/ 10575 h 205662"/>
                <a:gd name="csX0" fmla="*/ 71373 w 866712"/>
                <a:gd name="csY0" fmla="*/ 39309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71373 w 866712"/>
                <a:gd name="csY4" fmla="*/ 39309 h 205662"/>
                <a:gd name="csX0" fmla="*/ 127110 w 866712"/>
                <a:gd name="csY0" fmla="*/ 73129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127110 w 866712"/>
                <a:gd name="csY4" fmla="*/ 73129 h 205662"/>
                <a:gd name="csX0" fmla="*/ 112365 w 866712"/>
                <a:gd name="csY0" fmla="*/ 48107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112365 w 866712"/>
                <a:gd name="csY4" fmla="*/ 48107 h 2056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66712" h="205662">
                  <a:moveTo>
                    <a:pt x="112365" y="48107"/>
                  </a:moveTo>
                  <a:lnTo>
                    <a:pt x="866712" y="0"/>
                  </a:lnTo>
                  <a:lnTo>
                    <a:pt x="749509" y="167888"/>
                  </a:lnTo>
                  <a:lnTo>
                    <a:pt x="0" y="205662"/>
                  </a:lnTo>
                  <a:lnTo>
                    <a:pt x="112365" y="48107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EE0C882A-2DD2-885A-6B29-8B8D97F3C9D2}"/>
              </a:ext>
            </a:extLst>
          </p:cNvPr>
          <p:cNvGrpSpPr/>
          <p:nvPr/>
        </p:nvGrpSpPr>
        <p:grpSpPr>
          <a:xfrm>
            <a:off x="7473283" y="3833072"/>
            <a:ext cx="1348068" cy="595053"/>
            <a:chOff x="6713894" y="2448318"/>
            <a:chExt cx="1759330" cy="827347"/>
          </a:xfrm>
        </p:grpSpPr>
        <p:sp>
          <p:nvSpPr>
            <p:cNvPr id="166" name="Rectangle 251">
              <a:extLst>
                <a:ext uri="{FF2B5EF4-FFF2-40B4-BE49-F238E27FC236}">
                  <a16:creationId xmlns:a16="http://schemas.microsoft.com/office/drawing/2014/main" id="{B9C673E1-320F-057F-F443-858E93C9B8B6}"/>
                </a:ext>
              </a:extLst>
            </p:cNvPr>
            <p:cNvSpPr/>
            <p:nvPr/>
          </p:nvSpPr>
          <p:spPr>
            <a:xfrm>
              <a:off x="7117939" y="2793386"/>
              <a:ext cx="951059" cy="294640"/>
            </a:xfrm>
            <a:custGeom>
              <a:avLst/>
              <a:gdLst>
                <a:gd name="csX0" fmla="*/ 0 w 1266019"/>
                <a:gd name="csY0" fmla="*/ 0 h 914400"/>
                <a:gd name="csX1" fmla="*/ 1266019 w 1266019"/>
                <a:gd name="csY1" fmla="*/ 0 h 914400"/>
                <a:gd name="csX2" fmla="*/ 1266019 w 1266019"/>
                <a:gd name="csY2" fmla="*/ 914400 h 914400"/>
                <a:gd name="csX3" fmla="*/ 0 w 1266019"/>
                <a:gd name="csY3" fmla="*/ 914400 h 914400"/>
                <a:gd name="csX4" fmla="*/ 0 w 1266019"/>
                <a:gd name="csY4" fmla="*/ 0 h 914400"/>
                <a:gd name="csX0" fmla="*/ 0 w 1266019"/>
                <a:gd name="csY0" fmla="*/ 0 h 914400"/>
                <a:gd name="csX1" fmla="*/ 1266019 w 1266019"/>
                <a:gd name="csY1" fmla="*/ 0 h 914400"/>
                <a:gd name="csX2" fmla="*/ 1266019 w 1266019"/>
                <a:gd name="csY2" fmla="*/ 914400 h 914400"/>
                <a:gd name="csX3" fmla="*/ 177800 w 1266019"/>
                <a:gd name="csY3" fmla="*/ 731520 h 914400"/>
                <a:gd name="csX4" fmla="*/ 0 w 1266019"/>
                <a:gd name="csY4" fmla="*/ 0 h 914400"/>
                <a:gd name="csX0" fmla="*/ 0 w 1266019"/>
                <a:gd name="csY0" fmla="*/ 0 h 734060"/>
                <a:gd name="csX1" fmla="*/ 1266019 w 1266019"/>
                <a:gd name="csY1" fmla="*/ 0 h 734060"/>
                <a:gd name="csX2" fmla="*/ 808819 w 1266019"/>
                <a:gd name="csY2" fmla="*/ 734060 h 734060"/>
                <a:gd name="csX3" fmla="*/ 177800 w 1266019"/>
                <a:gd name="csY3" fmla="*/ 731520 h 734060"/>
                <a:gd name="csX4" fmla="*/ 0 w 1266019"/>
                <a:gd name="csY4" fmla="*/ 0 h 734060"/>
                <a:gd name="csX0" fmla="*/ 0 w 1128859"/>
                <a:gd name="csY0" fmla="*/ 0 h 734060"/>
                <a:gd name="csX1" fmla="*/ 1128859 w 1128859"/>
                <a:gd name="csY1" fmla="*/ 452120 h 734060"/>
                <a:gd name="csX2" fmla="*/ 808819 w 1128859"/>
                <a:gd name="csY2" fmla="*/ 734060 h 734060"/>
                <a:gd name="csX3" fmla="*/ 177800 w 1128859"/>
                <a:gd name="csY3" fmla="*/ 731520 h 734060"/>
                <a:gd name="csX4" fmla="*/ 0 w 1128859"/>
                <a:gd name="csY4" fmla="*/ 0 h 734060"/>
                <a:gd name="csX0" fmla="*/ 332740 w 951059"/>
                <a:gd name="csY0" fmla="*/ 0 h 294640"/>
                <a:gd name="csX1" fmla="*/ 951059 w 951059"/>
                <a:gd name="csY1" fmla="*/ 12700 h 294640"/>
                <a:gd name="csX2" fmla="*/ 631019 w 951059"/>
                <a:gd name="csY2" fmla="*/ 294640 h 294640"/>
                <a:gd name="csX3" fmla="*/ 0 w 951059"/>
                <a:gd name="csY3" fmla="*/ 292100 h 294640"/>
                <a:gd name="csX4" fmla="*/ 332740 w 951059"/>
                <a:gd name="csY4" fmla="*/ 0 h 2946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51059" h="294640">
                  <a:moveTo>
                    <a:pt x="332740" y="0"/>
                  </a:moveTo>
                  <a:lnTo>
                    <a:pt x="951059" y="12700"/>
                  </a:lnTo>
                  <a:lnTo>
                    <a:pt x="631019" y="294640"/>
                  </a:lnTo>
                  <a:lnTo>
                    <a:pt x="0" y="292100"/>
                  </a:lnTo>
                  <a:lnTo>
                    <a:pt x="332740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598600A2-150C-4281-4AE4-EF0C19F33B55}"/>
                </a:ext>
              </a:extLst>
            </p:cNvPr>
            <p:cNvSpPr/>
            <p:nvPr/>
          </p:nvSpPr>
          <p:spPr>
            <a:xfrm rot="10800000">
              <a:off x="7441596" y="2604305"/>
              <a:ext cx="877850" cy="19508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Rectangle 242">
              <a:extLst>
                <a:ext uri="{FF2B5EF4-FFF2-40B4-BE49-F238E27FC236}">
                  <a16:creationId xmlns:a16="http://schemas.microsoft.com/office/drawing/2014/main" id="{5D3043F8-82F5-1D1E-58DF-D58A134F6B5E}"/>
                </a:ext>
              </a:extLst>
            </p:cNvPr>
            <p:cNvSpPr/>
            <p:nvPr/>
          </p:nvSpPr>
          <p:spPr>
            <a:xfrm rot="8616981">
              <a:off x="6713894" y="2844928"/>
              <a:ext cx="863558" cy="205662"/>
            </a:xfrm>
            <a:custGeom>
              <a:avLst/>
              <a:gdLst>
                <a:gd name="csX0" fmla="*/ 0 w 877850"/>
                <a:gd name="csY0" fmla="*/ 0 h 195087"/>
                <a:gd name="csX1" fmla="*/ 877850 w 877850"/>
                <a:gd name="csY1" fmla="*/ 0 h 195087"/>
                <a:gd name="csX2" fmla="*/ 877850 w 877850"/>
                <a:gd name="csY2" fmla="*/ 195087 h 195087"/>
                <a:gd name="csX3" fmla="*/ 0 w 877850"/>
                <a:gd name="csY3" fmla="*/ 195087 h 195087"/>
                <a:gd name="csX4" fmla="*/ 0 w 877850"/>
                <a:gd name="csY4" fmla="*/ 0 h 195087"/>
                <a:gd name="csX0" fmla="*/ 0 w 877850"/>
                <a:gd name="csY0" fmla="*/ 0 h 195087"/>
                <a:gd name="csX1" fmla="*/ 877850 w 877850"/>
                <a:gd name="csY1" fmla="*/ 0 h 195087"/>
                <a:gd name="csX2" fmla="*/ 774289 w 877850"/>
                <a:gd name="csY2" fmla="*/ 159008 h 195087"/>
                <a:gd name="csX3" fmla="*/ 0 w 877850"/>
                <a:gd name="csY3" fmla="*/ 195087 h 195087"/>
                <a:gd name="csX4" fmla="*/ 0 w 877850"/>
                <a:gd name="csY4" fmla="*/ 0 h 195087"/>
                <a:gd name="csX0" fmla="*/ 0 w 877850"/>
                <a:gd name="csY0" fmla="*/ 0 h 195087"/>
                <a:gd name="csX1" fmla="*/ 877850 w 877850"/>
                <a:gd name="csY1" fmla="*/ 0 h 195087"/>
                <a:gd name="csX2" fmla="*/ 746038 w 877850"/>
                <a:gd name="csY2" fmla="*/ 152389 h 195087"/>
                <a:gd name="csX3" fmla="*/ 0 w 877850"/>
                <a:gd name="csY3" fmla="*/ 195087 h 195087"/>
                <a:gd name="csX4" fmla="*/ 0 w 877850"/>
                <a:gd name="csY4" fmla="*/ 0 h 195087"/>
                <a:gd name="csX0" fmla="*/ 0 w 870586"/>
                <a:gd name="csY0" fmla="*/ 2987 h 198074"/>
                <a:gd name="csX1" fmla="*/ 870586 w 870586"/>
                <a:gd name="csY1" fmla="*/ 0 h 198074"/>
                <a:gd name="csX2" fmla="*/ 746038 w 870586"/>
                <a:gd name="csY2" fmla="*/ 155376 h 198074"/>
                <a:gd name="csX3" fmla="*/ 0 w 870586"/>
                <a:gd name="csY3" fmla="*/ 198074 h 198074"/>
                <a:gd name="csX4" fmla="*/ 0 w 870586"/>
                <a:gd name="csY4" fmla="*/ 2987 h 198074"/>
                <a:gd name="csX0" fmla="*/ 0 w 866712"/>
                <a:gd name="csY0" fmla="*/ 10575 h 205662"/>
                <a:gd name="csX1" fmla="*/ 866712 w 866712"/>
                <a:gd name="csY1" fmla="*/ 0 h 205662"/>
                <a:gd name="csX2" fmla="*/ 746038 w 866712"/>
                <a:gd name="csY2" fmla="*/ 162964 h 205662"/>
                <a:gd name="csX3" fmla="*/ 0 w 866712"/>
                <a:gd name="csY3" fmla="*/ 205662 h 205662"/>
                <a:gd name="csX4" fmla="*/ 0 w 866712"/>
                <a:gd name="csY4" fmla="*/ 10575 h 205662"/>
                <a:gd name="csX0" fmla="*/ 0 w 866712"/>
                <a:gd name="csY0" fmla="*/ 10575 h 205662"/>
                <a:gd name="csX1" fmla="*/ 866712 w 866712"/>
                <a:gd name="csY1" fmla="*/ 0 h 205662"/>
                <a:gd name="csX2" fmla="*/ 742971 w 866712"/>
                <a:gd name="csY2" fmla="*/ 160704 h 205662"/>
                <a:gd name="csX3" fmla="*/ 0 w 866712"/>
                <a:gd name="csY3" fmla="*/ 205662 h 205662"/>
                <a:gd name="csX4" fmla="*/ 0 w 866712"/>
                <a:gd name="csY4" fmla="*/ 10575 h 205662"/>
                <a:gd name="csX0" fmla="*/ 0 w 866712"/>
                <a:gd name="csY0" fmla="*/ 10575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0 w 866712"/>
                <a:gd name="csY4" fmla="*/ 10575 h 205662"/>
                <a:gd name="csX0" fmla="*/ 71373 w 866712"/>
                <a:gd name="csY0" fmla="*/ 39309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71373 w 866712"/>
                <a:gd name="csY4" fmla="*/ 39309 h 205662"/>
                <a:gd name="csX0" fmla="*/ 127110 w 866712"/>
                <a:gd name="csY0" fmla="*/ 73129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127110 w 866712"/>
                <a:gd name="csY4" fmla="*/ 73129 h 205662"/>
                <a:gd name="csX0" fmla="*/ 112365 w 866712"/>
                <a:gd name="csY0" fmla="*/ 48107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112365 w 866712"/>
                <a:gd name="csY4" fmla="*/ 48107 h 2056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66712" h="205662">
                  <a:moveTo>
                    <a:pt x="112365" y="48107"/>
                  </a:moveTo>
                  <a:lnTo>
                    <a:pt x="866712" y="0"/>
                  </a:lnTo>
                  <a:lnTo>
                    <a:pt x="749509" y="167888"/>
                  </a:lnTo>
                  <a:lnTo>
                    <a:pt x="0" y="205662"/>
                  </a:lnTo>
                  <a:lnTo>
                    <a:pt x="112365" y="48107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CBB8A28C-C754-D158-1D52-026797206A06}"/>
                </a:ext>
              </a:extLst>
            </p:cNvPr>
            <p:cNvGrpSpPr/>
            <p:nvPr/>
          </p:nvGrpSpPr>
          <p:grpSpPr>
            <a:xfrm>
              <a:off x="7383474" y="2448318"/>
              <a:ext cx="548845" cy="396394"/>
              <a:chOff x="2583403" y="4000225"/>
              <a:chExt cx="548845" cy="396394"/>
            </a:xfrm>
          </p:grpSpPr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45AF46D9-6B61-DB52-1BD7-053A27EC007A}"/>
                  </a:ext>
                </a:extLst>
              </p:cNvPr>
              <p:cNvSpPr/>
              <p:nvPr/>
            </p:nvSpPr>
            <p:spPr>
              <a:xfrm>
                <a:off x="2583403" y="4036300"/>
                <a:ext cx="548845" cy="360319"/>
              </a:xfrm>
              <a:custGeom>
                <a:avLst/>
                <a:gdLst>
                  <a:gd name="csX0" fmla="*/ 41823 w 548598"/>
                  <a:gd name="csY0" fmla="*/ 261015 h 348986"/>
                  <a:gd name="csX1" fmla="*/ 34203 w 548598"/>
                  <a:gd name="csY1" fmla="*/ 108615 h 348986"/>
                  <a:gd name="csX2" fmla="*/ 159933 w 548598"/>
                  <a:gd name="csY2" fmla="*/ 5745 h 348986"/>
                  <a:gd name="csX3" fmla="*/ 312333 w 548598"/>
                  <a:gd name="csY3" fmla="*/ 17175 h 348986"/>
                  <a:gd name="csX4" fmla="*/ 331383 w 548598"/>
                  <a:gd name="csY4" fmla="*/ 51465 h 348986"/>
                  <a:gd name="csX5" fmla="*/ 339003 w 548598"/>
                  <a:gd name="csY5" fmla="*/ 89565 h 348986"/>
                  <a:gd name="csX6" fmla="*/ 392343 w 548598"/>
                  <a:gd name="csY6" fmla="*/ 51465 h 348986"/>
                  <a:gd name="csX7" fmla="*/ 449493 w 548598"/>
                  <a:gd name="csY7" fmla="*/ 104805 h 348986"/>
                  <a:gd name="csX8" fmla="*/ 441873 w 548598"/>
                  <a:gd name="csY8" fmla="*/ 219105 h 348986"/>
                  <a:gd name="csX9" fmla="*/ 502833 w 548598"/>
                  <a:gd name="csY9" fmla="*/ 177195 h 348986"/>
                  <a:gd name="csX10" fmla="*/ 537123 w 548598"/>
                  <a:gd name="csY10" fmla="*/ 264825 h 348986"/>
                  <a:gd name="csX11" fmla="*/ 499023 w 548598"/>
                  <a:gd name="csY11" fmla="*/ 348645 h 348986"/>
                  <a:gd name="csX12" fmla="*/ 41823 w 548598"/>
                  <a:gd name="csY12" fmla="*/ 261015 h 348986"/>
                  <a:gd name="csX0" fmla="*/ 41823 w 548845"/>
                  <a:gd name="csY0" fmla="*/ 333405 h 360319"/>
                  <a:gd name="csX1" fmla="*/ 34203 w 548845"/>
                  <a:gd name="csY1" fmla="*/ 108615 h 360319"/>
                  <a:gd name="csX2" fmla="*/ 159933 w 548845"/>
                  <a:gd name="csY2" fmla="*/ 5745 h 360319"/>
                  <a:gd name="csX3" fmla="*/ 312333 w 548845"/>
                  <a:gd name="csY3" fmla="*/ 17175 h 360319"/>
                  <a:gd name="csX4" fmla="*/ 331383 w 548845"/>
                  <a:gd name="csY4" fmla="*/ 51465 h 360319"/>
                  <a:gd name="csX5" fmla="*/ 339003 w 548845"/>
                  <a:gd name="csY5" fmla="*/ 89565 h 360319"/>
                  <a:gd name="csX6" fmla="*/ 392343 w 548845"/>
                  <a:gd name="csY6" fmla="*/ 51465 h 360319"/>
                  <a:gd name="csX7" fmla="*/ 449493 w 548845"/>
                  <a:gd name="csY7" fmla="*/ 104805 h 360319"/>
                  <a:gd name="csX8" fmla="*/ 441873 w 548845"/>
                  <a:gd name="csY8" fmla="*/ 219105 h 360319"/>
                  <a:gd name="csX9" fmla="*/ 502833 w 548845"/>
                  <a:gd name="csY9" fmla="*/ 177195 h 360319"/>
                  <a:gd name="csX10" fmla="*/ 537123 w 548845"/>
                  <a:gd name="csY10" fmla="*/ 264825 h 360319"/>
                  <a:gd name="csX11" fmla="*/ 499023 w 548845"/>
                  <a:gd name="csY11" fmla="*/ 348645 h 360319"/>
                  <a:gd name="csX12" fmla="*/ 41823 w 548845"/>
                  <a:gd name="csY12" fmla="*/ 333405 h 3603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548845" h="360319">
                    <a:moveTo>
                      <a:pt x="41823" y="333405"/>
                    </a:moveTo>
                    <a:cubicBezTo>
                      <a:pt x="-35647" y="293400"/>
                      <a:pt x="14518" y="163225"/>
                      <a:pt x="34203" y="108615"/>
                    </a:cubicBezTo>
                    <a:cubicBezTo>
                      <a:pt x="53888" y="54005"/>
                      <a:pt x="113578" y="20985"/>
                      <a:pt x="159933" y="5745"/>
                    </a:cubicBezTo>
                    <a:cubicBezTo>
                      <a:pt x="206288" y="-9495"/>
                      <a:pt x="283758" y="9555"/>
                      <a:pt x="312333" y="17175"/>
                    </a:cubicBezTo>
                    <a:cubicBezTo>
                      <a:pt x="340908" y="24795"/>
                      <a:pt x="326938" y="39400"/>
                      <a:pt x="331383" y="51465"/>
                    </a:cubicBezTo>
                    <a:cubicBezTo>
                      <a:pt x="335828" y="63530"/>
                      <a:pt x="328843" y="89565"/>
                      <a:pt x="339003" y="89565"/>
                    </a:cubicBezTo>
                    <a:cubicBezTo>
                      <a:pt x="349163" y="89565"/>
                      <a:pt x="373928" y="48925"/>
                      <a:pt x="392343" y="51465"/>
                    </a:cubicBezTo>
                    <a:cubicBezTo>
                      <a:pt x="410758" y="54005"/>
                      <a:pt x="441238" y="76865"/>
                      <a:pt x="449493" y="104805"/>
                    </a:cubicBezTo>
                    <a:cubicBezTo>
                      <a:pt x="457748" y="132745"/>
                      <a:pt x="432983" y="207040"/>
                      <a:pt x="441873" y="219105"/>
                    </a:cubicBezTo>
                    <a:cubicBezTo>
                      <a:pt x="450763" y="231170"/>
                      <a:pt x="486958" y="169575"/>
                      <a:pt x="502833" y="177195"/>
                    </a:cubicBezTo>
                    <a:cubicBezTo>
                      <a:pt x="518708" y="184815"/>
                      <a:pt x="537758" y="236250"/>
                      <a:pt x="537123" y="264825"/>
                    </a:cubicBezTo>
                    <a:cubicBezTo>
                      <a:pt x="536488" y="293400"/>
                      <a:pt x="581573" y="337215"/>
                      <a:pt x="499023" y="348645"/>
                    </a:cubicBezTo>
                    <a:cubicBezTo>
                      <a:pt x="416473" y="360075"/>
                      <a:pt x="119293" y="373410"/>
                      <a:pt x="41823" y="33340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6351E95-3DA4-7E14-CEB3-AA9E1DEE094D}"/>
                  </a:ext>
                </a:extLst>
              </p:cNvPr>
              <p:cNvSpPr/>
              <p:nvPr/>
            </p:nvSpPr>
            <p:spPr>
              <a:xfrm>
                <a:off x="2982217" y="4000225"/>
                <a:ext cx="132477" cy="145465"/>
              </a:xfrm>
              <a:custGeom>
                <a:avLst/>
                <a:gdLst>
                  <a:gd name="csX0" fmla="*/ 1013 w 132477"/>
                  <a:gd name="csY0" fmla="*/ 87905 h 145465"/>
                  <a:gd name="csX1" fmla="*/ 31493 w 132477"/>
                  <a:gd name="csY1" fmla="*/ 4085 h 145465"/>
                  <a:gd name="csX2" fmla="*/ 126743 w 132477"/>
                  <a:gd name="csY2" fmla="*/ 23135 h 145465"/>
                  <a:gd name="csX3" fmla="*/ 115313 w 132477"/>
                  <a:gd name="csY3" fmla="*/ 110765 h 145465"/>
                  <a:gd name="csX4" fmla="*/ 61973 w 132477"/>
                  <a:gd name="csY4" fmla="*/ 110765 h 145465"/>
                  <a:gd name="csX5" fmla="*/ 61973 w 132477"/>
                  <a:gd name="csY5" fmla="*/ 145055 h 145465"/>
                  <a:gd name="csX6" fmla="*/ 1013 w 132477"/>
                  <a:gd name="csY6" fmla="*/ 87905 h 1454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32477" h="145465">
                    <a:moveTo>
                      <a:pt x="1013" y="87905"/>
                    </a:moveTo>
                    <a:cubicBezTo>
                      <a:pt x="-4067" y="64410"/>
                      <a:pt x="10538" y="14880"/>
                      <a:pt x="31493" y="4085"/>
                    </a:cubicBezTo>
                    <a:cubicBezTo>
                      <a:pt x="52448" y="-6710"/>
                      <a:pt x="112773" y="5355"/>
                      <a:pt x="126743" y="23135"/>
                    </a:cubicBezTo>
                    <a:cubicBezTo>
                      <a:pt x="140713" y="40915"/>
                      <a:pt x="126108" y="96160"/>
                      <a:pt x="115313" y="110765"/>
                    </a:cubicBezTo>
                    <a:cubicBezTo>
                      <a:pt x="104518" y="125370"/>
                      <a:pt x="70863" y="105050"/>
                      <a:pt x="61973" y="110765"/>
                    </a:cubicBezTo>
                    <a:cubicBezTo>
                      <a:pt x="53083" y="116480"/>
                      <a:pt x="70228" y="149500"/>
                      <a:pt x="61973" y="145055"/>
                    </a:cubicBezTo>
                    <a:cubicBezTo>
                      <a:pt x="53718" y="140610"/>
                      <a:pt x="6093" y="111400"/>
                      <a:pt x="1013" y="87905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9F6A8D35-DE37-6105-51E8-6371EF1B47E4}"/>
                </a:ext>
              </a:extLst>
            </p:cNvPr>
            <p:cNvGrpSpPr/>
            <p:nvPr/>
          </p:nvGrpSpPr>
          <p:grpSpPr>
            <a:xfrm>
              <a:off x="7191194" y="2747221"/>
              <a:ext cx="414449" cy="309005"/>
              <a:chOff x="6616561" y="2977809"/>
              <a:chExt cx="635221" cy="488565"/>
            </a:xfrm>
          </p:grpSpPr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7CCE6F5C-EC43-9800-8008-42C897B1C455}"/>
                  </a:ext>
                </a:extLst>
              </p:cNvPr>
              <p:cNvSpPr/>
              <p:nvPr/>
            </p:nvSpPr>
            <p:spPr>
              <a:xfrm>
                <a:off x="6616561" y="3162798"/>
                <a:ext cx="613586" cy="303576"/>
              </a:xfrm>
              <a:custGeom>
                <a:avLst/>
                <a:gdLst>
                  <a:gd name="csX0" fmla="*/ 47610 w 690433"/>
                  <a:gd name="csY0" fmla="*/ 843 h 303576"/>
                  <a:gd name="csX1" fmla="*/ 51420 w 690433"/>
                  <a:gd name="csY1" fmla="*/ 151338 h 303576"/>
                  <a:gd name="csX2" fmla="*/ 169530 w 690433"/>
                  <a:gd name="csY2" fmla="*/ 237063 h 303576"/>
                  <a:gd name="csX3" fmla="*/ 283830 w 690433"/>
                  <a:gd name="csY3" fmla="*/ 227538 h 303576"/>
                  <a:gd name="csX4" fmla="*/ 422895 w 690433"/>
                  <a:gd name="csY4" fmla="*/ 301833 h 303576"/>
                  <a:gd name="csX5" fmla="*/ 548625 w 690433"/>
                  <a:gd name="csY5" fmla="*/ 275163 h 303576"/>
                  <a:gd name="csX6" fmla="*/ 622920 w 690433"/>
                  <a:gd name="csY6" fmla="*/ 219918 h 303576"/>
                  <a:gd name="csX7" fmla="*/ 647685 w 690433"/>
                  <a:gd name="csY7" fmla="*/ 139908 h 303576"/>
                  <a:gd name="csX8" fmla="*/ 643875 w 690433"/>
                  <a:gd name="csY8" fmla="*/ 92283 h 303576"/>
                  <a:gd name="csX9" fmla="*/ 47610 w 690433"/>
                  <a:gd name="csY9" fmla="*/ 843 h 3035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690433" h="303576">
                    <a:moveTo>
                      <a:pt x="47610" y="843"/>
                    </a:moveTo>
                    <a:cubicBezTo>
                      <a:pt x="-51132" y="10685"/>
                      <a:pt x="31100" y="111968"/>
                      <a:pt x="51420" y="151338"/>
                    </a:cubicBezTo>
                    <a:cubicBezTo>
                      <a:pt x="71740" y="190708"/>
                      <a:pt x="130795" y="224363"/>
                      <a:pt x="169530" y="237063"/>
                    </a:cubicBezTo>
                    <a:cubicBezTo>
                      <a:pt x="208265" y="249763"/>
                      <a:pt x="241603" y="216743"/>
                      <a:pt x="283830" y="227538"/>
                    </a:cubicBezTo>
                    <a:cubicBezTo>
                      <a:pt x="326057" y="238333"/>
                      <a:pt x="378763" y="293896"/>
                      <a:pt x="422895" y="301833"/>
                    </a:cubicBezTo>
                    <a:cubicBezTo>
                      <a:pt x="467027" y="309770"/>
                      <a:pt x="515288" y="288815"/>
                      <a:pt x="548625" y="275163"/>
                    </a:cubicBezTo>
                    <a:cubicBezTo>
                      <a:pt x="581962" y="261511"/>
                      <a:pt x="606410" y="242460"/>
                      <a:pt x="622920" y="219918"/>
                    </a:cubicBezTo>
                    <a:cubicBezTo>
                      <a:pt x="639430" y="197376"/>
                      <a:pt x="644193" y="161180"/>
                      <a:pt x="647685" y="139908"/>
                    </a:cubicBezTo>
                    <a:cubicBezTo>
                      <a:pt x="651177" y="118636"/>
                      <a:pt x="744522" y="114508"/>
                      <a:pt x="643875" y="92283"/>
                    </a:cubicBezTo>
                    <a:cubicBezTo>
                      <a:pt x="543228" y="70058"/>
                      <a:pt x="146352" y="-8999"/>
                      <a:pt x="47610" y="843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B3A5D8A6-D486-FB25-B7CC-E5450DAC27F8}"/>
                  </a:ext>
                </a:extLst>
              </p:cNvPr>
              <p:cNvSpPr/>
              <p:nvPr/>
            </p:nvSpPr>
            <p:spPr>
              <a:xfrm>
                <a:off x="6627244" y="2977809"/>
                <a:ext cx="624538" cy="361676"/>
              </a:xfrm>
              <a:custGeom>
                <a:avLst/>
                <a:gdLst>
                  <a:gd name="csX0" fmla="*/ 220611 w 602903"/>
                  <a:gd name="csY0" fmla="*/ 55657 h 361676"/>
                  <a:gd name="csX1" fmla="*/ 17411 w 602903"/>
                  <a:gd name="csY1" fmla="*/ 106457 h 361676"/>
                  <a:gd name="csX2" fmla="*/ 27571 w 602903"/>
                  <a:gd name="csY2" fmla="*/ 271557 h 361676"/>
                  <a:gd name="csX3" fmla="*/ 164731 w 602903"/>
                  <a:gd name="csY3" fmla="*/ 302037 h 361676"/>
                  <a:gd name="csX4" fmla="*/ 312051 w 602903"/>
                  <a:gd name="csY4" fmla="*/ 360457 h 361676"/>
                  <a:gd name="csX5" fmla="*/ 563511 w 602903"/>
                  <a:gd name="csY5" fmla="*/ 324897 h 361676"/>
                  <a:gd name="csX6" fmla="*/ 591451 w 602903"/>
                  <a:gd name="csY6" fmla="*/ 144557 h 361676"/>
                  <a:gd name="csX7" fmla="*/ 454291 w 602903"/>
                  <a:gd name="csY7" fmla="*/ 2317 h 361676"/>
                  <a:gd name="csX8" fmla="*/ 220611 w 602903"/>
                  <a:gd name="csY8" fmla="*/ 55657 h 361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02903" h="361676">
                    <a:moveTo>
                      <a:pt x="220611" y="55657"/>
                    </a:moveTo>
                    <a:cubicBezTo>
                      <a:pt x="147798" y="73014"/>
                      <a:pt x="49584" y="70474"/>
                      <a:pt x="17411" y="106457"/>
                    </a:cubicBezTo>
                    <a:cubicBezTo>
                      <a:pt x="-14762" y="142440"/>
                      <a:pt x="3018" y="238960"/>
                      <a:pt x="27571" y="271557"/>
                    </a:cubicBezTo>
                    <a:cubicBezTo>
                      <a:pt x="52124" y="304154"/>
                      <a:pt x="117318" y="287220"/>
                      <a:pt x="164731" y="302037"/>
                    </a:cubicBezTo>
                    <a:cubicBezTo>
                      <a:pt x="212144" y="316854"/>
                      <a:pt x="245588" y="356647"/>
                      <a:pt x="312051" y="360457"/>
                    </a:cubicBezTo>
                    <a:cubicBezTo>
                      <a:pt x="378514" y="364267"/>
                      <a:pt x="516944" y="360880"/>
                      <a:pt x="563511" y="324897"/>
                    </a:cubicBezTo>
                    <a:cubicBezTo>
                      <a:pt x="610078" y="288914"/>
                      <a:pt x="609654" y="198320"/>
                      <a:pt x="591451" y="144557"/>
                    </a:cubicBezTo>
                    <a:cubicBezTo>
                      <a:pt x="573248" y="90794"/>
                      <a:pt x="509748" y="15864"/>
                      <a:pt x="454291" y="2317"/>
                    </a:cubicBezTo>
                    <a:cubicBezTo>
                      <a:pt x="398834" y="-11230"/>
                      <a:pt x="293424" y="38300"/>
                      <a:pt x="220611" y="55657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8" name="Oval 227">
                <a:extLst>
                  <a:ext uri="{FF2B5EF4-FFF2-40B4-BE49-F238E27FC236}">
                    <a16:creationId xmlns:a16="http://schemas.microsoft.com/office/drawing/2014/main" id="{B7C28CC9-978C-D1A7-387E-7D3D0F40DACC}"/>
                  </a:ext>
                </a:extLst>
              </p:cNvPr>
              <p:cNvSpPr/>
              <p:nvPr/>
            </p:nvSpPr>
            <p:spPr>
              <a:xfrm>
                <a:off x="6705927" y="3134912"/>
                <a:ext cx="144735" cy="988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29" name="Straight Connector 228">
                <a:extLst>
                  <a:ext uri="{FF2B5EF4-FFF2-40B4-BE49-F238E27FC236}">
                    <a16:creationId xmlns:a16="http://schemas.microsoft.com/office/drawing/2014/main" id="{50E222F5-9EA7-BD3B-FF51-2AB772E917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4297" y="3093556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D8E37655-CF63-2463-FAAD-387A826A0B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94782" y="3140874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Straight Connector 230">
                <a:extLst>
                  <a:ext uri="{FF2B5EF4-FFF2-40B4-BE49-F238E27FC236}">
                    <a16:creationId xmlns:a16="http://schemas.microsoft.com/office/drawing/2014/main" id="{49371224-A0AF-098B-D4CD-72084A9666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87636" y="3208269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C76804A7-1768-C932-FABB-258A9E32A680}"/>
                </a:ext>
              </a:extLst>
            </p:cNvPr>
            <p:cNvGrpSpPr/>
            <p:nvPr/>
          </p:nvGrpSpPr>
          <p:grpSpPr>
            <a:xfrm>
              <a:off x="7557361" y="2743134"/>
              <a:ext cx="414449" cy="309005"/>
              <a:chOff x="6616561" y="2977809"/>
              <a:chExt cx="635221" cy="488565"/>
            </a:xfrm>
          </p:grpSpPr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64510BDB-360F-EBB3-324B-7E8E0ECCBCF2}"/>
                  </a:ext>
                </a:extLst>
              </p:cNvPr>
              <p:cNvSpPr/>
              <p:nvPr/>
            </p:nvSpPr>
            <p:spPr>
              <a:xfrm>
                <a:off x="6616561" y="3162798"/>
                <a:ext cx="613586" cy="303576"/>
              </a:xfrm>
              <a:custGeom>
                <a:avLst/>
                <a:gdLst>
                  <a:gd name="csX0" fmla="*/ 47610 w 690433"/>
                  <a:gd name="csY0" fmla="*/ 843 h 303576"/>
                  <a:gd name="csX1" fmla="*/ 51420 w 690433"/>
                  <a:gd name="csY1" fmla="*/ 151338 h 303576"/>
                  <a:gd name="csX2" fmla="*/ 169530 w 690433"/>
                  <a:gd name="csY2" fmla="*/ 237063 h 303576"/>
                  <a:gd name="csX3" fmla="*/ 283830 w 690433"/>
                  <a:gd name="csY3" fmla="*/ 227538 h 303576"/>
                  <a:gd name="csX4" fmla="*/ 422895 w 690433"/>
                  <a:gd name="csY4" fmla="*/ 301833 h 303576"/>
                  <a:gd name="csX5" fmla="*/ 548625 w 690433"/>
                  <a:gd name="csY5" fmla="*/ 275163 h 303576"/>
                  <a:gd name="csX6" fmla="*/ 622920 w 690433"/>
                  <a:gd name="csY6" fmla="*/ 219918 h 303576"/>
                  <a:gd name="csX7" fmla="*/ 647685 w 690433"/>
                  <a:gd name="csY7" fmla="*/ 139908 h 303576"/>
                  <a:gd name="csX8" fmla="*/ 643875 w 690433"/>
                  <a:gd name="csY8" fmla="*/ 92283 h 303576"/>
                  <a:gd name="csX9" fmla="*/ 47610 w 690433"/>
                  <a:gd name="csY9" fmla="*/ 843 h 3035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690433" h="303576">
                    <a:moveTo>
                      <a:pt x="47610" y="843"/>
                    </a:moveTo>
                    <a:cubicBezTo>
                      <a:pt x="-51132" y="10685"/>
                      <a:pt x="31100" y="111968"/>
                      <a:pt x="51420" y="151338"/>
                    </a:cubicBezTo>
                    <a:cubicBezTo>
                      <a:pt x="71740" y="190708"/>
                      <a:pt x="130795" y="224363"/>
                      <a:pt x="169530" y="237063"/>
                    </a:cubicBezTo>
                    <a:cubicBezTo>
                      <a:pt x="208265" y="249763"/>
                      <a:pt x="241603" y="216743"/>
                      <a:pt x="283830" y="227538"/>
                    </a:cubicBezTo>
                    <a:cubicBezTo>
                      <a:pt x="326057" y="238333"/>
                      <a:pt x="378763" y="293896"/>
                      <a:pt x="422895" y="301833"/>
                    </a:cubicBezTo>
                    <a:cubicBezTo>
                      <a:pt x="467027" y="309770"/>
                      <a:pt x="515288" y="288815"/>
                      <a:pt x="548625" y="275163"/>
                    </a:cubicBezTo>
                    <a:cubicBezTo>
                      <a:pt x="581962" y="261511"/>
                      <a:pt x="606410" y="242460"/>
                      <a:pt x="622920" y="219918"/>
                    </a:cubicBezTo>
                    <a:cubicBezTo>
                      <a:pt x="639430" y="197376"/>
                      <a:pt x="644193" y="161180"/>
                      <a:pt x="647685" y="139908"/>
                    </a:cubicBezTo>
                    <a:cubicBezTo>
                      <a:pt x="651177" y="118636"/>
                      <a:pt x="744522" y="114508"/>
                      <a:pt x="643875" y="92283"/>
                    </a:cubicBezTo>
                    <a:cubicBezTo>
                      <a:pt x="543228" y="70058"/>
                      <a:pt x="146352" y="-8999"/>
                      <a:pt x="47610" y="843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F073D2EF-F1BC-DF6B-9498-398C4DB3E543}"/>
                  </a:ext>
                </a:extLst>
              </p:cNvPr>
              <p:cNvSpPr/>
              <p:nvPr/>
            </p:nvSpPr>
            <p:spPr>
              <a:xfrm>
                <a:off x="6627244" y="2977809"/>
                <a:ext cx="624538" cy="361676"/>
              </a:xfrm>
              <a:custGeom>
                <a:avLst/>
                <a:gdLst>
                  <a:gd name="csX0" fmla="*/ 220611 w 602903"/>
                  <a:gd name="csY0" fmla="*/ 55657 h 361676"/>
                  <a:gd name="csX1" fmla="*/ 17411 w 602903"/>
                  <a:gd name="csY1" fmla="*/ 106457 h 361676"/>
                  <a:gd name="csX2" fmla="*/ 27571 w 602903"/>
                  <a:gd name="csY2" fmla="*/ 271557 h 361676"/>
                  <a:gd name="csX3" fmla="*/ 164731 w 602903"/>
                  <a:gd name="csY3" fmla="*/ 302037 h 361676"/>
                  <a:gd name="csX4" fmla="*/ 312051 w 602903"/>
                  <a:gd name="csY4" fmla="*/ 360457 h 361676"/>
                  <a:gd name="csX5" fmla="*/ 563511 w 602903"/>
                  <a:gd name="csY5" fmla="*/ 324897 h 361676"/>
                  <a:gd name="csX6" fmla="*/ 591451 w 602903"/>
                  <a:gd name="csY6" fmla="*/ 144557 h 361676"/>
                  <a:gd name="csX7" fmla="*/ 454291 w 602903"/>
                  <a:gd name="csY7" fmla="*/ 2317 h 361676"/>
                  <a:gd name="csX8" fmla="*/ 220611 w 602903"/>
                  <a:gd name="csY8" fmla="*/ 55657 h 361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02903" h="361676">
                    <a:moveTo>
                      <a:pt x="220611" y="55657"/>
                    </a:moveTo>
                    <a:cubicBezTo>
                      <a:pt x="147798" y="73014"/>
                      <a:pt x="49584" y="70474"/>
                      <a:pt x="17411" y="106457"/>
                    </a:cubicBezTo>
                    <a:cubicBezTo>
                      <a:pt x="-14762" y="142440"/>
                      <a:pt x="3018" y="238960"/>
                      <a:pt x="27571" y="271557"/>
                    </a:cubicBezTo>
                    <a:cubicBezTo>
                      <a:pt x="52124" y="304154"/>
                      <a:pt x="117318" y="287220"/>
                      <a:pt x="164731" y="302037"/>
                    </a:cubicBezTo>
                    <a:cubicBezTo>
                      <a:pt x="212144" y="316854"/>
                      <a:pt x="245588" y="356647"/>
                      <a:pt x="312051" y="360457"/>
                    </a:cubicBezTo>
                    <a:cubicBezTo>
                      <a:pt x="378514" y="364267"/>
                      <a:pt x="516944" y="360880"/>
                      <a:pt x="563511" y="324897"/>
                    </a:cubicBezTo>
                    <a:cubicBezTo>
                      <a:pt x="610078" y="288914"/>
                      <a:pt x="609654" y="198320"/>
                      <a:pt x="591451" y="144557"/>
                    </a:cubicBezTo>
                    <a:cubicBezTo>
                      <a:pt x="573248" y="90794"/>
                      <a:pt x="509748" y="15864"/>
                      <a:pt x="454291" y="2317"/>
                    </a:cubicBezTo>
                    <a:cubicBezTo>
                      <a:pt x="398834" y="-11230"/>
                      <a:pt x="293424" y="38300"/>
                      <a:pt x="220611" y="55657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7" name="Oval 206">
                <a:extLst>
                  <a:ext uri="{FF2B5EF4-FFF2-40B4-BE49-F238E27FC236}">
                    <a16:creationId xmlns:a16="http://schemas.microsoft.com/office/drawing/2014/main" id="{B13DD4D5-A226-12A7-C9FD-BB4B362FB1F7}"/>
                  </a:ext>
                </a:extLst>
              </p:cNvPr>
              <p:cNvSpPr/>
              <p:nvPr/>
            </p:nvSpPr>
            <p:spPr>
              <a:xfrm>
                <a:off x="6705927" y="3134912"/>
                <a:ext cx="144735" cy="988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8" name="Straight Connector 207">
                <a:extLst>
                  <a:ext uri="{FF2B5EF4-FFF2-40B4-BE49-F238E27FC236}">
                    <a16:creationId xmlns:a16="http://schemas.microsoft.com/office/drawing/2014/main" id="{9C79A597-1CB6-063C-E55A-FEC93770A8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4297" y="3093556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3FDAC4C1-D419-BECD-D0F8-13D0FBD224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94782" y="3140874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Straight Connector 222">
                <a:extLst>
                  <a:ext uri="{FF2B5EF4-FFF2-40B4-BE49-F238E27FC236}">
                    <a16:creationId xmlns:a16="http://schemas.microsoft.com/office/drawing/2014/main" id="{2E3780D0-E796-6EEA-2D6F-4D31DD0F21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87636" y="3208269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DE5D6B45-8782-788B-6DDC-A4627039D31F}"/>
                </a:ext>
              </a:extLst>
            </p:cNvPr>
            <p:cNvSpPr/>
            <p:nvPr/>
          </p:nvSpPr>
          <p:spPr>
            <a:xfrm>
              <a:off x="7043970" y="2897518"/>
              <a:ext cx="167592" cy="307040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66641042-3A97-4C6B-6B4E-59B391555D70}"/>
                </a:ext>
              </a:extLst>
            </p:cNvPr>
            <p:cNvSpPr/>
            <p:nvPr/>
          </p:nvSpPr>
          <p:spPr>
            <a:xfrm>
              <a:off x="7186867" y="2901614"/>
              <a:ext cx="167592" cy="307040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F2EAD4A3-B571-C264-2F9F-3A4C84E6B5D3}"/>
                </a:ext>
              </a:extLst>
            </p:cNvPr>
            <p:cNvSpPr/>
            <p:nvPr/>
          </p:nvSpPr>
          <p:spPr>
            <a:xfrm>
              <a:off x="6941763" y="2967802"/>
              <a:ext cx="167592" cy="307040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90FD0759-75F4-9C71-3E41-FE838761CD6E}"/>
                </a:ext>
              </a:extLst>
            </p:cNvPr>
            <p:cNvSpPr/>
            <p:nvPr/>
          </p:nvSpPr>
          <p:spPr>
            <a:xfrm>
              <a:off x="7083248" y="2967802"/>
              <a:ext cx="167592" cy="307040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801E6C29-D0BB-EFCF-60BB-207531A63127}"/>
                </a:ext>
              </a:extLst>
            </p:cNvPr>
            <p:cNvGrpSpPr/>
            <p:nvPr/>
          </p:nvGrpSpPr>
          <p:grpSpPr>
            <a:xfrm>
              <a:off x="7357831" y="2794745"/>
              <a:ext cx="414449" cy="309005"/>
              <a:chOff x="6616561" y="2977809"/>
              <a:chExt cx="635221" cy="488565"/>
            </a:xfrm>
          </p:grpSpPr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683276DC-410F-9E04-C6C0-299121DA132A}"/>
                  </a:ext>
                </a:extLst>
              </p:cNvPr>
              <p:cNvSpPr/>
              <p:nvPr/>
            </p:nvSpPr>
            <p:spPr>
              <a:xfrm>
                <a:off x="6616561" y="3162798"/>
                <a:ext cx="613586" cy="303576"/>
              </a:xfrm>
              <a:custGeom>
                <a:avLst/>
                <a:gdLst>
                  <a:gd name="csX0" fmla="*/ 47610 w 690433"/>
                  <a:gd name="csY0" fmla="*/ 843 h 303576"/>
                  <a:gd name="csX1" fmla="*/ 51420 w 690433"/>
                  <a:gd name="csY1" fmla="*/ 151338 h 303576"/>
                  <a:gd name="csX2" fmla="*/ 169530 w 690433"/>
                  <a:gd name="csY2" fmla="*/ 237063 h 303576"/>
                  <a:gd name="csX3" fmla="*/ 283830 w 690433"/>
                  <a:gd name="csY3" fmla="*/ 227538 h 303576"/>
                  <a:gd name="csX4" fmla="*/ 422895 w 690433"/>
                  <a:gd name="csY4" fmla="*/ 301833 h 303576"/>
                  <a:gd name="csX5" fmla="*/ 548625 w 690433"/>
                  <a:gd name="csY5" fmla="*/ 275163 h 303576"/>
                  <a:gd name="csX6" fmla="*/ 622920 w 690433"/>
                  <a:gd name="csY6" fmla="*/ 219918 h 303576"/>
                  <a:gd name="csX7" fmla="*/ 647685 w 690433"/>
                  <a:gd name="csY7" fmla="*/ 139908 h 303576"/>
                  <a:gd name="csX8" fmla="*/ 643875 w 690433"/>
                  <a:gd name="csY8" fmla="*/ 92283 h 303576"/>
                  <a:gd name="csX9" fmla="*/ 47610 w 690433"/>
                  <a:gd name="csY9" fmla="*/ 843 h 3035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690433" h="303576">
                    <a:moveTo>
                      <a:pt x="47610" y="843"/>
                    </a:moveTo>
                    <a:cubicBezTo>
                      <a:pt x="-51132" y="10685"/>
                      <a:pt x="31100" y="111968"/>
                      <a:pt x="51420" y="151338"/>
                    </a:cubicBezTo>
                    <a:cubicBezTo>
                      <a:pt x="71740" y="190708"/>
                      <a:pt x="130795" y="224363"/>
                      <a:pt x="169530" y="237063"/>
                    </a:cubicBezTo>
                    <a:cubicBezTo>
                      <a:pt x="208265" y="249763"/>
                      <a:pt x="241603" y="216743"/>
                      <a:pt x="283830" y="227538"/>
                    </a:cubicBezTo>
                    <a:cubicBezTo>
                      <a:pt x="326057" y="238333"/>
                      <a:pt x="378763" y="293896"/>
                      <a:pt x="422895" y="301833"/>
                    </a:cubicBezTo>
                    <a:cubicBezTo>
                      <a:pt x="467027" y="309770"/>
                      <a:pt x="515288" y="288815"/>
                      <a:pt x="548625" y="275163"/>
                    </a:cubicBezTo>
                    <a:cubicBezTo>
                      <a:pt x="581962" y="261511"/>
                      <a:pt x="606410" y="242460"/>
                      <a:pt x="622920" y="219918"/>
                    </a:cubicBezTo>
                    <a:cubicBezTo>
                      <a:pt x="639430" y="197376"/>
                      <a:pt x="644193" y="161180"/>
                      <a:pt x="647685" y="139908"/>
                    </a:cubicBezTo>
                    <a:cubicBezTo>
                      <a:pt x="651177" y="118636"/>
                      <a:pt x="744522" y="114508"/>
                      <a:pt x="643875" y="92283"/>
                    </a:cubicBezTo>
                    <a:cubicBezTo>
                      <a:pt x="543228" y="70058"/>
                      <a:pt x="146352" y="-8999"/>
                      <a:pt x="47610" y="843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6D7BA195-23B4-9FCD-733B-C7CD55010D9A}"/>
                  </a:ext>
                </a:extLst>
              </p:cNvPr>
              <p:cNvSpPr/>
              <p:nvPr/>
            </p:nvSpPr>
            <p:spPr>
              <a:xfrm>
                <a:off x="6627244" y="2977809"/>
                <a:ext cx="624538" cy="361676"/>
              </a:xfrm>
              <a:custGeom>
                <a:avLst/>
                <a:gdLst>
                  <a:gd name="csX0" fmla="*/ 220611 w 602903"/>
                  <a:gd name="csY0" fmla="*/ 55657 h 361676"/>
                  <a:gd name="csX1" fmla="*/ 17411 w 602903"/>
                  <a:gd name="csY1" fmla="*/ 106457 h 361676"/>
                  <a:gd name="csX2" fmla="*/ 27571 w 602903"/>
                  <a:gd name="csY2" fmla="*/ 271557 h 361676"/>
                  <a:gd name="csX3" fmla="*/ 164731 w 602903"/>
                  <a:gd name="csY3" fmla="*/ 302037 h 361676"/>
                  <a:gd name="csX4" fmla="*/ 312051 w 602903"/>
                  <a:gd name="csY4" fmla="*/ 360457 h 361676"/>
                  <a:gd name="csX5" fmla="*/ 563511 w 602903"/>
                  <a:gd name="csY5" fmla="*/ 324897 h 361676"/>
                  <a:gd name="csX6" fmla="*/ 591451 w 602903"/>
                  <a:gd name="csY6" fmla="*/ 144557 h 361676"/>
                  <a:gd name="csX7" fmla="*/ 454291 w 602903"/>
                  <a:gd name="csY7" fmla="*/ 2317 h 361676"/>
                  <a:gd name="csX8" fmla="*/ 220611 w 602903"/>
                  <a:gd name="csY8" fmla="*/ 55657 h 361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02903" h="361676">
                    <a:moveTo>
                      <a:pt x="220611" y="55657"/>
                    </a:moveTo>
                    <a:cubicBezTo>
                      <a:pt x="147798" y="73014"/>
                      <a:pt x="49584" y="70474"/>
                      <a:pt x="17411" y="106457"/>
                    </a:cubicBezTo>
                    <a:cubicBezTo>
                      <a:pt x="-14762" y="142440"/>
                      <a:pt x="3018" y="238960"/>
                      <a:pt x="27571" y="271557"/>
                    </a:cubicBezTo>
                    <a:cubicBezTo>
                      <a:pt x="52124" y="304154"/>
                      <a:pt x="117318" y="287220"/>
                      <a:pt x="164731" y="302037"/>
                    </a:cubicBezTo>
                    <a:cubicBezTo>
                      <a:pt x="212144" y="316854"/>
                      <a:pt x="245588" y="356647"/>
                      <a:pt x="312051" y="360457"/>
                    </a:cubicBezTo>
                    <a:cubicBezTo>
                      <a:pt x="378514" y="364267"/>
                      <a:pt x="516944" y="360880"/>
                      <a:pt x="563511" y="324897"/>
                    </a:cubicBezTo>
                    <a:cubicBezTo>
                      <a:pt x="610078" y="288914"/>
                      <a:pt x="609654" y="198320"/>
                      <a:pt x="591451" y="144557"/>
                    </a:cubicBezTo>
                    <a:cubicBezTo>
                      <a:pt x="573248" y="90794"/>
                      <a:pt x="509748" y="15864"/>
                      <a:pt x="454291" y="2317"/>
                    </a:cubicBezTo>
                    <a:cubicBezTo>
                      <a:pt x="398834" y="-11230"/>
                      <a:pt x="293424" y="38300"/>
                      <a:pt x="220611" y="55657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1" name="Oval 200">
                <a:extLst>
                  <a:ext uri="{FF2B5EF4-FFF2-40B4-BE49-F238E27FC236}">
                    <a16:creationId xmlns:a16="http://schemas.microsoft.com/office/drawing/2014/main" id="{70885BDA-0FC0-1B06-B9B6-7BF138E46AA7}"/>
                  </a:ext>
                </a:extLst>
              </p:cNvPr>
              <p:cNvSpPr/>
              <p:nvPr/>
            </p:nvSpPr>
            <p:spPr>
              <a:xfrm>
                <a:off x="6705927" y="3134912"/>
                <a:ext cx="144735" cy="988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1E48888C-7D57-9D42-72CE-7353F89543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4297" y="3093556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9D3BFA0B-1EEA-8728-ECE6-C8F37304E3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94782" y="3140874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>
                <a:extLst>
                  <a:ext uri="{FF2B5EF4-FFF2-40B4-BE49-F238E27FC236}">
                    <a16:creationId xmlns:a16="http://schemas.microsoft.com/office/drawing/2014/main" id="{B03C2159-C5BC-4ABA-2373-EF293E450A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87636" y="3208269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22A92410-F542-75E0-99BB-5698B2950C04}"/>
                </a:ext>
              </a:extLst>
            </p:cNvPr>
            <p:cNvSpPr/>
            <p:nvPr/>
          </p:nvSpPr>
          <p:spPr>
            <a:xfrm>
              <a:off x="7931219" y="2524706"/>
              <a:ext cx="90424" cy="437962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AB971082-B929-B8E3-5488-98D645C9B7F1}"/>
                </a:ext>
              </a:extLst>
            </p:cNvPr>
            <p:cNvSpPr/>
            <p:nvPr/>
          </p:nvSpPr>
          <p:spPr>
            <a:xfrm>
              <a:off x="8005154" y="2515489"/>
              <a:ext cx="90424" cy="437962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EF85DED7-CFAB-145B-644D-E1157C2FFA3B}"/>
                </a:ext>
              </a:extLst>
            </p:cNvPr>
            <p:cNvSpPr/>
            <p:nvPr/>
          </p:nvSpPr>
          <p:spPr>
            <a:xfrm>
              <a:off x="8080630" y="2502543"/>
              <a:ext cx="90424" cy="437962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9D481829-E6EF-7C2F-EFFE-9D8313F9BA3B}"/>
                </a:ext>
              </a:extLst>
            </p:cNvPr>
            <p:cNvSpPr/>
            <p:nvPr/>
          </p:nvSpPr>
          <p:spPr>
            <a:xfrm rot="10800000">
              <a:off x="6867673" y="3080578"/>
              <a:ext cx="877850" cy="19508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Rectangle 242">
              <a:extLst>
                <a:ext uri="{FF2B5EF4-FFF2-40B4-BE49-F238E27FC236}">
                  <a16:creationId xmlns:a16="http://schemas.microsoft.com/office/drawing/2014/main" id="{B18FB5B1-74A8-91BA-BB27-E7BB09E866A1}"/>
                </a:ext>
              </a:extLst>
            </p:cNvPr>
            <p:cNvSpPr/>
            <p:nvPr/>
          </p:nvSpPr>
          <p:spPr>
            <a:xfrm rot="8616981">
              <a:off x="7609666" y="2838243"/>
              <a:ext cx="863558" cy="205662"/>
            </a:xfrm>
            <a:custGeom>
              <a:avLst/>
              <a:gdLst>
                <a:gd name="csX0" fmla="*/ 0 w 877850"/>
                <a:gd name="csY0" fmla="*/ 0 h 195087"/>
                <a:gd name="csX1" fmla="*/ 877850 w 877850"/>
                <a:gd name="csY1" fmla="*/ 0 h 195087"/>
                <a:gd name="csX2" fmla="*/ 877850 w 877850"/>
                <a:gd name="csY2" fmla="*/ 195087 h 195087"/>
                <a:gd name="csX3" fmla="*/ 0 w 877850"/>
                <a:gd name="csY3" fmla="*/ 195087 h 195087"/>
                <a:gd name="csX4" fmla="*/ 0 w 877850"/>
                <a:gd name="csY4" fmla="*/ 0 h 195087"/>
                <a:gd name="csX0" fmla="*/ 0 w 877850"/>
                <a:gd name="csY0" fmla="*/ 0 h 195087"/>
                <a:gd name="csX1" fmla="*/ 877850 w 877850"/>
                <a:gd name="csY1" fmla="*/ 0 h 195087"/>
                <a:gd name="csX2" fmla="*/ 774289 w 877850"/>
                <a:gd name="csY2" fmla="*/ 159008 h 195087"/>
                <a:gd name="csX3" fmla="*/ 0 w 877850"/>
                <a:gd name="csY3" fmla="*/ 195087 h 195087"/>
                <a:gd name="csX4" fmla="*/ 0 w 877850"/>
                <a:gd name="csY4" fmla="*/ 0 h 195087"/>
                <a:gd name="csX0" fmla="*/ 0 w 877850"/>
                <a:gd name="csY0" fmla="*/ 0 h 195087"/>
                <a:gd name="csX1" fmla="*/ 877850 w 877850"/>
                <a:gd name="csY1" fmla="*/ 0 h 195087"/>
                <a:gd name="csX2" fmla="*/ 746038 w 877850"/>
                <a:gd name="csY2" fmla="*/ 152389 h 195087"/>
                <a:gd name="csX3" fmla="*/ 0 w 877850"/>
                <a:gd name="csY3" fmla="*/ 195087 h 195087"/>
                <a:gd name="csX4" fmla="*/ 0 w 877850"/>
                <a:gd name="csY4" fmla="*/ 0 h 195087"/>
                <a:gd name="csX0" fmla="*/ 0 w 870586"/>
                <a:gd name="csY0" fmla="*/ 2987 h 198074"/>
                <a:gd name="csX1" fmla="*/ 870586 w 870586"/>
                <a:gd name="csY1" fmla="*/ 0 h 198074"/>
                <a:gd name="csX2" fmla="*/ 746038 w 870586"/>
                <a:gd name="csY2" fmla="*/ 155376 h 198074"/>
                <a:gd name="csX3" fmla="*/ 0 w 870586"/>
                <a:gd name="csY3" fmla="*/ 198074 h 198074"/>
                <a:gd name="csX4" fmla="*/ 0 w 870586"/>
                <a:gd name="csY4" fmla="*/ 2987 h 198074"/>
                <a:gd name="csX0" fmla="*/ 0 w 866712"/>
                <a:gd name="csY0" fmla="*/ 10575 h 205662"/>
                <a:gd name="csX1" fmla="*/ 866712 w 866712"/>
                <a:gd name="csY1" fmla="*/ 0 h 205662"/>
                <a:gd name="csX2" fmla="*/ 746038 w 866712"/>
                <a:gd name="csY2" fmla="*/ 162964 h 205662"/>
                <a:gd name="csX3" fmla="*/ 0 w 866712"/>
                <a:gd name="csY3" fmla="*/ 205662 h 205662"/>
                <a:gd name="csX4" fmla="*/ 0 w 866712"/>
                <a:gd name="csY4" fmla="*/ 10575 h 205662"/>
                <a:gd name="csX0" fmla="*/ 0 w 866712"/>
                <a:gd name="csY0" fmla="*/ 10575 h 205662"/>
                <a:gd name="csX1" fmla="*/ 866712 w 866712"/>
                <a:gd name="csY1" fmla="*/ 0 h 205662"/>
                <a:gd name="csX2" fmla="*/ 742971 w 866712"/>
                <a:gd name="csY2" fmla="*/ 160704 h 205662"/>
                <a:gd name="csX3" fmla="*/ 0 w 866712"/>
                <a:gd name="csY3" fmla="*/ 205662 h 205662"/>
                <a:gd name="csX4" fmla="*/ 0 w 866712"/>
                <a:gd name="csY4" fmla="*/ 10575 h 205662"/>
                <a:gd name="csX0" fmla="*/ 0 w 866712"/>
                <a:gd name="csY0" fmla="*/ 10575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0 w 866712"/>
                <a:gd name="csY4" fmla="*/ 10575 h 205662"/>
                <a:gd name="csX0" fmla="*/ 71373 w 866712"/>
                <a:gd name="csY0" fmla="*/ 39309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71373 w 866712"/>
                <a:gd name="csY4" fmla="*/ 39309 h 205662"/>
                <a:gd name="csX0" fmla="*/ 127110 w 866712"/>
                <a:gd name="csY0" fmla="*/ 73129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127110 w 866712"/>
                <a:gd name="csY4" fmla="*/ 73129 h 205662"/>
                <a:gd name="csX0" fmla="*/ 112365 w 866712"/>
                <a:gd name="csY0" fmla="*/ 48107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112365 w 866712"/>
                <a:gd name="csY4" fmla="*/ 48107 h 2056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66712" h="205662">
                  <a:moveTo>
                    <a:pt x="112365" y="48107"/>
                  </a:moveTo>
                  <a:lnTo>
                    <a:pt x="866712" y="0"/>
                  </a:lnTo>
                  <a:lnTo>
                    <a:pt x="749509" y="167888"/>
                  </a:lnTo>
                  <a:lnTo>
                    <a:pt x="0" y="205662"/>
                  </a:lnTo>
                  <a:lnTo>
                    <a:pt x="112365" y="48107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22" name="Group 1321">
            <a:extLst>
              <a:ext uri="{FF2B5EF4-FFF2-40B4-BE49-F238E27FC236}">
                <a16:creationId xmlns:a16="http://schemas.microsoft.com/office/drawing/2014/main" id="{B5F03DC7-6074-D193-3BC9-07481BA638A0}"/>
              </a:ext>
            </a:extLst>
          </p:cNvPr>
          <p:cNvGrpSpPr/>
          <p:nvPr/>
        </p:nvGrpSpPr>
        <p:grpSpPr>
          <a:xfrm>
            <a:off x="7389174" y="1769721"/>
            <a:ext cx="1400464" cy="801076"/>
            <a:chOff x="7207088" y="1807220"/>
            <a:chExt cx="1400464" cy="801076"/>
          </a:xfrm>
        </p:grpSpPr>
        <p:sp>
          <p:nvSpPr>
            <p:cNvPr id="1319" name="Rectangle 1318">
              <a:extLst>
                <a:ext uri="{FF2B5EF4-FFF2-40B4-BE49-F238E27FC236}">
                  <a16:creationId xmlns:a16="http://schemas.microsoft.com/office/drawing/2014/main" id="{A32D4C33-84AA-6E19-1AAF-2078DE699859}"/>
                </a:ext>
              </a:extLst>
            </p:cNvPr>
            <p:cNvSpPr/>
            <p:nvPr/>
          </p:nvSpPr>
          <p:spPr>
            <a:xfrm>
              <a:off x="7306309" y="1809762"/>
              <a:ext cx="1301243" cy="707886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9FE1635D-65D4-334D-1869-684DE29ACBC5}"/>
                </a:ext>
              </a:extLst>
            </p:cNvPr>
            <p:cNvSpPr/>
            <p:nvPr/>
          </p:nvSpPr>
          <p:spPr>
            <a:xfrm>
              <a:off x="7207089" y="1900410"/>
              <a:ext cx="1301243" cy="707886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Cooper Black" panose="0208090404030B020404" pitchFamily="18" charset="0"/>
                </a:rPr>
                <a:t>Food </a:t>
              </a:r>
              <a:r>
                <a:rPr lang="en-US" sz="1400" dirty="0" err="1">
                  <a:solidFill>
                    <a:schemeClr val="bg1"/>
                  </a:solidFill>
                  <a:latin typeface="Cooper Black" panose="0208090404030B020404" pitchFamily="18" charset="0"/>
                </a:rPr>
                <a:t>WareHouse</a:t>
              </a:r>
              <a:endParaRPr lang="en-US" sz="1400" dirty="0">
                <a:solidFill>
                  <a:schemeClr val="bg1"/>
                </a:solidFill>
                <a:latin typeface="Cooper Black" panose="0208090404030B020404" pitchFamily="18" charset="0"/>
              </a:endParaRPr>
            </a:p>
          </p:txBody>
        </p:sp>
        <p:sp>
          <p:nvSpPr>
            <p:cNvPr id="1320" name="Rectangle 1319">
              <a:extLst>
                <a:ext uri="{FF2B5EF4-FFF2-40B4-BE49-F238E27FC236}">
                  <a16:creationId xmlns:a16="http://schemas.microsoft.com/office/drawing/2014/main" id="{EE60FB2F-4CA6-0D75-0BFF-5F62D2C529D7}"/>
                </a:ext>
              </a:extLst>
            </p:cNvPr>
            <p:cNvSpPr/>
            <p:nvPr/>
          </p:nvSpPr>
          <p:spPr>
            <a:xfrm flipH="1">
              <a:off x="8508332" y="1809762"/>
              <a:ext cx="99220" cy="798533"/>
            </a:xfrm>
            <a:custGeom>
              <a:avLst/>
              <a:gdLst>
                <a:gd name="csX0" fmla="*/ 0 w 99220"/>
                <a:gd name="csY0" fmla="*/ 0 h 798533"/>
                <a:gd name="csX1" fmla="*/ 99220 w 99220"/>
                <a:gd name="csY1" fmla="*/ 0 h 798533"/>
                <a:gd name="csX2" fmla="*/ 99220 w 99220"/>
                <a:gd name="csY2" fmla="*/ 798533 h 798533"/>
                <a:gd name="csX3" fmla="*/ 0 w 99220"/>
                <a:gd name="csY3" fmla="*/ 798533 h 798533"/>
                <a:gd name="csX4" fmla="*/ 0 w 99220"/>
                <a:gd name="csY4" fmla="*/ 0 h 798533"/>
                <a:gd name="csX0" fmla="*/ 0 w 99220"/>
                <a:gd name="csY0" fmla="*/ 0 h 798533"/>
                <a:gd name="csX1" fmla="*/ 99220 w 99220"/>
                <a:gd name="csY1" fmla="*/ 0 h 798533"/>
                <a:gd name="csX2" fmla="*/ 99220 w 99220"/>
                <a:gd name="csY2" fmla="*/ 798533 h 798533"/>
                <a:gd name="csX3" fmla="*/ 25400 w 99220"/>
                <a:gd name="csY3" fmla="*/ 712173 h 798533"/>
                <a:gd name="csX4" fmla="*/ 0 w 99220"/>
                <a:gd name="csY4" fmla="*/ 0 h 798533"/>
                <a:gd name="csX0" fmla="*/ 0 w 99220"/>
                <a:gd name="csY0" fmla="*/ 0 h 798533"/>
                <a:gd name="csX1" fmla="*/ 99220 w 99220"/>
                <a:gd name="csY1" fmla="*/ 0 h 798533"/>
                <a:gd name="csX2" fmla="*/ 99220 w 99220"/>
                <a:gd name="csY2" fmla="*/ 798533 h 798533"/>
                <a:gd name="csX3" fmla="*/ 5080 w 99220"/>
                <a:gd name="csY3" fmla="*/ 696933 h 798533"/>
                <a:gd name="csX4" fmla="*/ 0 w 99220"/>
                <a:gd name="csY4" fmla="*/ 0 h 798533"/>
                <a:gd name="csX0" fmla="*/ 0 w 99220"/>
                <a:gd name="csY0" fmla="*/ 0 h 798533"/>
                <a:gd name="csX1" fmla="*/ 96680 w 99220"/>
                <a:gd name="csY1" fmla="*/ 88900 h 798533"/>
                <a:gd name="csX2" fmla="*/ 99220 w 99220"/>
                <a:gd name="csY2" fmla="*/ 798533 h 798533"/>
                <a:gd name="csX3" fmla="*/ 5080 w 99220"/>
                <a:gd name="csY3" fmla="*/ 696933 h 798533"/>
                <a:gd name="csX4" fmla="*/ 0 w 99220"/>
                <a:gd name="csY4" fmla="*/ 0 h 7985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9220" h="798533">
                  <a:moveTo>
                    <a:pt x="0" y="0"/>
                  </a:moveTo>
                  <a:lnTo>
                    <a:pt x="96680" y="88900"/>
                  </a:lnTo>
                  <a:cubicBezTo>
                    <a:pt x="97527" y="325444"/>
                    <a:pt x="98373" y="561989"/>
                    <a:pt x="99220" y="798533"/>
                  </a:cubicBezTo>
                  <a:lnTo>
                    <a:pt x="5080" y="696933"/>
                  </a:lnTo>
                  <a:cubicBezTo>
                    <a:pt x="3387" y="464622"/>
                    <a:pt x="1693" y="23231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1" name="Rectangle 1320">
              <a:extLst>
                <a:ext uri="{FF2B5EF4-FFF2-40B4-BE49-F238E27FC236}">
                  <a16:creationId xmlns:a16="http://schemas.microsoft.com/office/drawing/2014/main" id="{9B9E1308-3A75-A3C9-53A5-C580DD731EE0}"/>
                </a:ext>
              </a:extLst>
            </p:cNvPr>
            <p:cNvSpPr/>
            <p:nvPr/>
          </p:nvSpPr>
          <p:spPr>
            <a:xfrm>
              <a:off x="7207088" y="1807220"/>
              <a:ext cx="1400463" cy="93189"/>
            </a:xfrm>
            <a:custGeom>
              <a:avLst/>
              <a:gdLst>
                <a:gd name="csX0" fmla="*/ 0 w 1400463"/>
                <a:gd name="csY0" fmla="*/ 0 h 90649"/>
                <a:gd name="csX1" fmla="*/ 1400463 w 1400463"/>
                <a:gd name="csY1" fmla="*/ 0 h 90649"/>
                <a:gd name="csX2" fmla="*/ 1400463 w 1400463"/>
                <a:gd name="csY2" fmla="*/ 90649 h 90649"/>
                <a:gd name="csX3" fmla="*/ 0 w 1400463"/>
                <a:gd name="csY3" fmla="*/ 90649 h 90649"/>
                <a:gd name="csX4" fmla="*/ 0 w 1400463"/>
                <a:gd name="csY4" fmla="*/ 0 h 90649"/>
                <a:gd name="csX0" fmla="*/ 0 w 1400463"/>
                <a:gd name="csY0" fmla="*/ 0 h 90649"/>
                <a:gd name="csX1" fmla="*/ 1400463 w 1400463"/>
                <a:gd name="csY1" fmla="*/ 0 h 90649"/>
                <a:gd name="csX2" fmla="*/ 1380143 w 1400463"/>
                <a:gd name="csY2" fmla="*/ 39849 h 90649"/>
                <a:gd name="csX3" fmla="*/ 0 w 1400463"/>
                <a:gd name="csY3" fmla="*/ 90649 h 90649"/>
                <a:gd name="csX4" fmla="*/ 0 w 1400463"/>
                <a:gd name="csY4" fmla="*/ 0 h 90649"/>
                <a:gd name="csX0" fmla="*/ 0 w 1400463"/>
                <a:gd name="csY0" fmla="*/ 0 h 90649"/>
                <a:gd name="csX1" fmla="*/ 1400463 w 1400463"/>
                <a:gd name="csY1" fmla="*/ 0 h 90649"/>
                <a:gd name="csX2" fmla="*/ 1314103 w 1400463"/>
                <a:gd name="csY2" fmla="*/ 83029 h 90649"/>
                <a:gd name="csX3" fmla="*/ 0 w 1400463"/>
                <a:gd name="csY3" fmla="*/ 90649 h 90649"/>
                <a:gd name="csX4" fmla="*/ 0 w 1400463"/>
                <a:gd name="csY4" fmla="*/ 0 h 90649"/>
                <a:gd name="csX0" fmla="*/ 78740 w 1400463"/>
                <a:gd name="csY0" fmla="*/ 10160 h 90649"/>
                <a:gd name="csX1" fmla="*/ 1400463 w 1400463"/>
                <a:gd name="csY1" fmla="*/ 0 h 90649"/>
                <a:gd name="csX2" fmla="*/ 1314103 w 1400463"/>
                <a:gd name="csY2" fmla="*/ 83029 h 90649"/>
                <a:gd name="csX3" fmla="*/ 0 w 1400463"/>
                <a:gd name="csY3" fmla="*/ 90649 h 90649"/>
                <a:gd name="csX4" fmla="*/ 78740 w 1400463"/>
                <a:gd name="csY4" fmla="*/ 10160 h 90649"/>
                <a:gd name="csX0" fmla="*/ 78740 w 1400463"/>
                <a:gd name="csY0" fmla="*/ 0 h 93189"/>
                <a:gd name="csX1" fmla="*/ 1400463 w 1400463"/>
                <a:gd name="csY1" fmla="*/ 2540 h 93189"/>
                <a:gd name="csX2" fmla="*/ 1314103 w 1400463"/>
                <a:gd name="csY2" fmla="*/ 85569 h 93189"/>
                <a:gd name="csX3" fmla="*/ 0 w 1400463"/>
                <a:gd name="csY3" fmla="*/ 93189 h 93189"/>
                <a:gd name="csX4" fmla="*/ 78740 w 1400463"/>
                <a:gd name="csY4" fmla="*/ 0 h 931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00463" h="93189">
                  <a:moveTo>
                    <a:pt x="78740" y="0"/>
                  </a:moveTo>
                  <a:lnTo>
                    <a:pt x="1400463" y="2540"/>
                  </a:lnTo>
                  <a:lnTo>
                    <a:pt x="1314103" y="85569"/>
                  </a:lnTo>
                  <a:lnTo>
                    <a:pt x="0" y="93189"/>
                  </a:lnTo>
                  <a:lnTo>
                    <a:pt x="78740" y="0"/>
                  </a:lnTo>
                  <a:close/>
                </a:path>
              </a:pathLst>
            </a:cu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BB794A27-28A8-5336-3A10-9935E56FF7E8}"/>
              </a:ext>
            </a:extLst>
          </p:cNvPr>
          <p:cNvGrpSpPr/>
          <p:nvPr/>
        </p:nvGrpSpPr>
        <p:grpSpPr>
          <a:xfrm>
            <a:off x="6740130" y="2409027"/>
            <a:ext cx="1348068" cy="595053"/>
            <a:chOff x="6713894" y="2448318"/>
            <a:chExt cx="1759330" cy="827347"/>
          </a:xfrm>
        </p:grpSpPr>
        <p:sp>
          <p:nvSpPr>
            <p:cNvPr id="253" name="Rectangle 251">
              <a:extLst>
                <a:ext uri="{FF2B5EF4-FFF2-40B4-BE49-F238E27FC236}">
                  <a16:creationId xmlns:a16="http://schemas.microsoft.com/office/drawing/2014/main" id="{32E8645E-B989-DAFD-F717-A15C2F254FA2}"/>
                </a:ext>
              </a:extLst>
            </p:cNvPr>
            <p:cNvSpPr/>
            <p:nvPr/>
          </p:nvSpPr>
          <p:spPr>
            <a:xfrm>
              <a:off x="7117939" y="2793386"/>
              <a:ext cx="951059" cy="294640"/>
            </a:xfrm>
            <a:custGeom>
              <a:avLst/>
              <a:gdLst>
                <a:gd name="csX0" fmla="*/ 0 w 1266019"/>
                <a:gd name="csY0" fmla="*/ 0 h 914400"/>
                <a:gd name="csX1" fmla="*/ 1266019 w 1266019"/>
                <a:gd name="csY1" fmla="*/ 0 h 914400"/>
                <a:gd name="csX2" fmla="*/ 1266019 w 1266019"/>
                <a:gd name="csY2" fmla="*/ 914400 h 914400"/>
                <a:gd name="csX3" fmla="*/ 0 w 1266019"/>
                <a:gd name="csY3" fmla="*/ 914400 h 914400"/>
                <a:gd name="csX4" fmla="*/ 0 w 1266019"/>
                <a:gd name="csY4" fmla="*/ 0 h 914400"/>
                <a:gd name="csX0" fmla="*/ 0 w 1266019"/>
                <a:gd name="csY0" fmla="*/ 0 h 914400"/>
                <a:gd name="csX1" fmla="*/ 1266019 w 1266019"/>
                <a:gd name="csY1" fmla="*/ 0 h 914400"/>
                <a:gd name="csX2" fmla="*/ 1266019 w 1266019"/>
                <a:gd name="csY2" fmla="*/ 914400 h 914400"/>
                <a:gd name="csX3" fmla="*/ 177800 w 1266019"/>
                <a:gd name="csY3" fmla="*/ 731520 h 914400"/>
                <a:gd name="csX4" fmla="*/ 0 w 1266019"/>
                <a:gd name="csY4" fmla="*/ 0 h 914400"/>
                <a:gd name="csX0" fmla="*/ 0 w 1266019"/>
                <a:gd name="csY0" fmla="*/ 0 h 734060"/>
                <a:gd name="csX1" fmla="*/ 1266019 w 1266019"/>
                <a:gd name="csY1" fmla="*/ 0 h 734060"/>
                <a:gd name="csX2" fmla="*/ 808819 w 1266019"/>
                <a:gd name="csY2" fmla="*/ 734060 h 734060"/>
                <a:gd name="csX3" fmla="*/ 177800 w 1266019"/>
                <a:gd name="csY3" fmla="*/ 731520 h 734060"/>
                <a:gd name="csX4" fmla="*/ 0 w 1266019"/>
                <a:gd name="csY4" fmla="*/ 0 h 734060"/>
                <a:gd name="csX0" fmla="*/ 0 w 1128859"/>
                <a:gd name="csY0" fmla="*/ 0 h 734060"/>
                <a:gd name="csX1" fmla="*/ 1128859 w 1128859"/>
                <a:gd name="csY1" fmla="*/ 452120 h 734060"/>
                <a:gd name="csX2" fmla="*/ 808819 w 1128859"/>
                <a:gd name="csY2" fmla="*/ 734060 h 734060"/>
                <a:gd name="csX3" fmla="*/ 177800 w 1128859"/>
                <a:gd name="csY3" fmla="*/ 731520 h 734060"/>
                <a:gd name="csX4" fmla="*/ 0 w 1128859"/>
                <a:gd name="csY4" fmla="*/ 0 h 734060"/>
                <a:gd name="csX0" fmla="*/ 332740 w 951059"/>
                <a:gd name="csY0" fmla="*/ 0 h 294640"/>
                <a:gd name="csX1" fmla="*/ 951059 w 951059"/>
                <a:gd name="csY1" fmla="*/ 12700 h 294640"/>
                <a:gd name="csX2" fmla="*/ 631019 w 951059"/>
                <a:gd name="csY2" fmla="*/ 294640 h 294640"/>
                <a:gd name="csX3" fmla="*/ 0 w 951059"/>
                <a:gd name="csY3" fmla="*/ 292100 h 294640"/>
                <a:gd name="csX4" fmla="*/ 332740 w 951059"/>
                <a:gd name="csY4" fmla="*/ 0 h 2946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51059" h="294640">
                  <a:moveTo>
                    <a:pt x="332740" y="0"/>
                  </a:moveTo>
                  <a:lnTo>
                    <a:pt x="951059" y="12700"/>
                  </a:lnTo>
                  <a:lnTo>
                    <a:pt x="631019" y="294640"/>
                  </a:lnTo>
                  <a:lnTo>
                    <a:pt x="0" y="292100"/>
                  </a:lnTo>
                  <a:lnTo>
                    <a:pt x="332740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" name="Rectangle 253">
              <a:extLst>
                <a:ext uri="{FF2B5EF4-FFF2-40B4-BE49-F238E27FC236}">
                  <a16:creationId xmlns:a16="http://schemas.microsoft.com/office/drawing/2014/main" id="{C5C1520B-9DAB-CCE3-F785-6EAD85587BFB}"/>
                </a:ext>
              </a:extLst>
            </p:cNvPr>
            <p:cNvSpPr/>
            <p:nvPr/>
          </p:nvSpPr>
          <p:spPr>
            <a:xfrm rot="10800000">
              <a:off x="7441596" y="2604305"/>
              <a:ext cx="877850" cy="19508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" name="Rectangle 242">
              <a:extLst>
                <a:ext uri="{FF2B5EF4-FFF2-40B4-BE49-F238E27FC236}">
                  <a16:creationId xmlns:a16="http://schemas.microsoft.com/office/drawing/2014/main" id="{C4A93745-5F4F-B0E7-5D43-25DB366BC783}"/>
                </a:ext>
              </a:extLst>
            </p:cNvPr>
            <p:cNvSpPr/>
            <p:nvPr/>
          </p:nvSpPr>
          <p:spPr>
            <a:xfrm rot="8616981">
              <a:off x="6713894" y="2844928"/>
              <a:ext cx="863558" cy="205662"/>
            </a:xfrm>
            <a:custGeom>
              <a:avLst/>
              <a:gdLst>
                <a:gd name="csX0" fmla="*/ 0 w 877850"/>
                <a:gd name="csY0" fmla="*/ 0 h 195087"/>
                <a:gd name="csX1" fmla="*/ 877850 w 877850"/>
                <a:gd name="csY1" fmla="*/ 0 h 195087"/>
                <a:gd name="csX2" fmla="*/ 877850 w 877850"/>
                <a:gd name="csY2" fmla="*/ 195087 h 195087"/>
                <a:gd name="csX3" fmla="*/ 0 w 877850"/>
                <a:gd name="csY3" fmla="*/ 195087 h 195087"/>
                <a:gd name="csX4" fmla="*/ 0 w 877850"/>
                <a:gd name="csY4" fmla="*/ 0 h 195087"/>
                <a:gd name="csX0" fmla="*/ 0 w 877850"/>
                <a:gd name="csY0" fmla="*/ 0 h 195087"/>
                <a:gd name="csX1" fmla="*/ 877850 w 877850"/>
                <a:gd name="csY1" fmla="*/ 0 h 195087"/>
                <a:gd name="csX2" fmla="*/ 774289 w 877850"/>
                <a:gd name="csY2" fmla="*/ 159008 h 195087"/>
                <a:gd name="csX3" fmla="*/ 0 w 877850"/>
                <a:gd name="csY3" fmla="*/ 195087 h 195087"/>
                <a:gd name="csX4" fmla="*/ 0 w 877850"/>
                <a:gd name="csY4" fmla="*/ 0 h 195087"/>
                <a:gd name="csX0" fmla="*/ 0 w 877850"/>
                <a:gd name="csY0" fmla="*/ 0 h 195087"/>
                <a:gd name="csX1" fmla="*/ 877850 w 877850"/>
                <a:gd name="csY1" fmla="*/ 0 h 195087"/>
                <a:gd name="csX2" fmla="*/ 746038 w 877850"/>
                <a:gd name="csY2" fmla="*/ 152389 h 195087"/>
                <a:gd name="csX3" fmla="*/ 0 w 877850"/>
                <a:gd name="csY3" fmla="*/ 195087 h 195087"/>
                <a:gd name="csX4" fmla="*/ 0 w 877850"/>
                <a:gd name="csY4" fmla="*/ 0 h 195087"/>
                <a:gd name="csX0" fmla="*/ 0 w 870586"/>
                <a:gd name="csY0" fmla="*/ 2987 h 198074"/>
                <a:gd name="csX1" fmla="*/ 870586 w 870586"/>
                <a:gd name="csY1" fmla="*/ 0 h 198074"/>
                <a:gd name="csX2" fmla="*/ 746038 w 870586"/>
                <a:gd name="csY2" fmla="*/ 155376 h 198074"/>
                <a:gd name="csX3" fmla="*/ 0 w 870586"/>
                <a:gd name="csY3" fmla="*/ 198074 h 198074"/>
                <a:gd name="csX4" fmla="*/ 0 w 870586"/>
                <a:gd name="csY4" fmla="*/ 2987 h 198074"/>
                <a:gd name="csX0" fmla="*/ 0 w 866712"/>
                <a:gd name="csY0" fmla="*/ 10575 h 205662"/>
                <a:gd name="csX1" fmla="*/ 866712 w 866712"/>
                <a:gd name="csY1" fmla="*/ 0 h 205662"/>
                <a:gd name="csX2" fmla="*/ 746038 w 866712"/>
                <a:gd name="csY2" fmla="*/ 162964 h 205662"/>
                <a:gd name="csX3" fmla="*/ 0 w 866712"/>
                <a:gd name="csY3" fmla="*/ 205662 h 205662"/>
                <a:gd name="csX4" fmla="*/ 0 w 866712"/>
                <a:gd name="csY4" fmla="*/ 10575 h 205662"/>
                <a:gd name="csX0" fmla="*/ 0 w 866712"/>
                <a:gd name="csY0" fmla="*/ 10575 h 205662"/>
                <a:gd name="csX1" fmla="*/ 866712 w 866712"/>
                <a:gd name="csY1" fmla="*/ 0 h 205662"/>
                <a:gd name="csX2" fmla="*/ 742971 w 866712"/>
                <a:gd name="csY2" fmla="*/ 160704 h 205662"/>
                <a:gd name="csX3" fmla="*/ 0 w 866712"/>
                <a:gd name="csY3" fmla="*/ 205662 h 205662"/>
                <a:gd name="csX4" fmla="*/ 0 w 866712"/>
                <a:gd name="csY4" fmla="*/ 10575 h 205662"/>
                <a:gd name="csX0" fmla="*/ 0 w 866712"/>
                <a:gd name="csY0" fmla="*/ 10575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0 w 866712"/>
                <a:gd name="csY4" fmla="*/ 10575 h 205662"/>
                <a:gd name="csX0" fmla="*/ 71373 w 866712"/>
                <a:gd name="csY0" fmla="*/ 39309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71373 w 866712"/>
                <a:gd name="csY4" fmla="*/ 39309 h 205662"/>
                <a:gd name="csX0" fmla="*/ 127110 w 866712"/>
                <a:gd name="csY0" fmla="*/ 73129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127110 w 866712"/>
                <a:gd name="csY4" fmla="*/ 73129 h 205662"/>
                <a:gd name="csX0" fmla="*/ 112365 w 866712"/>
                <a:gd name="csY0" fmla="*/ 48107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112365 w 866712"/>
                <a:gd name="csY4" fmla="*/ 48107 h 2056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66712" h="205662">
                  <a:moveTo>
                    <a:pt x="112365" y="48107"/>
                  </a:moveTo>
                  <a:lnTo>
                    <a:pt x="866712" y="0"/>
                  </a:lnTo>
                  <a:lnTo>
                    <a:pt x="749509" y="167888"/>
                  </a:lnTo>
                  <a:lnTo>
                    <a:pt x="0" y="205662"/>
                  </a:lnTo>
                  <a:lnTo>
                    <a:pt x="112365" y="48107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84" name="Group 383">
              <a:extLst>
                <a:ext uri="{FF2B5EF4-FFF2-40B4-BE49-F238E27FC236}">
                  <a16:creationId xmlns:a16="http://schemas.microsoft.com/office/drawing/2014/main" id="{B05EE456-623E-ADD8-E0FC-78994A422061}"/>
                </a:ext>
              </a:extLst>
            </p:cNvPr>
            <p:cNvGrpSpPr/>
            <p:nvPr/>
          </p:nvGrpSpPr>
          <p:grpSpPr>
            <a:xfrm>
              <a:off x="7383474" y="2448318"/>
              <a:ext cx="548845" cy="396394"/>
              <a:chOff x="2583403" y="4000225"/>
              <a:chExt cx="548845" cy="396394"/>
            </a:xfrm>
          </p:grpSpPr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A1752DCF-65DD-51D6-F57C-4273B2B8306B}"/>
                  </a:ext>
                </a:extLst>
              </p:cNvPr>
              <p:cNvSpPr/>
              <p:nvPr/>
            </p:nvSpPr>
            <p:spPr>
              <a:xfrm>
                <a:off x="2583403" y="4036300"/>
                <a:ext cx="548845" cy="360319"/>
              </a:xfrm>
              <a:custGeom>
                <a:avLst/>
                <a:gdLst>
                  <a:gd name="csX0" fmla="*/ 41823 w 548598"/>
                  <a:gd name="csY0" fmla="*/ 261015 h 348986"/>
                  <a:gd name="csX1" fmla="*/ 34203 w 548598"/>
                  <a:gd name="csY1" fmla="*/ 108615 h 348986"/>
                  <a:gd name="csX2" fmla="*/ 159933 w 548598"/>
                  <a:gd name="csY2" fmla="*/ 5745 h 348986"/>
                  <a:gd name="csX3" fmla="*/ 312333 w 548598"/>
                  <a:gd name="csY3" fmla="*/ 17175 h 348986"/>
                  <a:gd name="csX4" fmla="*/ 331383 w 548598"/>
                  <a:gd name="csY4" fmla="*/ 51465 h 348986"/>
                  <a:gd name="csX5" fmla="*/ 339003 w 548598"/>
                  <a:gd name="csY5" fmla="*/ 89565 h 348986"/>
                  <a:gd name="csX6" fmla="*/ 392343 w 548598"/>
                  <a:gd name="csY6" fmla="*/ 51465 h 348986"/>
                  <a:gd name="csX7" fmla="*/ 449493 w 548598"/>
                  <a:gd name="csY7" fmla="*/ 104805 h 348986"/>
                  <a:gd name="csX8" fmla="*/ 441873 w 548598"/>
                  <a:gd name="csY8" fmla="*/ 219105 h 348986"/>
                  <a:gd name="csX9" fmla="*/ 502833 w 548598"/>
                  <a:gd name="csY9" fmla="*/ 177195 h 348986"/>
                  <a:gd name="csX10" fmla="*/ 537123 w 548598"/>
                  <a:gd name="csY10" fmla="*/ 264825 h 348986"/>
                  <a:gd name="csX11" fmla="*/ 499023 w 548598"/>
                  <a:gd name="csY11" fmla="*/ 348645 h 348986"/>
                  <a:gd name="csX12" fmla="*/ 41823 w 548598"/>
                  <a:gd name="csY12" fmla="*/ 261015 h 348986"/>
                  <a:gd name="csX0" fmla="*/ 41823 w 548845"/>
                  <a:gd name="csY0" fmla="*/ 333405 h 360319"/>
                  <a:gd name="csX1" fmla="*/ 34203 w 548845"/>
                  <a:gd name="csY1" fmla="*/ 108615 h 360319"/>
                  <a:gd name="csX2" fmla="*/ 159933 w 548845"/>
                  <a:gd name="csY2" fmla="*/ 5745 h 360319"/>
                  <a:gd name="csX3" fmla="*/ 312333 w 548845"/>
                  <a:gd name="csY3" fmla="*/ 17175 h 360319"/>
                  <a:gd name="csX4" fmla="*/ 331383 w 548845"/>
                  <a:gd name="csY4" fmla="*/ 51465 h 360319"/>
                  <a:gd name="csX5" fmla="*/ 339003 w 548845"/>
                  <a:gd name="csY5" fmla="*/ 89565 h 360319"/>
                  <a:gd name="csX6" fmla="*/ 392343 w 548845"/>
                  <a:gd name="csY6" fmla="*/ 51465 h 360319"/>
                  <a:gd name="csX7" fmla="*/ 449493 w 548845"/>
                  <a:gd name="csY7" fmla="*/ 104805 h 360319"/>
                  <a:gd name="csX8" fmla="*/ 441873 w 548845"/>
                  <a:gd name="csY8" fmla="*/ 219105 h 360319"/>
                  <a:gd name="csX9" fmla="*/ 502833 w 548845"/>
                  <a:gd name="csY9" fmla="*/ 177195 h 360319"/>
                  <a:gd name="csX10" fmla="*/ 537123 w 548845"/>
                  <a:gd name="csY10" fmla="*/ 264825 h 360319"/>
                  <a:gd name="csX11" fmla="*/ 499023 w 548845"/>
                  <a:gd name="csY11" fmla="*/ 348645 h 360319"/>
                  <a:gd name="csX12" fmla="*/ 41823 w 548845"/>
                  <a:gd name="csY12" fmla="*/ 333405 h 3603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548845" h="360319">
                    <a:moveTo>
                      <a:pt x="41823" y="333405"/>
                    </a:moveTo>
                    <a:cubicBezTo>
                      <a:pt x="-35647" y="293400"/>
                      <a:pt x="14518" y="163225"/>
                      <a:pt x="34203" y="108615"/>
                    </a:cubicBezTo>
                    <a:cubicBezTo>
                      <a:pt x="53888" y="54005"/>
                      <a:pt x="113578" y="20985"/>
                      <a:pt x="159933" y="5745"/>
                    </a:cubicBezTo>
                    <a:cubicBezTo>
                      <a:pt x="206288" y="-9495"/>
                      <a:pt x="283758" y="9555"/>
                      <a:pt x="312333" y="17175"/>
                    </a:cubicBezTo>
                    <a:cubicBezTo>
                      <a:pt x="340908" y="24795"/>
                      <a:pt x="326938" y="39400"/>
                      <a:pt x="331383" y="51465"/>
                    </a:cubicBezTo>
                    <a:cubicBezTo>
                      <a:pt x="335828" y="63530"/>
                      <a:pt x="328843" y="89565"/>
                      <a:pt x="339003" y="89565"/>
                    </a:cubicBezTo>
                    <a:cubicBezTo>
                      <a:pt x="349163" y="89565"/>
                      <a:pt x="373928" y="48925"/>
                      <a:pt x="392343" y="51465"/>
                    </a:cubicBezTo>
                    <a:cubicBezTo>
                      <a:pt x="410758" y="54005"/>
                      <a:pt x="441238" y="76865"/>
                      <a:pt x="449493" y="104805"/>
                    </a:cubicBezTo>
                    <a:cubicBezTo>
                      <a:pt x="457748" y="132745"/>
                      <a:pt x="432983" y="207040"/>
                      <a:pt x="441873" y="219105"/>
                    </a:cubicBezTo>
                    <a:cubicBezTo>
                      <a:pt x="450763" y="231170"/>
                      <a:pt x="486958" y="169575"/>
                      <a:pt x="502833" y="177195"/>
                    </a:cubicBezTo>
                    <a:cubicBezTo>
                      <a:pt x="518708" y="184815"/>
                      <a:pt x="537758" y="236250"/>
                      <a:pt x="537123" y="264825"/>
                    </a:cubicBezTo>
                    <a:cubicBezTo>
                      <a:pt x="536488" y="293400"/>
                      <a:pt x="581573" y="337215"/>
                      <a:pt x="499023" y="348645"/>
                    </a:cubicBezTo>
                    <a:cubicBezTo>
                      <a:pt x="416473" y="360075"/>
                      <a:pt x="119293" y="373410"/>
                      <a:pt x="41823" y="33340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6E8D8246-9C86-DEC5-8FA1-008546656227}"/>
                  </a:ext>
                </a:extLst>
              </p:cNvPr>
              <p:cNvSpPr/>
              <p:nvPr/>
            </p:nvSpPr>
            <p:spPr>
              <a:xfrm>
                <a:off x="2982217" y="4000225"/>
                <a:ext cx="132477" cy="145465"/>
              </a:xfrm>
              <a:custGeom>
                <a:avLst/>
                <a:gdLst>
                  <a:gd name="csX0" fmla="*/ 1013 w 132477"/>
                  <a:gd name="csY0" fmla="*/ 87905 h 145465"/>
                  <a:gd name="csX1" fmla="*/ 31493 w 132477"/>
                  <a:gd name="csY1" fmla="*/ 4085 h 145465"/>
                  <a:gd name="csX2" fmla="*/ 126743 w 132477"/>
                  <a:gd name="csY2" fmla="*/ 23135 h 145465"/>
                  <a:gd name="csX3" fmla="*/ 115313 w 132477"/>
                  <a:gd name="csY3" fmla="*/ 110765 h 145465"/>
                  <a:gd name="csX4" fmla="*/ 61973 w 132477"/>
                  <a:gd name="csY4" fmla="*/ 110765 h 145465"/>
                  <a:gd name="csX5" fmla="*/ 61973 w 132477"/>
                  <a:gd name="csY5" fmla="*/ 145055 h 145465"/>
                  <a:gd name="csX6" fmla="*/ 1013 w 132477"/>
                  <a:gd name="csY6" fmla="*/ 87905 h 1454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32477" h="145465">
                    <a:moveTo>
                      <a:pt x="1013" y="87905"/>
                    </a:moveTo>
                    <a:cubicBezTo>
                      <a:pt x="-4067" y="64410"/>
                      <a:pt x="10538" y="14880"/>
                      <a:pt x="31493" y="4085"/>
                    </a:cubicBezTo>
                    <a:cubicBezTo>
                      <a:pt x="52448" y="-6710"/>
                      <a:pt x="112773" y="5355"/>
                      <a:pt x="126743" y="23135"/>
                    </a:cubicBezTo>
                    <a:cubicBezTo>
                      <a:pt x="140713" y="40915"/>
                      <a:pt x="126108" y="96160"/>
                      <a:pt x="115313" y="110765"/>
                    </a:cubicBezTo>
                    <a:cubicBezTo>
                      <a:pt x="104518" y="125370"/>
                      <a:pt x="70863" y="105050"/>
                      <a:pt x="61973" y="110765"/>
                    </a:cubicBezTo>
                    <a:cubicBezTo>
                      <a:pt x="53083" y="116480"/>
                      <a:pt x="70228" y="149500"/>
                      <a:pt x="61973" y="145055"/>
                    </a:cubicBezTo>
                    <a:cubicBezTo>
                      <a:pt x="53718" y="140610"/>
                      <a:pt x="6093" y="111400"/>
                      <a:pt x="1013" y="87905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85" name="Group 384">
              <a:extLst>
                <a:ext uri="{FF2B5EF4-FFF2-40B4-BE49-F238E27FC236}">
                  <a16:creationId xmlns:a16="http://schemas.microsoft.com/office/drawing/2014/main" id="{C6718E6D-A0BA-1FC7-A98C-4F516AC6F3D8}"/>
                </a:ext>
              </a:extLst>
            </p:cNvPr>
            <p:cNvGrpSpPr/>
            <p:nvPr/>
          </p:nvGrpSpPr>
          <p:grpSpPr>
            <a:xfrm>
              <a:off x="7191194" y="2747221"/>
              <a:ext cx="414449" cy="309005"/>
              <a:chOff x="6616561" y="2977809"/>
              <a:chExt cx="635221" cy="488565"/>
            </a:xfrm>
          </p:grpSpPr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EFBDC378-DF40-5C21-34AE-75BABC8A4343}"/>
                  </a:ext>
                </a:extLst>
              </p:cNvPr>
              <p:cNvSpPr/>
              <p:nvPr/>
            </p:nvSpPr>
            <p:spPr>
              <a:xfrm>
                <a:off x="6616561" y="3162798"/>
                <a:ext cx="613586" cy="303576"/>
              </a:xfrm>
              <a:custGeom>
                <a:avLst/>
                <a:gdLst>
                  <a:gd name="csX0" fmla="*/ 47610 w 690433"/>
                  <a:gd name="csY0" fmla="*/ 843 h 303576"/>
                  <a:gd name="csX1" fmla="*/ 51420 w 690433"/>
                  <a:gd name="csY1" fmla="*/ 151338 h 303576"/>
                  <a:gd name="csX2" fmla="*/ 169530 w 690433"/>
                  <a:gd name="csY2" fmla="*/ 237063 h 303576"/>
                  <a:gd name="csX3" fmla="*/ 283830 w 690433"/>
                  <a:gd name="csY3" fmla="*/ 227538 h 303576"/>
                  <a:gd name="csX4" fmla="*/ 422895 w 690433"/>
                  <a:gd name="csY4" fmla="*/ 301833 h 303576"/>
                  <a:gd name="csX5" fmla="*/ 548625 w 690433"/>
                  <a:gd name="csY5" fmla="*/ 275163 h 303576"/>
                  <a:gd name="csX6" fmla="*/ 622920 w 690433"/>
                  <a:gd name="csY6" fmla="*/ 219918 h 303576"/>
                  <a:gd name="csX7" fmla="*/ 647685 w 690433"/>
                  <a:gd name="csY7" fmla="*/ 139908 h 303576"/>
                  <a:gd name="csX8" fmla="*/ 643875 w 690433"/>
                  <a:gd name="csY8" fmla="*/ 92283 h 303576"/>
                  <a:gd name="csX9" fmla="*/ 47610 w 690433"/>
                  <a:gd name="csY9" fmla="*/ 843 h 3035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690433" h="303576">
                    <a:moveTo>
                      <a:pt x="47610" y="843"/>
                    </a:moveTo>
                    <a:cubicBezTo>
                      <a:pt x="-51132" y="10685"/>
                      <a:pt x="31100" y="111968"/>
                      <a:pt x="51420" y="151338"/>
                    </a:cubicBezTo>
                    <a:cubicBezTo>
                      <a:pt x="71740" y="190708"/>
                      <a:pt x="130795" y="224363"/>
                      <a:pt x="169530" y="237063"/>
                    </a:cubicBezTo>
                    <a:cubicBezTo>
                      <a:pt x="208265" y="249763"/>
                      <a:pt x="241603" y="216743"/>
                      <a:pt x="283830" y="227538"/>
                    </a:cubicBezTo>
                    <a:cubicBezTo>
                      <a:pt x="326057" y="238333"/>
                      <a:pt x="378763" y="293896"/>
                      <a:pt x="422895" y="301833"/>
                    </a:cubicBezTo>
                    <a:cubicBezTo>
                      <a:pt x="467027" y="309770"/>
                      <a:pt x="515288" y="288815"/>
                      <a:pt x="548625" y="275163"/>
                    </a:cubicBezTo>
                    <a:cubicBezTo>
                      <a:pt x="581962" y="261511"/>
                      <a:pt x="606410" y="242460"/>
                      <a:pt x="622920" y="219918"/>
                    </a:cubicBezTo>
                    <a:cubicBezTo>
                      <a:pt x="639430" y="197376"/>
                      <a:pt x="644193" y="161180"/>
                      <a:pt x="647685" y="139908"/>
                    </a:cubicBezTo>
                    <a:cubicBezTo>
                      <a:pt x="651177" y="118636"/>
                      <a:pt x="744522" y="114508"/>
                      <a:pt x="643875" y="92283"/>
                    </a:cubicBezTo>
                    <a:cubicBezTo>
                      <a:pt x="543228" y="70058"/>
                      <a:pt x="146352" y="-8999"/>
                      <a:pt x="47610" y="843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ED0EDC2D-085E-64B5-E50C-B4AEB2A3A810}"/>
                  </a:ext>
                </a:extLst>
              </p:cNvPr>
              <p:cNvSpPr/>
              <p:nvPr/>
            </p:nvSpPr>
            <p:spPr>
              <a:xfrm>
                <a:off x="6627244" y="2977809"/>
                <a:ext cx="624538" cy="361676"/>
              </a:xfrm>
              <a:custGeom>
                <a:avLst/>
                <a:gdLst>
                  <a:gd name="csX0" fmla="*/ 220611 w 602903"/>
                  <a:gd name="csY0" fmla="*/ 55657 h 361676"/>
                  <a:gd name="csX1" fmla="*/ 17411 w 602903"/>
                  <a:gd name="csY1" fmla="*/ 106457 h 361676"/>
                  <a:gd name="csX2" fmla="*/ 27571 w 602903"/>
                  <a:gd name="csY2" fmla="*/ 271557 h 361676"/>
                  <a:gd name="csX3" fmla="*/ 164731 w 602903"/>
                  <a:gd name="csY3" fmla="*/ 302037 h 361676"/>
                  <a:gd name="csX4" fmla="*/ 312051 w 602903"/>
                  <a:gd name="csY4" fmla="*/ 360457 h 361676"/>
                  <a:gd name="csX5" fmla="*/ 563511 w 602903"/>
                  <a:gd name="csY5" fmla="*/ 324897 h 361676"/>
                  <a:gd name="csX6" fmla="*/ 591451 w 602903"/>
                  <a:gd name="csY6" fmla="*/ 144557 h 361676"/>
                  <a:gd name="csX7" fmla="*/ 454291 w 602903"/>
                  <a:gd name="csY7" fmla="*/ 2317 h 361676"/>
                  <a:gd name="csX8" fmla="*/ 220611 w 602903"/>
                  <a:gd name="csY8" fmla="*/ 55657 h 361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02903" h="361676">
                    <a:moveTo>
                      <a:pt x="220611" y="55657"/>
                    </a:moveTo>
                    <a:cubicBezTo>
                      <a:pt x="147798" y="73014"/>
                      <a:pt x="49584" y="70474"/>
                      <a:pt x="17411" y="106457"/>
                    </a:cubicBezTo>
                    <a:cubicBezTo>
                      <a:pt x="-14762" y="142440"/>
                      <a:pt x="3018" y="238960"/>
                      <a:pt x="27571" y="271557"/>
                    </a:cubicBezTo>
                    <a:cubicBezTo>
                      <a:pt x="52124" y="304154"/>
                      <a:pt x="117318" y="287220"/>
                      <a:pt x="164731" y="302037"/>
                    </a:cubicBezTo>
                    <a:cubicBezTo>
                      <a:pt x="212144" y="316854"/>
                      <a:pt x="245588" y="356647"/>
                      <a:pt x="312051" y="360457"/>
                    </a:cubicBezTo>
                    <a:cubicBezTo>
                      <a:pt x="378514" y="364267"/>
                      <a:pt x="516944" y="360880"/>
                      <a:pt x="563511" y="324897"/>
                    </a:cubicBezTo>
                    <a:cubicBezTo>
                      <a:pt x="610078" y="288914"/>
                      <a:pt x="609654" y="198320"/>
                      <a:pt x="591451" y="144557"/>
                    </a:cubicBezTo>
                    <a:cubicBezTo>
                      <a:pt x="573248" y="90794"/>
                      <a:pt x="509748" y="15864"/>
                      <a:pt x="454291" y="2317"/>
                    </a:cubicBezTo>
                    <a:cubicBezTo>
                      <a:pt x="398834" y="-11230"/>
                      <a:pt x="293424" y="38300"/>
                      <a:pt x="220611" y="55657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1" name="Oval 410">
                <a:extLst>
                  <a:ext uri="{FF2B5EF4-FFF2-40B4-BE49-F238E27FC236}">
                    <a16:creationId xmlns:a16="http://schemas.microsoft.com/office/drawing/2014/main" id="{F31910FB-AC0B-A3FD-80E5-71C3E0EA43B7}"/>
                  </a:ext>
                </a:extLst>
              </p:cNvPr>
              <p:cNvSpPr/>
              <p:nvPr/>
            </p:nvSpPr>
            <p:spPr>
              <a:xfrm>
                <a:off x="6705927" y="3134912"/>
                <a:ext cx="144735" cy="988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12" name="Straight Connector 411">
                <a:extLst>
                  <a:ext uri="{FF2B5EF4-FFF2-40B4-BE49-F238E27FC236}">
                    <a16:creationId xmlns:a16="http://schemas.microsoft.com/office/drawing/2014/main" id="{81E7DE66-6754-A5BF-7703-7C120F376B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4297" y="3093556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3" name="Straight Connector 412">
                <a:extLst>
                  <a:ext uri="{FF2B5EF4-FFF2-40B4-BE49-F238E27FC236}">
                    <a16:creationId xmlns:a16="http://schemas.microsoft.com/office/drawing/2014/main" id="{BC6442ED-63AB-6810-D156-1DD5A17C7C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94782" y="3140874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4" name="Straight Connector 413">
                <a:extLst>
                  <a:ext uri="{FF2B5EF4-FFF2-40B4-BE49-F238E27FC236}">
                    <a16:creationId xmlns:a16="http://schemas.microsoft.com/office/drawing/2014/main" id="{4730520F-E2D7-FF16-5E6E-726876167C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87636" y="3208269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6" name="Group 385">
              <a:extLst>
                <a:ext uri="{FF2B5EF4-FFF2-40B4-BE49-F238E27FC236}">
                  <a16:creationId xmlns:a16="http://schemas.microsoft.com/office/drawing/2014/main" id="{FB4DCADA-7E75-5368-2AB0-DF26FF5554DC}"/>
                </a:ext>
              </a:extLst>
            </p:cNvPr>
            <p:cNvGrpSpPr/>
            <p:nvPr/>
          </p:nvGrpSpPr>
          <p:grpSpPr>
            <a:xfrm>
              <a:off x="7557361" y="2743134"/>
              <a:ext cx="414449" cy="309005"/>
              <a:chOff x="6616561" y="2977809"/>
              <a:chExt cx="635221" cy="488565"/>
            </a:xfrm>
          </p:grpSpPr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86A96511-9003-B8B0-8253-E8AD4A26CB92}"/>
                  </a:ext>
                </a:extLst>
              </p:cNvPr>
              <p:cNvSpPr/>
              <p:nvPr/>
            </p:nvSpPr>
            <p:spPr>
              <a:xfrm>
                <a:off x="6616561" y="3162798"/>
                <a:ext cx="613586" cy="303576"/>
              </a:xfrm>
              <a:custGeom>
                <a:avLst/>
                <a:gdLst>
                  <a:gd name="csX0" fmla="*/ 47610 w 690433"/>
                  <a:gd name="csY0" fmla="*/ 843 h 303576"/>
                  <a:gd name="csX1" fmla="*/ 51420 w 690433"/>
                  <a:gd name="csY1" fmla="*/ 151338 h 303576"/>
                  <a:gd name="csX2" fmla="*/ 169530 w 690433"/>
                  <a:gd name="csY2" fmla="*/ 237063 h 303576"/>
                  <a:gd name="csX3" fmla="*/ 283830 w 690433"/>
                  <a:gd name="csY3" fmla="*/ 227538 h 303576"/>
                  <a:gd name="csX4" fmla="*/ 422895 w 690433"/>
                  <a:gd name="csY4" fmla="*/ 301833 h 303576"/>
                  <a:gd name="csX5" fmla="*/ 548625 w 690433"/>
                  <a:gd name="csY5" fmla="*/ 275163 h 303576"/>
                  <a:gd name="csX6" fmla="*/ 622920 w 690433"/>
                  <a:gd name="csY6" fmla="*/ 219918 h 303576"/>
                  <a:gd name="csX7" fmla="*/ 647685 w 690433"/>
                  <a:gd name="csY7" fmla="*/ 139908 h 303576"/>
                  <a:gd name="csX8" fmla="*/ 643875 w 690433"/>
                  <a:gd name="csY8" fmla="*/ 92283 h 303576"/>
                  <a:gd name="csX9" fmla="*/ 47610 w 690433"/>
                  <a:gd name="csY9" fmla="*/ 843 h 3035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690433" h="303576">
                    <a:moveTo>
                      <a:pt x="47610" y="843"/>
                    </a:moveTo>
                    <a:cubicBezTo>
                      <a:pt x="-51132" y="10685"/>
                      <a:pt x="31100" y="111968"/>
                      <a:pt x="51420" y="151338"/>
                    </a:cubicBezTo>
                    <a:cubicBezTo>
                      <a:pt x="71740" y="190708"/>
                      <a:pt x="130795" y="224363"/>
                      <a:pt x="169530" y="237063"/>
                    </a:cubicBezTo>
                    <a:cubicBezTo>
                      <a:pt x="208265" y="249763"/>
                      <a:pt x="241603" y="216743"/>
                      <a:pt x="283830" y="227538"/>
                    </a:cubicBezTo>
                    <a:cubicBezTo>
                      <a:pt x="326057" y="238333"/>
                      <a:pt x="378763" y="293896"/>
                      <a:pt x="422895" y="301833"/>
                    </a:cubicBezTo>
                    <a:cubicBezTo>
                      <a:pt x="467027" y="309770"/>
                      <a:pt x="515288" y="288815"/>
                      <a:pt x="548625" y="275163"/>
                    </a:cubicBezTo>
                    <a:cubicBezTo>
                      <a:pt x="581962" y="261511"/>
                      <a:pt x="606410" y="242460"/>
                      <a:pt x="622920" y="219918"/>
                    </a:cubicBezTo>
                    <a:cubicBezTo>
                      <a:pt x="639430" y="197376"/>
                      <a:pt x="644193" y="161180"/>
                      <a:pt x="647685" y="139908"/>
                    </a:cubicBezTo>
                    <a:cubicBezTo>
                      <a:pt x="651177" y="118636"/>
                      <a:pt x="744522" y="114508"/>
                      <a:pt x="643875" y="92283"/>
                    </a:cubicBezTo>
                    <a:cubicBezTo>
                      <a:pt x="543228" y="70058"/>
                      <a:pt x="146352" y="-8999"/>
                      <a:pt x="47610" y="843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47613C91-8628-DB53-09CB-E712D96F7185}"/>
                  </a:ext>
                </a:extLst>
              </p:cNvPr>
              <p:cNvSpPr/>
              <p:nvPr/>
            </p:nvSpPr>
            <p:spPr>
              <a:xfrm>
                <a:off x="6627244" y="2977809"/>
                <a:ext cx="624538" cy="361676"/>
              </a:xfrm>
              <a:custGeom>
                <a:avLst/>
                <a:gdLst>
                  <a:gd name="csX0" fmla="*/ 220611 w 602903"/>
                  <a:gd name="csY0" fmla="*/ 55657 h 361676"/>
                  <a:gd name="csX1" fmla="*/ 17411 w 602903"/>
                  <a:gd name="csY1" fmla="*/ 106457 h 361676"/>
                  <a:gd name="csX2" fmla="*/ 27571 w 602903"/>
                  <a:gd name="csY2" fmla="*/ 271557 h 361676"/>
                  <a:gd name="csX3" fmla="*/ 164731 w 602903"/>
                  <a:gd name="csY3" fmla="*/ 302037 h 361676"/>
                  <a:gd name="csX4" fmla="*/ 312051 w 602903"/>
                  <a:gd name="csY4" fmla="*/ 360457 h 361676"/>
                  <a:gd name="csX5" fmla="*/ 563511 w 602903"/>
                  <a:gd name="csY5" fmla="*/ 324897 h 361676"/>
                  <a:gd name="csX6" fmla="*/ 591451 w 602903"/>
                  <a:gd name="csY6" fmla="*/ 144557 h 361676"/>
                  <a:gd name="csX7" fmla="*/ 454291 w 602903"/>
                  <a:gd name="csY7" fmla="*/ 2317 h 361676"/>
                  <a:gd name="csX8" fmla="*/ 220611 w 602903"/>
                  <a:gd name="csY8" fmla="*/ 55657 h 361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02903" h="361676">
                    <a:moveTo>
                      <a:pt x="220611" y="55657"/>
                    </a:moveTo>
                    <a:cubicBezTo>
                      <a:pt x="147798" y="73014"/>
                      <a:pt x="49584" y="70474"/>
                      <a:pt x="17411" y="106457"/>
                    </a:cubicBezTo>
                    <a:cubicBezTo>
                      <a:pt x="-14762" y="142440"/>
                      <a:pt x="3018" y="238960"/>
                      <a:pt x="27571" y="271557"/>
                    </a:cubicBezTo>
                    <a:cubicBezTo>
                      <a:pt x="52124" y="304154"/>
                      <a:pt x="117318" y="287220"/>
                      <a:pt x="164731" y="302037"/>
                    </a:cubicBezTo>
                    <a:cubicBezTo>
                      <a:pt x="212144" y="316854"/>
                      <a:pt x="245588" y="356647"/>
                      <a:pt x="312051" y="360457"/>
                    </a:cubicBezTo>
                    <a:cubicBezTo>
                      <a:pt x="378514" y="364267"/>
                      <a:pt x="516944" y="360880"/>
                      <a:pt x="563511" y="324897"/>
                    </a:cubicBezTo>
                    <a:cubicBezTo>
                      <a:pt x="610078" y="288914"/>
                      <a:pt x="609654" y="198320"/>
                      <a:pt x="591451" y="144557"/>
                    </a:cubicBezTo>
                    <a:cubicBezTo>
                      <a:pt x="573248" y="90794"/>
                      <a:pt x="509748" y="15864"/>
                      <a:pt x="454291" y="2317"/>
                    </a:cubicBezTo>
                    <a:cubicBezTo>
                      <a:pt x="398834" y="-11230"/>
                      <a:pt x="293424" y="38300"/>
                      <a:pt x="220611" y="55657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5" name="Oval 404">
                <a:extLst>
                  <a:ext uri="{FF2B5EF4-FFF2-40B4-BE49-F238E27FC236}">
                    <a16:creationId xmlns:a16="http://schemas.microsoft.com/office/drawing/2014/main" id="{F81C9950-7FA1-BF31-EAA5-24F6B788FFA7}"/>
                  </a:ext>
                </a:extLst>
              </p:cNvPr>
              <p:cNvSpPr/>
              <p:nvPr/>
            </p:nvSpPr>
            <p:spPr>
              <a:xfrm>
                <a:off x="6705927" y="3134912"/>
                <a:ext cx="144735" cy="988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06" name="Straight Connector 405">
                <a:extLst>
                  <a:ext uri="{FF2B5EF4-FFF2-40B4-BE49-F238E27FC236}">
                    <a16:creationId xmlns:a16="http://schemas.microsoft.com/office/drawing/2014/main" id="{8544969E-28F8-E903-CB31-3B92D18EFE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4297" y="3093556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7" name="Straight Connector 406">
                <a:extLst>
                  <a:ext uri="{FF2B5EF4-FFF2-40B4-BE49-F238E27FC236}">
                    <a16:creationId xmlns:a16="http://schemas.microsoft.com/office/drawing/2014/main" id="{71AEB998-37AB-24FE-418A-5E6A686ED5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94782" y="3140874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8" name="Straight Connector 407">
                <a:extLst>
                  <a:ext uri="{FF2B5EF4-FFF2-40B4-BE49-F238E27FC236}">
                    <a16:creationId xmlns:a16="http://schemas.microsoft.com/office/drawing/2014/main" id="{933D79CC-FBE5-8AF5-9BBF-D189A6597B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87636" y="3208269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7" name="Oval 386">
              <a:extLst>
                <a:ext uri="{FF2B5EF4-FFF2-40B4-BE49-F238E27FC236}">
                  <a16:creationId xmlns:a16="http://schemas.microsoft.com/office/drawing/2014/main" id="{F0992075-9543-B07D-6E01-B74520F67712}"/>
                </a:ext>
              </a:extLst>
            </p:cNvPr>
            <p:cNvSpPr/>
            <p:nvPr/>
          </p:nvSpPr>
          <p:spPr>
            <a:xfrm>
              <a:off x="7043970" y="2897518"/>
              <a:ext cx="167592" cy="307040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8" name="Oval 387">
              <a:extLst>
                <a:ext uri="{FF2B5EF4-FFF2-40B4-BE49-F238E27FC236}">
                  <a16:creationId xmlns:a16="http://schemas.microsoft.com/office/drawing/2014/main" id="{5C0B95AC-63C3-2538-4FAE-F5220AFB6318}"/>
                </a:ext>
              </a:extLst>
            </p:cNvPr>
            <p:cNvSpPr/>
            <p:nvPr/>
          </p:nvSpPr>
          <p:spPr>
            <a:xfrm>
              <a:off x="7186867" y="2901614"/>
              <a:ext cx="167592" cy="307040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9" name="Oval 388">
              <a:extLst>
                <a:ext uri="{FF2B5EF4-FFF2-40B4-BE49-F238E27FC236}">
                  <a16:creationId xmlns:a16="http://schemas.microsoft.com/office/drawing/2014/main" id="{33E967D8-1AE5-D742-2E35-3EF8F8E6E6B8}"/>
                </a:ext>
              </a:extLst>
            </p:cNvPr>
            <p:cNvSpPr/>
            <p:nvPr/>
          </p:nvSpPr>
          <p:spPr>
            <a:xfrm>
              <a:off x="6941763" y="2967802"/>
              <a:ext cx="167592" cy="307040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0" name="Oval 389">
              <a:extLst>
                <a:ext uri="{FF2B5EF4-FFF2-40B4-BE49-F238E27FC236}">
                  <a16:creationId xmlns:a16="http://schemas.microsoft.com/office/drawing/2014/main" id="{7C61C69E-99A6-A6E3-9D7A-C790E93961CF}"/>
                </a:ext>
              </a:extLst>
            </p:cNvPr>
            <p:cNvSpPr/>
            <p:nvPr/>
          </p:nvSpPr>
          <p:spPr>
            <a:xfrm>
              <a:off x="7083248" y="2967802"/>
              <a:ext cx="167592" cy="307040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91" name="Group 390">
              <a:extLst>
                <a:ext uri="{FF2B5EF4-FFF2-40B4-BE49-F238E27FC236}">
                  <a16:creationId xmlns:a16="http://schemas.microsoft.com/office/drawing/2014/main" id="{A3AC25E1-42B5-833F-AB1D-5FA78E83672B}"/>
                </a:ext>
              </a:extLst>
            </p:cNvPr>
            <p:cNvGrpSpPr/>
            <p:nvPr/>
          </p:nvGrpSpPr>
          <p:grpSpPr>
            <a:xfrm>
              <a:off x="7357831" y="2794745"/>
              <a:ext cx="414449" cy="309005"/>
              <a:chOff x="6616561" y="2977809"/>
              <a:chExt cx="635221" cy="488565"/>
            </a:xfrm>
          </p:grpSpPr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D72FC822-A458-ADD6-76AA-C952F34D0582}"/>
                  </a:ext>
                </a:extLst>
              </p:cNvPr>
              <p:cNvSpPr/>
              <p:nvPr/>
            </p:nvSpPr>
            <p:spPr>
              <a:xfrm>
                <a:off x="6616561" y="3162798"/>
                <a:ext cx="613586" cy="303576"/>
              </a:xfrm>
              <a:custGeom>
                <a:avLst/>
                <a:gdLst>
                  <a:gd name="csX0" fmla="*/ 47610 w 690433"/>
                  <a:gd name="csY0" fmla="*/ 843 h 303576"/>
                  <a:gd name="csX1" fmla="*/ 51420 w 690433"/>
                  <a:gd name="csY1" fmla="*/ 151338 h 303576"/>
                  <a:gd name="csX2" fmla="*/ 169530 w 690433"/>
                  <a:gd name="csY2" fmla="*/ 237063 h 303576"/>
                  <a:gd name="csX3" fmla="*/ 283830 w 690433"/>
                  <a:gd name="csY3" fmla="*/ 227538 h 303576"/>
                  <a:gd name="csX4" fmla="*/ 422895 w 690433"/>
                  <a:gd name="csY4" fmla="*/ 301833 h 303576"/>
                  <a:gd name="csX5" fmla="*/ 548625 w 690433"/>
                  <a:gd name="csY5" fmla="*/ 275163 h 303576"/>
                  <a:gd name="csX6" fmla="*/ 622920 w 690433"/>
                  <a:gd name="csY6" fmla="*/ 219918 h 303576"/>
                  <a:gd name="csX7" fmla="*/ 647685 w 690433"/>
                  <a:gd name="csY7" fmla="*/ 139908 h 303576"/>
                  <a:gd name="csX8" fmla="*/ 643875 w 690433"/>
                  <a:gd name="csY8" fmla="*/ 92283 h 303576"/>
                  <a:gd name="csX9" fmla="*/ 47610 w 690433"/>
                  <a:gd name="csY9" fmla="*/ 843 h 3035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690433" h="303576">
                    <a:moveTo>
                      <a:pt x="47610" y="843"/>
                    </a:moveTo>
                    <a:cubicBezTo>
                      <a:pt x="-51132" y="10685"/>
                      <a:pt x="31100" y="111968"/>
                      <a:pt x="51420" y="151338"/>
                    </a:cubicBezTo>
                    <a:cubicBezTo>
                      <a:pt x="71740" y="190708"/>
                      <a:pt x="130795" y="224363"/>
                      <a:pt x="169530" y="237063"/>
                    </a:cubicBezTo>
                    <a:cubicBezTo>
                      <a:pt x="208265" y="249763"/>
                      <a:pt x="241603" y="216743"/>
                      <a:pt x="283830" y="227538"/>
                    </a:cubicBezTo>
                    <a:cubicBezTo>
                      <a:pt x="326057" y="238333"/>
                      <a:pt x="378763" y="293896"/>
                      <a:pt x="422895" y="301833"/>
                    </a:cubicBezTo>
                    <a:cubicBezTo>
                      <a:pt x="467027" y="309770"/>
                      <a:pt x="515288" y="288815"/>
                      <a:pt x="548625" y="275163"/>
                    </a:cubicBezTo>
                    <a:cubicBezTo>
                      <a:pt x="581962" y="261511"/>
                      <a:pt x="606410" y="242460"/>
                      <a:pt x="622920" y="219918"/>
                    </a:cubicBezTo>
                    <a:cubicBezTo>
                      <a:pt x="639430" y="197376"/>
                      <a:pt x="644193" y="161180"/>
                      <a:pt x="647685" y="139908"/>
                    </a:cubicBezTo>
                    <a:cubicBezTo>
                      <a:pt x="651177" y="118636"/>
                      <a:pt x="744522" y="114508"/>
                      <a:pt x="643875" y="92283"/>
                    </a:cubicBezTo>
                    <a:cubicBezTo>
                      <a:pt x="543228" y="70058"/>
                      <a:pt x="146352" y="-8999"/>
                      <a:pt x="47610" y="843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DFD6BFEE-0E90-E9A2-9AC0-B9A1293541A1}"/>
                  </a:ext>
                </a:extLst>
              </p:cNvPr>
              <p:cNvSpPr/>
              <p:nvPr/>
            </p:nvSpPr>
            <p:spPr>
              <a:xfrm>
                <a:off x="6627244" y="2977809"/>
                <a:ext cx="624538" cy="361676"/>
              </a:xfrm>
              <a:custGeom>
                <a:avLst/>
                <a:gdLst>
                  <a:gd name="csX0" fmla="*/ 220611 w 602903"/>
                  <a:gd name="csY0" fmla="*/ 55657 h 361676"/>
                  <a:gd name="csX1" fmla="*/ 17411 w 602903"/>
                  <a:gd name="csY1" fmla="*/ 106457 h 361676"/>
                  <a:gd name="csX2" fmla="*/ 27571 w 602903"/>
                  <a:gd name="csY2" fmla="*/ 271557 h 361676"/>
                  <a:gd name="csX3" fmla="*/ 164731 w 602903"/>
                  <a:gd name="csY3" fmla="*/ 302037 h 361676"/>
                  <a:gd name="csX4" fmla="*/ 312051 w 602903"/>
                  <a:gd name="csY4" fmla="*/ 360457 h 361676"/>
                  <a:gd name="csX5" fmla="*/ 563511 w 602903"/>
                  <a:gd name="csY5" fmla="*/ 324897 h 361676"/>
                  <a:gd name="csX6" fmla="*/ 591451 w 602903"/>
                  <a:gd name="csY6" fmla="*/ 144557 h 361676"/>
                  <a:gd name="csX7" fmla="*/ 454291 w 602903"/>
                  <a:gd name="csY7" fmla="*/ 2317 h 361676"/>
                  <a:gd name="csX8" fmla="*/ 220611 w 602903"/>
                  <a:gd name="csY8" fmla="*/ 55657 h 361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02903" h="361676">
                    <a:moveTo>
                      <a:pt x="220611" y="55657"/>
                    </a:moveTo>
                    <a:cubicBezTo>
                      <a:pt x="147798" y="73014"/>
                      <a:pt x="49584" y="70474"/>
                      <a:pt x="17411" y="106457"/>
                    </a:cubicBezTo>
                    <a:cubicBezTo>
                      <a:pt x="-14762" y="142440"/>
                      <a:pt x="3018" y="238960"/>
                      <a:pt x="27571" y="271557"/>
                    </a:cubicBezTo>
                    <a:cubicBezTo>
                      <a:pt x="52124" y="304154"/>
                      <a:pt x="117318" y="287220"/>
                      <a:pt x="164731" y="302037"/>
                    </a:cubicBezTo>
                    <a:cubicBezTo>
                      <a:pt x="212144" y="316854"/>
                      <a:pt x="245588" y="356647"/>
                      <a:pt x="312051" y="360457"/>
                    </a:cubicBezTo>
                    <a:cubicBezTo>
                      <a:pt x="378514" y="364267"/>
                      <a:pt x="516944" y="360880"/>
                      <a:pt x="563511" y="324897"/>
                    </a:cubicBezTo>
                    <a:cubicBezTo>
                      <a:pt x="610078" y="288914"/>
                      <a:pt x="609654" y="198320"/>
                      <a:pt x="591451" y="144557"/>
                    </a:cubicBezTo>
                    <a:cubicBezTo>
                      <a:pt x="573248" y="90794"/>
                      <a:pt x="509748" y="15864"/>
                      <a:pt x="454291" y="2317"/>
                    </a:cubicBezTo>
                    <a:cubicBezTo>
                      <a:pt x="398834" y="-11230"/>
                      <a:pt x="293424" y="38300"/>
                      <a:pt x="220611" y="55657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9" name="Oval 398">
                <a:extLst>
                  <a:ext uri="{FF2B5EF4-FFF2-40B4-BE49-F238E27FC236}">
                    <a16:creationId xmlns:a16="http://schemas.microsoft.com/office/drawing/2014/main" id="{A663D9F1-19EA-98EF-4101-65AFBAC0EA78}"/>
                  </a:ext>
                </a:extLst>
              </p:cNvPr>
              <p:cNvSpPr/>
              <p:nvPr/>
            </p:nvSpPr>
            <p:spPr>
              <a:xfrm>
                <a:off x="6705927" y="3134912"/>
                <a:ext cx="144735" cy="988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00" name="Straight Connector 399">
                <a:extLst>
                  <a:ext uri="{FF2B5EF4-FFF2-40B4-BE49-F238E27FC236}">
                    <a16:creationId xmlns:a16="http://schemas.microsoft.com/office/drawing/2014/main" id="{B751E08B-6DA9-3FCC-F29D-94A70FC6BE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4297" y="3093556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1" name="Straight Connector 400">
                <a:extLst>
                  <a:ext uri="{FF2B5EF4-FFF2-40B4-BE49-F238E27FC236}">
                    <a16:creationId xmlns:a16="http://schemas.microsoft.com/office/drawing/2014/main" id="{D8013375-889A-F4E6-1E61-77E192F1E9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94782" y="3140874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2" name="Straight Connector 401">
                <a:extLst>
                  <a:ext uri="{FF2B5EF4-FFF2-40B4-BE49-F238E27FC236}">
                    <a16:creationId xmlns:a16="http://schemas.microsoft.com/office/drawing/2014/main" id="{FE258EBD-53E2-3163-91ED-0275573B9C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87636" y="3208269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2" name="Oval 391">
              <a:extLst>
                <a:ext uri="{FF2B5EF4-FFF2-40B4-BE49-F238E27FC236}">
                  <a16:creationId xmlns:a16="http://schemas.microsoft.com/office/drawing/2014/main" id="{C0857AC4-DE80-DFB1-5262-C29700014E20}"/>
                </a:ext>
              </a:extLst>
            </p:cNvPr>
            <p:cNvSpPr/>
            <p:nvPr/>
          </p:nvSpPr>
          <p:spPr>
            <a:xfrm>
              <a:off x="7931219" y="2524706"/>
              <a:ext cx="90424" cy="437962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3" name="Oval 392">
              <a:extLst>
                <a:ext uri="{FF2B5EF4-FFF2-40B4-BE49-F238E27FC236}">
                  <a16:creationId xmlns:a16="http://schemas.microsoft.com/office/drawing/2014/main" id="{35A9B288-B615-3EB2-2191-6C025711CCDB}"/>
                </a:ext>
              </a:extLst>
            </p:cNvPr>
            <p:cNvSpPr/>
            <p:nvPr/>
          </p:nvSpPr>
          <p:spPr>
            <a:xfrm>
              <a:off x="8005154" y="2515489"/>
              <a:ext cx="90424" cy="437962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4" name="Oval 393">
              <a:extLst>
                <a:ext uri="{FF2B5EF4-FFF2-40B4-BE49-F238E27FC236}">
                  <a16:creationId xmlns:a16="http://schemas.microsoft.com/office/drawing/2014/main" id="{D90DC8EB-EF64-679B-6C2D-3CC9557F930B}"/>
                </a:ext>
              </a:extLst>
            </p:cNvPr>
            <p:cNvSpPr/>
            <p:nvPr/>
          </p:nvSpPr>
          <p:spPr>
            <a:xfrm>
              <a:off x="8080630" y="2502543"/>
              <a:ext cx="90424" cy="437962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5" name="Rectangle 394">
              <a:extLst>
                <a:ext uri="{FF2B5EF4-FFF2-40B4-BE49-F238E27FC236}">
                  <a16:creationId xmlns:a16="http://schemas.microsoft.com/office/drawing/2014/main" id="{67513CAF-0D63-ACCA-91D2-75F2B231DC10}"/>
                </a:ext>
              </a:extLst>
            </p:cNvPr>
            <p:cNvSpPr/>
            <p:nvPr/>
          </p:nvSpPr>
          <p:spPr>
            <a:xfrm rot="10800000">
              <a:off x="6867673" y="3080578"/>
              <a:ext cx="877850" cy="19508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6" name="Rectangle 242">
              <a:extLst>
                <a:ext uri="{FF2B5EF4-FFF2-40B4-BE49-F238E27FC236}">
                  <a16:creationId xmlns:a16="http://schemas.microsoft.com/office/drawing/2014/main" id="{9AFAF32F-7648-4D4A-DCB6-C9C3212B6238}"/>
                </a:ext>
              </a:extLst>
            </p:cNvPr>
            <p:cNvSpPr/>
            <p:nvPr/>
          </p:nvSpPr>
          <p:spPr>
            <a:xfrm rot="8616981">
              <a:off x="7609666" y="2838243"/>
              <a:ext cx="863558" cy="205662"/>
            </a:xfrm>
            <a:custGeom>
              <a:avLst/>
              <a:gdLst>
                <a:gd name="csX0" fmla="*/ 0 w 877850"/>
                <a:gd name="csY0" fmla="*/ 0 h 195087"/>
                <a:gd name="csX1" fmla="*/ 877850 w 877850"/>
                <a:gd name="csY1" fmla="*/ 0 h 195087"/>
                <a:gd name="csX2" fmla="*/ 877850 w 877850"/>
                <a:gd name="csY2" fmla="*/ 195087 h 195087"/>
                <a:gd name="csX3" fmla="*/ 0 w 877850"/>
                <a:gd name="csY3" fmla="*/ 195087 h 195087"/>
                <a:gd name="csX4" fmla="*/ 0 w 877850"/>
                <a:gd name="csY4" fmla="*/ 0 h 195087"/>
                <a:gd name="csX0" fmla="*/ 0 w 877850"/>
                <a:gd name="csY0" fmla="*/ 0 h 195087"/>
                <a:gd name="csX1" fmla="*/ 877850 w 877850"/>
                <a:gd name="csY1" fmla="*/ 0 h 195087"/>
                <a:gd name="csX2" fmla="*/ 774289 w 877850"/>
                <a:gd name="csY2" fmla="*/ 159008 h 195087"/>
                <a:gd name="csX3" fmla="*/ 0 w 877850"/>
                <a:gd name="csY3" fmla="*/ 195087 h 195087"/>
                <a:gd name="csX4" fmla="*/ 0 w 877850"/>
                <a:gd name="csY4" fmla="*/ 0 h 195087"/>
                <a:gd name="csX0" fmla="*/ 0 w 877850"/>
                <a:gd name="csY0" fmla="*/ 0 h 195087"/>
                <a:gd name="csX1" fmla="*/ 877850 w 877850"/>
                <a:gd name="csY1" fmla="*/ 0 h 195087"/>
                <a:gd name="csX2" fmla="*/ 746038 w 877850"/>
                <a:gd name="csY2" fmla="*/ 152389 h 195087"/>
                <a:gd name="csX3" fmla="*/ 0 w 877850"/>
                <a:gd name="csY3" fmla="*/ 195087 h 195087"/>
                <a:gd name="csX4" fmla="*/ 0 w 877850"/>
                <a:gd name="csY4" fmla="*/ 0 h 195087"/>
                <a:gd name="csX0" fmla="*/ 0 w 870586"/>
                <a:gd name="csY0" fmla="*/ 2987 h 198074"/>
                <a:gd name="csX1" fmla="*/ 870586 w 870586"/>
                <a:gd name="csY1" fmla="*/ 0 h 198074"/>
                <a:gd name="csX2" fmla="*/ 746038 w 870586"/>
                <a:gd name="csY2" fmla="*/ 155376 h 198074"/>
                <a:gd name="csX3" fmla="*/ 0 w 870586"/>
                <a:gd name="csY3" fmla="*/ 198074 h 198074"/>
                <a:gd name="csX4" fmla="*/ 0 w 870586"/>
                <a:gd name="csY4" fmla="*/ 2987 h 198074"/>
                <a:gd name="csX0" fmla="*/ 0 w 866712"/>
                <a:gd name="csY0" fmla="*/ 10575 h 205662"/>
                <a:gd name="csX1" fmla="*/ 866712 w 866712"/>
                <a:gd name="csY1" fmla="*/ 0 h 205662"/>
                <a:gd name="csX2" fmla="*/ 746038 w 866712"/>
                <a:gd name="csY2" fmla="*/ 162964 h 205662"/>
                <a:gd name="csX3" fmla="*/ 0 w 866712"/>
                <a:gd name="csY3" fmla="*/ 205662 h 205662"/>
                <a:gd name="csX4" fmla="*/ 0 w 866712"/>
                <a:gd name="csY4" fmla="*/ 10575 h 205662"/>
                <a:gd name="csX0" fmla="*/ 0 w 866712"/>
                <a:gd name="csY0" fmla="*/ 10575 h 205662"/>
                <a:gd name="csX1" fmla="*/ 866712 w 866712"/>
                <a:gd name="csY1" fmla="*/ 0 h 205662"/>
                <a:gd name="csX2" fmla="*/ 742971 w 866712"/>
                <a:gd name="csY2" fmla="*/ 160704 h 205662"/>
                <a:gd name="csX3" fmla="*/ 0 w 866712"/>
                <a:gd name="csY3" fmla="*/ 205662 h 205662"/>
                <a:gd name="csX4" fmla="*/ 0 w 866712"/>
                <a:gd name="csY4" fmla="*/ 10575 h 205662"/>
                <a:gd name="csX0" fmla="*/ 0 w 866712"/>
                <a:gd name="csY0" fmla="*/ 10575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0 w 866712"/>
                <a:gd name="csY4" fmla="*/ 10575 h 205662"/>
                <a:gd name="csX0" fmla="*/ 71373 w 866712"/>
                <a:gd name="csY0" fmla="*/ 39309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71373 w 866712"/>
                <a:gd name="csY4" fmla="*/ 39309 h 205662"/>
                <a:gd name="csX0" fmla="*/ 127110 w 866712"/>
                <a:gd name="csY0" fmla="*/ 73129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127110 w 866712"/>
                <a:gd name="csY4" fmla="*/ 73129 h 205662"/>
                <a:gd name="csX0" fmla="*/ 112365 w 866712"/>
                <a:gd name="csY0" fmla="*/ 48107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112365 w 866712"/>
                <a:gd name="csY4" fmla="*/ 48107 h 2056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66712" h="205662">
                  <a:moveTo>
                    <a:pt x="112365" y="48107"/>
                  </a:moveTo>
                  <a:lnTo>
                    <a:pt x="866712" y="0"/>
                  </a:lnTo>
                  <a:lnTo>
                    <a:pt x="749509" y="167888"/>
                  </a:lnTo>
                  <a:lnTo>
                    <a:pt x="0" y="205662"/>
                  </a:lnTo>
                  <a:lnTo>
                    <a:pt x="112365" y="48107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7" name="Group 416">
            <a:extLst>
              <a:ext uri="{FF2B5EF4-FFF2-40B4-BE49-F238E27FC236}">
                <a16:creationId xmlns:a16="http://schemas.microsoft.com/office/drawing/2014/main" id="{10BAC761-014E-AF11-ACF6-CEA7BA868DFC}"/>
              </a:ext>
            </a:extLst>
          </p:cNvPr>
          <p:cNvGrpSpPr/>
          <p:nvPr/>
        </p:nvGrpSpPr>
        <p:grpSpPr>
          <a:xfrm>
            <a:off x="7439311" y="2449061"/>
            <a:ext cx="1348068" cy="614103"/>
            <a:chOff x="6713894" y="2448318"/>
            <a:chExt cx="1759330" cy="853833"/>
          </a:xfrm>
        </p:grpSpPr>
        <p:sp>
          <p:nvSpPr>
            <p:cNvPr id="418" name="Rectangle 251">
              <a:extLst>
                <a:ext uri="{FF2B5EF4-FFF2-40B4-BE49-F238E27FC236}">
                  <a16:creationId xmlns:a16="http://schemas.microsoft.com/office/drawing/2014/main" id="{1AB36169-A4BF-FDF1-434D-C19809423EE5}"/>
                </a:ext>
              </a:extLst>
            </p:cNvPr>
            <p:cNvSpPr/>
            <p:nvPr/>
          </p:nvSpPr>
          <p:spPr>
            <a:xfrm>
              <a:off x="7117939" y="2793385"/>
              <a:ext cx="951059" cy="376437"/>
            </a:xfrm>
            <a:custGeom>
              <a:avLst/>
              <a:gdLst>
                <a:gd name="csX0" fmla="*/ 0 w 1266019"/>
                <a:gd name="csY0" fmla="*/ 0 h 914400"/>
                <a:gd name="csX1" fmla="*/ 1266019 w 1266019"/>
                <a:gd name="csY1" fmla="*/ 0 h 914400"/>
                <a:gd name="csX2" fmla="*/ 1266019 w 1266019"/>
                <a:gd name="csY2" fmla="*/ 914400 h 914400"/>
                <a:gd name="csX3" fmla="*/ 0 w 1266019"/>
                <a:gd name="csY3" fmla="*/ 914400 h 914400"/>
                <a:gd name="csX4" fmla="*/ 0 w 1266019"/>
                <a:gd name="csY4" fmla="*/ 0 h 914400"/>
                <a:gd name="csX0" fmla="*/ 0 w 1266019"/>
                <a:gd name="csY0" fmla="*/ 0 h 914400"/>
                <a:gd name="csX1" fmla="*/ 1266019 w 1266019"/>
                <a:gd name="csY1" fmla="*/ 0 h 914400"/>
                <a:gd name="csX2" fmla="*/ 1266019 w 1266019"/>
                <a:gd name="csY2" fmla="*/ 914400 h 914400"/>
                <a:gd name="csX3" fmla="*/ 177800 w 1266019"/>
                <a:gd name="csY3" fmla="*/ 731520 h 914400"/>
                <a:gd name="csX4" fmla="*/ 0 w 1266019"/>
                <a:gd name="csY4" fmla="*/ 0 h 914400"/>
                <a:gd name="csX0" fmla="*/ 0 w 1266019"/>
                <a:gd name="csY0" fmla="*/ 0 h 734060"/>
                <a:gd name="csX1" fmla="*/ 1266019 w 1266019"/>
                <a:gd name="csY1" fmla="*/ 0 h 734060"/>
                <a:gd name="csX2" fmla="*/ 808819 w 1266019"/>
                <a:gd name="csY2" fmla="*/ 734060 h 734060"/>
                <a:gd name="csX3" fmla="*/ 177800 w 1266019"/>
                <a:gd name="csY3" fmla="*/ 731520 h 734060"/>
                <a:gd name="csX4" fmla="*/ 0 w 1266019"/>
                <a:gd name="csY4" fmla="*/ 0 h 734060"/>
                <a:gd name="csX0" fmla="*/ 0 w 1128859"/>
                <a:gd name="csY0" fmla="*/ 0 h 734060"/>
                <a:gd name="csX1" fmla="*/ 1128859 w 1128859"/>
                <a:gd name="csY1" fmla="*/ 452120 h 734060"/>
                <a:gd name="csX2" fmla="*/ 808819 w 1128859"/>
                <a:gd name="csY2" fmla="*/ 734060 h 734060"/>
                <a:gd name="csX3" fmla="*/ 177800 w 1128859"/>
                <a:gd name="csY3" fmla="*/ 731520 h 734060"/>
                <a:gd name="csX4" fmla="*/ 0 w 1128859"/>
                <a:gd name="csY4" fmla="*/ 0 h 734060"/>
                <a:gd name="csX0" fmla="*/ 332740 w 951059"/>
                <a:gd name="csY0" fmla="*/ 0 h 294640"/>
                <a:gd name="csX1" fmla="*/ 951059 w 951059"/>
                <a:gd name="csY1" fmla="*/ 12700 h 294640"/>
                <a:gd name="csX2" fmla="*/ 631019 w 951059"/>
                <a:gd name="csY2" fmla="*/ 294640 h 294640"/>
                <a:gd name="csX3" fmla="*/ 0 w 951059"/>
                <a:gd name="csY3" fmla="*/ 292100 h 294640"/>
                <a:gd name="csX4" fmla="*/ 332740 w 951059"/>
                <a:gd name="csY4" fmla="*/ 0 h 2946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51059" h="294640">
                  <a:moveTo>
                    <a:pt x="332740" y="0"/>
                  </a:moveTo>
                  <a:lnTo>
                    <a:pt x="951059" y="12700"/>
                  </a:lnTo>
                  <a:lnTo>
                    <a:pt x="631019" y="294640"/>
                  </a:lnTo>
                  <a:lnTo>
                    <a:pt x="0" y="292100"/>
                  </a:lnTo>
                  <a:lnTo>
                    <a:pt x="332740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3858CA72-1379-1FE1-93ED-531F9BA08153}"/>
                </a:ext>
              </a:extLst>
            </p:cNvPr>
            <p:cNvSpPr/>
            <p:nvPr/>
          </p:nvSpPr>
          <p:spPr>
            <a:xfrm rot="10800000">
              <a:off x="7441596" y="2604305"/>
              <a:ext cx="877850" cy="19508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0" name="Rectangle 242">
              <a:extLst>
                <a:ext uri="{FF2B5EF4-FFF2-40B4-BE49-F238E27FC236}">
                  <a16:creationId xmlns:a16="http://schemas.microsoft.com/office/drawing/2014/main" id="{5680DEA9-E036-0E9E-643F-94B74D0D0D07}"/>
                </a:ext>
              </a:extLst>
            </p:cNvPr>
            <p:cNvSpPr/>
            <p:nvPr/>
          </p:nvSpPr>
          <p:spPr>
            <a:xfrm rot="8616981">
              <a:off x="6713894" y="2844928"/>
              <a:ext cx="863558" cy="205662"/>
            </a:xfrm>
            <a:custGeom>
              <a:avLst/>
              <a:gdLst>
                <a:gd name="csX0" fmla="*/ 0 w 877850"/>
                <a:gd name="csY0" fmla="*/ 0 h 195087"/>
                <a:gd name="csX1" fmla="*/ 877850 w 877850"/>
                <a:gd name="csY1" fmla="*/ 0 h 195087"/>
                <a:gd name="csX2" fmla="*/ 877850 w 877850"/>
                <a:gd name="csY2" fmla="*/ 195087 h 195087"/>
                <a:gd name="csX3" fmla="*/ 0 w 877850"/>
                <a:gd name="csY3" fmla="*/ 195087 h 195087"/>
                <a:gd name="csX4" fmla="*/ 0 w 877850"/>
                <a:gd name="csY4" fmla="*/ 0 h 195087"/>
                <a:gd name="csX0" fmla="*/ 0 w 877850"/>
                <a:gd name="csY0" fmla="*/ 0 h 195087"/>
                <a:gd name="csX1" fmla="*/ 877850 w 877850"/>
                <a:gd name="csY1" fmla="*/ 0 h 195087"/>
                <a:gd name="csX2" fmla="*/ 774289 w 877850"/>
                <a:gd name="csY2" fmla="*/ 159008 h 195087"/>
                <a:gd name="csX3" fmla="*/ 0 w 877850"/>
                <a:gd name="csY3" fmla="*/ 195087 h 195087"/>
                <a:gd name="csX4" fmla="*/ 0 w 877850"/>
                <a:gd name="csY4" fmla="*/ 0 h 195087"/>
                <a:gd name="csX0" fmla="*/ 0 w 877850"/>
                <a:gd name="csY0" fmla="*/ 0 h 195087"/>
                <a:gd name="csX1" fmla="*/ 877850 w 877850"/>
                <a:gd name="csY1" fmla="*/ 0 h 195087"/>
                <a:gd name="csX2" fmla="*/ 746038 w 877850"/>
                <a:gd name="csY2" fmla="*/ 152389 h 195087"/>
                <a:gd name="csX3" fmla="*/ 0 w 877850"/>
                <a:gd name="csY3" fmla="*/ 195087 h 195087"/>
                <a:gd name="csX4" fmla="*/ 0 w 877850"/>
                <a:gd name="csY4" fmla="*/ 0 h 195087"/>
                <a:gd name="csX0" fmla="*/ 0 w 870586"/>
                <a:gd name="csY0" fmla="*/ 2987 h 198074"/>
                <a:gd name="csX1" fmla="*/ 870586 w 870586"/>
                <a:gd name="csY1" fmla="*/ 0 h 198074"/>
                <a:gd name="csX2" fmla="*/ 746038 w 870586"/>
                <a:gd name="csY2" fmla="*/ 155376 h 198074"/>
                <a:gd name="csX3" fmla="*/ 0 w 870586"/>
                <a:gd name="csY3" fmla="*/ 198074 h 198074"/>
                <a:gd name="csX4" fmla="*/ 0 w 870586"/>
                <a:gd name="csY4" fmla="*/ 2987 h 198074"/>
                <a:gd name="csX0" fmla="*/ 0 w 866712"/>
                <a:gd name="csY0" fmla="*/ 10575 h 205662"/>
                <a:gd name="csX1" fmla="*/ 866712 w 866712"/>
                <a:gd name="csY1" fmla="*/ 0 h 205662"/>
                <a:gd name="csX2" fmla="*/ 746038 w 866712"/>
                <a:gd name="csY2" fmla="*/ 162964 h 205662"/>
                <a:gd name="csX3" fmla="*/ 0 w 866712"/>
                <a:gd name="csY3" fmla="*/ 205662 h 205662"/>
                <a:gd name="csX4" fmla="*/ 0 w 866712"/>
                <a:gd name="csY4" fmla="*/ 10575 h 205662"/>
                <a:gd name="csX0" fmla="*/ 0 w 866712"/>
                <a:gd name="csY0" fmla="*/ 10575 h 205662"/>
                <a:gd name="csX1" fmla="*/ 866712 w 866712"/>
                <a:gd name="csY1" fmla="*/ 0 h 205662"/>
                <a:gd name="csX2" fmla="*/ 742971 w 866712"/>
                <a:gd name="csY2" fmla="*/ 160704 h 205662"/>
                <a:gd name="csX3" fmla="*/ 0 w 866712"/>
                <a:gd name="csY3" fmla="*/ 205662 h 205662"/>
                <a:gd name="csX4" fmla="*/ 0 w 866712"/>
                <a:gd name="csY4" fmla="*/ 10575 h 205662"/>
                <a:gd name="csX0" fmla="*/ 0 w 866712"/>
                <a:gd name="csY0" fmla="*/ 10575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0 w 866712"/>
                <a:gd name="csY4" fmla="*/ 10575 h 205662"/>
                <a:gd name="csX0" fmla="*/ 71373 w 866712"/>
                <a:gd name="csY0" fmla="*/ 39309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71373 w 866712"/>
                <a:gd name="csY4" fmla="*/ 39309 h 205662"/>
                <a:gd name="csX0" fmla="*/ 127110 w 866712"/>
                <a:gd name="csY0" fmla="*/ 73129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127110 w 866712"/>
                <a:gd name="csY4" fmla="*/ 73129 h 205662"/>
                <a:gd name="csX0" fmla="*/ 112365 w 866712"/>
                <a:gd name="csY0" fmla="*/ 48107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112365 w 866712"/>
                <a:gd name="csY4" fmla="*/ 48107 h 2056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66712" h="205662">
                  <a:moveTo>
                    <a:pt x="112365" y="48107"/>
                  </a:moveTo>
                  <a:lnTo>
                    <a:pt x="866712" y="0"/>
                  </a:lnTo>
                  <a:lnTo>
                    <a:pt x="749509" y="167888"/>
                  </a:lnTo>
                  <a:lnTo>
                    <a:pt x="0" y="205662"/>
                  </a:lnTo>
                  <a:lnTo>
                    <a:pt x="112365" y="48107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21" name="Group 420">
              <a:extLst>
                <a:ext uri="{FF2B5EF4-FFF2-40B4-BE49-F238E27FC236}">
                  <a16:creationId xmlns:a16="http://schemas.microsoft.com/office/drawing/2014/main" id="{01506DCB-3FC2-24B9-25B7-D8BFC1FB108C}"/>
                </a:ext>
              </a:extLst>
            </p:cNvPr>
            <p:cNvGrpSpPr/>
            <p:nvPr/>
          </p:nvGrpSpPr>
          <p:grpSpPr>
            <a:xfrm>
              <a:off x="7383474" y="2448318"/>
              <a:ext cx="548845" cy="396394"/>
              <a:chOff x="2583403" y="4000225"/>
              <a:chExt cx="548845" cy="396394"/>
            </a:xfrm>
          </p:grpSpPr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925BE9E9-F971-C2E7-047E-4ADA5C0FDB80}"/>
                  </a:ext>
                </a:extLst>
              </p:cNvPr>
              <p:cNvSpPr/>
              <p:nvPr/>
            </p:nvSpPr>
            <p:spPr>
              <a:xfrm>
                <a:off x="2583403" y="4036300"/>
                <a:ext cx="548845" cy="360319"/>
              </a:xfrm>
              <a:custGeom>
                <a:avLst/>
                <a:gdLst>
                  <a:gd name="csX0" fmla="*/ 41823 w 548598"/>
                  <a:gd name="csY0" fmla="*/ 261015 h 348986"/>
                  <a:gd name="csX1" fmla="*/ 34203 w 548598"/>
                  <a:gd name="csY1" fmla="*/ 108615 h 348986"/>
                  <a:gd name="csX2" fmla="*/ 159933 w 548598"/>
                  <a:gd name="csY2" fmla="*/ 5745 h 348986"/>
                  <a:gd name="csX3" fmla="*/ 312333 w 548598"/>
                  <a:gd name="csY3" fmla="*/ 17175 h 348986"/>
                  <a:gd name="csX4" fmla="*/ 331383 w 548598"/>
                  <a:gd name="csY4" fmla="*/ 51465 h 348986"/>
                  <a:gd name="csX5" fmla="*/ 339003 w 548598"/>
                  <a:gd name="csY5" fmla="*/ 89565 h 348986"/>
                  <a:gd name="csX6" fmla="*/ 392343 w 548598"/>
                  <a:gd name="csY6" fmla="*/ 51465 h 348986"/>
                  <a:gd name="csX7" fmla="*/ 449493 w 548598"/>
                  <a:gd name="csY7" fmla="*/ 104805 h 348986"/>
                  <a:gd name="csX8" fmla="*/ 441873 w 548598"/>
                  <a:gd name="csY8" fmla="*/ 219105 h 348986"/>
                  <a:gd name="csX9" fmla="*/ 502833 w 548598"/>
                  <a:gd name="csY9" fmla="*/ 177195 h 348986"/>
                  <a:gd name="csX10" fmla="*/ 537123 w 548598"/>
                  <a:gd name="csY10" fmla="*/ 264825 h 348986"/>
                  <a:gd name="csX11" fmla="*/ 499023 w 548598"/>
                  <a:gd name="csY11" fmla="*/ 348645 h 348986"/>
                  <a:gd name="csX12" fmla="*/ 41823 w 548598"/>
                  <a:gd name="csY12" fmla="*/ 261015 h 348986"/>
                  <a:gd name="csX0" fmla="*/ 41823 w 548845"/>
                  <a:gd name="csY0" fmla="*/ 333405 h 360319"/>
                  <a:gd name="csX1" fmla="*/ 34203 w 548845"/>
                  <a:gd name="csY1" fmla="*/ 108615 h 360319"/>
                  <a:gd name="csX2" fmla="*/ 159933 w 548845"/>
                  <a:gd name="csY2" fmla="*/ 5745 h 360319"/>
                  <a:gd name="csX3" fmla="*/ 312333 w 548845"/>
                  <a:gd name="csY3" fmla="*/ 17175 h 360319"/>
                  <a:gd name="csX4" fmla="*/ 331383 w 548845"/>
                  <a:gd name="csY4" fmla="*/ 51465 h 360319"/>
                  <a:gd name="csX5" fmla="*/ 339003 w 548845"/>
                  <a:gd name="csY5" fmla="*/ 89565 h 360319"/>
                  <a:gd name="csX6" fmla="*/ 392343 w 548845"/>
                  <a:gd name="csY6" fmla="*/ 51465 h 360319"/>
                  <a:gd name="csX7" fmla="*/ 449493 w 548845"/>
                  <a:gd name="csY7" fmla="*/ 104805 h 360319"/>
                  <a:gd name="csX8" fmla="*/ 441873 w 548845"/>
                  <a:gd name="csY8" fmla="*/ 219105 h 360319"/>
                  <a:gd name="csX9" fmla="*/ 502833 w 548845"/>
                  <a:gd name="csY9" fmla="*/ 177195 h 360319"/>
                  <a:gd name="csX10" fmla="*/ 537123 w 548845"/>
                  <a:gd name="csY10" fmla="*/ 264825 h 360319"/>
                  <a:gd name="csX11" fmla="*/ 499023 w 548845"/>
                  <a:gd name="csY11" fmla="*/ 348645 h 360319"/>
                  <a:gd name="csX12" fmla="*/ 41823 w 548845"/>
                  <a:gd name="csY12" fmla="*/ 333405 h 3603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548845" h="360319">
                    <a:moveTo>
                      <a:pt x="41823" y="333405"/>
                    </a:moveTo>
                    <a:cubicBezTo>
                      <a:pt x="-35647" y="293400"/>
                      <a:pt x="14518" y="163225"/>
                      <a:pt x="34203" y="108615"/>
                    </a:cubicBezTo>
                    <a:cubicBezTo>
                      <a:pt x="53888" y="54005"/>
                      <a:pt x="113578" y="20985"/>
                      <a:pt x="159933" y="5745"/>
                    </a:cubicBezTo>
                    <a:cubicBezTo>
                      <a:pt x="206288" y="-9495"/>
                      <a:pt x="283758" y="9555"/>
                      <a:pt x="312333" y="17175"/>
                    </a:cubicBezTo>
                    <a:cubicBezTo>
                      <a:pt x="340908" y="24795"/>
                      <a:pt x="326938" y="39400"/>
                      <a:pt x="331383" y="51465"/>
                    </a:cubicBezTo>
                    <a:cubicBezTo>
                      <a:pt x="335828" y="63530"/>
                      <a:pt x="328843" y="89565"/>
                      <a:pt x="339003" y="89565"/>
                    </a:cubicBezTo>
                    <a:cubicBezTo>
                      <a:pt x="349163" y="89565"/>
                      <a:pt x="373928" y="48925"/>
                      <a:pt x="392343" y="51465"/>
                    </a:cubicBezTo>
                    <a:cubicBezTo>
                      <a:pt x="410758" y="54005"/>
                      <a:pt x="441238" y="76865"/>
                      <a:pt x="449493" y="104805"/>
                    </a:cubicBezTo>
                    <a:cubicBezTo>
                      <a:pt x="457748" y="132745"/>
                      <a:pt x="432983" y="207040"/>
                      <a:pt x="441873" y="219105"/>
                    </a:cubicBezTo>
                    <a:cubicBezTo>
                      <a:pt x="450763" y="231170"/>
                      <a:pt x="486958" y="169575"/>
                      <a:pt x="502833" y="177195"/>
                    </a:cubicBezTo>
                    <a:cubicBezTo>
                      <a:pt x="518708" y="184815"/>
                      <a:pt x="537758" y="236250"/>
                      <a:pt x="537123" y="264825"/>
                    </a:cubicBezTo>
                    <a:cubicBezTo>
                      <a:pt x="536488" y="293400"/>
                      <a:pt x="581573" y="337215"/>
                      <a:pt x="499023" y="348645"/>
                    </a:cubicBezTo>
                    <a:cubicBezTo>
                      <a:pt x="416473" y="360075"/>
                      <a:pt x="119293" y="373410"/>
                      <a:pt x="41823" y="33340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22DF6316-D3A8-9C54-433C-897E933BFE05}"/>
                  </a:ext>
                </a:extLst>
              </p:cNvPr>
              <p:cNvSpPr/>
              <p:nvPr/>
            </p:nvSpPr>
            <p:spPr>
              <a:xfrm>
                <a:off x="2982217" y="4000225"/>
                <a:ext cx="132477" cy="145465"/>
              </a:xfrm>
              <a:custGeom>
                <a:avLst/>
                <a:gdLst>
                  <a:gd name="csX0" fmla="*/ 1013 w 132477"/>
                  <a:gd name="csY0" fmla="*/ 87905 h 145465"/>
                  <a:gd name="csX1" fmla="*/ 31493 w 132477"/>
                  <a:gd name="csY1" fmla="*/ 4085 h 145465"/>
                  <a:gd name="csX2" fmla="*/ 126743 w 132477"/>
                  <a:gd name="csY2" fmla="*/ 23135 h 145465"/>
                  <a:gd name="csX3" fmla="*/ 115313 w 132477"/>
                  <a:gd name="csY3" fmla="*/ 110765 h 145465"/>
                  <a:gd name="csX4" fmla="*/ 61973 w 132477"/>
                  <a:gd name="csY4" fmla="*/ 110765 h 145465"/>
                  <a:gd name="csX5" fmla="*/ 61973 w 132477"/>
                  <a:gd name="csY5" fmla="*/ 145055 h 145465"/>
                  <a:gd name="csX6" fmla="*/ 1013 w 132477"/>
                  <a:gd name="csY6" fmla="*/ 87905 h 1454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32477" h="145465">
                    <a:moveTo>
                      <a:pt x="1013" y="87905"/>
                    </a:moveTo>
                    <a:cubicBezTo>
                      <a:pt x="-4067" y="64410"/>
                      <a:pt x="10538" y="14880"/>
                      <a:pt x="31493" y="4085"/>
                    </a:cubicBezTo>
                    <a:cubicBezTo>
                      <a:pt x="52448" y="-6710"/>
                      <a:pt x="112773" y="5355"/>
                      <a:pt x="126743" y="23135"/>
                    </a:cubicBezTo>
                    <a:cubicBezTo>
                      <a:pt x="140713" y="40915"/>
                      <a:pt x="126108" y="96160"/>
                      <a:pt x="115313" y="110765"/>
                    </a:cubicBezTo>
                    <a:cubicBezTo>
                      <a:pt x="104518" y="125370"/>
                      <a:pt x="70863" y="105050"/>
                      <a:pt x="61973" y="110765"/>
                    </a:cubicBezTo>
                    <a:cubicBezTo>
                      <a:pt x="53083" y="116480"/>
                      <a:pt x="70228" y="149500"/>
                      <a:pt x="61973" y="145055"/>
                    </a:cubicBezTo>
                    <a:cubicBezTo>
                      <a:pt x="53718" y="140610"/>
                      <a:pt x="6093" y="111400"/>
                      <a:pt x="1013" y="87905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71" name="Group 570">
              <a:extLst>
                <a:ext uri="{FF2B5EF4-FFF2-40B4-BE49-F238E27FC236}">
                  <a16:creationId xmlns:a16="http://schemas.microsoft.com/office/drawing/2014/main" id="{46C12C36-3DCD-0C46-490A-C14CAC4955D4}"/>
                </a:ext>
              </a:extLst>
            </p:cNvPr>
            <p:cNvGrpSpPr/>
            <p:nvPr/>
          </p:nvGrpSpPr>
          <p:grpSpPr>
            <a:xfrm>
              <a:off x="7191194" y="2747221"/>
              <a:ext cx="414449" cy="309005"/>
              <a:chOff x="6616561" y="2977809"/>
              <a:chExt cx="635221" cy="488565"/>
            </a:xfrm>
          </p:grpSpPr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BC7F3661-54FF-B279-31B7-3EBB836571C3}"/>
                  </a:ext>
                </a:extLst>
              </p:cNvPr>
              <p:cNvSpPr/>
              <p:nvPr/>
            </p:nvSpPr>
            <p:spPr>
              <a:xfrm>
                <a:off x="6616561" y="3162798"/>
                <a:ext cx="613586" cy="303576"/>
              </a:xfrm>
              <a:custGeom>
                <a:avLst/>
                <a:gdLst>
                  <a:gd name="csX0" fmla="*/ 47610 w 690433"/>
                  <a:gd name="csY0" fmla="*/ 843 h 303576"/>
                  <a:gd name="csX1" fmla="*/ 51420 w 690433"/>
                  <a:gd name="csY1" fmla="*/ 151338 h 303576"/>
                  <a:gd name="csX2" fmla="*/ 169530 w 690433"/>
                  <a:gd name="csY2" fmla="*/ 237063 h 303576"/>
                  <a:gd name="csX3" fmla="*/ 283830 w 690433"/>
                  <a:gd name="csY3" fmla="*/ 227538 h 303576"/>
                  <a:gd name="csX4" fmla="*/ 422895 w 690433"/>
                  <a:gd name="csY4" fmla="*/ 301833 h 303576"/>
                  <a:gd name="csX5" fmla="*/ 548625 w 690433"/>
                  <a:gd name="csY5" fmla="*/ 275163 h 303576"/>
                  <a:gd name="csX6" fmla="*/ 622920 w 690433"/>
                  <a:gd name="csY6" fmla="*/ 219918 h 303576"/>
                  <a:gd name="csX7" fmla="*/ 647685 w 690433"/>
                  <a:gd name="csY7" fmla="*/ 139908 h 303576"/>
                  <a:gd name="csX8" fmla="*/ 643875 w 690433"/>
                  <a:gd name="csY8" fmla="*/ 92283 h 303576"/>
                  <a:gd name="csX9" fmla="*/ 47610 w 690433"/>
                  <a:gd name="csY9" fmla="*/ 843 h 3035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690433" h="303576">
                    <a:moveTo>
                      <a:pt x="47610" y="843"/>
                    </a:moveTo>
                    <a:cubicBezTo>
                      <a:pt x="-51132" y="10685"/>
                      <a:pt x="31100" y="111968"/>
                      <a:pt x="51420" y="151338"/>
                    </a:cubicBezTo>
                    <a:cubicBezTo>
                      <a:pt x="71740" y="190708"/>
                      <a:pt x="130795" y="224363"/>
                      <a:pt x="169530" y="237063"/>
                    </a:cubicBezTo>
                    <a:cubicBezTo>
                      <a:pt x="208265" y="249763"/>
                      <a:pt x="241603" y="216743"/>
                      <a:pt x="283830" y="227538"/>
                    </a:cubicBezTo>
                    <a:cubicBezTo>
                      <a:pt x="326057" y="238333"/>
                      <a:pt x="378763" y="293896"/>
                      <a:pt x="422895" y="301833"/>
                    </a:cubicBezTo>
                    <a:cubicBezTo>
                      <a:pt x="467027" y="309770"/>
                      <a:pt x="515288" y="288815"/>
                      <a:pt x="548625" y="275163"/>
                    </a:cubicBezTo>
                    <a:cubicBezTo>
                      <a:pt x="581962" y="261511"/>
                      <a:pt x="606410" y="242460"/>
                      <a:pt x="622920" y="219918"/>
                    </a:cubicBezTo>
                    <a:cubicBezTo>
                      <a:pt x="639430" y="197376"/>
                      <a:pt x="644193" y="161180"/>
                      <a:pt x="647685" y="139908"/>
                    </a:cubicBezTo>
                    <a:cubicBezTo>
                      <a:pt x="651177" y="118636"/>
                      <a:pt x="744522" y="114508"/>
                      <a:pt x="643875" y="92283"/>
                    </a:cubicBezTo>
                    <a:cubicBezTo>
                      <a:pt x="543228" y="70058"/>
                      <a:pt x="146352" y="-8999"/>
                      <a:pt x="47610" y="843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F49B0BA4-135F-6656-F610-EEB297C7FEE4}"/>
                  </a:ext>
                </a:extLst>
              </p:cNvPr>
              <p:cNvSpPr/>
              <p:nvPr/>
            </p:nvSpPr>
            <p:spPr>
              <a:xfrm>
                <a:off x="6627244" y="2977809"/>
                <a:ext cx="624538" cy="361676"/>
              </a:xfrm>
              <a:custGeom>
                <a:avLst/>
                <a:gdLst>
                  <a:gd name="csX0" fmla="*/ 220611 w 602903"/>
                  <a:gd name="csY0" fmla="*/ 55657 h 361676"/>
                  <a:gd name="csX1" fmla="*/ 17411 w 602903"/>
                  <a:gd name="csY1" fmla="*/ 106457 h 361676"/>
                  <a:gd name="csX2" fmla="*/ 27571 w 602903"/>
                  <a:gd name="csY2" fmla="*/ 271557 h 361676"/>
                  <a:gd name="csX3" fmla="*/ 164731 w 602903"/>
                  <a:gd name="csY3" fmla="*/ 302037 h 361676"/>
                  <a:gd name="csX4" fmla="*/ 312051 w 602903"/>
                  <a:gd name="csY4" fmla="*/ 360457 h 361676"/>
                  <a:gd name="csX5" fmla="*/ 563511 w 602903"/>
                  <a:gd name="csY5" fmla="*/ 324897 h 361676"/>
                  <a:gd name="csX6" fmla="*/ 591451 w 602903"/>
                  <a:gd name="csY6" fmla="*/ 144557 h 361676"/>
                  <a:gd name="csX7" fmla="*/ 454291 w 602903"/>
                  <a:gd name="csY7" fmla="*/ 2317 h 361676"/>
                  <a:gd name="csX8" fmla="*/ 220611 w 602903"/>
                  <a:gd name="csY8" fmla="*/ 55657 h 361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02903" h="361676">
                    <a:moveTo>
                      <a:pt x="220611" y="55657"/>
                    </a:moveTo>
                    <a:cubicBezTo>
                      <a:pt x="147798" y="73014"/>
                      <a:pt x="49584" y="70474"/>
                      <a:pt x="17411" y="106457"/>
                    </a:cubicBezTo>
                    <a:cubicBezTo>
                      <a:pt x="-14762" y="142440"/>
                      <a:pt x="3018" y="238960"/>
                      <a:pt x="27571" y="271557"/>
                    </a:cubicBezTo>
                    <a:cubicBezTo>
                      <a:pt x="52124" y="304154"/>
                      <a:pt x="117318" y="287220"/>
                      <a:pt x="164731" y="302037"/>
                    </a:cubicBezTo>
                    <a:cubicBezTo>
                      <a:pt x="212144" y="316854"/>
                      <a:pt x="245588" y="356647"/>
                      <a:pt x="312051" y="360457"/>
                    </a:cubicBezTo>
                    <a:cubicBezTo>
                      <a:pt x="378514" y="364267"/>
                      <a:pt x="516944" y="360880"/>
                      <a:pt x="563511" y="324897"/>
                    </a:cubicBezTo>
                    <a:cubicBezTo>
                      <a:pt x="610078" y="288914"/>
                      <a:pt x="609654" y="198320"/>
                      <a:pt x="591451" y="144557"/>
                    </a:cubicBezTo>
                    <a:cubicBezTo>
                      <a:pt x="573248" y="90794"/>
                      <a:pt x="509748" y="15864"/>
                      <a:pt x="454291" y="2317"/>
                    </a:cubicBezTo>
                    <a:cubicBezTo>
                      <a:pt x="398834" y="-11230"/>
                      <a:pt x="293424" y="38300"/>
                      <a:pt x="220611" y="55657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5" name="Oval 894">
                <a:extLst>
                  <a:ext uri="{FF2B5EF4-FFF2-40B4-BE49-F238E27FC236}">
                    <a16:creationId xmlns:a16="http://schemas.microsoft.com/office/drawing/2014/main" id="{5D27DD2B-EFC7-6566-FF5F-A5732ED2F3D6}"/>
                  </a:ext>
                </a:extLst>
              </p:cNvPr>
              <p:cNvSpPr/>
              <p:nvPr/>
            </p:nvSpPr>
            <p:spPr>
              <a:xfrm>
                <a:off x="6705927" y="3134912"/>
                <a:ext cx="144735" cy="988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52" name="Straight Connector 1151">
                <a:extLst>
                  <a:ext uri="{FF2B5EF4-FFF2-40B4-BE49-F238E27FC236}">
                    <a16:creationId xmlns:a16="http://schemas.microsoft.com/office/drawing/2014/main" id="{8BC4FE0F-B458-4762-9707-8C53D9BF89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4297" y="3093556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3" name="Straight Connector 1152">
                <a:extLst>
                  <a:ext uri="{FF2B5EF4-FFF2-40B4-BE49-F238E27FC236}">
                    <a16:creationId xmlns:a16="http://schemas.microsoft.com/office/drawing/2014/main" id="{67B59B3E-C532-D1F4-8715-0E65507120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94782" y="3140874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4" name="Straight Connector 1153">
                <a:extLst>
                  <a:ext uri="{FF2B5EF4-FFF2-40B4-BE49-F238E27FC236}">
                    <a16:creationId xmlns:a16="http://schemas.microsoft.com/office/drawing/2014/main" id="{AFDAFBC7-6DFB-8185-1023-E7B0F925BF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87636" y="3208269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70" name="Group 869">
              <a:extLst>
                <a:ext uri="{FF2B5EF4-FFF2-40B4-BE49-F238E27FC236}">
                  <a16:creationId xmlns:a16="http://schemas.microsoft.com/office/drawing/2014/main" id="{D2E0F0FD-4439-8F32-B10D-60A5522A097D}"/>
                </a:ext>
              </a:extLst>
            </p:cNvPr>
            <p:cNvGrpSpPr/>
            <p:nvPr/>
          </p:nvGrpSpPr>
          <p:grpSpPr>
            <a:xfrm>
              <a:off x="7557361" y="2743134"/>
              <a:ext cx="414449" cy="309005"/>
              <a:chOff x="6616561" y="2977809"/>
              <a:chExt cx="635221" cy="488565"/>
            </a:xfrm>
          </p:grpSpPr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5A70BD9-C491-6556-74C4-68669E503D9F}"/>
                  </a:ext>
                </a:extLst>
              </p:cNvPr>
              <p:cNvSpPr/>
              <p:nvPr/>
            </p:nvSpPr>
            <p:spPr>
              <a:xfrm>
                <a:off x="6616561" y="3162798"/>
                <a:ext cx="613586" cy="303576"/>
              </a:xfrm>
              <a:custGeom>
                <a:avLst/>
                <a:gdLst>
                  <a:gd name="csX0" fmla="*/ 47610 w 690433"/>
                  <a:gd name="csY0" fmla="*/ 843 h 303576"/>
                  <a:gd name="csX1" fmla="*/ 51420 w 690433"/>
                  <a:gd name="csY1" fmla="*/ 151338 h 303576"/>
                  <a:gd name="csX2" fmla="*/ 169530 w 690433"/>
                  <a:gd name="csY2" fmla="*/ 237063 h 303576"/>
                  <a:gd name="csX3" fmla="*/ 283830 w 690433"/>
                  <a:gd name="csY3" fmla="*/ 227538 h 303576"/>
                  <a:gd name="csX4" fmla="*/ 422895 w 690433"/>
                  <a:gd name="csY4" fmla="*/ 301833 h 303576"/>
                  <a:gd name="csX5" fmla="*/ 548625 w 690433"/>
                  <a:gd name="csY5" fmla="*/ 275163 h 303576"/>
                  <a:gd name="csX6" fmla="*/ 622920 w 690433"/>
                  <a:gd name="csY6" fmla="*/ 219918 h 303576"/>
                  <a:gd name="csX7" fmla="*/ 647685 w 690433"/>
                  <a:gd name="csY7" fmla="*/ 139908 h 303576"/>
                  <a:gd name="csX8" fmla="*/ 643875 w 690433"/>
                  <a:gd name="csY8" fmla="*/ 92283 h 303576"/>
                  <a:gd name="csX9" fmla="*/ 47610 w 690433"/>
                  <a:gd name="csY9" fmla="*/ 843 h 3035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690433" h="303576">
                    <a:moveTo>
                      <a:pt x="47610" y="843"/>
                    </a:moveTo>
                    <a:cubicBezTo>
                      <a:pt x="-51132" y="10685"/>
                      <a:pt x="31100" y="111968"/>
                      <a:pt x="51420" y="151338"/>
                    </a:cubicBezTo>
                    <a:cubicBezTo>
                      <a:pt x="71740" y="190708"/>
                      <a:pt x="130795" y="224363"/>
                      <a:pt x="169530" y="237063"/>
                    </a:cubicBezTo>
                    <a:cubicBezTo>
                      <a:pt x="208265" y="249763"/>
                      <a:pt x="241603" y="216743"/>
                      <a:pt x="283830" y="227538"/>
                    </a:cubicBezTo>
                    <a:cubicBezTo>
                      <a:pt x="326057" y="238333"/>
                      <a:pt x="378763" y="293896"/>
                      <a:pt x="422895" y="301833"/>
                    </a:cubicBezTo>
                    <a:cubicBezTo>
                      <a:pt x="467027" y="309770"/>
                      <a:pt x="515288" y="288815"/>
                      <a:pt x="548625" y="275163"/>
                    </a:cubicBezTo>
                    <a:cubicBezTo>
                      <a:pt x="581962" y="261511"/>
                      <a:pt x="606410" y="242460"/>
                      <a:pt x="622920" y="219918"/>
                    </a:cubicBezTo>
                    <a:cubicBezTo>
                      <a:pt x="639430" y="197376"/>
                      <a:pt x="644193" y="161180"/>
                      <a:pt x="647685" y="139908"/>
                    </a:cubicBezTo>
                    <a:cubicBezTo>
                      <a:pt x="651177" y="118636"/>
                      <a:pt x="744522" y="114508"/>
                      <a:pt x="643875" y="92283"/>
                    </a:cubicBezTo>
                    <a:cubicBezTo>
                      <a:pt x="543228" y="70058"/>
                      <a:pt x="146352" y="-8999"/>
                      <a:pt x="47610" y="843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93A604AF-97DB-B028-C8FF-B66B88CE3AE6}"/>
                  </a:ext>
                </a:extLst>
              </p:cNvPr>
              <p:cNvSpPr/>
              <p:nvPr/>
            </p:nvSpPr>
            <p:spPr>
              <a:xfrm>
                <a:off x="6627244" y="2977809"/>
                <a:ext cx="624538" cy="361676"/>
              </a:xfrm>
              <a:custGeom>
                <a:avLst/>
                <a:gdLst>
                  <a:gd name="csX0" fmla="*/ 220611 w 602903"/>
                  <a:gd name="csY0" fmla="*/ 55657 h 361676"/>
                  <a:gd name="csX1" fmla="*/ 17411 w 602903"/>
                  <a:gd name="csY1" fmla="*/ 106457 h 361676"/>
                  <a:gd name="csX2" fmla="*/ 27571 w 602903"/>
                  <a:gd name="csY2" fmla="*/ 271557 h 361676"/>
                  <a:gd name="csX3" fmla="*/ 164731 w 602903"/>
                  <a:gd name="csY3" fmla="*/ 302037 h 361676"/>
                  <a:gd name="csX4" fmla="*/ 312051 w 602903"/>
                  <a:gd name="csY4" fmla="*/ 360457 h 361676"/>
                  <a:gd name="csX5" fmla="*/ 563511 w 602903"/>
                  <a:gd name="csY5" fmla="*/ 324897 h 361676"/>
                  <a:gd name="csX6" fmla="*/ 591451 w 602903"/>
                  <a:gd name="csY6" fmla="*/ 144557 h 361676"/>
                  <a:gd name="csX7" fmla="*/ 454291 w 602903"/>
                  <a:gd name="csY7" fmla="*/ 2317 h 361676"/>
                  <a:gd name="csX8" fmla="*/ 220611 w 602903"/>
                  <a:gd name="csY8" fmla="*/ 55657 h 361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02903" h="361676">
                    <a:moveTo>
                      <a:pt x="220611" y="55657"/>
                    </a:moveTo>
                    <a:cubicBezTo>
                      <a:pt x="147798" y="73014"/>
                      <a:pt x="49584" y="70474"/>
                      <a:pt x="17411" y="106457"/>
                    </a:cubicBezTo>
                    <a:cubicBezTo>
                      <a:pt x="-14762" y="142440"/>
                      <a:pt x="3018" y="238960"/>
                      <a:pt x="27571" y="271557"/>
                    </a:cubicBezTo>
                    <a:cubicBezTo>
                      <a:pt x="52124" y="304154"/>
                      <a:pt x="117318" y="287220"/>
                      <a:pt x="164731" y="302037"/>
                    </a:cubicBezTo>
                    <a:cubicBezTo>
                      <a:pt x="212144" y="316854"/>
                      <a:pt x="245588" y="356647"/>
                      <a:pt x="312051" y="360457"/>
                    </a:cubicBezTo>
                    <a:cubicBezTo>
                      <a:pt x="378514" y="364267"/>
                      <a:pt x="516944" y="360880"/>
                      <a:pt x="563511" y="324897"/>
                    </a:cubicBezTo>
                    <a:cubicBezTo>
                      <a:pt x="610078" y="288914"/>
                      <a:pt x="609654" y="198320"/>
                      <a:pt x="591451" y="144557"/>
                    </a:cubicBezTo>
                    <a:cubicBezTo>
                      <a:pt x="573248" y="90794"/>
                      <a:pt x="509748" y="15864"/>
                      <a:pt x="454291" y="2317"/>
                    </a:cubicBezTo>
                    <a:cubicBezTo>
                      <a:pt x="398834" y="-11230"/>
                      <a:pt x="293424" y="38300"/>
                      <a:pt x="220611" y="55657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9" name="Oval 888">
                <a:extLst>
                  <a:ext uri="{FF2B5EF4-FFF2-40B4-BE49-F238E27FC236}">
                    <a16:creationId xmlns:a16="http://schemas.microsoft.com/office/drawing/2014/main" id="{F307F079-635C-975D-B70C-D80AFB7C7E20}"/>
                  </a:ext>
                </a:extLst>
              </p:cNvPr>
              <p:cNvSpPr/>
              <p:nvPr/>
            </p:nvSpPr>
            <p:spPr>
              <a:xfrm>
                <a:off x="6705927" y="3134912"/>
                <a:ext cx="144735" cy="988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90" name="Straight Connector 889">
                <a:extLst>
                  <a:ext uri="{FF2B5EF4-FFF2-40B4-BE49-F238E27FC236}">
                    <a16:creationId xmlns:a16="http://schemas.microsoft.com/office/drawing/2014/main" id="{66A4C280-49B1-F172-F5E3-6F1521A5B8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4297" y="3093556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1" name="Straight Connector 890">
                <a:extLst>
                  <a:ext uri="{FF2B5EF4-FFF2-40B4-BE49-F238E27FC236}">
                    <a16:creationId xmlns:a16="http://schemas.microsoft.com/office/drawing/2014/main" id="{509E2211-3F1D-BC1F-DC57-5D575DC9AC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94782" y="3140874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2" name="Straight Connector 891">
                <a:extLst>
                  <a:ext uri="{FF2B5EF4-FFF2-40B4-BE49-F238E27FC236}">
                    <a16:creationId xmlns:a16="http://schemas.microsoft.com/office/drawing/2014/main" id="{C9ED2B1A-2467-2219-D5FB-F1E8FE5FB8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87636" y="3208269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71" name="Oval 870">
              <a:extLst>
                <a:ext uri="{FF2B5EF4-FFF2-40B4-BE49-F238E27FC236}">
                  <a16:creationId xmlns:a16="http://schemas.microsoft.com/office/drawing/2014/main" id="{2998A249-53BC-84AA-3773-83121407FAC5}"/>
                </a:ext>
              </a:extLst>
            </p:cNvPr>
            <p:cNvSpPr/>
            <p:nvPr/>
          </p:nvSpPr>
          <p:spPr>
            <a:xfrm>
              <a:off x="7043970" y="2897518"/>
              <a:ext cx="167592" cy="307040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2" name="Oval 871">
              <a:extLst>
                <a:ext uri="{FF2B5EF4-FFF2-40B4-BE49-F238E27FC236}">
                  <a16:creationId xmlns:a16="http://schemas.microsoft.com/office/drawing/2014/main" id="{087457FB-64E6-F143-EAC2-8B6121D85D6E}"/>
                </a:ext>
              </a:extLst>
            </p:cNvPr>
            <p:cNvSpPr/>
            <p:nvPr/>
          </p:nvSpPr>
          <p:spPr>
            <a:xfrm>
              <a:off x="7186867" y="2901614"/>
              <a:ext cx="167592" cy="307040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73" name="Oval 872">
              <a:extLst>
                <a:ext uri="{FF2B5EF4-FFF2-40B4-BE49-F238E27FC236}">
                  <a16:creationId xmlns:a16="http://schemas.microsoft.com/office/drawing/2014/main" id="{71404654-7018-F4B1-484A-9A0217BBFCD8}"/>
                </a:ext>
              </a:extLst>
            </p:cNvPr>
            <p:cNvSpPr/>
            <p:nvPr/>
          </p:nvSpPr>
          <p:spPr>
            <a:xfrm>
              <a:off x="6941763" y="2967802"/>
              <a:ext cx="167592" cy="307040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4" name="Oval 873">
              <a:extLst>
                <a:ext uri="{FF2B5EF4-FFF2-40B4-BE49-F238E27FC236}">
                  <a16:creationId xmlns:a16="http://schemas.microsoft.com/office/drawing/2014/main" id="{B4375C1E-4C1C-3EC0-49B6-A66C7DD9D9B6}"/>
                </a:ext>
              </a:extLst>
            </p:cNvPr>
            <p:cNvSpPr/>
            <p:nvPr/>
          </p:nvSpPr>
          <p:spPr>
            <a:xfrm>
              <a:off x="7083248" y="2967802"/>
              <a:ext cx="167592" cy="307040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75" name="Group 874">
              <a:extLst>
                <a:ext uri="{FF2B5EF4-FFF2-40B4-BE49-F238E27FC236}">
                  <a16:creationId xmlns:a16="http://schemas.microsoft.com/office/drawing/2014/main" id="{11A87807-568B-F198-BB5E-4745C7B92DAB}"/>
                </a:ext>
              </a:extLst>
            </p:cNvPr>
            <p:cNvGrpSpPr/>
            <p:nvPr/>
          </p:nvGrpSpPr>
          <p:grpSpPr>
            <a:xfrm>
              <a:off x="7357831" y="2794745"/>
              <a:ext cx="414449" cy="309005"/>
              <a:chOff x="6616561" y="2977809"/>
              <a:chExt cx="635221" cy="488565"/>
            </a:xfrm>
          </p:grpSpPr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52B7B85E-29BE-52C9-107E-64C14B0505D8}"/>
                  </a:ext>
                </a:extLst>
              </p:cNvPr>
              <p:cNvSpPr/>
              <p:nvPr/>
            </p:nvSpPr>
            <p:spPr>
              <a:xfrm>
                <a:off x="6616561" y="3162798"/>
                <a:ext cx="613586" cy="303576"/>
              </a:xfrm>
              <a:custGeom>
                <a:avLst/>
                <a:gdLst>
                  <a:gd name="csX0" fmla="*/ 47610 w 690433"/>
                  <a:gd name="csY0" fmla="*/ 843 h 303576"/>
                  <a:gd name="csX1" fmla="*/ 51420 w 690433"/>
                  <a:gd name="csY1" fmla="*/ 151338 h 303576"/>
                  <a:gd name="csX2" fmla="*/ 169530 w 690433"/>
                  <a:gd name="csY2" fmla="*/ 237063 h 303576"/>
                  <a:gd name="csX3" fmla="*/ 283830 w 690433"/>
                  <a:gd name="csY3" fmla="*/ 227538 h 303576"/>
                  <a:gd name="csX4" fmla="*/ 422895 w 690433"/>
                  <a:gd name="csY4" fmla="*/ 301833 h 303576"/>
                  <a:gd name="csX5" fmla="*/ 548625 w 690433"/>
                  <a:gd name="csY5" fmla="*/ 275163 h 303576"/>
                  <a:gd name="csX6" fmla="*/ 622920 w 690433"/>
                  <a:gd name="csY6" fmla="*/ 219918 h 303576"/>
                  <a:gd name="csX7" fmla="*/ 647685 w 690433"/>
                  <a:gd name="csY7" fmla="*/ 139908 h 303576"/>
                  <a:gd name="csX8" fmla="*/ 643875 w 690433"/>
                  <a:gd name="csY8" fmla="*/ 92283 h 303576"/>
                  <a:gd name="csX9" fmla="*/ 47610 w 690433"/>
                  <a:gd name="csY9" fmla="*/ 843 h 3035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690433" h="303576">
                    <a:moveTo>
                      <a:pt x="47610" y="843"/>
                    </a:moveTo>
                    <a:cubicBezTo>
                      <a:pt x="-51132" y="10685"/>
                      <a:pt x="31100" y="111968"/>
                      <a:pt x="51420" y="151338"/>
                    </a:cubicBezTo>
                    <a:cubicBezTo>
                      <a:pt x="71740" y="190708"/>
                      <a:pt x="130795" y="224363"/>
                      <a:pt x="169530" y="237063"/>
                    </a:cubicBezTo>
                    <a:cubicBezTo>
                      <a:pt x="208265" y="249763"/>
                      <a:pt x="241603" y="216743"/>
                      <a:pt x="283830" y="227538"/>
                    </a:cubicBezTo>
                    <a:cubicBezTo>
                      <a:pt x="326057" y="238333"/>
                      <a:pt x="378763" y="293896"/>
                      <a:pt x="422895" y="301833"/>
                    </a:cubicBezTo>
                    <a:cubicBezTo>
                      <a:pt x="467027" y="309770"/>
                      <a:pt x="515288" y="288815"/>
                      <a:pt x="548625" y="275163"/>
                    </a:cubicBezTo>
                    <a:cubicBezTo>
                      <a:pt x="581962" y="261511"/>
                      <a:pt x="606410" y="242460"/>
                      <a:pt x="622920" y="219918"/>
                    </a:cubicBezTo>
                    <a:cubicBezTo>
                      <a:pt x="639430" y="197376"/>
                      <a:pt x="644193" y="161180"/>
                      <a:pt x="647685" y="139908"/>
                    </a:cubicBezTo>
                    <a:cubicBezTo>
                      <a:pt x="651177" y="118636"/>
                      <a:pt x="744522" y="114508"/>
                      <a:pt x="643875" y="92283"/>
                    </a:cubicBezTo>
                    <a:cubicBezTo>
                      <a:pt x="543228" y="70058"/>
                      <a:pt x="146352" y="-8999"/>
                      <a:pt x="47610" y="843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6722112E-0FCD-CE06-D5AD-A322A3362E35}"/>
                  </a:ext>
                </a:extLst>
              </p:cNvPr>
              <p:cNvSpPr/>
              <p:nvPr/>
            </p:nvSpPr>
            <p:spPr>
              <a:xfrm>
                <a:off x="6627244" y="2977809"/>
                <a:ext cx="624538" cy="361676"/>
              </a:xfrm>
              <a:custGeom>
                <a:avLst/>
                <a:gdLst>
                  <a:gd name="csX0" fmla="*/ 220611 w 602903"/>
                  <a:gd name="csY0" fmla="*/ 55657 h 361676"/>
                  <a:gd name="csX1" fmla="*/ 17411 w 602903"/>
                  <a:gd name="csY1" fmla="*/ 106457 h 361676"/>
                  <a:gd name="csX2" fmla="*/ 27571 w 602903"/>
                  <a:gd name="csY2" fmla="*/ 271557 h 361676"/>
                  <a:gd name="csX3" fmla="*/ 164731 w 602903"/>
                  <a:gd name="csY3" fmla="*/ 302037 h 361676"/>
                  <a:gd name="csX4" fmla="*/ 312051 w 602903"/>
                  <a:gd name="csY4" fmla="*/ 360457 h 361676"/>
                  <a:gd name="csX5" fmla="*/ 563511 w 602903"/>
                  <a:gd name="csY5" fmla="*/ 324897 h 361676"/>
                  <a:gd name="csX6" fmla="*/ 591451 w 602903"/>
                  <a:gd name="csY6" fmla="*/ 144557 h 361676"/>
                  <a:gd name="csX7" fmla="*/ 454291 w 602903"/>
                  <a:gd name="csY7" fmla="*/ 2317 h 361676"/>
                  <a:gd name="csX8" fmla="*/ 220611 w 602903"/>
                  <a:gd name="csY8" fmla="*/ 55657 h 361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02903" h="361676">
                    <a:moveTo>
                      <a:pt x="220611" y="55657"/>
                    </a:moveTo>
                    <a:cubicBezTo>
                      <a:pt x="147798" y="73014"/>
                      <a:pt x="49584" y="70474"/>
                      <a:pt x="17411" y="106457"/>
                    </a:cubicBezTo>
                    <a:cubicBezTo>
                      <a:pt x="-14762" y="142440"/>
                      <a:pt x="3018" y="238960"/>
                      <a:pt x="27571" y="271557"/>
                    </a:cubicBezTo>
                    <a:cubicBezTo>
                      <a:pt x="52124" y="304154"/>
                      <a:pt x="117318" y="287220"/>
                      <a:pt x="164731" y="302037"/>
                    </a:cubicBezTo>
                    <a:cubicBezTo>
                      <a:pt x="212144" y="316854"/>
                      <a:pt x="245588" y="356647"/>
                      <a:pt x="312051" y="360457"/>
                    </a:cubicBezTo>
                    <a:cubicBezTo>
                      <a:pt x="378514" y="364267"/>
                      <a:pt x="516944" y="360880"/>
                      <a:pt x="563511" y="324897"/>
                    </a:cubicBezTo>
                    <a:cubicBezTo>
                      <a:pt x="610078" y="288914"/>
                      <a:pt x="609654" y="198320"/>
                      <a:pt x="591451" y="144557"/>
                    </a:cubicBezTo>
                    <a:cubicBezTo>
                      <a:pt x="573248" y="90794"/>
                      <a:pt x="509748" y="15864"/>
                      <a:pt x="454291" y="2317"/>
                    </a:cubicBezTo>
                    <a:cubicBezTo>
                      <a:pt x="398834" y="-11230"/>
                      <a:pt x="293424" y="38300"/>
                      <a:pt x="220611" y="55657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3" name="Oval 882">
                <a:extLst>
                  <a:ext uri="{FF2B5EF4-FFF2-40B4-BE49-F238E27FC236}">
                    <a16:creationId xmlns:a16="http://schemas.microsoft.com/office/drawing/2014/main" id="{371E087F-BF36-D691-41D9-43806AA9B902}"/>
                  </a:ext>
                </a:extLst>
              </p:cNvPr>
              <p:cNvSpPr/>
              <p:nvPr/>
            </p:nvSpPr>
            <p:spPr>
              <a:xfrm>
                <a:off x="6705927" y="3134912"/>
                <a:ext cx="144735" cy="988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84" name="Straight Connector 883">
                <a:extLst>
                  <a:ext uri="{FF2B5EF4-FFF2-40B4-BE49-F238E27FC236}">
                    <a16:creationId xmlns:a16="http://schemas.microsoft.com/office/drawing/2014/main" id="{86E36CBA-E77B-423C-E47C-D9D894F4AA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4297" y="3093556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5" name="Straight Connector 884">
                <a:extLst>
                  <a:ext uri="{FF2B5EF4-FFF2-40B4-BE49-F238E27FC236}">
                    <a16:creationId xmlns:a16="http://schemas.microsoft.com/office/drawing/2014/main" id="{CB0CAEF4-7D03-C786-C1DC-C30DF21B98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94782" y="3140874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6" name="Straight Connector 885">
                <a:extLst>
                  <a:ext uri="{FF2B5EF4-FFF2-40B4-BE49-F238E27FC236}">
                    <a16:creationId xmlns:a16="http://schemas.microsoft.com/office/drawing/2014/main" id="{D8E9A893-75FE-C3FD-EB7D-FC9B053B11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87636" y="3208269"/>
                <a:ext cx="235234" cy="3434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76" name="Oval 875">
              <a:extLst>
                <a:ext uri="{FF2B5EF4-FFF2-40B4-BE49-F238E27FC236}">
                  <a16:creationId xmlns:a16="http://schemas.microsoft.com/office/drawing/2014/main" id="{BED8F442-EECD-B849-40BF-8E7FEBEEBDFB}"/>
                </a:ext>
              </a:extLst>
            </p:cNvPr>
            <p:cNvSpPr/>
            <p:nvPr/>
          </p:nvSpPr>
          <p:spPr>
            <a:xfrm>
              <a:off x="7931219" y="2524706"/>
              <a:ext cx="90424" cy="437962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7" name="Oval 876">
              <a:extLst>
                <a:ext uri="{FF2B5EF4-FFF2-40B4-BE49-F238E27FC236}">
                  <a16:creationId xmlns:a16="http://schemas.microsoft.com/office/drawing/2014/main" id="{FA58CF9F-0BAB-984D-2159-17F929984304}"/>
                </a:ext>
              </a:extLst>
            </p:cNvPr>
            <p:cNvSpPr/>
            <p:nvPr/>
          </p:nvSpPr>
          <p:spPr>
            <a:xfrm>
              <a:off x="8005154" y="2515489"/>
              <a:ext cx="90424" cy="437962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8" name="Oval 877">
              <a:extLst>
                <a:ext uri="{FF2B5EF4-FFF2-40B4-BE49-F238E27FC236}">
                  <a16:creationId xmlns:a16="http://schemas.microsoft.com/office/drawing/2014/main" id="{BF211A4E-32CF-779E-4E0D-F8E0867F248C}"/>
                </a:ext>
              </a:extLst>
            </p:cNvPr>
            <p:cNvSpPr/>
            <p:nvPr/>
          </p:nvSpPr>
          <p:spPr>
            <a:xfrm>
              <a:off x="8080630" y="2502543"/>
              <a:ext cx="90424" cy="437962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9" name="Rectangle 878">
              <a:extLst>
                <a:ext uri="{FF2B5EF4-FFF2-40B4-BE49-F238E27FC236}">
                  <a16:creationId xmlns:a16="http://schemas.microsoft.com/office/drawing/2014/main" id="{75C4509B-87D5-2A0D-A1C3-B80E454615E9}"/>
                </a:ext>
              </a:extLst>
            </p:cNvPr>
            <p:cNvSpPr/>
            <p:nvPr/>
          </p:nvSpPr>
          <p:spPr>
            <a:xfrm rot="10800000">
              <a:off x="6862701" y="3107065"/>
              <a:ext cx="877850" cy="195086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0" name="Rectangle 242">
              <a:extLst>
                <a:ext uri="{FF2B5EF4-FFF2-40B4-BE49-F238E27FC236}">
                  <a16:creationId xmlns:a16="http://schemas.microsoft.com/office/drawing/2014/main" id="{08886C3E-6850-C451-D575-E39F36623733}"/>
                </a:ext>
              </a:extLst>
            </p:cNvPr>
            <p:cNvSpPr/>
            <p:nvPr/>
          </p:nvSpPr>
          <p:spPr>
            <a:xfrm rot="8616981">
              <a:off x="7609666" y="2838243"/>
              <a:ext cx="863558" cy="205662"/>
            </a:xfrm>
            <a:custGeom>
              <a:avLst/>
              <a:gdLst>
                <a:gd name="csX0" fmla="*/ 0 w 877850"/>
                <a:gd name="csY0" fmla="*/ 0 h 195087"/>
                <a:gd name="csX1" fmla="*/ 877850 w 877850"/>
                <a:gd name="csY1" fmla="*/ 0 h 195087"/>
                <a:gd name="csX2" fmla="*/ 877850 w 877850"/>
                <a:gd name="csY2" fmla="*/ 195087 h 195087"/>
                <a:gd name="csX3" fmla="*/ 0 w 877850"/>
                <a:gd name="csY3" fmla="*/ 195087 h 195087"/>
                <a:gd name="csX4" fmla="*/ 0 w 877850"/>
                <a:gd name="csY4" fmla="*/ 0 h 195087"/>
                <a:gd name="csX0" fmla="*/ 0 w 877850"/>
                <a:gd name="csY0" fmla="*/ 0 h 195087"/>
                <a:gd name="csX1" fmla="*/ 877850 w 877850"/>
                <a:gd name="csY1" fmla="*/ 0 h 195087"/>
                <a:gd name="csX2" fmla="*/ 774289 w 877850"/>
                <a:gd name="csY2" fmla="*/ 159008 h 195087"/>
                <a:gd name="csX3" fmla="*/ 0 w 877850"/>
                <a:gd name="csY3" fmla="*/ 195087 h 195087"/>
                <a:gd name="csX4" fmla="*/ 0 w 877850"/>
                <a:gd name="csY4" fmla="*/ 0 h 195087"/>
                <a:gd name="csX0" fmla="*/ 0 w 877850"/>
                <a:gd name="csY0" fmla="*/ 0 h 195087"/>
                <a:gd name="csX1" fmla="*/ 877850 w 877850"/>
                <a:gd name="csY1" fmla="*/ 0 h 195087"/>
                <a:gd name="csX2" fmla="*/ 746038 w 877850"/>
                <a:gd name="csY2" fmla="*/ 152389 h 195087"/>
                <a:gd name="csX3" fmla="*/ 0 w 877850"/>
                <a:gd name="csY3" fmla="*/ 195087 h 195087"/>
                <a:gd name="csX4" fmla="*/ 0 w 877850"/>
                <a:gd name="csY4" fmla="*/ 0 h 195087"/>
                <a:gd name="csX0" fmla="*/ 0 w 870586"/>
                <a:gd name="csY0" fmla="*/ 2987 h 198074"/>
                <a:gd name="csX1" fmla="*/ 870586 w 870586"/>
                <a:gd name="csY1" fmla="*/ 0 h 198074"/>
                <a:gd name="csX2" fmla="*/ 746038 w 870586"/>
                <a:gd name="csY2" fmla="*/ 155376 h 198074"/>
                <a:gd name="csX3" fmla="*/ 0 w 870586"/>
                <a:gd name="csY3" fmla="*/ 198074 h 198074"/>
                <a:gd name="csX4" fmla="*/ 0 w 870586"/>
                <a:gd name="csY4" fmla="*/ 2987 h 198074"/>
                <a:gd name="csX0" fmla="*/ 0 w 866712"/>
                <a:gd name="csY0" fmla="*/ 10575 h 205662"/>
                <a:gd name="csX1" fmla="*/ 866712 w 866712"/>
                <a:gd name="csY1" fmla="*/ 0 h 205662"/>
                <a:gd name="csX2" fmla="*/ 746038 w 866712"/>
                <a:gd name="csY2" fmla="*/ 162964 h 205662"/>
                <a:gd name="csX3" fmla="*/ 0 w 866712"/>
                <a:gd name="csY3" fmla="*/ 205662 h 205662"/>
                <a:gd name="csX4" fmla="*/ 0 w 866712"/>
                <a:gd name="csY4" fmla="*/ 10575 h 205662"/>
                <a:gd name="csX0" fmla="*/ 0 w 866712"/>
                <a:gd name="csY0" fmla="*/ 10575 h 205662"/>
                <a:gd name="csX1" fmla="*/ 866712 w 866712"/>
                <a:gd name="csY1" fmla="*/ 0 h 205662"/>
                <a:gd name="csX2" fmla="*/ 742971 w 866712"/>
                <a:gd name="csY2" fmla="*/ 160704 h 205662"/>
                <a:gd name="csX3" fmla="*/ 0 w 866712"/>
                <a:gd name="csY3" fmla="*/ 205662 h 205662"/>
                <a:gd name="csX4" fmla="*/ 0 w 866712"/>
                <a:gd name="csY4" fmla="*/ 10575 h 205662"/>
                <a:gd name="csX0" fmla="*/ 0 w 866712"/>
                <a:gd name="csY0" fmla="*/ 10575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0 w 866712"/>
                <a:gd name="csY4" fmla="*/ 10575 h 205662"/>
                <a:gd name="csX0" fmla="*/ 71373 w 866712"/>
                <a:gd name="csY0" fmla="*/ 39309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71373 w 866712"/>
                <a:gd name="csY4" fmla="*/ 39309 h 205662"/>
                <a:gd name="csX0" fmla="*/ 127110 w 866712"/>
                <a:gd name="csY0" fmla="*/ 73129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127110 w 866712"/>
                <a:gd name="csY4" fmla="*/ 73129 h 205662"/>
                <a:gd name="csX0" fmla="*/ 112365 w 866712"/>
                <a:gd name="csY0" fmla="*/ 48107 h 205662"/>
                <a:gd name="csX1" fmla="*/ 866712 w 866712"/>
                <a:gd name="csY1" fmla="*/ 0 h 205662"/>
                <a:gd name="csX2" fmla="*/ 749509 w 866712"/>
                <a:gd name="csY2" fmla="*/ 167888 h 205662"/>
                <a:gd name="csX3" fmla="*/ 0 w 866712"/>
                <a:gd name="csY3" fmla="*/ 205662 h 205662"/>
                <a:gd name="csX4" fmla="*/ 112365 w 866712"/>
                <a:gd name="csY4" fmla="*/ 48107 h 2056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66712" h="205662">
                  <a:moveTo>
                    <a:pt x="112365" y="48107"/>
                  </a:moveTo>
                  <a:lnTo>
                    <a:pt x="866712" y="0"/>
                  </a:lnTo>
                  <a:lnTo>
                    <a:pt x="749509" y="167888"/>
                  </a:lnTo>
                  <a:lnTo>
                    <a:pt x="0" y="205662"/>
                  </a:lnTo>
                  <a:lnTo>
                    <a:pt x="112365" y="48107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26" name="Group 1325">
            <a:extLst>
              <a:ext uri="{FF2B5EF4-FFF2-40B4-BE49-F238E27FC236}">
                <a16:creationId xmlns:a16="http://schemas.microsoft.com/office/drawing/2014/main" id="{F7D1411F-4EEC-225A-2BE0-7B29AFC6F7AC}"/>
              </a:ext>
            </a:extLst>
          </p:cNvPr>
          <p:cNvGrpSpPr/>
          <p:nvPr/>
        </p:nvGrpSpPr>
        <p:grpSpPr>
          <a:xfrm>
            <a:off x="799113" y="2836376"/>
            <a:ext cx="914400" cy="924393"/>
            <a:chOff x="740472" y="3218060"/>
            <a:chExt cx="914400" cy="924393"/>
          </a:xfrm>
        </p:grpSpPr>
        <p:sp>
          <p:nvSpPr>
            <p:cNvPr id="1324" name="Rectangle 1323">
              <a:extLst>
                <a:ext uri="{FF2B5EF4-FFF2-40B4-BE49-F238E27FC236}">
                  <a16:creationId xmlns:a16="http://schemas.microsoft.com/office/drawing/2014/main" id="{55E915E3-35FC-3E9A-6AE1-0918B5EA9631}"/>
                </a:ext>
              </a:extLst>
            </p:cNvPr>
            <p:cNvSpPr/>
            <p:nvPr/>
          </p:nvSpPr>
          <p:spPr>
            <a:xfrm>
              <a:off x="740472" y="3218060"/>
              <a:ext cx="914400" cy="9144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5" name="TextBox 1324">
              <a:extLst>
                <a:ext uri="{FF2B5EF4-FFF2-40B4-BE49-F238E27FC236}">
                  <a16:creationId xmlns:a16="http://schemas.microsoft.com/office/drawing/2014/main" id="{89D9ABE6-6270-55DB-69D4-746101E30C41}"/>
                </a:ext>
              </a:extLst>
            </p:cNvPr>
            <p:cNvSpPr txBox="1"/>
            <p:nvPr/>
          </p:nvSpPr>
          <p:spPr>
            <a:xfrm>
              <a:off x="762796" y="3296067"/>
              <a:ext cx="658674" cy="846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data:{</a:t>
              </a:r>
            </a:p>
            <a:p>
              <a:r>
                <a:rPr lang="en-US" sz="700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700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food</a:t>
              </a:r>
              <a:r>
                <a:rPr lang="en-US" sz="700" dirty="0" err="1">
                  <a:solidFill>
                    <a:srgbClr val="FF0000"/>
                  </a:solidFill>
                  <a:latin typeface="Consolas" panose="020B0609020204030204" pitchFamily="49" charset="0"/>
                </a:rPr>
                <a:t>:”fried</a:t>
              </a:r>
              <a:r>
                <a:rPr lang="en-US" sz="700" dirty="0">
                  <a:solidFill>
                    <a:srgbClr val="FF0000"/>
                  </a:solidFill>
                  <a:latin typeface="Consolas" panose="020B0609020204030204" pitchFamily="49" charset="0"/>
                </a:rPr>
                <a:t> chicken”,</a:t>
              </a:r>
            </a:p>
            <a:p>
              <a:r>
                <a:rPr lang="en-US" sz="700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 qty:</a:t>
              </a:r>
              <a:r>
                <a:rPr lang="en-US" sz="700" dirty="0">
                  <a:solidFill>
                    <a:srgbClr val="FF0000"/>
                  </a:solidFill>
                  <a:latin typeface="Consolas" panose="020B0609020204030204" pitchFamily="49" charset="0"/>
                </a:rPr>
                <a:t>2</a:t>
              </a:r>
            </a:p>
            <a:p>
              <a:r>
                <a:rPr lang="en-US" sz="700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{</a:t>
              </a:r>
            </a:p>
          </p:txBody>
        </p:sp>
      </p:grpSp>
      <p:grpSp>
        <p:nvGrpSpPr>
          <p:cNvPr id="1327" name="Group 1326">
            <a:extLst>
              <a:ext uri="{FF2B5EF4-FFF2-40B4-BE49-F238E27FC236}">
                <a16:creationId xmlns:a16="http://schemas.microsoft.com/office/drawing/2014/main" id="{15A18A9E-E195-B7A4-CD1E-3DE8CB490123}"/>
              </a:ext>
            </a:extLst>
          </p:cNvPr>
          <p:cNvGrpSpPr/>
          <p:nvPr/>
        </p:nvGrpSpPr>
        <p:grpSpPr>
          <a:xfrm>
            <a:off x="2894298" y="2764982"/>
            <a:ext cx="914400" cy="924393"/>
            <a:chOff x="740472" y="3218060"/>
            <a:chExt cx="914400" cy="924393"/>
          </a:xfrm>
        </p:grpSpPr>
        <p:sp>
          <p:nvSpPr>
            <p:cNvPr id="1330" name="Rectangle 1329">
              <a:extLst>
                <a:ext uri="{FF2B5EF4-FFF2-40B4-BE49-F238E27FC236}">
                  <a16:creationId xmlns:a16="http://schemas.microsoft.com/office/drawing/2014/main" id="{1B2FA4E6-9479-06A2-0D0F-B801942E2ABB}"/>
                </a:ext>
              </a:extLst>
            </p:cNvPr>
            <p:cNvSpPr/>
            <p:nvPr/>
          </p:nvSpPr>
          <p:spPr>
            <a:xfrm>
              <a:off x="740472" y="3218060"/>
              <a:ext cx="914400" cy="9144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1" name="TextBox 1330">
              <a:extLst>
                <a:ext uri="{FF2B5EF4-FFF2-40B4-BE49-F238E27FC236}">
                  <a16:creationId xmlns:a16="http://schemas.microsoft.com/office/drawing/2014/main" id="{7343872E-B268-021E-390C-870931A48A9B}"/>
                </a:ext>
              </a:extLst>
            </p:cNvPr>
            <p:cNvSpPr txBox="1"/>
            <p:nvPr/>
          </p:nvSpPr>
          <p:spPr>
            <a:xfrm>
              <a:off x="762796" y="3296067"/>
              <a:ext cx="658674" cy="846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data:{</a:t>
              </a:r>
            </a:p>
            <a:p>
              <a:r>
                <a:rPr lang="en-US" sz="700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700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food</a:t>
              </a:r>
              <a:r>
                <a:rPr lang="en-US" sz="700" dirty="0" err="1">
                  <a:solidFill>
                    <a:srgbClr val="FF0000"/>
                  </a:solidFill>
                  <a:latin typeface="Consolas" panose="020B0609020204030204" pitchFamily="49" charset="0"/>
                </a:rPr>
                <a:t>:”fried</a:t>
              </a:r>
              <a:r>
                <a:rPr lang="en-US" sz="700" dirty="0">
                  <a:solidFill>
                    <a:srgbClr val="FF0000"/>
                  </a:solidFill>
                  <a:latin typeface="Consolas" panose="020B0609020204030204" pitchFamily="49" charset="0"/>
                </a:rPr>
                <a:t> chicken”,</a:t>
              </a:r>
            </a:p>
            <a:p>
              <a:r>
                <a:rPr lang="en-US" sz="700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 qty:</a:t>
              </a:r>
              <a:r>
                <a:rPr lang="en-US" sz="700" dirty="0">
                  <a:solidFill>
                    <a:srgbClr val="FF0000"/>
                  </a:solidFill>
                  <a:latin typeface="Consolas" panose="020B0609020204030204" pitchFamily="49" charset="0"/>
                </a:rPr>
                <a:t>2</a:t>
              </a:r>
            </a:p>
            <a:p>
              <a:r>
                <a:rPr lang="en-US" sz="700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{</a:t>
              </a:r>
            </a:p>
          </p:txBody>
        </p:sp>
      </p:grpSp>
      <p:grpSp>
        <p:nvGrpSpPr>
          <p:cNvPr id="24" name="food">
            <a:extLst>
              <a:ext uri="{FF2B5EF4-FFF2-40B4-BE49-F238E27FC236}">
                <a16:creationId xmlns:a16="http://schemas.microsoft.com/office/drawing/2014/main" id="{8EE5F2C3-BDFF-06A6-3A17-343FF9C467FE}"/>
              </a:ext>
            </a:extLst>
          </p:cNvPr>
          <p:cNvGrpSpPr/>
          <p:nvPr/>
        </p:nvGrpSpPr>
        <p:grpSpPr>
          <a:xfrm>
            <a:off x="5169822" y="3666493"/>
            <a:ext cx="891527" cy="670790"/>
            <a:chOff x="3267255" y="3699510"/>
            <a:chExt cx="914400" cy="585666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0A5A3E7-19EF-0249-0841-5E10B601C4A1}"/>
                </a:ext>
              </a:extLst>
            </p:cNvPr>
            <p:cNvSpPr/>
            <p:nvPr/>
          </p:nvSpPr>
          <p:spPr>
            <a:xfrm>
              <a:off x="3626107" y="3699510"/>
              <a:ext cx="180975" cy="264600"/>
            </a:xfrm>
            <a:prstGeom prst="ellipse">
              <a:avLst/>
            </a:prstGeom>
            <a:solidFill>
              <a:schemeClr val="tx2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0F49FA0-803D-0A38-1B4F-67D479F28A27}"/>
                </a:ext>
              </a:extLst>
            </p:cNvPr>
            <p:cNvSpPr/>
            <p:nvPr/>
          </p:nvSpPr>
          <p:spPr>
            <a:xfrm>
              <a:off x="3267888" y="3769191"/>
              <a:ext cx="897415" cy="487808"/>
            </a:xfrm>
            <a:custGeom>
              <a:avLst/>
              <a:gdLst>
                <a:gd name="csX0" fmla="*/ 0 w 914400"/>
                <a:gd name="csY0" fmla="*/ 248066 h 496131"/>
                <a:gd name="csX1" fmla="*/ 457200 w 914400"/>
                <a:gd name="csY1" fmla="*/ 0 h 496131"/>
                <a:gd name="csX2" fmla="*/ 914400 w 914400"/>
                <a:gd name="csY2" fmla="*/ 248066 h 496131"/>
                <a:gd name="csX3" fmla="*/ 457200 w 914400"/>
                <a:gd name="csY3" fmla="*/ 496132 h 496131"/>
                <a:gd name="csX4" fmla="*/ 0 w 914400"/>
                <a:gd name="csY4" fmla="*/ 248066 h 496131"/>
                <a:gd name="csX0" fmla="*/ 135 w 914535"/>
                <a:gd name="csY0" fmla="*/ 248066 h 400882"/>
                <a:gd name="csX1" fmla="*/ 457335 w 914535"/>
                <a:gd name="csY1" fmla="*/ 0 h 400882"/>
                <a:gd name="csX2" fmla="*/ 914535 w 914535"/>
                <a:gd name="csY2" fmla="*/ 248066 h 400882"/>
                <a:gd name="csX3" fmla="*/ 423045 w 914535"/>
                <a:gd name="csY3" fmla="*/ 400882 h 400882"/>
                <a:gd name="csX4" fmla="*/ 135 w 914535"/>
                <a:gd name="csY4" fmla="*/ 248066 h 400882"/>
                <a:gd name="csX0" fmla="*/ 90 w 906870"/>
                <a:gd name="csY0" fmla="*/ 352481 h 411945"/>
                <a:gd name="csX1" fmla="*/ 449670 w 906870"/>
                <a:gd name="csY1" fmla="*/ 1545 h 411945"/>
                <a:gd name="csX2" fmla="*/ 906870 w 906870"/>
                <a:gd name="csY2" fmla="*/ 249611 h 411945"/>
                <a:gd name="csX3" fmla="*/ 415380 w 906870"/>
                <a:gd name="csY3" fmla="*/ 402427 h 411945"/>
                <a:gd name="csX4" fmla="*/ 90 w 906870"/>
                <a:gd name="csY4" fmla="*/ 352481 h 411945"/>
                <a:gd name="csX0" fmla="*/ 90 w 901155"/>
                <a:gd name="csY0" fmla="*/ 351066 h 408636"/>
                <a:gd name="csX1" fmla="*/ 449670 w 901155"/>
                <a:gd name="csY1" fmla="*/ 130 h 408636"/>
                <a:gd name="csX2" fmla="*/ 901155 w 901155"/>
                <a:gd name="csY2" fmla="*/ 316776 h 408636"/>
                <a:gd name="csX3" fmla="*/ 415380 w 901155"/>
                <a:gd name="csY3" fmla="*/ 401012 h 408636"/>
                <a:gd name="csX4" fmla="*/ 90 w 901155"/>
                <a:gd name="csY4" fmla="*/ 351066 h 408636"/>
                <a:gd name="csX0" fmla="*/ 89 w 897344"/>
                <a:gd name="csY0" fmla="*/ 350940 h 424532"/>
                <a:gd name="csX1" fmla="*/ 449669 w 897344"/>
                <a:gd name="csY1" fmla="*/ 4 h 424532"/>
                <a:gd name="csX2" fmla="*/ 897344 w 897344"/>
                <a:gd name="csY2" fmla="*/ 345225 h 424532"/>
                <a:gd name="csX3" fmla="*/ 415379 w 897344"/>
                <a:gd name="csY3" fmla="*/ 400886 h 424532"/>
                <a:gd name="csX4" fmla="*/ 89 w 897344"/>
                <a:gd name="csY4" fmla="*/ 350940 h 424532"/>
                <a:gd name="csX0" fmla="*/ 774 w 898029"/>
                <a:gd name="csY0" fmla="*/ 350940 h 477100"/>
                <a:gd name="csX1" fmla="*/ 450354 w 898029"/>
                <a:gd name="csY1" fmla="*/ 4 h 477100"/>
                <a:gd name="csX2" fmla="*/ 898029 w 898029"/>
                <a:gd name="csY2" fmla="*/ 345225 h 477100"/>
                <a:gd name="csX3" fmla="*/ 357009 w 898029"/>
                <a:gd name="csY3" fmla="*/ 477086 h 477100"/>
                <a:gd name="csX4" fmla="*/ 774 w 898029"/>
                <a:gd name="csY4" fmla="*/ 350940 h 477100"/>
                <a:gd name="csX0" fmla="*/ 793 w 898048"/>
                <a:gd name="csY0" fmla="*/ 350940 h 478490"/>
                <a:gd name="csX1" fmla="*/ 450373 w 898048"/>
                <a:gd name="csY1" fmla="*/ 4 h 478490"/>
                <a:gd name="csX2" fmla="*/ 898048 w 898048"/>
                <a:gd name="csY2" fmla="*/ 345225 h 478490"/>
                <a:gd name="csX3" fmla="*/ 357028 w 898048"/>
                <a:gd name="csY3" fmla="*/ 477086 h 478490"/>
                <a:gd name="csX4" fmla="*/ 793 w 898048"/>
                <a:gd name="csY4" fmla="*/ 350940 h 478490"/>
                <a:gd name="csX0" fmla="*/ 594 w 897849"/>
                <a:gd name="csY0" fmla="*/ 356654 h 484204"/>
                <a:gd name="csX1" fmla="*/ 436839 w 897849"/>
                <a:gd name="csY1" fmla="*/ 3 h 484204"/>
                <a:gd name="csX2" fmla="*/ 897849 w 897849"/>
                <a:gd name="csY2" fmla="*/ 350939 h 484204"/>
                <a:gd name="csX3" fmla="*/ 356829 w 897849"/>
                <a:gd name="csY3" fmla="*/ 482800 h 484204"/>
                <a:gd name="csX4" fmla="*/ 594 w 897849"/>
                <a:gd name="csY4" fmla="*/ 356654 h 484204"/>
                <a:gd name="csX0" fmla="*/ 594 w 897849"/>
                <a:gd name="csY0" fmla="*/ 356678 h 484228"/>
                <a:gd name="csX1" fmla="*/ 436839 w 897849"/>
                <a:gd name="csY1" fmla="*/ 27 h 484228"/>
                <a:gd name="csX2" fmla="*/ 897849 w 897849"/>
                <a:gd name="csY2" fmla="*/ 350963 h 484228"/>
                <a:gd name="csX3" fmla="*/ 356829 w 897849"/>
                <a:gd name="csY3" fmla="*/ 482824 h 484228"/>
                <a:gd name="csX4" fmla="*/ 594 w 897849"/>
                <a:gd name="csY4" fmla="*/ 356678 h 484228"/>
                <a:gd name="csX0" fmla="*/ 160 w 897415"/>
                <a:gd name="csY0" fmla="*/ 356678 h 487808"/>
                <a:gd name="csX1" fmla="*/ 436405 w 897415"/>
                <a:gd name="csY1" fmla="*/ 27 h 487808"/>
                <a:gd name="csX2" fmla="*/ 897415 w 897415"/>
                <a:gd name="csY2" fmla="*/ 350963 h 487808"/>
                <a:gd name="csX3" fmla="*/ 392590 w 897415"/>
                <a:gd name="csY3" fmla="*/ 486634 h 487808"/>
                <a:gd name="csX4" fmla="*/ 160 w 897415"/>
                <a:gd name="csY4" fmla="*/ 356678 h 4878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97415" h="487808">
                  <a:moveTo>
                    <a:pt x="160" y="356678"/>
                  </a:moveTo>
                  <a:cubicBezTo>
                    <a:pt x="7463" y="275577"/>
                    <a:pt x="216378" y="2884"/>
                    <a:pt x="436405" y="27"/>
                  </a:cubicBezTo>
                  <a:cubicBezTo>
                    <a:pt x="656432" y="-2830"/>
                    <a:pt x="897415" y="213960"/>
                    <a:pt x="897415" y="350963"/>
                  </a:cubicBezTo>
                  <a:cubicBezTo>
                    <a:pt x="897415" y="487966"/>
                    <a:pt x="547847" y="491397"/>
                    <a:pt x="392590" y="486634"/>
                  </a:cubicBezTo>
                  <a:cubicBezTo>
                    <a:pt x="237333" y="481871"/>
                    <a:pt x="-7143" y="437779"/>
                    <a:pt x="160" y="356678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18684500-1126-1455-0C98-1E7A53BCA750}"/>
                </a:ext>
              </a:extLst>
            </p:cNvPr>
            <p:cNvSpPr/>
            <p:nvPr/>
          </p:nvSpPr>
          <p:spPr>
            <a:xfrm>
              <a:off x="3267255" y="4164310"/>
              <a:ext cx="914400" cy="120866"/>
            </a:xfrm>
            <a:prstGeom prst="roundRect">
              <a:avLst/>
            </a:prstGeom>
            <a:solidFill>
              <a:schemeClr val="tx2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88" name="food-customer">
            <a:extLst>
              <a:ext uri="{FF2B5EF4-FFF2-40B4-BE49-F238E27FC236}">
                <a16:creationId xmlns:a16="http://schemas.microsoft.com/office/drawing/2014/main" id="{5EC55937-2FC8-0E89-29CE-678CA9445FBF}"/>
              </a:ext>
            </a:extLst>
          </p:cNvPr>
          <p:cNvGrpSpPr/>
          <p:nvPr/>
        </p:nvGrpSpPr>
        <p:grpSpPr>
          <a:xfrm>
            <a:off x="3567992" y="3615354"/>
            <a:ext cx="660217" cy="470510"/>
            <a:chOff x="360781" y="3906698"/>
            <a:chExt cx="660217" cy="470510"/>
          </a:xfrm>
        </p:grpSpPr>
        <p:sp>
          <p:nvSpPr>
            <p:cNvPr id="1338" name="Oval 1337">
              <a:extLst>
                <a:ext uri="{FF2B5EF4-FFF2-40B4-BE49-F238E27FC236}">
                  <a16:creationId xmlns:a16="http://schemas.microsoft.com/office/drawing/2014/main" id="{9D7851B3-07DF-D638-CB81-284B4CF822AF}"/>
                </a:ext>
              </a:extLst>
            </p:cNvPr>
            <p:cNvSpPr/>
            <p:nvPr/>
          </p:nvSpPr>
          <p:spPr>
            <a:xfrm rot="18541303">
              <a:off x="499618" y="3955229"/>
              <a:ext cx="160158" cy="6309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1" name="Oval 1340">
              <a:extLst>
                <a:ext uri="{FF2B5EF4-FFF2-40B4-BE49-F238E27FC236}">
                  <a16:creationId xmlns:a16="http://schemas.microsoft.com/office/drawing/2014/main" id="{2B48587D-C418-A56F-C9C9-E074021E1107}"/>
                </a:ext>
              </a:extLst>
            </p:cNvPr>
            <p:cNvSpPr/>
            <p:nvPr/>
          </p:nvSpPr>
          <p:spPr>
            <a:xfrm rot="1022227">
              <a:off x="737509" y="3911746"/>
              <a:ext cx="77348" cy="187302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0" name="Oval 1339">
              <a:extLst>
                <a:ext uri="{FF2B5EF4-FFF2-40B4-BE49-F238E27FC236}">
                  <a16:creationId xmlns:a16="http://schemas.microsoft.com/office/drawing/2014/main" id="{C627F57B-7E19-9176-3327-2BBAC54DACA1}"/>
                </a:ext>
              </a:extLst>
            </p:cNvPr>
            <p:cNvSpPr/>
            <p:nvPr/>
          </p:nvSpPr>
          <p:spPr>
            <a:xfrm rot="20882135">
              <a:off x="694174" y="3929059"/>
              <a:ext cx="77348" cy="187302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4" name="Oval 1333">
              <a:extLst>
                <a:ext uri="{FF2B5EF4-FFF2-40B4-BE49-F238E27FC236}">
                  <a16:creationId xmlns:a16="http://schemas.microsoft.com/office/drawing/2014/main" id="{4539C649-1973-61CE-6A7C-945CCDB6961B}"/>
                </a:ext>
              </a:extLst>
            </p:cNvPr>
            <p:cNvSpPr/>
            <p:nvPr/>
          </p:nvSpPr>
          <p:spPr>
            <a:xfrm>
              <a:off x="630925" y="3968024"/>
              <a:ext cx="286263" cy="28496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5" name="Oval 1334">
              <a:extLst>
                <a:ext uri="{FF2B5EF4-FFF2-40B4-BE49-F238E27FC236}">
                  <a16:creationId xmlns:a16="http://schemas.microsoft.com/office/drawing/2014/main" id="{CF9EEC5F-CE86-B2F7-D097-2E786D0BB7EF}"/>
                </a:ext>
              </a:extLst>
            </p:cNvPr>
            <p:cNvSpPr/>
            <p:nvPr/>
          </p:nvSpPr>
          <p:spPr>
            <a:xfrm>
              <a:off x="367349" y="3968024"/>
              <a:ext cx="286263" cy="28496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6" name="Oval 1335">
              <a:extLst>
                <a:ext uri="{FF2B5EF4-FFF2-40B4-BE49-F238E27FC236}">
                  <a16:creationId xmlns:a16="http://schemas.microsoft.com/office/drawing/2014/main" id="{51C24365-5142-884C-44F8-27B150E12643}"/>
                </a:ext>
              </a:extLst>
            </p:cNvPr>
            <p:cNvSpPr/>
            <p:nvPr/>
          </p:nvSpPr>
          <p:spPr>
            <a:xfrm>
              <a:off x="576264" y="4000656"/>
              <a:ext cx="77348" cy="18730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9" name="Oval 1338">
              <a:extLst>
                <a:ext uri="{FF2B5EF4-FFF2-40B4-BE49-F238E27FC236}">
                  <a16:creationId xmlns:a16="http://schemas.microsoft.com/office/drawing/2014/main" id="{BA4A74F1-5D64-BEED-21BE-9C2FEA35C334}"/>
                </a:ext>
              </a:extLst>
            </p:cNvPr>
            <p:cNvSpPr/>
            <p:nvPr/>
          </p:nvSpPr>
          <p:spPr>
            <a:xfrm>
              <a:off x="503236" y="3996427"/>
              <a:ext cx="77348" cy="187302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2" name="Rectangle: Rounded Corners 1331">
              <a:extLst>
                <a:ext uri="{FF2B5EF4-FFF2-40B4-BE49-F238E27FC236}">
                  <a16:creationId xmlns:a16="http://schemas.microsoft.com/office/drawing/2014/main" id="{DD964166-9913-A6A5-DA17-58308FB07777}"/>
                </a:ext>
              </a:extLst>
            </p:cNvPr>
            <p:cNvSpPr/>
            <p:nvPr/>
          </p:nvSpPr>
          <p:spPr>
            <a:xfrm>
              <a:off x="367349" y="4128759"/>
              <a:ext cx="653649" cy="24844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3" name="Oval 1332">
              <a:extLst>
                <a:ext uri="{FF2B5EF4-FFF2-40B4-BE49-F238E27FC236}">
                  <a16:creationId xmlns:a16="http://schemas.microsoft.com/office/drawing/2014/main" id="{E91A2755-4E6B-7529-0CE3-4AF7CDAC4B6E}"/>
                </a:ext>
              </a:extLst>
            </p:cNvPr>
            <p:cNvSpPr/>
            <p:nvPr/>
          </p:nvSpPr>
          <p:spPr>
            <a:xfrm flipV="1">
              <a:off x="360781" y="4119353"/>
              <a:ext cx="653649" cy="56542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29184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1000"/>
                                        <p:tgtEl>
                                          <p:spTgt spid="1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44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4.79167E-6 -0.00301 L 0.05118 -0.04097 C 0.06185 -0.04954 0.07787 -0.05394 0.09467 -0.05394 C 0.11381 -0.05394 0.12904 -0.04954 0.13972 -0.04097 L 0.19102 -0.00301 " pathEditMode="relative" rAng="0" ptsTypes="AAAAA">
                                      <p:cBhvr>
                                        <p:cTn id="98" dur="2000" fill="hold"/>
                                        <p:tgtEl>
                                          <p:spTgt spid="13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544" y="-2546"/>
                                    </p:animMotion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1000"/>
                                        <p:tgtEl>
                                          <p:spTgt spid="13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1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4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1914 0.0074 L 0.0694 -0.03658 C 0.07982 -0.04653 0.09557 -0.05162 0.11211 -0.05162 C 0.13086 -0.05162 0.14596 -0.04653 0.15638 -0.03658 L 0.20677 0.0074 " pathEditMode="relative" rAng="0" ptsTypes="AAAAA">
                                      <p:cBhvr>
                                        <p:cTn id="112" dur="2000" fill="hold"/>
                                        <p:tgtEl>
                                          <p:spTgt spid="13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375" y="-2963"/>
                                    </p:animMotion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1000"/>
                                        <p:tgtEl>
                                          <p:spTgt spid="13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4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3.7037E-6 L -0.04036 -0.04051 C -0.04883 -0.04954 -0.06146 -0.0544 -0.07461 -0.0544 C -0.08958 -0.0544 -0.10169 -0.04954 -0.11015 -0.04051 C -0.12357 -0.02709 -0.13411 0.06365 -0.14739 0.07731 " pathEditMode="relative" rAng="0" ptsTypes="AAAAA">
                                      <p:cBhvr>
                                        <p:cTn id="119" dur="2000" fill="hold"/>
                                        <p:tgtEl>
                                          <p:spTgt spid="13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370" y="1134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44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17695 0.09722 C -0.20964 0.10833 -0.20104 -0.04213 -0.17865 -0.05556 C -0.16471 -0.06458 -0.14375 -0.06898 -0.12175 -0.06898 C -0.09662 -0.06898 -0.07656 -0.06458 -0.06263 -0.05556 C -0.04024 -0.04236 -0.02474 -0.01667 -0.00208 -0.00324 " pathEditMode="relative" rAng="0" ptsTypes="AAAAA">
                                      <p:cBhvr>
                                        <p:cTn id="121" dur="2000" spd="-100000" fill="hold"/>
                                        <p:tgtEl>
                                          <p:spTgt spid="13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69" y="-8287"/>
                                    </p:animMotion>
                                  </p:childTnLst>
                                </p:cTn>
                              </p:par>
                              <p:par>
                                <p:cTn id="122" presetID="44" presetClass="path" presetSubtype="0" accel="50000" decel="5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0.15221 0.10625 L -0.1095 -0.01574 C -0.10065 -0.04328 -0.08724 -0.05787 -0.07344 -0.05787 C -0.05729 -0.05787 -0.04453 -0.04328 -0.03568 -0.01574 C -0.02135 0.02454 -0.0056 0.05047 0.00534 0.00486 " pathEditMode="relative" rAng="0" ptsTypes="AAAAA">
                                      <p:cBhvr>
                                        <p:cTn id="123" dur="2000" spd="-100000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78" y="-8218"/>
                                    </p:animMotion>
                                  </p:childTnLst>
                                </p:cTn>
                              </p:par>
                              <p:par>
                                <p:cTn id="124" presetID="44" presetClass="path" presetSubtype="0" accel="50000" decel="5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6.25E-7 -3.7037E-7 C -0.01146 -0.04005 -0.01771 -0.0206 -0.02917 -0.06065 C -0.0362 -0.08796 -0.04687 -0.10185 -0.05794 -0.10185 C -0.0707 -0.10185 -0.08086 -0.08796 -0.08789 -0.06065 L -0.12161 0.05949 " pathEditMode="relative" rAng="0" ptsTypes="AAAAA">
                                      <p:cBhvr>
                                        <p:cTn id="125" dur="2000" fill="hold"/>
                                        <p:tgtEl>
                                          <p:spTgt spid="13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081" y="-2130"/>
                                    </p:animMotion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0" presetClass="exit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13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0" presetClass="exit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13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0" presetClass="exit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0" presetClass="exit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13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37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0156 -0.03125 L -0.0362 0.06366 C -0.04414 0.08496 -0.05599 0.09746 -0.06823 0.09746 C -0.08242 0.09746 -0.09362 0.08496 -0.10144 0.06366 L -0.13907 -0.03125 " pathEditMode="relative" rAng="0" ptsTypes="AAAAA">
                                      <p:cBhvr>
                                        <p:cTn id="14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031" y="6435"/>
                                    </p:animMotion>
                                  </p:childTnLst>
                                </p:cTn>
                              </p:par>
                              <p:par>
                                <p:cTn id="14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1000"/>
                                        <p:tgtEl>
                                          <p:spTgt spid="1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42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1.45833E-6 -2.59259E-6 L -0.26771 0.04653 " pathEditMode="relative" rAng="0" ptsTypes="AA">
                                      <p:cBhvr>
                                        <p:cTn id="157" dur="2000" fill="hold"/>
                                        <p:tgtEl>
                                          <p:spTgt spid="13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385" y="23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7" grpId="0"/>
      <p:bldP spid="1378" grpId="0"/>
      <p:bldP spid="2" grpId="0" animBg="1"/>
      <p:bldP spid="4" grpId="0" animBg="1"/>
      <p:bldP spid="463" grpId="0" animBg="1"/>
      <p:bldP spid="464" grpId="0" animBg="1"/>
      <p:bldP spid="465" grpId="0" animBg="1"/>
      <p:bldP spid="477" grpId="0" animBg="1"/>
      <p:bldP spid="47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919C17-C68E-80C0-F887-4D08BE350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background">
            <a:extLst>
              <a:ext uri="{FF2B5EF4-FFF2-40B4-BE49-F238E27FC236}">
                <a16:creationId xmlns:a16="http://schemas.microsoft.com/office/drawing/2014/main" id="{23FE5A1E-B0FF-DCC9-5815-8C04721C1691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4E02800-685E-85BD-3122-87E91DB8CFA7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E34888EE-8FB6-DCA5-0DD3-CDCC11556EB4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D498F478-55AE-C864-F628-DC6BC85054B4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5EEC7E61-4FBD-D70C-1936-5499D5F7A482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FB5A519F-BAC0-6388-E9AC-89A591B93603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7A9240A5-7ECB-F88D-5CC3-00F8D6301B64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8F9883B-5931-5206-FA44-11621AFBB71D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351798DF-728B-C9F4-207A-6CD6AB41B089}"/>
                </a:ext>
              </a:extLst>
            </p:cNvPr>
            <p:cNvGrpSpPr/>
            <p:nvPr/>
          </p:nvGrpSpPr>
          <p:grpSpPr>
            <a:xfrm>
              <a:off x="9078871" y="386956"/>
              <a:ext cx="2902660" cy="3398908"/>
              <a:chOff x="8981371" y="2824912"/>
              <a:chExt cx="2997907" cy="3510212"/>
            </a:xfrm>
          </p:grpSpPr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FB571C55-25D8-00F4-6A3C-7CB4213E18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75821" y="2861865"/>
                <a:ext cx="2552386" cy="3315298"/>
              </a:xfrm>
              <a:prstGeom prst="rect">
                <a:avLst/>
              </a:prstGeom>
            </p:spPr>
          </p:pic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42B45774-76C6-5032-45BD-E977AE7A6EF8}"/>
                  </a:ext>
                </a:extLst>
              </p:cNvPr>
              <p:cNvSpPr/>
              <p:nvPr/>
            </p:nvSpPr>
            <p:spPr>
              <a:xfrm rot="19871654">
                <a:off x="9063495" y="2861599"/>
                <a:ext cx="914400" cy="296728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A4845987-FB3E-ED16-756A-5F8CFE6C8C9D}"/>
                  </a:ext>
                </a:extLst>
              </p:cNvPr>
              <p:cNvSpPr/>
              <p:nvPr/>
            </p:nvSpPr>
            <p:spPr>
              <a:xfrm rot="2054190">
                <a:off x="8981371" y="5806907"/>
                <a:ext cx="914400" cy="296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D71A265A-7D54-CB67-D267-647A7D7D022E}"/>
                  </a:ext>
                </a:extLst>
              </p:cNvPr>
              <p:cNvSpPr/>
              <p:nvPr/>
            </p:nvSpPr>
            <p:spPr>
              <a:xfrm rot="2138521">
                <a:off x="11064878" y="2824912"/>
                <a:ext cx="914400" cy="296728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61B474BA-7CE1-EA7E-D0D1-6C4CCEA12732}"/>
                  </a:ext>
                </a:extLst>
              </p:cNvPr>
              <p:cNvSpPr/>
              <p:nvPr/>
            </p:nvSpPr>
            <p:spPr>
              <a:xfrm rot="7896723">
                <a:off x="11064877" y="5729560"/>
                <a:ext cx="914400" cy="296728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89508B5-4518-C13E-3384-61855DE4B1BF}"/>
                </a:ext>
              </a:extLst>
            </p:cNvPr>
            <p:cNvGrpSpPr/>
            <p:nvPr/>
          </p:nvGrpSpPr>
          <p:grpSpPr>
            <a:xfrm>
              <a:off x="9074752" y="4271583"/>
              <a:ext cx="3101294" cy="1828800"/>
              <a:chOff x="9074752" y="4271583"/>
              <a:chExt cx="3101294" cy="1828800"/>
            </a:xfrm>
          </p:grpSpPr>
          <p:sp>
            <p:nvSpPr>
              <p:cNvPr id="57" name="Parallelogram 56">
                <a:extLst>
                  <a:ext uri="{FF2B5EF4-FFF2-40B4-BE49-F238E27FC236}">
                    <a16:creationId xmlns:a16="http://schemas.microsoft.com/office/drawing/2014/main" id="{3CC25C19-DFA2-ED1E-2A10-3D076B60DE07}"/>
                  </a:ext>
                </a:extLst>
              </p:cNvPr>
              <p:cNvSpPr/>
              <p:nvPr/>
            </p:nvSpPr>
            <p:spPr>
              <a:xfrm>
                <a:off x="9311307" y="4271583"/>
                <a:ext cx="1656301" cy="914400"/>
              </a:xfrm>
              <a:prstGeom prst="parallelogram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rPr>
                  <a:t>#4</a:t>
                </a:r>
              </a:p>
            </p:txBody>
          </p:sp>
          <p:sp>
            <p:nvSpPr>
              <p:cNvPr id="58" name="Parallelogram 57">
                <a:extLst>
                  <a:ext uri="{FF2B5EF4-FFF2-40B4-BE49-F238E27FC236}">
                    <a16:creationId xmlns:a16="http://schemas.microsoft.com/office/drawing/2014/main" id="{53340282-C675-5739-DB89-B0B41BF40F3D}"/>
                  </a:ext>
                </a:extLst>
              </p:cNvPr>
              <p:cNvSpPr/>
              <p:nvPr/>
            </p:nvSpPr>
            <p:spPr>
              <a:xfrm>
                <a:off x="9074752" y="5185983"/>
                <a:ext cx="3101294" cy="914400"/>
              </a:xfrm>
              <a:prstGeom prst="parallelogram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rPr>
                  <a:t>NODEJS</a:t>
                </a:r>
              </a:p>
            </p:txBody>
          </p:sp>
        </p:grp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740B1A22-3ACF-8812-D72F-C2EC9BECDBEF}"/>
              </a:ext>
            </a:extLst>
          </p:cNvPr>
          <p:cNvSpPr/>
          <p:nvPr/>
        </p:nvSpPr>
        <p:spPr>
          <a:xfrm>
            <a:off x="1240495" y="1189062"/>
            <a:ext cx="5126392" cy="7356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NPM (NODE PACKAGE MANAGER)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145FC6-D498-73AA-07B3-56210509F434}"/>
              </a:ext>
            </a:extLst>
          </p:cNvPr>
          <p:cNvSpPr/>
          <p:nvPr/>
        </p:nvSpPr>
        <p:spPr>
          <a:xfrm>
            <a:off x="303874" y="1849120"/>
            <a:ext cx="8408072" cy="10676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A package manager for Node.js that uses to install, manage, and run libraries.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CD00A8-AC56-AD1C-65DF-D2B27F54C971}"/>
              </a:ext>
            </a:extLst>
          </p:cNvPr>
          <p:cNvSpPr/>
          <p:nvPr/>
        </p:nvSpPr>
        <p:spPr>
          <a:xfrm>
            <a:off x="303874" y="3379413"/>
            <a:ext cx="3709326" cy="56181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Example of popular packages 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9B7C5B-440A-C3F3-2596-45A7EF3488D5}"/>
              </a:ext>
            </a:extLst>
          </p:cNvPr>
          <p:cNvSpPr/>
          <p:nvPr/>
        </p:nvSpPr>
        <p:spPr>
          <a:xfrm>
            <a:off x="303874" y="4021782"/>
            <a:ext cx="3546766" cy="5618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React &amp; Vite -&gt; Frontend Tools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6F8DAB-84B7-F98B-5464-6E3BE3B92452}"/>
              </a:ext>
            </a:extLst>
          </p:cNvPr>
          <p:cNvSpPr/>
          <p:nvPr/>
        </p:nvSpPr>
        <p:spPr>
          <a:xfrm>
            <a:off x="303874" y="4694631"/>
            <a:ext cx="3922686" cy="56181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Next -&gt; </a:t>
            </a:r>
            <a:r>
              <a:rPr lang="en-US" sz="20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Fullstack</a:t>
            </a:r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 Web Framework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61B805-FE8A-5F26-95A7-B53884B8122C}"/>
              </a:ext>
            </a:extLst>
          </p:cNvPr>
          <p:cNvSpPr/>
          <p:nvPr/>
        </p:nvSpPr>
        <p:spPr>
          <a:xfrm>
            <a:off x="303874" y="5407697"/>
            <a:ext cx="3109886" cy="5618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Axios -&gt; HTTP/s Requests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811C52-7C89-C86C-CFD0-B79AAB10BDBC}"/>
              </a:ext>
            </a:extLst>
          </p:cNvPr>
          <p:cNvSpPr/>
          <p:nvPr/>
        </p:nvSpPr>
        <p:spPr>
          <a:xfrm>
            <a:off x="3995676" y="4037022"/>
            <a:ext cx="1570183" cy="56181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Sweetalert</a:t>
            </a:r>
            <a:endParaRPr lang="en-US" sz="20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5B5675-56D2-49DC-9B01-D8E3B81C08E2}"/>
              </a:ext>
            </a:extLst>
          </p:cNvPr>
          <p:cNvSpPr/>
          <p:nvPr/>
        </p:nvSpPr>
        <p:spPr>
          <a:xfrm>
            <a:off x="4371596" y="4694631"/>
            <a:ext cx="1194263" cy="5618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Tailwind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53AE4D-C56A-DBB2-5E59-90306DA50D6B}"/>
              </a:ext>
            </a:extLst>
          </p:cNvPr>
          <p:cNvSpPr/>
          <p:nvPr/>
        </p:nvSpPr>
        <p:spPr>
          <a:xfrm>
            <a:off x="3586504" y="5438177"/>
            <a:ext cx="1194263" cy="5618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Threejs</a:t>
            </a:r>
            <a:endParaRPr lang="en-US" sz="20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A9FFCA-9324-ECBB-423F-F121190D26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78" y="1189062"/>
            <a:ext cx="960017" cy="773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37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E88A94-C9D6-0AA7-CF68-5354CD4C9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background">
            <a:extLst>
              <a:ext uri="{FF2B5EF4-FFF2-40B4-BE49-F238E27FC236}">
                <a16:creationId xmlns:a16="http://schemas.microsoft.com/office/drawing/2014/main" id="{97E09344-489A-53B5-1FD5-7A769A499B7A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1BFFC9E-E4EB-7D34-7886-ABADE866E0AE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882433CF-36A7-CE36-D445-2AAF4C682C34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83BE7556-EDF1-EB70-F440-4EA59AF47734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52447C2B-3327-9809-FBC7-DBC913D16507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F8335AEF-C481-411E-1E56-2802428702D2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BEA59B63-70AD-78F9-6CA4-BD9567D76916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161F77C7-8012-0893-8240-B011F67040DB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A88512B2-8832-10E6-D8CF-7DB546F0FCAD}"/>
                </a:ext>
              </a:extLst>
            </p:cNvPr>
            <p:cNvGrpSpPr/>
            <p:nvPr/>
          </p:nvGrpSpPr>
          <p:grpSpPr>
            <a:xfrm>
              <a:off x="9078871" y="386956"/>
              <a:ext cx="2902660" cy="3398908"/>
              <a:chOff x="8981371" y="2824912"/>
              <a:chExt cx="2997907" cy="3510212"/>
            </a:xfrm>
          </p:grpSpPr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4E416252-E44F-1BFA-B0DF-F7BC60279C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75821" y="2861865"/>
                <a:ext cx="2552386" cy="3315298"/>
              </a:xfrm>
              <a:prstGeom prst="rect">
                <a:avLst/>
              </a:prstGeom>
            </p:spPr>
          </p:pic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6422D6D4-2CDF-9CB8-112C-5B05EFE4D4A1}"/>
                  </a:ext>
                </a:extLst>
              </p:cNvPr>
              <p:cNvSpPr/>
              <p:nvPr/>
            </p:nvSpPr>
            <p:spPr>
              <a:xfrm rot="19871654">
                <a:off x="9063495" y="2861599"/>
                <a:ext cx="914400" cy="296728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E21B565B-EB73-73AA-92FC-90DD127CA3E5}"/>
                  </a:ext>
                </a:extLst>
              </p:cNvPr>
              <p:cNvSpPr/>
              <p:nvPr/>
            </p:nvSpPr>
            <p:spPr>
              <a:xfrm rot="2054190">
                <a:off x="8981371" y="5806907"/>
                <a:ext cx="914400" cy="296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2B55E13D-14A2-4F04-9831-4081DC8A5AD1}"/>
                  </a:ext>
                </a:extLst>
              </p:cNvPr>
              <p:cNvSpPr/>
              <p:nvPr/>
            </p:nvSpPr>
            <p:spPr>
              <a:xfrm rot="2138521">
                <a:off x="11064878" y="2824912"/>
                <a:ext cx="914400" cy="296728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F7F79DB2-B2DE-220C-17C9-E745717CD190}"/>
                  </a:ext>
                </a:extLst>
              </p:cNvPr>
              <p:cNvSpPr/>
              <p:nvPr/>
            </p:nvSpPr>
            <p:spPr>
              <a:xfrm rot="7896723">
                <a:off x="11064877" y="5729560"/>
                <a:ext cx="914400" cy="296728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01371F1-3E1B-44AA-3BC1-F6DF3EE73B24}"/>
                </a:ext>
              </a:extLst>
            </p:cNvPr>
            <p:cNvGrpSpPr/>
            <p:nvPr/>
          </p:nvGrpSpPr>
          <p:grpSpPr>
            <a:xfrm>
              <a:off x="9074752" y="4271583"/>
              <a:ext cx="3101294" cy="1828800"/>
              <a:chOff x="9074752" y="4271583"/>
              <a:chExt cx="3101294" cy="1828800"/>
            </a:xfrm>
          </p:grpSpPr>
          <p:sp>
            <p:nvSpPr>
              <p:cNvPr id="57" name="Parallelogram 56">
                <a:extLst>
                  <a:ext uri="{FF2B5EF4-FFF2-40B4-BE49-F238E27FC236}">
                    <a16:creationId xmlns:a16="http://schemas.microsoft.com/office/drawing/2014/main" id="{363E6390-25EF-4751-865B-0AC9F2B5349E}"/>
                  </a:ext>
                </a:extLst>
              </p:cNvPr>
              <p:cNvSpPr/>
              <p:nvPr/>
            </p:nvSpPr>
            <p:spPr>
              <a:xfrm>
                <a:off x="9311307" y="4271583"/>
                <a:ext cx="1656301" cy="914400"/>
              </a:xfrm>
              <a:prstGeom prst="parallelogram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rPr>
                  <a:t>#4</a:t>
                </a:r>
              </a:p>
            </p:txBody>
          </p:sp>
          <p:sp>
            <p:nvSpPr>
              <p:cNvPr id="58" name="Parallelogram 57">
                <a:extLst>
                  <a:ext uri="{FF2B5EF4-FFF2-40B4-BE49-F238E27FC236}">
                    <a16:creationId xmlns:a16="http://schemas.microsoft.com/office/drawing/2014/main" id="{421A4FE7-03FA-5BB0-8B01-48A2EAA134EF}"/>
                  </a:ext>
                </a:extLst>
              </p:cNvPr>
              <p:cNvSpPr/>
              <p:nvPr/>
            </p:nvSpPr>
            <p:spPr>
              <a:xfrm>
                <a:off x="9074752" y="5185983"/>
                <a:ext cx="3101294" cy="914400"/>
              </a:xfrm>
              <a:prstGeom prst="parallelogram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rPr>
                  <a:t>NODEJS</a:t>
                </a:r>
              </a:p>
            </p:txBody>
          </p:sp>
        </p:grp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51E96FA-328E-508F-2562-43F3C4A90C6A}"/>
              </a:ext>
            </a:extLst>
          </p:cNvPr>
          <p:cNvSpPr/>
          <p:nvPr/>
        </p:nvSpPr>
        <p:spPr>
          <a:xfrm>
            <a:off x="2885440" y="1259840"/>
            <a:ext cx="3840480" cy="61976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  <a:ea typeface="Cambria" panose="02040503050406030204" pitchFamily="18" charset="0"/>
              </a:rPr>
              <a:t>Installing Packages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DAD5EF-65E4-2A1D-ACEC-B5FD6BE4C94B}"/>
              </a:ext>
            </a:extLst>
          </p:cNvPr>
          <p:cNvSpPr/>
          <p:nvPr/>
        </p:nvSpPr>
        <p:spPr>
          <a:xfrm flipH="1">
            <a:off x="4600528" y="2228727"/>
            <a:ext cx="45719" cy="376859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3E7AC6-CF6A-9C96-57D0-E116D7F5E199}"/>
              </a:ext>
            </a:extLst>
          </p:cNvPr>
          <p:cNvSpPr/>
          <p:nvPr/>
        </p:nvSpPr>
        <p:spPr>
          <a:xfrm>
            <a:off x="4915966" y="2330093"/>
            <a:ext cx="3604887" cy="49552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NPM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8AB9ED-13E4-ABA6-ADB0-A5C925D0EC34}"/>
              </a:ext>
            </a:extLst>
          </p:cNvPr>
          <p:cNvSpPr/>
          <p:nvPr/>
        </p:nvSpPr>
        <p:spPr>
          <a:xfrm>
            <a:off x="520072" y="2330093"/>
            <a:ext cx="3635700" cy="51447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erlin Sans FB" panose="020E0602020502020306" pitchFamily="34" charset="0"/>
              </a:rPr>
              <a:t>LINK CDN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5EAF7F-7C7B-A74F-E8ED-2E862AAEA2AC}"/>
              </a:ext>
            </a:extLst>
          </p:cNvPr>
          <p:cNvSpPr/>
          <p:nvPr/>
        </p:nvSpPr>
        <p:spPr>
          <a:xfrm>
            <a:off x="520072" y="2899957"/>
            <a:ext cx="3604887" cy="8859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Gill Sans MT" panose="020B0502020104020203" pitchFamily="34" charset="0"/>
              </a:rPr>
              <a:t>It's difficult to manage all of packages in large projects.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2FD29E-867B-2047-4FC4-01525634CF67}"/>
              </a:ext>
            </a:extLst>
          </p:cNvPr>
          <p:cNvSpPr/>
          <p:nvPr/>
        </p:nvSpPr>
        <p:spPr>
          <a:xfrm>
            <a:off x="4923476" y="2899957"/>
            <a:ext cx="3604887" cy="8859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Gill Sans MT" panose="020B0502020104020203" pitchFamily="34" charset="0"/>
              </a:rPr>
              <a:t>It’s easy to manage all of packages in large projects.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32BE67-4626-9371-B67D-5523C1BD630C}"/>
              </a:ext>
            </a:extLst>
          </p:cNvPr>
          <p:cNvSpPr/>
          <p:nvPr/>
        </p:nvSpPr>
        <p:spPr>
          <a:xfrm>
            <a:off x="4915966" y="3868844"/>
            <a:ext cx="3604887" cy="8859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Gill Sans MT" panose="020B0502020104020203" pitchFamily="34" charset="0"/>
              </a:rPr>
              <a:t>It’s suitable for react, next and modern tools.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989A16-6554-D374-A68E-989E818095CC}"/>
              </a:ext>
            </a:extLst>
          </p:cNvPr>
          <p:cNvSpPr/>
          <p:nvPr/>
        </p:nvSpPr>
        <p:spPr>
          <a:xfrm>
            <a:off x="550885" y="3868843"/>
            <a:ext cx="3604887" cy="8859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Gill Sans MT" panose="020B0502020104020203" pitchFamily="34" charset="0"/>
              </a:rPr>
              <a:t>It’s not suitable for react, next and modern tools.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54D20F-DF16-10B2-E5BF-946C1686CA6D}"/>
              </a:ext>
            </a:extLst>
          </p:cNvPr>
          <p:cNvSpPr/>
          <p:nvPr/>
        </p:nvSpPr>
        <p:spPr>
          <a:xfrm>
            <a:off x="4923476" y="4847990"/>
            <a:ext cx="3604887" cy="8859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Gill Sans MT" panose="020B0502020104020203" pitchFamily="34" charset="0"/>
              </a:rPr>
              <a:t>It’s providing bundled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8D1E46-D3A5-7D22-83AB-43355DB5668B}"/>
              </a:ext>
            </a:extLst>
          </p:cNvPr>
          <p:cNvSpPr/>
          <p:nvPr/>
        </p:nvSpPr>
        <p:spPr>
          <a:xfrm>
            <a:off x="558395" y="4847989"/>
            <a:ext cx="3604887" cy="8859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Gill Sans MT" panose="020B0502020104020203" pitchFamily="34" charset="0"/>
              </a:rPr>
              <a:t>It’s not providing bundled</a:t>
            </a:r>
          </a:p>
        </p:txBody>
      </p:sp>
    </p:spTree>
    <p:extLst>
      <p:ext uri="{BB962C8B-B14F-4D97-AF65-F5344CB8AC3E}">
        <p14:creationId xmlns:p14="http://schemas.microsoft.com/office/powerpoint/2010/main" val="4144757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6B50E0-9D2C-7363-E621-EA02F32AA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background">
            <a:extLst>
              <a:ext uri="{FF2B5EF4-FFF2-40B4-BE49-F238E27FC236}">
                <a16:creationId xmlns:a16="http://schemas.microsoft.com/office/drawing/2014/main" id="{AF208ADE-B0A4-5F5B-5FB1-8CEF6E1DA981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80F4EA1-DD34-7BF7-3AAC-7ED5EF4CF049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095B0744-803D-6699-4482-F92FCFD46E42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3C720B6F-FAEA-0734-AEA8-1CB7EEB759A9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F9253070-E9DC-D862-DF51-8366545EDE5B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9EFA3183-B84E-11CD-AEBA-8A4F940F88F3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CE478733-9850-F22A-B706-BDC32A34BC7F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74039CFE-9D12-AD8C-303D-65D295A845D5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8F050303-8509-DC1E-A34C-5B00B8ABD576}"/>
                </a:ext>
              </a:extLst>
            </p:cNvPr>
            <p:cNvGrpSpPr/>
            <p:nvPr/>
          </p:nvGrpSpPr>
          <p:grpSpPr>
            <a:xfrm>
              <a:off x="9078871" y="386956"/>
              <a:ext cx="2902660" cy="3398908"/>
              <a:chOff x="8981371" y="2824912"/>
              <a:chExt cx="2997907" cy="3510212"/>
            </a:xfrm>
          </p:grpSpPr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59B18899-0CC7-EED5-C9B6-4F00BC27BB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75821" y="2861865"/>
                <a:ext cx="2552386" cy="3315298"/>
              </a:xfrm>
              <a:prstGeom prst="rect">
                <a:avLst/>
              </a:prstGeom>
            </p:spPr>
          </p:pic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5D5A2781-70C6-F0D6-2F55-D2FFEC779F3F}"/>
                  </a:ext>
                </a:extLst>
              </p:cNvPr>
              <p:cNvSpPr/>
              <p:nvPr/>
            </p:nvSpPr>
            <p:spPr>
              <a:xfrm rot="19871654">
                <a:off x="9063495" y="2861599"/>
                <a:ext cx="914400" cy="296728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121E92F8-6567-61CB-A6C7-04BEF2B142E4}"/>
                  </a:ext>
                </a:extLst>
              </p:cNvPr>
              <p:cNvSpPr/>
              <p:nvPr/>
            </p:nvSpPr>
            <p:spPr>
              <a:xfrm rot="2054190">
                <a:off x="8981371" y="5806907"/>
                <a:ext cx="914400" cy="296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C132CA9B-106B-2AE9-54AD-C016BC2947E7}"/>
                  </a:ext>
                </a:extLst>
              </p:cNvPr>
              <p:cNvSpPr/>
              <p:nvPr/>
            </p:nvSpPr>
            <p:spPr>
              <a:xfrm rot="2138521">
                <a:off x="11064878" y="2824912"/>
                <a:ext cx="914400" cy="296728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E71B67AE-91C8-241E-68C5-C030EF1A5414}"/>
                  </a:ext>
                </a:extLst>
              </p:cNvPr>
              <p:cNvSpPr/>
              <p:nvPr/>
            </p:nvSpPr>
            <p:spPr>
              <a:xfrm rot="7896723">
                <a:off x="11064877" y="5729560"/>
                <a:ext cx="914400" cy="296728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6FD6658-C431-B267-3AE0-5929534FAD00}"/>
                </a:ext>
              </a:extLst>
            </p:cNvPr>
            <p:cNvGrpSpPr/>
            <p:nvPr/>
          </p:nvGrpSpPr>
          <p:grpSpPr>
            <a:xfrm>
              <a:off x="9074752" y="4271583"/>
              <a:ext cx="3101294" cy="1828800"/>
              <a:chOff x="9074752" y="4271583"/>
              <a:chExt cx="3101294" cy="1828800"/>
            </a:xfrm>
          </p:grpSpPr>
          <p:sp>
            <p:nvSpPr>
              <p:cNvPr id="57" name="Parallelogram 56">
                <a:extLst>
                  <a:ext uri="{FF2B5EF4-FFF2-40B4-BE49-F238E27FC236}">
                    <a16:creationId xmlns:a16="http://schemas.microsoft.com/office/drawing/2014/main" id="{A8776A0E-F12A-F3CE-B888-07A55B99EA2C}"/>
                  </a:ext>
                </a:extLst>
              </p:cNvPr>
              <p:cNvSpPr/>
              <p:nvPr/>
            </p:nvSpPr>
            <p:spPr>
              <a:xfrm>
                <a:off x="9311307" y="4271583"/>
                <a:ext cx="1656301" cy="914400"/>
              </a:xfrm>
              <a:prstGeom prst="parallelogram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rPr>
                  <a:t>#4</a:t>
                </a:r>
              </a:p>
            </p:txBody>
          </p:sp>
          <p:sp>
            <p:nvSpPr>
              <p:cNvPr id="58" name="Parallelogram 57">
                <a:extLst>
                  <a:ext uri="{FF2B5EF4-FFF2-40B4-BE49-F238E27FC236}">
                    <a16:creationId xmlns:a16="http://schemas.microsoft.com/office/drawing/2014/main" id="{217ECB0E-2ADC-13D9-00C2-55688408BD8B}"/>
                  </a:ext>
                </a:extLst>
              </p:cNvPr>
              <p:cNvSpPr/>
              <p:nvPr/>
            </p:nvSpPr>
            <p:spPr>
              <a:xfrm>
                <a:off x="9074752" y="5185983"/>
                <a:ext cx="3101294" cy="914400"/>
              </a:xfrm>
              <a:prstGeom prst="parallelogram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rPr>
                  <a:t>NODEJS</a:t>
                </a:r>
              </a:p>
            </p:txBody>
          </p:sp>
        </p:grp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4DC082A6-0D54-CAEC-A26E-F5848476F88A}"/>
              </a:ext>
            </a:extLst>
          </p:cNvPr>
          <p:cNvSpPr/>
          <p:nvPr/>
        </p:nvSpPr>
        <p:spPr>
          <a:xfrm>
            <a:off x="7197212" y="123052"/>
            <a:ext cx="1648145" cy="672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Using CDN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281046-7E2F-2BD0-899D-91A37D78BAD8}"/>
              </a:ext>
            </a:extLst>
          </p:cNvPr>
          <p:cNvSpPr/>
          <p:nvPr/>
        </p:nvSpPr>
        <p:spPr>
          <a:xfrm>
            <a:off x="1676409" y="1259840"/>
            <a:ext cx="7143126" cy="53396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index">
            <a:extLst>
              <a:ext uri="{FF2B5EF4-FFF2-40B4-BE49-F238E27FC236}">
                <a16:creationId xmlns:a16="http://schemas.microsoft.com/office/drawing/2014/main" id="{92EE2E9E-F910-ECAC-06C2-9CF21E49B6CF}"/>
              </a:ext>
            </a:extLst>
          </p:cNvPr>
          <p:cNvSpPr/>
          <p:nvPr/>
        </p:nvSpPr>
        <p:spPr>
          <a:xfrm>
            <a:off x="376504" y="996096"/>
            <a:ext cx="1203864" cy="47940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Berlin Sans FB" panose="020E0602020502020306" pitchFamily="34" charset="0"/>
              </a:rPr>
              <a:t>Index.html</a:t>
            </a:r>
          </a:p>
        </p:txBody>
      </p:sp>
      <p:sp>
        <p:nvSpPr>
          <p:cNvPr id="20" name="feature-a">
            <a:extLst>
              <a:ext uri="{FF2B5EF4-FFF2-40B4-BE49-F238E27FC236}">
                <a16:creationId xmlns:a16="http://schemas.microsoft.com/office/drawing/2014/main" id="{293A3C13-F42A-1D43-81A4-192EA1E0933D}"/>
              </a:ext>
            </a:extLst>
          </p:cNvPr>
          <p:cNvSpPr/>
          <p:nvPr/>
        </p:nvSpPr>
        <p:spPr>
          <a:xfrm>
            <a:off x="379186" y="2235293"/>
            <a:ext cx="1210022" cy="47940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0"/>
              </a:rPr>
              <a:t>feature-a.js</a:t>
            </a:r>
          </a:p>
        </p:txBody>
      </p:sp>
      <p:sp>
        <p:nvSpPr>
          <p:cNvPr id="18" name="feature-b">
            <a:extLst>
              <a:ext uri="{FF2B5EF4-FFF2-40B4-BE49-F238E27FC236}">
                <a16:creationId xmlns:a16="http://schemas.microsoft.com/office/drawing/2014/main" id="{9CEB4D5E-D5FF-A51E-925E-82EFD2B84787}"/>
              </a:ext>
            </a:extLst>
          </p:cNvPr>
          <p:cNvSpPr/>
          <p:nvPr/>
        </p:nvSpPr>
        <p:spPr>
          <a:xfrm>
            <a:off x="368755" y="2644103"/>
            <a:ext cx="1219466" cy="47940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0"/>
              </a:rPr>
              <a:t>feature-b.js</a:t>
            </a:r>
          </a:p>
        </p:txBody>
      </p:sp>
      <p:sp>
        <p:nvSpPr>
          <p:cNvPr id="19" name="feature-c">
            <a:extLst>
              <a:ext uri="{FF2B5EF4-FFF2-40B4-BE49-F238E27FC236}">
                <a16:creationId xmlns:a16="http://schemas.microsoft.com/office/drawing/2014/main" id="{E44650CD-A1DB-60E2-D173-2F790972D6EE}"/>
              </a:ext>
            </a:extLst>
          </p:cNvPr>
          <p:cNvSpPr/>
          <p:nvPr/>
        </p:nvSpPr>
        <p:spPr>
          <a:xfrm>
            <a:off x="382136" y="3082147"/>
            <a:ext cx="1203480" cy="47940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0"/>
              </a:rPr>
              <a:t>feature-c.js</a:t>
            </a:r>
          </a:p>
        </p:txBody>
      </p:sp>
      <p:sp>
        <p:nvSpPr>
          <p:cNvPr id="21" name="feature-d">
            <a:extLst>
              <a:ext uri="{FF2B5EF4-FFF2-40B4-BE49-F238E27FC236}">
                <a16:creationId xmlns:a16="http://schemas.microsoft.com/office/drawing/2014/main" id="{914827E0-CBA3-4D60-5696-8487998E7C54}"/>
              </a:ext>
            </a:extLst>
          </p:cNvPr>
          <p:cNvSpPr/>
          <p:nvPr/>
        </p:nvSpPr>
        <p:spPr>
          <a:xfrm>
            <a:off x="352638" y="3470954"/>
            <a:ext cx="1233944" cy="47940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0"/>
              </a:rPr>
              <a:t>feature-d.js</a:t>
            </a:r>
          </a:p>
        </p:txBody>
      </p:sp>
      <p:sp>
        <p:nvSpPr>
          <p:cNvPr id="22" name="feature-e">
            <a:extLst>
              <a:ext uri="{FF2B5EF4-FFF2-40B4-BE49-F238E27FC236}">
                <a16:creationId xmlns:a16="http://schemas.microsoft.com/office/drawing/2014/main" id="{243280B9-A3E9-8044-1ADD-2BD27AB89C43}"/>
              </a:ext>
            </a:extLst>
          </p:cNvPr>
          <p:cNvSpPr/>
          <p:nvPr/>
        </p:nvSpPr>
        <p:spPr>
          <a:xfrm>
            <a:off x="352826" y="3866386"/>
            <a:ext cx="1225561" cy="47940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0"/>
              </a:rPr>
              <a:t>feature-e.js</a:t>
            </a:r>
          </a:p>
        </p:txBody>
      </p:sp>
      <p:sp>
        <p:nvSpPr>
          <p:cNvPr id="23" name="feature-e">
            <a:extLst>
              <a:ext uri="{FF2B5EF4-FFF2-40B4-BE49-F238E27FC236}">
                <a16:creationId xmlns:a16="http://schemas.microsoft.com/office/drawing/2014/main" id="{34C82193-C0C7-56C9-395F-A188CE165ADE}"/>
              </a:ext>
            </a:extLst>
          </p:cNvPr>
          <p:cNvSpPr/>
          <p:nvPr/>
        </p:nvSpPr>
        <p:spPr>
          <a:xfrm>
            <a:off x="377126" y="4298732"/>
            <a:ext cx="1208491" cy="47940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0"/>
              </a:rPr>
              <a:t>feature-f.js</a:t>
            </a:r>
          </a:p>
        </p:txBody>
      </p:sp>
      <p:sp>
        <p:nvSpPr>
          <p:cNvPr id="24" name="feature-e">
            <a:extLst>
              <a:ext uri="{FF2B5EF4-FFF2-40B4-BE49-F238E27FC236}">
                <a16:creationId xmlns:a16="http://schemas.microsoft.com/office/drawing/2014/main" id="{C1F0C5A1-8204-1C45-2DCC-DA59DCCEECB3}"/>
              </a:ext>
            </a:extLst>
          </p:cNvPr>
          <p:cNvSpPr/>
          <p:nvPr/>
        </p:nvSpPr>
        <p:spPr>
          <a:xfrm>
            <a:off x="342806" y="4716656"/>
            <a:ext cx="1245173" cy="47940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0"/>
              </a:rPr>
              <a:t>feature-g.js</a:t>
            </a:r>
          </a:p>
        </p:txBody>
      </p:sp>
      <p:sp>
        <p:nvSpPr>
          <p:cNvPr id="25" name="index">
            <a:extLst>
              <a:ext uri="{FF2B5EF4-FFF2-40B4-BE49-F238E27FC236}">
                <a16:creationId xmlns:a16="http://schemas.microsoft.com/office/drawing/2014/main" id="{E347F16E-669E-F4C0-ED75-A8B2EECFC806}"/>
              </a:ext>
            </a:extLst>
          </p:cNvPr>
          <p:cNvSpPr/>
          <p:nvPr/>
        </p:nvSpPr>
        <p:spPr>
          <a:xfrm>
            <a:off x="551657" y="1468171"/>
            <a:ext cx="1016631" cy="3760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Berlin Sans FB" panose="020E0602020502020306" pitchFamily="34" charset="0"/>
              </a:rPr>
              <a:t>style.css</a:t>
            </a:r>
          </a:p>
        </p:txBody>
      </p:sp>
      <p:sp>
        <p:nvSpPr>
          <p:cNvPr id="26" name="index">
            <a:extLst>
              <a:ext uri="{FF2B5EF4-FFF2-40B4-BE49-F238E27FC236}">
                <a16:creationId xmlns:a16="http://schemas.microsoft.com/office/drawing/2014/main" id="{C6FC0796-34DB-EC62-9396-2BA1FA28B237}"/>
              </a:ext>
            </a:extLst>
          </p:cNvPr>
          <p:cNvSpPr/>
          <p:nvPr/>
        </p:nvSpPr>
        <p:spPr>
          <a:xfrm>
            <a:off x="798241" y="1842015"/>
            <a:ext cx="796361" cy="381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Berlin Sans FB" panose="020E0602020502020306" pitchFamily="34" charset="0"/>
              </a:rPr>
              <a:t>app.js</a:t>
            </a:r>
          </a:p>
        </p:txBody>
      </p:sp>
      <p:sp>
        <p:nvSpPr>
          <p:cNvPr id="31" name="declare-html">
            <a:extLst>
              <a:ext uri="{FF2B5EF4-FFF2-40B4-BE49-F238E27FC236}">
                <a16:creationId xmlns:a16="http://schemas.microsoft.com/office/drawing/2014/main" id="{A21054BD-90BB-5579-C8F9-C105016381B2}"/>
              </a:ext>
            </a:extLst>
          </p:cNvPr>
          <p:cNvSpPr txBox="1"/>
          <p:nvPr/>
        </p:nvSpPr>
        <p:spPr>
          <a:xfrm>
            <a:off x="1666576" y="1351690"/>
            <a:ext cx="2172929" cy="31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b="0" dirty="0">
                <a:solidFill>
                  <a:srgbClr val="5988A6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en-US" b="0" dirty="0">
                <a:solidFill>
                  <a:srgbClr val="E66533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en-US" b="0" dirty="0">
                <a:solidFill>
                  <a:srgbClr val="BECF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>
                <a:solidFill>
                  <a:srgbClr val="D5971A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b="0" dirty="0">
                <a:solidFill>
                  <a:srgbClr val="5988A6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BECFDA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46" name="html">
            <a:extLst>
              <a:ext uri="{FF2B5EF4-FFF2-40B4-BE49-F238E27FC236}">
                <a16:creationId xmlns:a16="http://schemas.microsoft.com/office/drawing/2014/main" id="{2E3B392D-5F96-D040-59D2-A8142B92D6A0}"/>
              </a:ext>
            </a:extLst>
          </p:cNvPr>
          <p:cNvGrpSpPr/>
          <p:nvPr/>
        </p:nvGrpSpPr>
        <p:grpSpPr>
          <a:xfrm>
            <a:off x="1632538" y="1583624"/>
            <a:ext cx="2421124" cy="5014889"/>
            <a:chOff x="1638406" y="2416669"/>
            <a:chExt cx="2421124" cy="5014889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CBF4864-C97F-9226-D29D-D3013968B626}"/>
                </a:ext>
              </a:extLst>
            </p:cNvPr>
            <p:cNvSpPr txBox="1"/>
            <p:nvPr/>
          </p:nvSpPr>
          <p:spPr>
            <a:xfrm>
              <a:off x="1685358" y="2416669"/>
              <a:ext cx="2374172" cy="3152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50"/>
                </a:lnSpc>
                <a:buNone/>
              </a:pPr>
              <a:r>
                <a:rPr lang="en-US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&lt;</a:t>
              </a:r>
              <a:r>
                <a:rPr lang="en-US" dirty="0">
                  <a:solidFill>
                    <a:srgbClr val="E66533"/>
                  </a:solidFill>
                  <a:effectLst/>
                  <a:latin typeface="Berlin Sans FB" panose="020E0602020502020306" pitchFamily="34" charset="0"/>
                </a:rPr>
                <a:t>html</a:t>
              </a:r>
              <a:r>
                <a:rPr lang="en-US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 </a:t>
              </a:r>
              <a:r>
                <a:rPr lang="en-US" i="1" dirty="0">
                  <a:solidFill>
                    <a:srgbClr val="D5971A"/>
                  </a:solidFill>
                  <a:effectLst/>
                  <a:latin typeface="Berlin Sans FB" panose="020E0602020502020306" pitchFamily="34" charset="0"/>
                </a:rPr>
                <a:t>lang</a:t>
              </a:r>
              <a:r>
                <a:rPr lang="en-US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=</a:t>
              </a:r>
              <a:r>
                <a:rPr lang="en-US" dirty="0">
                  <a:solidFill>
                    <a:srgbClr val="49E9A6"/>
                  </a:solidFill>
                  <a:effectLst/>
                  <a:latin typeface="Berlin Sans FB" panose="020E0602020502020306" pitchFamily="34" charset="0"/>
                </a:rPr>
                <a:t>"</a:t>
              </a:r>
              <a:r>
                <a:rPr lang="en-US" dirty="0" err="1">
                  <a:solidFill>
                    <a:srgbClr val="49E9A6"/>
                  </a:solidFill>
                  <a:effectLst/>
                  <a:latin typeface="Berlin Sans FB" panose="020E0602020502020306" pitchFamily="34" charset="0"/>
                </a:rPr>
                <a:t>en</a:t>
              </a:r>
              <a:r>
                <a:rPr lang="en-US" dirty="0">
                  <a:solidFill>
                    <a:srgbClr val="49E9A6"/>
                  </a:solidFill>
                  <a:effectLst/>
                  <a:latin typeface="Berlin Sans FB" panose="020E0602020502020306" pitchFamily="34" charset="0"/>
                </a:rPr>
                <a:t>"</a:t>
              </a:r>
              <a:r>
                <a:rPr lang="en-US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&gt;</a:t>
              </a:r>
              <a:endParaRPr lang="en-US" dirty="0">
                <a:solidFill>
                  <a:srgbClr val="BECFDA"/>
                </a:solidFill>
                <a:effectLst/>
                <a:latin typeface="Berlin Sans FB" panose="020E0602020502020306" pitchFamily="34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383388B-7979-F67A-F6A5-C721A5753D4F}"/>
                </a:ext>
              </a:extLst>
            </p:cNvPr>
            <p:cNvSpPr txBox="1"/>
            <p:nvPr/>
          </p:nvSpPr>
          <p:spPr>
            <a:xfrm>
              <a:off x="1638406" y="7116344"/>
              <a:ext cx="1069143" cy="3152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50"/>
                </a:lnSpc>
                <a:buNone/>
              </a:pPr>
              <a:r>
                <a:rPr lang="en-US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&lt;/</a:t>
              </a:r>
              <a:r>
                <a:rPr lang="en-US" dirty="0">
                  <a:solidFill>
                    <a:srgbClr val="E66533"/>
                  </a:solidFill>
                  <a:effectLst/>
                  <a:latin typeface="Berlin Sans FB" panose="020E0602020502020306" pitchFamily="34" charset="0"/>
                </a:rPr>
                <a:t>html</a:t>
              </a:r>
              <a:r>
                <a:rPr lang="en-US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&gt;</a:t>
              </a:r>
              <a:endParaRPr lang="en-US" dirty="0">
                <a:solidFill>
                  <a:srgbClr val="BECFDA"/>
                </a:solidFill>
                <a:effectLst/>
                <a:latin typeface="Berlin Sans FB" panose="020E0602020502020306" pitchFamily="34" charset="0"/>
              </a:endParaRPr>
            </a:p>
          </p:txBody>
        </p:sp>
      </p:grpSp>
      <p:grpSp>
        <p:nvGrpSpPr>
          <p:cNvPr id="45" name="head">
            <a:extLst>
              <a:ext uri="{FF2B5EF4-FFF2-40B4-BE49-F238E27FC236}">
                <a16:creationId xmlns:a16="http://schemas.microsoft.com/office/drawing/2014/main" id="{DBA36D83-E447-7CB9-E8B6-3704D500171F}"/>
              </a:ext>
            </a:extLst>
          </p:cNvPr>
          <p:cNvGrpSpPr/>
          <p:nvPr/>
        </p:nvGrpSpPr>
        <p:grpSpPr>
          <a:xfrm>
            <a:off x="1639370" y="1815351"/>
            <a:ext cx="1101635" cy="2336017"/>
            <a:chOff x="1652283" y="2696775"/>
            <a:chExt cx="1101635" cy="2336017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1572B19-24B7-EA96-26E9-D45E9053539F}"/>
                </a:ext>
              </a:extLst>
            </p:cNvPr>
            <p:cNvSpPr txBox="1"/>
            <p:nvPr/>
          </p:nvSpPr>
          <p:spPr>
            <a:xfrm>
              <a:off x="1709663" y="2696775"/>
              <a:ext cx="985120" cy="3152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50"/>
                </a:lnSpc>
                <a:buNone/>
              </a:pPr>
              <a:r>
                <a:rPr lang="en-US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&lt;</a:t>
              </a:r>
              <a:r>
                <a:rPr lang="en-US" dirty="0">
                  <a:solidFill>
                    <a:srgbClr val="E66533"/>
                  </a:solidFill>
                  <a:effectLst/>
                  <a:latin typeface="Berlin Sans FB" panose="020E0602020502020306" pitchFamily="34" charset="0"/>
                </a:rPr>
                <a:t>head</a:t>
              </a:r>
              <a:r>
                <a:rPr lang="en-US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&gt;</a:t>
              </a:r>
              <a:endParaRPr lang="en-US" dirty="0">
                <a:solidFill>
                  <a:srgbClr val="BECFDA"/>
                </a:solidFill>
                <a:effectLst/>
                <a:latin typeface="Berlin Sans FB" panose="020E0602020502020306" pitchFamily="34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6A3D192-73F4-1B58-A0EA-5D7C398FB148}"/>
                </a:ext>
              </a:extLst>
            </p:cNvPr>
            <p:cNvSpPr txBox="1"/>
            <p:nvPr/>
          </p:nvSpPr>
          <p:spPr>
            <a:xfrm>
              <a:off x="1652283" y="4717578"/>
              <a:ext cx="1101635" cy="3152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50"/>
                </a:lnSpc>
                <a:buNone/>
              </a:pPr>
              <a:r>
                <a:rPr lang="en-US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&lt;/</a:t>
              </a:r>
              <a:r>
                <a:rPr lang="en-US" dirty="0">
                  <a:solidFill>
                    <a:srgbClr val="E66533"/>
                  </a:solidFill>
                  <a:effectLst/>
                  <a:latin typeface="Berlin Sans FB" panose="020E0602020502020306" pitchFamily="34" charset="0"/>
                </a:rPr>
                <a:t>head</a:t>
              </a:r>
              <a:r>
                <a:rPr lang="en-US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&gt;</a:t>
              </a:r>
              <a:endParaRPr lang="en-US" dirty="0">
                <a:solidFill>
                  <a:srgbClr val="BECFDA"/>
                </a:solidFill>
                <a:effectLst/>
                <a:latin typeface="Berlin Sans FB" panose="020E0602020502020306" pitchFamily="34" charset="0"/>
              </a:endParaRPr>
            </a:p>
          </p:txBody>
        </p:sp>
      </p:grpSp>
      <p:sp>
        <p:nvSpPr>
          <p:cNvPr id="44" name="head">
            <a:extLst>
              <a:ext uri="{FF2B5EF4-FFF2-40B4-BE49-F238E27FC236}">
                <a16:creationId xmlns:a16="http://schemas.microsoft.com/office/drawing/2014/main" id="{20B9FAB4-9E71-4333-AEAC-F665831F1780}"/>
              </a:ext>
            </a:extLst>
          </p:cNvPr>
          <p:cNvSpPr txBox="1"/>
          <p:nvPr/>
        </p:nvSpPr>
        <p:spPr>
          <a:xfrm>
            <a:off x="1795841" y="1996723"/>
            <a:ext cx="68378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&lt;</a:t>
            </a:r>
            <a:r>
              <a:rPr lang="en-US" sz="1600" dirty="0">
                <a:solidFill>
                  <a:srgbClr val="E66533"/>
                </a:solidFill>
                <a:effectLst/>
                <a:latin typeface="Berlin Sans FB" panose="020E0602020502020306" pitchFamily="34" charset="0"/>
              </a:rPr>
              <a:t>meta</a:t>
            </a:r>
            <a:r>
              <a:rPr lang="en-US" sz="16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 </a:t>
            </a:r>
            <a:r>
              <a:rPr lang="en-US" sz="1600" i="1" dirty="0">
                <a:solidFill>
                  <a:srgbClr val="D5971A"/>
                </a:solidFill>
                <a:effectLst/>
                <a:latin typeface="Berlin Sans FB" panose="020E0602020502020306" pitchFamily="34" charset="0"/>
              </a:rPr>
              <a:t>charset</a:t>
            </a:r>
            <a:r>
              <a:rPr lang="en-US" sz="16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=</a:t>
            </a:r>
            <a:r>
              <a:rPr lang="en-US" sz="1600" dirty="0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"UTF-8"</a:t>
            </a:r>
            <a:r>
              <a:rPr lang="en-US" sz="16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 </a:t>
            </a: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/&gt;</a:t>
            </a:r>
            <a:endParaRPr lang="en-US" sz="1600" dirty="0">
              <a:solidFill>
                <a:srgbClr val="BECFDA"/>
              </a:solidFill>
              <a:effectLst/>
              <a:latin typeface="Berlin Sans FB" panose="020E0602020502020306" pitchFamily="34" charset="0"/>
            </a:endParaRPr>
          </a:p>
          <a:p>
            <a:pPr>
              <a:buNone/>
            </a:pP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&lt;</a:t>
            </a:r>
            <a:r>
              <a:rPr lang="en-US" sz="1600" dirty="0">
                <a:solidFill>
                  <a:srgbClr val="E66533"/>
                </a:solidFill>
                <a:effectLst/>
                <a:latin typeface="Berlin Sans FB" panose="020E0602020502020306" pitchFamily="34" charset="0"/>
              </a:rPr>
              <a:t>meta</a:t>
            </a:r>
            <a:r>
              <a:rPr lang="en-US" sz="16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 </a:t>
            </a:r>
            <a:r>
              <a:rPr lang="en-US" sz="1600" i="1" dirty="0">
                <a:solidFill>
                  <a:srgbClr val="D5971A"/>
                </a:solidFill>
                <a:effectLst/>
                <a:latin typeface="Berlin Sans FB" panose="020E0602020502020306" pitchFamily="34" charset="0"/>
              </a:rPr>
              <a:t>name</a:t>
            </a:r>
            <a:r>
              <a:rPr lang="en-US" sz="16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=</a:t>
            </a:r>
            <a:r>
              <a:rPr lang="en-US" sz="1600" dirty="0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"viewport"</a:t>
            </a:r>
            <a:r>
              <a:rPr lang="en-US" sz="16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 </a:t>
            </a:r>
            <a:r>
              <a:rPr lang="en-US" sz="1600" i="1" dirty="0">
                <a:solidFill>
                  <a:srgbClr val="D5971A"/>
                </a:solidFill>
                <a:effectLst/>
                <a:latin typeface="Berlin Sans FB" panose="020E0602020502020306" pitchFamily="34" charset="0"/>
              </a:rPr>
              <a:t>content</a:t>
            </a:r>
            <a:r>
              <a:rPr lang="en-US" sz="16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=</a:t>
            </a:r>
            <a:r>
              <a:rPr lang="en-US" sz="1600" dirty="0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"width=device-width, initial-scale=1.0"</a:t>
            </a:r>
            <a:r>
              <a:rPr lang="en-US" sz="16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 </a:t>
            </a: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/&gt;</a:t>
            </a:r>
            <a:endParaRPr lang="en-US" sz="1600" dirty="0">
              <a:solidFill>
                <a:srgbClr val="BECFDA"/>
              </a:solidFill>
              <a:latin typeface="Berlin Sans FB" panose="020E0602020502020306" pitchFamily="34" charset="0"/>
            </a:endParaRPr>
          </a:p>
        </p:txBody>
      </p:sp>
      <p:sp>
        <p:nvSpPr>
          <p:cNvPr id="59" name="index">
            <a:extLst>
              <a:ext uri="{FF2B5EF4-FFF2-40B4-BE49-F238E27FC236}">
                <a16:creationId xmlns:a16="http://schemas.microsoft.com/office/drawing/2014/main" id="{11D6D58B-1BF5-EEDC-A409-CCDD60B91563}"/>
              </a:ext>
            </a:extLst>
          </p:cNvPr>
          <p:cNvSpPr/>
          <p:nvPr/>
        </p:nvSpPr>
        <p:spPr>
          <a:xfrm>
            <a:off x="1700572" y="910713"/>
            <a:ext cx="1591268" cy="3632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Berlin Sans FB" panose="020E0602020502020306" pitchFamily="34" charset="0"/>
              </a:rPr>
              <a:t>Index.html   x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447DA59-90B3-2ED9-DE17-BC741767E73A}"/>
              </a:ext>
            </a:extLst>
          </p:cNvPr>
          <p:cNvSpPr txBox="1"/>
          <p:nvPr/>
        </p:nvSpPr>
        <p:spPr>
          <a:xfrm>
            <a:off x="1647899" y="4106087"/>
            <a:ext cx="1005662" cy="31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&lt;</a:t>
            </a:r>
            <a:r>
              <a:rPr lang="en-US" dirty="0">
                <a:solidFill>
                  <a:srgbClr val="E66533"/>
                </a:solidFill>
                <a:effectLst/>
                <a:latin typeface="Berlin Sans FB" panose="020E0602020502020306" pitchFamily="34" charset="0"/>
              </a:rPr>
              <a:t>body</a:t>
            </a:r>
            <a:r>
              <a:rPr lang="en-US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&gt;</a:t>
            </a:r>
            <a:endParaRPr lang="en-US" dirty="0">
              <a:solidFill>
                <a:srgbClr val="BECFDA"/>
              </a:solidFill>
              <a:effectLst/>
              <a:latin typeface="Berlin Sans FB" panose="020E0602020502020306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B28F237-FAB5-71E2-CD83-1D0A1B5180F3}"/>
              </a:ext>
            </a:extLst>
          </p:cNvPr>
          <p:cNvSpPr txBox="1"/>
          <p:nvPr/>
        </p:nvSpPr>
        <p:spPr>
          <a:xfrm>
            <a:off x="1645875" y="6036911"/>
            <a:ext cx="1143000" cy="31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&lt;/</a:t>
            </a:r>
            <a:r>
              <a:rPr lang="en-US" dirty="0">
                <a:solidFill>
                  <a:srgbClr val="E66533"/>
                </a:solidFill>
                <a:effectLst/>
                <a:latin typeface="Berlin Sans FB" panose="020E0602020502020306" pitchFamily="34" charset="0"/>
              </a:rPr>
              <a:t>body</a:t>
            </a:r>
            <a:r>
              <a:rPr lang="en-US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&gt;</a:t>
            </a:r>
            <a:endParaRPr lang="en-US" dirty="0">
              <a:solidFill>
                <a:srgbClr val="BECFDA"/>
              </a:solidFill>
              <a:effectLst/>
              <a:latin typeface="Berlin Sans FB" panose="020E0602020502020306" pitchFamily="34" charset="0"/>
            </a:endParaRPr>
          </a:p>
        </p:txBody>
      </p:sp>
      <p:sp>
        <p:nvSpPr>
          <p:cNvPr id="61" name="package-a">
            <a:extLst>
              <a:ext uri="{FF2B5EF4-FFF2-40B4-BE49-F238E27FC236}">
                <a16:creationId xmlns:a16="http://schemas.microsoft.com/office/drawing/2014/main" id="{F84527CD-B2E3-3984-93E1-27E74A9083FA}"/>
              </a:ext>
            </a:extLst>
          </p:cNvPr>
          <p:cNvSpPr txBox="1"/>
          <p:nvPr/>
        </p:nvSpPr>
        <p:spPr>
          <a:xfrm>
            <a:off x="1800828" y="2770602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&lt;</a:t>
            </a:r>
            <a:r>
              <a:rPr lang="en-US" sz="1600" dirty="0">
                <a:solidFill>
                  <a:srgbClr val="E66533"/>
                </a:solidFill>
                <a:effectLst/>
                <a:latin typeface="Berlin Sans FB" panose="020E0602020502020306" pitchFamily="34" charset="0"/>
              </a:rPr>
              <a:t>link</a:t>
            </a:r>
            <a:r>
              <a:rPr lang="en-US" sz="16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 </a:t>
            </a:r>
            <a:r>
              <a:rPr lang="en-US" sz="1600" i="1" dirty="0" err="1">
                <a:solidFill>
                  <a:srgbClr val="D5971A"/>
                </a:solidFill>
                <a:effectLst/>
                <a:latin typeface="Berlin Sans FB" panose="020E0602020502020306" pitchFamily="34" charset="0"/>
              </a:rPr>
              <a:t>href</a:t>
            </a:r>
            <a:r>
              <a:rPr lang="en-US" sz="16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=</a:t>
            </a:r>
            <a:r>
              <a:rPr lang="en-US" sz="1600" dirty="0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"https://packages-a"</a:t>
            </a: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/&gt;</a:t>
            </a:r>
            <a:endParaRPr lang="en-US" sz="1600" dirty="0">
              <a:solidFill>
                <a:srgbClr val="BECFDA"/>
              </a:solidFill>
              <a:effectLst/>
              <a:latin typeface="Berlin Sans FB" panose="020E0602020502020306" pitchFamily="34" charset="0"/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CF10189D-B52D-7D28-1386-B2EE4883837E}"/>
              </a:ext>
            </a:extLst>
          </p:cNvPr>
          <p:cNvGrpSpPr/>
          <p:nvPr/>
        </p:nvGrpSpPr>
        <p:grpSpPr>
          <a:xfrm>
            <a:off x="1855770" y="4340093"/>
            <a:ext cx="6099858" cy="841736"/>
            <a:chOff x="1855770" y="4487579"/>
            <a:chExt cx="6099858" cy="841736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D73B0DFD-6D09-05BA-7767-025BBA23AA39}"/>
                </a:ext>
              </a:extLst>
            </p:cNvPr>
            <p:cNvSpPr txBox="1"/>
            <p:nvPr/>
          </p:nvSpPr>
          <p:spPr>
            <a:xfrm>
              <a:off x="1855770" y="4487579"/>
              <a:ext cx="6099858" cy="5332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50"/>
                </a:lnSpc>
                <a:buNone/>
              </a:pPr>
              <a:r>
                <a:rPr lang="en-US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&lt;</a:t>
              </a:r>
              <a:r>
                <a:rPr lang="en-US" dirty="0">
                  <a:solidFill>
                    <a:srgbClr val="E66533"/>
                  </a:solidFill>
                  <a:effectLst/>
                  <a:latin typeface="Berlin Sans FB" panose="020E0602020502020306" pitchFamily="34" charset="0"/>
                </a:rPr>
                <a:t>div</a:t>
              </a:r>
              <a:r>
                <a:rPr lang="en-US" dirty="0">
                  <a:solidFill>
                    <a:srgbClr val="BECFDA"/>
                  </a:solidFill>
                  <a:latin typeface="Berlin Sans FB" panose="020E0602020502020306" pitchFamily="34" charset="0"/>
                </a:rPr>
                <a:t> </a:t>
              </a:r>
              <a:r>
                <a:rPr lang="en-US" i="1" dirty="0">
                  <a:solidFill>
                    <a:srgbClr val="D5971A"/>
                  </a:solidFill>
                  <a:effectLst/>
                  <a:latin typeface="Berlin Sans FB" panose="020E0602020502020306" pitchFamily="34" charset="0"/>
                </a:rPr>
                <a:t>class</a:t>
              </a:r>
              <a:r>
                <a:rPr lang="en-US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=</a:t>
              </a:r>
              <a:r>
                <a:rPr lang="en-US" dirty="0">
                  <a:solidFill>
                    <a:srgbClr val="49E9A6"/>
                  </a:solidFill>
                  <a:effectLst/>
                  <a:latin typeface="Berlin Sans FB" panose="020E0602020502020306" pitchFamily="34" charset="0"/>
                </a:rPr>
                <a:t>"w-full </a:t>
              </a:r>
              <a:r>
                <a:rPr lang="en-US" dirty="0" err="1">
                  <a:solidFill>
                    <a:srgbClr val="49E9A6"/>
                  </a:solidFill>
                  <a:effectLst/>
                  <a:latin typeface="Berlin Sans FB" panose="020E0602020502020306" pitchFamily="34" charset="0"/>
                </a:rPr>
                <a:t>md:w</a:t>
              </a:r>
              <a:r>
                <a:rPr lang="en-US" dirty="0">
                  <a:solidFill>
                    <a:srgbClr val="49E9A6"/>
                  </a:solidFill>
                  <a:effectLst/>
                  <a:latin typeface="Berlin Sans FB" panose="020E0602020502020306" pitchFamily="34" charset="0"/>
                </a:rPr>
                <a:t>-[800px] h-screen m-auto flex flex-col justify-between shadow-md"</a:t>
              </a:r>
              <a:r>
                <a:rPr lang="en-US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&gt;</a:t>
              </a:r>
              <a:endParaRPr lang="en-US" dirty="0">
                <a:solidFill>
                  <a:srgbClr val="BECFDA"/>
                </a:solidFill>
                <a:effectLst/>
                <a:latin typeface="Berlin Sans FB" panose="020E0602020502020306" pitchFamily="34" charset="0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9DAFE578-6DF6-6A37-13F5-23340747B011}"/>
                </a:ext>
              </a:extLst>
            </p:cNvPr>
            <p:cNvSpPr txBox="1"/>
            <p:nvPr/>
          </p:nvSpPr>
          <p:spPr>
            <a:xfrm>
              <a:off x="1871128" y="5014101"/>
              <a:ext cx="1003733" cy="3152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50"/>
                </a:lnSpc>
                <a:buNone/>
              </a:pPr>
              <a:r>
                <a:rPr lang="en-US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&lt;/</a:t>
              </a:r>
              <a:r>
                <a:rPr lang="en-US" dirty="0">
                  <a:solidFill>
                    <a:srgbClr val="E66533"/>
                  </a:solidFill>
                  <a:effectLst/>
                  <a:latin typeface="Berlin Sans FB" panose="020E0602020502020306" pitchFamily="34" charset="0"/>
                </a:rPr>
                <a:t>div</a:t>
              </a:r>
              <a:r>
                <a:rPr lang="en-US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&gt;</a:t>
              </a:r>
              <a:endParaRPr lang="en-US" dirty="0">
                <a:solidFill>
                  <a:srgbClr val="BECFDA"/>
                </a:solidFill>
                <a:effectLst/>
                <a:latin typeface="Berlin Sans FB" panose="020E0602020502020306" pitchFamily="34" charset="0"/>
              </a:endParaRPr>
            </a:p>
          </p:txBody>
        </p:sp>
      </p:grpSp>
      <p:sp>
        <p:nvSpPr>
          <p:cNvPr id="80" name="Oval 79">
            <a:extLst>
              <a:ext uri="{FF2B5EF4-FFF2-40B4-BE49-F238E27FC236}">
                <a16:creationId xmlns:a16="http://schemas.microsoft.com/office/drawing/2014/main" id="{B789185C-8A3D-EFA6-FD0F-04A821DCDF85}"/>
              </a:ext>
            </a:extLst>
          </p:cNvPr>
          <p:cNvSpPr/>
          <p:nvPr/>
        </p:nvSpPr>
        <p:spPr>
          <a:xfrm>
            <a:off x="2653561" y="2827719"/>
            <a:ext cx="1879110" cy="2255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package-b">
            <a:extLst>
              <a:ext uri="{FF2B5EF4-FFF2-40B4-BE49-F238E27FC236}">
                <a16:creationId xmlns:a16="http://schemas.microsoft.com/office/drawing/2014/main" id="{89B2ED10-41C4-9440-19B6-F0862A3B7D1D}"/>
              </a:ext>
            </a:extLst>
          </p:cNvPr>
          <p:cNvSpPr txBox="1"/>
          <p:nvPr/>
        </p:nvSpPr>
        <p:spPr>
          <a:xfrm>
            <a:off x="1807964" y="3034729"/>
            <a:ext cx="66319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&lt;</a:t>
            </a:r>
            <a:r>
              <a:rPr lang="en-US" sz="1600" dirty="0">
                <a:solidFill>
                  <a:srgbClr val="E66533"/>
                </a:solidFill>
                <a:effectLst/>
                <a:latin typeface="Berlin Sans FB" panose="020E0602020502020306" pitchFamily="34" charset="0"/>
              </a:rPr>
              <a:t>script</a:t>
            </a:r>
            <a:r>
              <a:rPr lang="en-US" sz="1600" dirty="0">
                <a:solidFill>
                  <a:srgbClr val="BECFDA"/>
                </a:solidFill>
                <a:latin typeface="Berlin Sans FB" panose="020E0602020502020306" pitchFamily="34" charset="0"/>
              </a:rPr>
              <a:t> </a:t>
            </a:r>
            <a:r>
              <a:rPr lang="en-US" sz="1600" i="1" dirty="0" err="1">
                <a:solidFill>
                  <a:srgbClr val="D5971A"/>
                </a:solidFill>
                <a:effectLst/>
                <a:latin typeface="Berlin Sans FB" panose="020E0602020502020306" pitchFamily="34" charset="0"/>
              </a:rPr>
              <a:t>src</a:t>
            </a:r>
            <a:r>
              <a:rPr lang="en-US" sz="16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=</a:t>
            </a:r>
            <a:r>
              <a:rPr lang="en-US" sz="1600" dirty="0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"https://package-b"</a:t>
            </a: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&gt;&lt;/</a:t>
            </a:r>
            <a:r>
              <a:rPr lang="en-US" sz="1600" dirty="0">
                <a:solidFill>
                  <a:srgbClr val="E66533"/>
                </a:solidFill>
                <a:effectLst/>
                <a:latin typeface="Berlin Sans FB" panose="020E0602020502020306" pitchFamily="34" charset="0"/>
              </a:rPr>
              <a:t>script</a:t>
            </a: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&gt;</a:t>
            </a:r>
            <a:endParaRPr lang="en-US" sz="1600" dirty="0">
              <a:solidFill>
                <a:srgbClr val="BECFDA"/>
              </a:solidFill>
              <a:effectLst/>
              <a:latin typeface="Berlin Sans FB" panose="020E0602020502020306" pitchFamily="34" charset="0"/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B5ED8459-B3DF-7C6A-3348-FAE3E1D20272}"/>
              </a:ext>
            </a:extLst>
          </p:cNvPr>
          <p:cNvSpPr/>
          <p:nvPr/>
        </p:nvSpPr>
        <p:spPr>
          <a:xfrm>
            <a:off x="2681870" y="3110131"/>
            <a:ext cx="1879110" cy="2255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DC08216-CBF2-5225-8C8E-DF4C1D1D3B42}"/>
              </a:ext>
            </a:extLst>
          </p:cNvPr>
          <p:cNvSpPr txBox="1"/>
          <p:nvPr/>
        </p:nvSpPr>
        <p:spPr>
          <a:xfrm>
            <a:off x="1871128" y="5067527"/>
            <a:ext cx="35169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&lt;</a:t>
            </a:r>
            <a:r>
              <a:rPr lang="en-US" sz="1600" dirty="0">
                <a:solidFill>
                  <a:srgbClr val="E66533"/>
                </a:solidFill>
                <a:effectLst/>
                <a:latin typeface="Berlin Sans FB" panose="020E0602020502020306" pitchFamily="34" charset="0"/>
              </a:rPr>
              <a:t>script</a:t>
            </a:r>
            <a:r>
              <a:rPr lang="en-US" sz="1600" dirty="0">
                <a:solidFill>
                  <a:srgbClr val="BECFDA"/>
                </a:solidFill>
                <a:latin typeface="Berlin Sans FB" panose="020E0602020502020306" pitchFamily="34" charset="0"/>
              </a:rPr>
              <a:t> </a:t>
            </a:r>
            <a:r>
              <a:rPr lang="en-US" sz="1600" i="1" dirty="0" err="1">
                <a:solidFill>
                  <a:srgbClr val="D5971A"/>
                </a:solidFill>
                <a:effectLst/>
                <a:latin typeface="Berlin Sans FB" panose="020E0602020502020306" pitchFamily="34" charset="0"/>
              </a:rPr>
              <a:t>src</a:t>
            </a:r>
            <a:r>
              <a:rPr lang="en-US" sz="16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=</a:t>
            </a:r>
            <a:r>
              <a:rPr lang="en-US" sz="1600" dirty="0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“</a:t>
            </a:r>
            <a:r>
              <a:rPr lang="en-US" sz="1600" dirty="0">
                <a:solidFill>
                  <a:srgbClr val="49E9A6"/>
                </a:solidFill>
                <a:latin typeface="Berlin Sans FB" panose="020E0602020502020306" pitchFamily="34" charset="0"/>
              </a:rPr>
              <a:t>app.js</a:t>
            </a:r>
            <a:r>
              <a:rPr lang="en-US" sz="1600" dirty="0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"</a:t>
            </a: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&gt;&lt;/</a:t>
            </a:r>
            <a:r>
              <a:rPr lang="en-US" sz="1600" dirty="0">
                <a:solidFill>
                  <a:srgbClr val="E66533"/>
                </a:solidFill>
                <a:effectLst/>
                <a:latin typeface="Berlin Sans FB" panose="020E0602020502020306" pitchFamily="34" charset="0"/>
              </a:rPr>
              <a:t>script</a:t>
            </a: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&gt;</a:t>
            </a:r>
            <a:endParaRPr lang="en-US" sz="1600" dirty="0">
              <a:solidFill>
                <a:srgbClr val="BECFDA"/>
              </a:solidFill>
              <a:effectLst/>
              <a:latin typeface="Berlin Sans FB" panose="020E0602020502020306" pitchFamily="34" charset="0"/>
            </a:endParaRPr>
          </a:p>
        </p:txBody>
      </p:sp>
      <p:sp>
        <p:nvSpPr>
          <p:cNvPr id="75" name="package-e">
            <a:extLst>
              <a:ext uri="{FF2B5EF4-FFF2-40B4-BE49-F238E27FC236}">
                <a16:creationId xmlns:a16="http://schemas.microsoft.com/office/drawing/2014/main" id="{EFE17AAB-00C3-F3BC-2E7C-F808E1AC61E4}"/>
              </a:ext>
            </a:extLst>
          </p:cNvPr>
          <p:cNvSpPr txBox="1"/>
          <p:nvPr/>
        </p:nvSpPr>
        <p:spPr>
          <a:xfrm>
            <a:off x="1871128" y="5310803"/>
            <a:ext cx="44903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&lt;</a:t>
            </a:r>
            <a:r>
              <a:rPr lang="en-US" sz="1600" dirty="0">
                <a:solidFill>
                  <a:srgbClr val="E66533"/>
                </a:solidFill>
                <a:effectLst/>
                <a:latin typeface="Berlin Sans FB" panose="020E0602020502020306" pitchFamily="34" charset="0"/>
              </a:rPr>
              <a:t>script</a:t>
            </a:r>
            <a:r>
              <a:rPr lang="en-US" sz="1600" dirty="0">
                <a:solidFill>
                  <a:srgbClr val="BECFDA"/>
                </a:solidFill>
                <a:latin typeface="Berlin Sans FB" panose="020E0602020502020306" pitchFamily="34" charset="0"/>
              </a:rPr>
              <a:t> </a:t>
            </a:r>
            <a:r>
              <a:rPr lang="en-US" sz="1600" i="1" dirty="0" err="1">
                <a:solidFill>
                  <a:srgbClr val="D5971A"/>
                </a:solidFill>
                <a:effectLst/>
                <a:latin typeface="Berlin Sans FB" panose="020E0602020502020306" pitchFamily="34" charset="0"/>
              </a:rPr>
              <a:t>src</a:t>
            </a:r>
            <a:r>
              <a:rPr lang="en-US" sz="16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=</a:t>
            </a:r>
            <a:r>
              <a:rPr lang="en-US" sz="1600" dirty="0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“packages-e</a:t>
            </a:r>
            <a:r>
              <a:rPr lang="en-US" sz="1600" dirty="0">
                <a:solidFill>
                  <a:srgbClr val="49E9A6"/>
                </a:solidFill>
                <a:latin typeface="Berlin Sans FB" panose="020E0602020502020306" pitchFamily="34" charset="0"/>
              </a:rPr>
              <a:t>.js</a:t>
            </a:r>
            <a:r>
              <a:rPr lang="en-US" sz="1600" dirty="0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"</a:t>
            </a: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&gt;&lt;/</a:t>
            </a:r>
            <a:r>
              <a:rPr lang="en-US" sz="1600" dirty="0">
                <a:solidFill>
                  <a:srgbClr val="E66533"/>
                </a:solidFill>
                <a:effectLst/>
                <a:latin typeface="Berlin Sans FB" panose="020E0602020502020306" pitchFamily="34" charset="0"/>
              </a:rPr>
              <a:t>script</a:t>
            </a: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&gt;</a:t>
            </a:r>
            <a:endParaRPr lang="en-US" sz="1600" dirty="0">
              <a:solidFill>
                <a:srgbClr val="BECFDA"/>
              </a:solidFill>
              <a:effectLst/>
              <a:latin typeface="Berlin Sans FB" panose="020E0602020502020306" pitchFamily="34" charset="0"/>
            </a:endParaRP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D937D9C4-07E6-C88E-89A8-B8DCF1B9994A}"/>
              </a:ext>
            </a:extLst>
          </p:cNvPr>
          <p:cNvSpPr/>
          <p:nvPr/>
        </p:nvSpPr>
        <p:spPr>
          <a:xfrm>
            <a:off x="2496206" y="5345543"/>
            <a:ext cx="1879110" cy="2255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package-f">
            <a:extLst>
              <a:ext uri="{FF2B5EF4-FFF2-40B4-BE49-F238E27FC236}">
                <a16:creationId xmlns:a16="http://schemas.microsoft.com/office/drawing/2014/main" id="{5F405840-46D3-0C58-DCFB-004917FE533F}"/>
              </a:ext>
            </a:extLst>
          </p:cNvPr>
          <p:cNvSpPr txBox="1"/>
          <p:nvPr/>
        </p:nvSpPr>
        <p:spPr>
          <a:xfrm>
            <a:off x="1846548" y="5561528"/>
            <a:ext cx="44903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&lt;</a:t>
            </a:r>
            <a:r>
              <a:rPr lang="en-US" sz="1600" dirty="0">
                <a:solidFill>
                  <a:srgbClr val="E66533"/>
                </a:solidFill>
                <a:effectLst/>
                <a:latin typeface="Berlin Sans FB" panose="020E0602020502020306" pitchFamily="34" charset="0"/>
              </a:rPr>
              <a:t>script</a:t>
            </a:r>
            <a:r>
              <a:rPr lang="en-US" sz="1600" dirty="0">
                <a:solidFill>
                  <a:srgbClr val="BECFDA"/>
                </a:solidFill>
                <a:latin typeface="Berlin Sans FB" panose="020E0602020502020306" pitchFamily="34" charset="0"/>
              </a:rPr>
              <a:t> </a:t>
            </a:r>
            <a:r>
              <a:rPr lang="en-US" sz="1600" i="1" dirty="0" err="1">
                <a:solidFill>
                  <a:srgbClr val="D5971A"/>
                </a:solidFill>
                <a:effectLst/>
                <a:latin typeface="Berlin Sans FB" panose="020E0602020502020306" pitchFamily="34" charset="0"/>
              </a:rPr>
              <a:t>src</a:t>
            </a:r>
            <a:r>
              <a:rPr lang="en-US" sz="16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=</a:t>
            </a:r>
            <a:r>
              <a:rPr lang="en-US" sz="1600" dirty="0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“packages-f</a:t>
            </a:r>
            <a:r>
              <a:rPr lang="en-US" sz="1600" dirty="0">
                <a:solidFill>
                  <a:srgbClr val="49E9A6"/>
                </a:solidFill>
                <a:latin typeface="Berlin Sans FB" panose="020E0602020502020306" pitchFamily="34" charset="0"/>
              </a:rPr>
              <a:t>.js</a:t>
            </a:r>
            <a:r>
              <a:rPr lang="en-US" sz="1600" dirty="0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"</a:t>
            </a: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&gt;&lt;/</a:t>
            </a:r>
            <a:r>
              <a:rPr lang="en-US" sz="1600" dirty="0">
                <a:solidFill>
                  <a:srgbClr val="E66533"/>
                </a:solidFill>
                <a:effectLst/>
                <a:latin typeface="Berlin Sans FB" panose="020E0602020502020306" pitchFamily="34" charset="0"/>
              </a:rPr>
              <a:t>script</a:t>
            </a: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&gt;</a:t>
            </a:r>
            <a:endParaRPr lang="en-US" sz="1600" dirty="0">
              <a:solidFill>
                <a:srgbClr val="BECFDA"/>
              </a:solidFill>
              <a:effectLst/>
              <a:latin typeface="Berlin Sans FB" panose="020E0602020502020306" pitchFamily="34" charset="0"/>
            </a:endParaRP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FFC1B502-9CDC-E280-F3D8-CAD19910A7E9}"/>
              </a:ext>
            </a:extLst>
          </p:cNvPr>
          <p:cNvSpPr/>
          <p:nvPr/>
        </p:nvSpPr>
        <p:spPr>
          <a:xfrm>
            <a:off x="2496206" y="5596268"/>
            <a:ext cx="1879110" cy="2255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pacakage-g">
            <a:extLst>
              <a:ext uri="{FF2B5EF4-FFF2-40B4-BE49-F238E27FC236}">
                <a16:creationId xmlns:a16="http://schemas.microsoft.com/office/drawing/2014/main" id="{660B4111-E773-824E-96BA-9EDCA081DB27}"/>
              </a:ext>
            </a:extLst>
          </p:cNvPr>
          <p:cNvSpPr txBox="1"/>
          <p:nvPr/>
        </p:nvSpPr>
        <p:spPr>
          <a:xfrm>
            <a:off x="1831799" y="5782752"/>
            <a:ext cx="44903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&lt;</a:t>
            </a:r>
            <a:r>
              <a:rPr lang="en-US" sz="1600" dirty="0">
                <a:solidFill>
                  <a:srgbClr val="E66533"/>
                </a:solidFill>
                <a:effectLst/>
                <a:latin typeface="Berlin Sans FB" panose="020E0602020502020306" pitchFamily="34" charset="0"/>
              </a:rPr>
              <a:t>script</a:t>
            </a:r>
            <a:r>
              <a:rPr lang="en-US" sz="1600" dirty="0">
                <a:solidFill>
                  <a:srgbClr val="BECFDA"/>
                </a:solidFill>
                <a:latin typeface="Berlin Sans FB" panose="020E0602020502020306" pitchFamily="34" charset="0"/>
              </a:rPr>
              <a:t> </a:t>
            </a:r>
            <a:r>
              <a:rPr lang="en-US" sz="1600" i="1" dirty="0" err="1">
                <a:solidFill>
                  <a:srgbClr val="D5971A"/>
                </a:solidFill>
                <a:effectLst/>
                <a:latin typeface="Berlin Sans FB" panose="020E0602020502020306" pitchFamily="34" charset="0"/>
              </a:rPr>
              <a:t>src</a:t>
            </a:r>
            <a:r>
              <a:rPr lang="en-US" sz="16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=</a:t>
            </a:r>
            <a:r>
              <a:rPr lang="en-US" sz="1600" dirty="0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“packages-g</a:t>
            </a:r>
            <a:r>
              <a:rPr lang="en-US" sz="1600" dirty="0">
                <a:solidFill>
                  <a:srgbClr val="49E9A6"/>
                </a:solidFill>
                <a:latin typeface="Berlin Sans FB" panose="020E0602020502020306" pitchFamily="34" charset="0"/>
              </a:rPr>
              <a:t>.js</a:t>
            </a:r>
            <a:r>
              <a:rPr lang="en-US" sz="1600" dirty="0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"</a:t>
            </a: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&gt;&lt;/</a:t>
            </a:r>
            <a:r>
              <a:rPr lang="en-US" sz="1600" dirty="0">
                <a:solidFill>
                  <a:srgbClr val="E66533"/>
                </a:solidFill>
                <a:effectLst/>
                <a:latin typeface="Berlin Sans FB" panose="020E0602020502020306" pitchFamily="34" charset="0"/>
              </a:rPr>
              <a:t>script</a:t>
            </a: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&gt;</a:t>
            </a:r>
            <a:endParaRPr lang="en-US" sz="1600" dirty="0">
              <a:solidFill>
                <a:srgbClr val="BECFDA"/>
              </a:solidFill>
              <a:effectLst/>
              <a:latin typeface="Berlin Sans FB" panose="020E0602020502020306" pitchFamily="34" charset="0"/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A4C90ADE-11FA-B7FB-33EC-D17191D55781}"/>
              </a:ext>
            </a:extLst>
          </p:cNvPr>
          <p:cNvSpPr/>
          <p:nvPr/>
        </p:nvSpPr>
        <p:spPr>
          <a:xfrm>
            <a:off x="2463292" y="5856913"/>
            <a:ext cx="1879110" cy="2255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package-c">
            <a:extLst>
              <a:ext uri="{FF2B5EF4-FFF2-40B4-BE49-F238E27FC236}">
                <a16:creationId xmlns:a16="http://schemas.microsoft.com/office/drawing/2014/main" id="{6CECFA42-57F9-81EC-62A5-1F68E8AC31F6}"/>
              </a:ext>
            </a:extLst>
          </p:cNvPr>
          <p:cNvSpPr txBox="1"/>
          <p:nvPr/>
        </p:nvSpPr>
        <p:spPr>
          <a:xfrm>
            <a:off x="1832546" y="3314949"/>
            <a:ext cx="66319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&lt;</a:t>
            </a:r>
            <a:r>
              <a:rPr lang="en-US" sz="1600" dirty="0">
                <a:solidFill>
                  <a:srgbClr val="E66533"/>
                </a:solidFill>
                <a:effectLst/>
                <a:latin typeface="Berlin Sans FB" panose="020E0602020502020306" pitchFamily="34" charset="0"/>
              </a:rPr>
              <a:t>script</a:t>
            </a:r>
            <a:r>
              <a:rPr lang="en-US" sz="1600" dirty="0">
                <a:solidFill>
                  <a:srgbClr val="BECFDA"/>
                </a:solidFill>
                <a:latin typeface="Berlin Sans FB" panose="020E0602020502020306" pitchFamily="34" charset="0"/>
              </a:rPr>
              <a:t> </a:t>
            </a:r>
            <a:r>
              <a:rPr lang="en-US" sz="1600" i="1" dirty="0" err="1">
                <a:solidFill>
                  <a:srgbClr val="D5971A"/>
                </a:solidFill>
                <a:effectLst/>
                <a:latin typeface="Berlin Sans FB" panose="020E0602020502020306" pitchFamily="34" charset="0"/>
              </a:rPr>
              <a:t>src</a:t>
            </a:r>
            <a:r>
              <a:rPr lang="en-US" sz="16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=</a:t>
            </a:r>
            <a:r>
              <a:rPr lang="en-US" sz="1600" dirty="0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"https://package-c"</a:t>
            </a: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&gt;&lt;/</a:t>
            </a:r>
            <a:r>
              <a:rPr lang="en-US" sz="1600" dirty="0">
                <a:solidFill>
                  <a:srgbClr val="E66533"/>
                </a:solidFill>
                <a:effectLst/>
                <a:latin typeface="Berlin Sans FB" panose="020E0602020502020306" pitchFamily="34" charset="0"/>
              </a:rPr>
              <a:t>script</a:t>
            </a: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&gt;</a:t>
            </a:r>
            <a:endParaRPr lang="en-US" sz="1600" dirty="0">
              <a:solidFill>
                <a:srgbClr val="BECFDA"/>
              </a:solidFill>
              <a:effectLst/>
              <a:latin typeface="Berlin Sans FB" panose="020E0602020502020306" pitchFamily="34" charset="0"/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B72744A5-3CAF-18E9-7268-B40849B30432}"/>
              </a:ext>
            </a:extLst>
          </p:cNvPr>
          <p:cNvSpPr/>
          <p:nvPr/>
        </p:nvSpPr>
        <p:spPr>
          <a:xfrm>
            <a:off x="2664155" y="3359900"/>
            <a:ext cx="1879110" cy="2255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package-d">
            <a:extLst>
              <a:ext uri="{FF2B5EF4-FFF2-40B4-BE49-F238E27FC236}">
                <a16:creationId xmlns:a16="http://schemas.microsoft.com/office/drawing/2014/main" id="{97F1C0D5-0B2C-7784-91C2-2FDD2247DE35}"/>
              </a:ext>
            </a:extLst>
          </p:cNvPr>
          <p:cNvSpPr txBox="1"/>
          <p:nvPr/>
        </p:nvSpPr>
        <p:spPr>
          <a:xfrm>
            <a:off x="1837458" y="3575504"/>
            <a:ext cx="66319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&lt;</a:t>
            </a:r>
            <a:r>
              <a:rPr lang="en-US" sz="1600" dirty="0">
                <a:solidFill>
                  <a:srgbClr val="E66533"/>
                </a:solidFill>
                <a:effectLst/>
                <a:latin typeface="Berlin Sans FB" panose="020E0602020502020306" pitchFamily="34" charset="0"/>
              </a:rPr>
              <a:t>script</a:t>
            </a:r>
            <a:r>
              <a:rPr lang="en-US" sz="1600" dirty="0">
                <a:solidFill>
                  <a:srgbClr val="BECFDA"/>
                </a:solidFill>
                <a:latin typeface="Berlin Sans FB" panose="020E0602020502020306" pitchFamily="34" charset="0"/>
              </a:rPr>
              <a:t> </a:t>
            </a:r>
            <a:r>
              <a:rPr lang="en-US" sz="1600" i="1" dirty="0" err="1">
                <a:solidFill>
                  <a:srgbClr val="D5971A"/>
                </a:solidFill>
                <a:effectLst/>
                <a:latin typeface="Berlin Sans FB" panose="020E0602020502020306" pitchFamily="34" charset="0"/>
              </a:rPr>
              <a:t>src</a:t>
            </a:r>
            <a:r>
              <a:rPr lang="en-US" sz="16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=</a:t>
            </a:r>
            <a:r>
              <a:rPr lang="en-US" sz="1600" dirty="0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"https://package-d"</a:t>
            </a: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&gt;&lt;/</a:t>
            </a:r>
            <a:r>
              <a:rPr lang="en-US" sz="1600" dirty="0">
                <a:solidFill>
                  <a:srgbClr val="E66533"/>
                </a:solidFill>
                <a:effectLst/>
                <a:latin typeface="Berlin Sans FB" panose="020E0602020502020306" pitchFamily="34" charset="0"/>
              </a:rPr>
              <a:t>script</a:t>
            </a: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&gt;</a:t>
            </a:r>
            <a:endParaRPr lang="en-US" sz="1600" dirty="0">
              <a:solidFill>
                <a:srgbClr val="BECFDA"/>
              </a:solidFill>
              <a:effectLst/>
              <a:latin typeface="Berlin Sans FB" panose="020E0602020502020306" pitchFamily="34" charset="0"/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FAE418B5-6B8A-1310-92B3-0E135680F733}"/>
              </a:ext>
            </a:extLst>
          </p:cNvPr>
          <p:cNvSpPr/>
          <p:nvPr/>
        </p:nvSpPr>
        <p:spPr>
          <a:xfrm>
            <a:off x="2628800" y="3621302"/>
            <a:ext cx="1879110" cy="2255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B5F4E8-B8CB-2A92-C627-52AB8DE21D33}"/>
              </a:ext>
            </a:extLst>
          </p:cNvPr>
          <p:cNvSpPr txBox="1"/>
          <p:nvPr/>
        </p:nvSpPr>
        <p:spPr>
          <a:xfrm>
            <a:off x="1795841" y="2464808"/>
            <a:ext cx="6184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&lt;</a:t>
            </a:r>
            <a:r>
              <a:rPr lang="en-US" sz="1800" dirty="0">
                <a:solidFill>
                  <a:srgbClr val="E66533"/>
                </a:solidFill>
                <a:effectLst/>
                <a:latin typeface="Berlin Sans FB" panose="020E0602020502020306" pitchFamily="34" charset="0"/>
              </a:rPr>
              <a:t>link</a:t>
            </a:r>
            <a:r>
              <a:rPr lang="en-US" sz="18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 </a:t>
            </a:r>
            <a:r>
              <a:rPr lang="en-US" sz="1800" i="1" dirty="0" err="1">
                <a:solidFill>
                  <a:srgbClr val="D5971A"/>
                </a:solidFill>
                <a:effectLst/>
                <a:latin typeface="Berlin Sans FB" panose="020E0602020502020306" pitchFamily="34" charset="0"/>
              </a:rPr>
              <a:t>rel</a:t>
            </a:r>
            <a:r>
              <a:rPr lang="en-US" sz="18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=</a:t>
            </a:r>
            <a:r>
              <a:rPr lang="en-US" sz="1800" dirty="0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"</a:t>
            </a:r>
            <a:r>
              <a:rPr lang="en-US" sz="1800" dirty="0" err="1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stylesheet"</a:t>
            </a:r>
            <a:r>
              <a:rPr lang="en-US" sz="1800" i="1" dirty="0" err="1">
                <a:solidFill>
                  <a:srgbClr val="D5971A"/>
                </a:solidFill>
                <a:effectLst/>
                <a:latin typeface="Berlin Sans FB" panose="020E0602020502020306" pitchFamily="34" charset="0"/>
              </a:rPr>
              <a:t>href</a:t>
            </a:r>
            <a:r>
              <a:rPr lang="en-US" sz="18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=</a:t>
            </a:r>
            <a:r>
              <a:rPr lang="en-US" sz="1800" dirty="0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"./</a:t>
            </a:r>
            <a:r>
              <a:rPr lang="en-US" sz="1800" dirty="0" err="1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src</a:t>
            </a:r>
            <a:r>
              <a:rPr lang="en-US" sz="1800" dirty="0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/</a:t>
            </a:r>
            <a:r>
              <a:rPr lang="en-US" sz="1800" dirty="0" err="1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css</a:t>
            </a:r>
            <a:r>
              <a:rPr lang="en-US" sz="1800" dirty="0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/style.css"</a:t>
            </a:r>
            <a:r>
              <a:rPr lang="en-US" sz="18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 </a:t>
            </a:r>
            <a:r>
              <a:rPr lang="en-US" sz="18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/&gt;</a:t>
            </a:r>
            <a:endParaRPr lang="en-US" sz="1800" dirty="0">
              <a:solidFill>
                <a:srgbClr val="BECFDA"/>
              </a:solidFill>
              <a:effectLst/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0306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8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8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4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4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4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20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31" grpId="0"/>
      <p:bldP spid="44" grpId="0"/>
      <p:bldP spid="59" grpId="0" animBg="1"/>
      <p:bldP spid="66" grpId="0"/>
      <p:bldP spid="68" grpId="0"/>
      <p:bldP spid="61" grpId="0"/>
      <p:bldP spid="80" grpId="0" animBg="1"/>
      <p:bldP spid="63" grpId="0"/>
      <p:bldP spid="81" grpId="0" animBg="1"/>
      <p:bldP spid="74" grpId="0"/>
      <p:bldP spid="75" grpId="0"/>
      <p:bldP spid="84" grpId="0" animBg="1"/>
      <p:bldP spid="76" grpId="0"/>
      <p:bldP spid="85" grpId="0" animBg="1"/>
      <p:bldP spid="77" grpId="0"/>
      <p:bldP spid="86" grpId="0" animBg="1"/>
      <p:bldP spid="78" grpId="0"/>
      <p:bldP spid="82" grpId="0" animBg="1"/>
      <p:bldP spid="79" grpId="0"/>
      <p:bldP spid="83" grpId="0" animBg="1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7B8056-284F-FA4F-6287-C2DDBB6F7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background">
            <a:extLst>
              <a:ext uri="{FF2B5EF4-FFF2-40B4-BE49-F238E27FC236}">
                <a16:creationId xmlns:a16="http://schemas.microsoft.com/office/drawing/2014/main" id="{B33361B9-675F-CBF2-1C06-CA08E7675AFD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CB78E18-5FA0-1CCA-D2C4-CBEEE6A69E2B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CB79522F-5662-85E6-E9EA-4AF0D2D277A0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A427770B-72ED-03F9-38DF-D17F779B0CF3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757B2AFB-8CF0-0839-9480-4E83EE12D655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D9C60F21-E411-42B8-DE61-CE0698897836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10964A95-57C6-AD81-ACA8-3433AC171F99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DCD1156-1CD2-B226-C7FE-047AAA6FA83D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ED409D99-A6A7-EEB4-9476-C1501BE35E91}"/>
                </a:ext>
              </a:extLst>
            </p:cNvPr>
            <p:cNvGrpSpPr/>
            <p:nvPr/>
          </p:nvGrpSpPr>
          <p:grpSpPr>
            <a:xfrm>
              <a:off x="9078871" y="386956"/>
              <a:ext cx="2902660" cy="3398908"/>
              <a:chOff x="8981371" y="2824912"/>
              <a:chExt cx="2997907" cy="3510212"/>
            </a:xfrm>
          </p:grpSpPr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AC3118B2-6342-666B-B829-9A9A8AE728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75821" y="2861865"/>
                <a:ext cx="2552386" cy="3315298"/>
              </a:xfrm>
              <a:prstGeom prst="rect">
                <a:avLst/>
              </a:prstGeom>
            </p:spPr>
          </p:pic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F2CE8940-6E87-991E-5BB2-4E7EA29F3198}"/>
                  </a:ext>
                </a:extLst>
              </p:cNvPr>
              <p:cNvSpPr/>
              <p:nvPr/>
            </p:nvSpPr>
            <p:spPr>
              <a:xfrm rot="19871654">
                <a:off x="9063495" y="2861599"/>
                <a:ext cx="914400" cy="296728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A015CB61-78CD-8318-ABAF-34F3542B74FD}"/>
                  </a:ext>
                </a:extLst>
              </p:cNvPr>
              <p:cNvSpPr/>
              <p:nvPr/>
            </p:nvSpPr>
            <p:spPr>
              <a:xfrm rot="2054190">
                <a:off x="8981371" y="5806907"/>
                <a:ext cx="914400" cy="296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57E6A397-E3D5-1194-8531-7BAF176AB3D1}"/>
                  </a:ext>
                </a:extLst>
              </p:cNvPr>
              <p:cNvSpPr/>
              <p:nvPr/>
            </p:nvSpPr>
            <p:spPr>
              <a:xfrm rot="2138521">
                <a:off x="11064878" y="2824912"/>
                <a:ext cx="914400" cy="296728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BA1C53FD-BEA7-97A0-DE54-C090F2678315}"/>
                  </a:ext>
                </a:extLst>
              </p:cNvPr>
              <p:cNvSpPr/>
              <p:nvPr/>
            </p:nvSpPr>
            <p:spPr>
              <a:xfrm rot="7896723">
                <a:off x="11064877" y="5729560"/>
                <a:ext cx="914400" cy="296728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96CEBBE-A5E2-A023-563E-FCDFF999DB55}"/>
                </a:ext>
              </a:extLst>
            </p:cNvPr>
            <p:cNvGrpSpPr/>
            <p:nvPr/>
          </p:nvGrpSpPr>
          <p:grpSpPr>
            <a:xfrm>
              <a:off x="9074752" y="4271583"/>
              <a:ext cx="3101294" cy="1828800"/>
              <a:chOff x="9074752" y="4271583"/>
              <a:chExt cx="3101294" cy="1828800"/>
            </a:xfrm>
          </p:grpSpPr>
          <p:sp>
            <p:nvSpPr>
              <p:cNvPr id="57" name="Parallelogram 56">
                <a:extLst>
                  <a:ext uri="{FF2B5EF4-FFF2-40B4-BE49-F238E27FC236}">
                    <a16:creationId xmlns:a16="http://schemas.microsoft.com/office/drawing/2014/main" id="{6A1DD6BF-CF0F-CA1E-E79C-7E3E242F9309}"/>
                  </a:ext>
                </a:extLst>
              </p:cNvPr>
              <p:cNvSpPr/>
              <p:nvPr/>
            </p:nvSpPr>
            <p:spPr>
              <a:xfrm>
                <a:off x="9311307" y="4271583"/>
                <a:ext cx="1656301" cy="914400"/>
              </a:xfrm>
              <a:prstGeom prst="parallelogram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rPr>
                  <a:t>#4</a:t>
                </a:r>
              </a:p>
            </p:txBody>
          </p:sp>
          <p:sp>
            <p:nvSpPr>
              <p:cNvPr id="58" name="Parallelogram 57">
                <a:extLst>
                  <a:ext uri="{FF2B5EF4-FFF2-40B4-BE49-F238E27FC236}">
                    <a16:creationId xmlns:a16="http://schemas.microsoft.com/office/drawing/2014/main" id="{FA93C0B4-3F84-11DE-3AA5-01B58618430B}"/>
                  </a:ext>
                </a:extLst>
              </p:cNvPr>
              <p:cNvSpPr/>
              <p:nvPr/>
            </p:nvSpPr>
            <p:spPr>
              <a:xfrm>
                <a:off x="9074752" y="5185983"/>
                <a:ext cx="3101294" cy="914400"/>
              </a:xfrm>
              <a:prstGeom prst="parallelogram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rPr>
                  <a:t>NODEJS</a:t>
                </a:r>
              </a:p>
            </p:txBody>
          </p:sp>
        </p:grp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F4DED730-5E4A-1D55-024B-FE58271237FE}"/>
              </a:ext>
            </a:extLst>
          </p:cNvPr>
          <p:cNvSpPr/>
          <p:nvPr/>
        </p:nvSpPr>
        <p:spPr>
          <a:xfrm>
            <a:off x="7197212" y="123052"/>
            <a:ext cx="1648145" cy="672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Using NPM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7C84FA-619D-22D1-0EE3-2A645AAF30F8}"/>
              </a:ext>
            </a:extLst>
          </p:cNvPr>
          <p:cNvSpPr/>
          <p:nvPr/>
        </p:nvSpPr>
        <p:spPr>
          <a:xfrm>
            <a:off x="1676409" y="1269171"/>
            <a:ext cx="7143126" cy="53396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index">
            <a:extLst>
              <a:ext uri="{FF2B5EF4-FFF2-40B4-BE49-F238E27FC236}">
                <a16:creationId xmlns:a16="http://schemas.microsoft.com/office/drawing/2014/main" id="{0B3531F6-F735-F514-BABD-F87D6F2DFBB6}"/>
              </a:ext>
            </a:extLst>
          </p:cNvPr>
          <p:cNvSpPr/>
          <p:nvPr/>
        </p:nvSpPr>
        <p:spPr>
          <a:xfrm>
            <a:off x="376504" y="996096"/>
            <a:ext cx="1203864" cy="47940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Berlin Sans FB" panose="020E0602020502020306" pitchFamily="34" charset="0"/>
              </a:rPr>
              <a:t>Index.html</a:t>
            </a:r>
          </a:p>
        </p:txBody>
      </p:sp>
      <p:sp>
        <p:nvSpPr>
          <p:cNvPr id="20" name="feature-a">
            <a:extLst>
              <a:ext uri="{FF2B5EF4-FFF2-40B4-BE49-F238E27FC236}">
                <a16:creationId xmlns:a16="http://schemas.microsoft.com/office/drawing/2014/main" id="{F736B6AE-45A2-03E6-EA99-033A9357BF1E}"/>
              </a:ext>
            </a:extLst>
          </p:cNvPr>
          <p:cNvSpPr/>
          <p:nvPr/>
        </p:nvSpPr>
        <p:spPr>
          <a:xfrm>
            <a:off x="379186" y="2235293"/>
            <a:ext cx="1210022" cy="47940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0"/>
              </a:rPr>
              <a:t>feature-a.js</a:t>
            </a:r>
          </a:p>
        </p:txBody>
      </p:sp>
      <p:sp>
        <p:nvSpPr>
          <p:cNvPr id="18" name="feature-b">
            <a:extLst>
              <a:ext uri="{FF2B5EF4-FFF2-40B4-BE49-F238E27FC236}">
                <a16:creationId xmlns:a16="http://schemas.microsoft.com/office/drawing/2014/main" id="{F08E5772-27E8-AA28-0FE5-A63A2B7580B8}"/>
              </a:ext>
            </a:extLst>
          </p:cNvPr>
          <p:cNvSpPr/>
          <p:nvPr/>
        </p:nvSpPr>
        <p:spPr>
          <a:xfrm>
            <a:off x="368755" y="2644103"/>
            <a:ext cx="1219466" cy="47940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0"/>
              </a:rPr>
              <a:t>feature-b.js</a:t>
            </a:r>
          </a:p>
        </p:txBody>
      </p:sp>
      <p:sp>
        <p:nvSpPr>
          <p:cNvPr id="19" name="feature-c">
            <a:extLst>
              <a:ext uri="{FF2B5EF4-FFF2-40B4-BE49-F238E27FC236}">
                <a16:creationId xmlns:a16="http://schemas.microsoft.com/office/drawing/2014/main" id="{41612B8D-57A9-F0B1-C08E-FF0015385A18}"/>
              </a:ext>
            </a:extLst>
          </p:cNvPr>
          <p:cNvSpPr/>
          <p:nvPr/>
        </p:nvSpPr>
        <p:spPr>
          <a:xfrm>
            <a:off x="382136" y="3082147"/>
            <a:ext cx="1203480" cy="47940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0"/>
              </a:rPr>
              <a:t>feature-c.js</a:t>
            </a:r>
          </a:p>
        </p:txBody>
      </p:sp>
      <p:sp>
        <p:nvSpPr>
          <p:cNvPr id="21" name="feature-d">
            <a:extLst>
              <a:ext uri="{FF2B5EF4-FFF2-40B4-BE49-F238E27FC236}">
                <a16:creationId xmlns:a16="http://schemas.microsoft.com/office/drawing/2014/main" id="{E9DEE1DE-7258-6D7A-1433-A2223B52612C}"/>
              </a:ext>
            </a:extLst>
          </p:cNvPr>
          <p:cNvSpPr/>
          <p:nvPr/>
        </p:nvSpPr>
        <p:spPr>
          <a:xfrm>
            <a:off x="352638" y="3470954"/>
            <a:ext cx="1233944" cy="47940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0"/>
              </a:rPr>
              <a:t>feature-d.js</a:t>
            </a:r>
          </a:p>
        </p:txBody>
      </p:sp>
      <p:sp>
        <p:nvSpPr>
          <p:cNvPr id="22" name="feature-e">
            <a:extLst>
              <a:ext uri="{FF2B5EF4-FFF2-40B4-BE49-F238E27FC236}">
                <a16:creationId xmlns:a16="http://schemas.microsoft.com/office/drawing/2014/main" id="{F969B4AB-55F2-B9F5-1BE7-FC5F1ADF7042}"/>
              </a:ext>
            </a:extLst>
          </p:cNvPr>
          <p:cNvSpPr/>
          <p:nvPr/>
        </p:nvSpPr>
        <p:spPr>
          <a:xfrm>
            <a:off x="352826" y="3866386"/>
            <a:ext cx="1225561" cy="47940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0"/>
              </a:rPr>
              <a:t>feature-e.js</a:t>
            </a:r>
          </a:p>
        </p:txBody>
      </p:sp>
      <p:sp>
        <p:nvSpPr>
          <p:cNvPr id="23" name="feature-e">
            <a:extLst>
              <a:ext uri="{FF2B5EF4-FFF2-40B4-BE49-F238E27FC236}">
                <a16:creationId xmlns:a16="http://schemas.microsoft.com/office/drawing/2014/main" id="{F63CE1F8-7F9D-80C3-CCF0-696EEB7C173C}"/>
              </a:ext>
            </a:extLst>
          </p:cNvPr>
          <p:cNvSpPr/>
          <p:nvPr/>
        </p:nvSpPr>
        <p:spPr>
          <a:xfrm>
            <a:off x="377126" y="4298732"/>
            <a:ext cx="1208491" cy="47940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0"/>
              </a:rPr>
              <a:t>feature-f.js</a:t>
            </a:r>
          </a:p>
        </p:txBody>
      </p:sp>
      <p:sp>
        <p:nvSpPr>
          <p:cNvPr id="24" name="feature-e">
            <a:extLst>
              <a:ext uri="{FF2B5EF4-FFF2-40B4-BE49-F238E27FC236}">
                <a16:creationId xmlns:a16="http://schemas.microsoft.com/office/drawing/2014/main" id="{AF24CD46-F380-A45D-E0FB-65A168B675FE}"/>
              </a:ext>
            </a:extLst>
          </p:cNvPr>
          <p:cNvSpPr/>
          <p:nvPr/>
        </p:nvSpPr>
        <p:spPr>
          <a:xfrm>
            <a:off x="342806" y="4716656"/>
            <a:ext cx="1245173" cy="47940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0"/>
              </a:rPr>
              <a:t>feature-g.js</a:t>
            </a:r>
          </a:p>
        </p:txBody>
      </p:sp>
      <p:sp>
        <p:nvSpPr>
          <p:cNvPr id="25" name="index">
            <a:extLst>
              <a:ext uri="{FF2B5EF4-FFF2-40B4-BE49-F238E27FC236}">
                <a16:creationId xmlns:a16="http://schemas.microsoft.com/office/drawing/2014/main" id="{8B3C26A7-2F18-6B57-EC77-0111BEFAABD6}"/>
              </a:ext>
            </a:extLst>
          </p:cNvPr>
          <p:cNvSpPr/>
          <p:nvPr/>
        </p:nvSpPr>
        <p:spPr>
          <a:xfrm>
            <a:off x="551657" y="1468171"/>
            <a:ext cx="1016631" cy="3760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Berlin Sans FB" panose="020E0602020502020306" pitchFamily="34" charset="0"/>
              </a:rPr>
              <a:t>style.css</a:t>
            </a:r>
          </a:p>
        </p:txBody>
      </p:sp>
      <p:sp>
        <p:nvSpPr>
          <p:cNvPr id="26" name="index">
            <a:extLst>
              <a:ext uri="{FF2B5EF4-FFF2-40B4-BE49-F238E27FC236}">
                <a16:creationId xmlns:a16="http://schemas.microsoft.com/office/drawing/2014/main" id="{4CA733CF-1D95-F8EF-EEE4-60432EE9A9A1}"/>
              </a:ext>
            </a:extLst>
          </p:cNvPr>
          <p:cNvSpPr/>
          <p:nvPr/>
        </p:nvSpPr>
        <p:spPr>
          <a:xfrm>
            <a:off x="798241" y="1842015"/>
            <a:ext cx="796361" cy="381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Berlin Sans FB" panose="020E0602020502020306" pitchFamily="34" charset="0"/>
              </a:rPr>
              <a:t>app.js</a:t>
            </a:r>
          </a:p>
        </p:txBody>
      </p:sp>
      <p:sp>
        <p:nvSpPr>
          <p:cNvPr id="31" name="declare-html">
            <a:extLst>
              <a:ext uri="{FF2B5EF4-FFF2-40B4-BE49-F238E27FC236}">
                <a16:creationId xmlns:a16="http://schemas.microsoft.com/office/drawing/2014/main" id="{E783DF14-67FA-1B78-968C-5CD227BBF2A9}"/>
              </a:ext>
            </a:extLst>
          </p:cNvPr>
          <p:cNvSpPr txBox="1"/>
          <p:nvPr/>
        </p:nvSpPr>
        <p:spPr>
          <a:xfrm>
            <a:off x="1666576" y="1351690"/>
            <a:ext cx="2172929" cy="31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b="0" dirty="0">
                <a:solidFill>
                  <a:srgbClr val="5988A6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en-US" b="0" dirty="0">
                <a:solidFill>
                  <a:srgbClr val="E66533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en-US" b="0" dirty="0">
                <a:solidFill>
                  <a:srgbClr val="BECF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>
                <a:solidFill>
                  <a:srgbClr val="D5971A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b="0" dirty="0">
                <a:solidFill>
                  <a:srgbClr val="5988A6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BECFDA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4C21F73-967C-F579-4AE4-3D40D86B12DE}"/>
              </a:ext>
            </a:extLst>
          </p:cNvPr>
          <p:cNvSpPr txBox="1"/>
          <p:nvPr/>
        </p:nvSpPr>
        <p:spPr>
          <a:xfrm>
            <a:off x="1679490" y="1583624"/>
            <a:ext cx="2374172" cy="31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&lt;</a:t>
            </a:r>
            <a:r>
              <a:rPr lang="en-US" dirty="0">
                <a:solidFill>
                  <a:srgbClr val="E66533"/>
                </a:solidFill>
                <a:effectLst/>
                <a:latin typeface="Berlin Sans FB" panose="020E0602020502020306" pitchFamily="34" charset="0"/>
              </a:rPr>
              <a:t>html</a:t>
            </a:r>
            <a:r>
              <a:rPr lang="en-US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 </a:t>
            </a:r>
            <a:r>
              <a:rPr lang="en-US" i="1" dirty="0">
                <a:solidFill>
                  <a:srgbClr val="D5971A"/>
                </a:solidFill>
                <a:effectLst/>
                <a:latin typeface="Berlin Sans FB" panose="020E0602020502020306" pitchFamily="34" charset="0"/>
              </a:rPr>
              <a:t>lang</a:t>
            </a:r>
            <a:r>
              <a:rPr lang="en-US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=</a:t>
            </a:r>
            <a:r>
              <a:rPr lang="en-US" dirty="0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"</a:t>
            </a:r>
            <a:r>
              <a:rPr lang="en-US" dirty="0" err="1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en</a:t>
            </a:r>
            <a:r>
              <a:rPr lang="en-US" dirty="0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"</a:t>
            </a:r>
            <a:r>
              <a:rPr lang="en-US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&gt;</a:t>
            </a:r>
            <a:endParaRPr lang="en-US" dirty="0">
              <a:solidFill>
                <a:srgbClr val="BECFDA"/>
              </a:solidFill>
              <a:effectLst/>
              <a:latin typeface="Berlin Sans FB" panose="020E0602020502020306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ED8075A-0D01-E81D-13F8-A4D9BE7F46A6}"/>
              </a:ext>
            </a:extLst>
          </p:cNvPr>
          <p:cNvSpPr txBox="1"/>
          <p:nvPr/>
        </p:nvSpPr>
        <p:spPr>
          <a:xfrm>
            <a:off x="1632538" y="6283299"/>
            <a:ext cx="1069143" cy="31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&lt;/</a:t>
            </a:r>
            <a:r>
              <a:rPr lang="en-US" dirty="0">
                <a:solidFill>
                  <a:srgbClr val="E66533"/>
                </a:solidFill>
                <a:effectLst/>
                <a:latin typeface="Berlin Sans FB" panose="020E0602020502020306" pitchFamily="34" charset="0"/>
              </a:rPr>
              <a:t>html</a:t>
            </a:r>
            <a:r>
              <a:rPr lang="en-US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&gt;</a:t>
            </a:r>
            <a:endParaRPr lang="en-US" dirty="0">
              <a:solidFill>
                <a:srgbClr val="BECFDA"/>
              </a:solidFill>
              <a:effectLst/>
              <a:latin typeface="Berlin Sans FB" panose="020E0602020502020306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DB8E65A-582F-7F12-1103-E2F0ABD4C9C4}"/>
              </a:ext>
            </a:extLst>
          </p:cNvPr>
          <p:cNvSpPr txBox="1"/>
          <p:nvPr/>
        </p:nvSpPr>
        <p:spPr>
          <a:xfrm>
            <a:off x="1696750" y="1815351"/>
            <a:ext cx="985120" cy="31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&lt;</a:t>
            </a:r>
            <a:r>
              <a:rPr lang="en-US" dirty="0">
                <a:solidFill>
                  <a:srgbClr val="E66533"/>
                </a:solidFill>
                <a:effectLst/>
                <a:latin typeface="Berlin Sans FB" panose="020E0602020502020306" pitchFamily="34" charset="0"/>
              </a:rPr>
              <a:t>head</a:t>
            </a:r>
            <a:r>
              <a:rPr lang="en-US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&gt;</a:t>
            </a:r>
            <a:endParaRPr lang="en-US" dirty="0">
              <a:solidFill>
                <a:srgbClr val="BECFDA"/>
              </a:solidFill>
              <a:effectLst/>
              <a:latin typeface="Berlin Sans FB" panose="020E0602020502020306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BFD9FCD-362B-CA29-F704-AA99EB34B221}"/>
              </a:ext>
            </a:extLst>
          </p:cNvPr>
          <p:cNvSpPr txBox="1"/>
          <p:nvPr/>
        </p:nvSpPr>
        <p:spPr>
          <a:xfrm>
            <a:off x="1639370" y="3836154"/>
            <a:ext cx="1101635" cy="31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&lt;/</a:t>
            </a:r>
            <a:r>
              <a:rPr lang="en-US" dirty="0">
                <a:solidFill>
                  <a:srgbClr val="E66533"/>
                </a:solidFill>
                <a:effectLst/>
                <a:latin typeface="Berlin Sans FB" panose="020E0602020502020306" pitchFamily="34" charset="0"/>
              </a:rPr>
              <a:t>head</a:t>
            </a:r>
            <a:r>
              <a:rPr lang="en-US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&gt;</a:t>
            </a:r>
            <a:endParaRPr lang="en-US" dirty="0">
              <a:solidFill>
                <a:srgbClr val="BECFDA"/>
              </a:solidFill>
              <a:effectLst/>
              <a:latin typeface="Berlin Sans FB" panose="020E0602020502020306" pitchFamily="34" charset="0"/>
            </a:endParaRPr>
          </a:p>
        </p:txBody>
      </p:sp>
      <p:sp>
        <p:nvSpPr>
          <p:cNvPr id="44" name="head">
            <a:extLst>
              <a:ext uri="{FF2B5EF4-FFF2-40B4-BE49-F238E27FC236}">
                <a16:creationId xmlns:a16="http://schemas.microsoft.com/office/drawing/2014/main" id="{8E7EBA5D-2338-51FF-0DF2-49E744D9B8C8}"/>
              </a:ext>
            </a:extLst>
          </p:cNvPr>
          <p:cNvSpPr txBox="1"/>
          <p:nvPr/>
        </p:nvSpPr>
        <p:spPr>
          <a:xfrm>
            <a:off x="1795841" y="1996723"/>
            <a:ext cx="68378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&lt;</a:t>
            </a:r>
            <a:r>
              <a:rPr lang="en-US" sz="1600" dirty="0">
                <a:solidFill>
                  <a:srgbClr val="E66533"/>
                </a:solidFill>
                <a:effectLst/>
                <a:latin typeface="Berlin Sans FB" panose="020E0602020502020306" pitchFamily="34" charset="0"/>
              </a:rPr>
              <a:t>meta</a:t>
            </a:r>
            <a:r>
              <a:rPr lang="en-US" sz="16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 </a:t>
            </a:r>
            <a:r>
              <a:rPr lang="en-US" sz="1600" i="1" dirty="0">
                <a:solidFill>
                  <a:srgbClr val="D5971A"/>
                </a:solidFill>
                <a:effectLst/>
                <a:latin typeface="Berlin Sans FB" panose="020E0602020502020306" pitchFamily="34" charset="0"/>
              </a:rPr>
              <a:t>charset</a:t>
            </a:r>
            <a:r>
              <a:rPr lang="en-US" sz="16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=</a:t>
            </a:r>
            <a:r>
              <a:rPr lang="en-US" sz="1600" dirty="0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"UTF-8"</a:t>
            </a:r>
            <a:r>
              <a:rPr lang="en-US" sz="16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 </a:t>
            </a: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/&gt;</a:t>
            </a:r>
            <a:endParaRPr lang="en-US" sz="1600" dirty="0">
              <a:solidFill>
                <a:srgbClr val="BECFDA"/>
              </a:solidFill>
              <a:effectLst/>
              <a:latin typeface="Berlin Sans FB" panose="020E0602020502020306" pitchFamily="34" charset="0"/>
            </a:endParaRPr>
          </a:p>
          <a:p>
            <a:pPr>
              <a:buNone/>
            </a:pP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&lt;</a:t>
            </a:r>
            <a:r>
              <a:rPr lang="en-US" sz="1600" dirty="0">
                <a:solidFill>
                  <a:srgbClr val="E66533"/>
                </a:solidFill>
                <a:effectLst/>
                <a:latin typeface="Berlin Sans FB" panose="020E0602020502020306" pitchFamily="34" charset="0"/>
              </a:rPr>
              <a:t>meta</a:t>
            </a:r>
            <a:r>
              <a:rPr lang="en-US" sz="16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 </a:t>
            </a:r>
            <a:r>
              <a:rPr lang="en-US" sz="1600" i="1" dirty="0">
                <a:solidFill>
                  <a:srgbClr val="D5971A"/>
                </a:solidFill>
                <a:effectLst/>
                <a:latin typeface="Berlin Sans FB" panose="020E0602020502020306" pitchFamily="34" charset="0"/>
              </a:rPr>
              <a:t>name</a:t>
            </a:r>
            <a:r>
              <a:rPr lang="en-US" sz="16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=</a:t>
            </a:r>
            <a:r>
              <a:rPr lang="en-US" sz="1600" dirty="0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"viewport"</a:t>
            </a:r>
            <a:r>
              <a:rPr lang="en-US" sz="16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 </a:t>
            </a:r>
            <a:r>
              <a:rPr lang="en-US" sz="1600" i="1" dirty="0">
                <a:solidFill>
                  <a:srgbClr val="D5971A"/>
                </a:solidFill>
                <a:effectLst/>
                <a:latin typeface="Berlin Sans FB" panose="020E0602020502020306" pitchFamily="34" charset="0"/>
              </a:rPr>
              <a:t>content</a:t>
            </a:r>
            <a:r>
              <a:rPr lang="en-US" sz="16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=</a:t>
            </a:r>
            <a:r>
              <a:rPr lang="en-US" sz="1600" dirty="0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"width=device-width, initial-scale=1.0"</a:t>
            </a:r>
            <a:r>
              <a:rPr lang="en-US" sz="16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 </a:t>
            </a: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/&gt;</a:t>
            </a:r>
            <a:endParaRPr lang="en-US" sz="1600" dirty="0">
              <a:solidFill>
                <a:srgbClr val="BECFDA"/>
              </a:solidFill>
              <a:latin typeface="Berlin Sans FB" panose="020E0602020502020306" pitchFamily="34" charset="0"/>
            </a:endParaRPr>
          </a:p>
        </p:txBody>
      </p:sp>
      <p:sp>
        <p:nvSpPr>
          <p:cNvPr id="59" name="index">
            <a:extLst>
              <a:ext uri="{FF2B5EF4-FFF2-40B4-BE49-F238E27FC236}">
                <a16:creationId xmlns:a16="http://schemas.microsoft.com/office/drawing/2014/main" id="{56CA5B6F-23F8-F3E4-E8D1-9B4BF91755A4}"/>
              </a:ext>
            </a:extLst>
          </p:cNvPr>
          <p:cNvSpPr/>
          <p:nvPr/>
        </p:nvSpPr>
        <p:spPr>
          <a:xfrm>
            <a:off x="1700572" y="910713"/>
            <a:ext cx="1591268" cy="3632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Berlin Sans FB" panose="020E0602020502020306" pitchFamily="34" charset="0"/>
              </a:rPr>
              <a:t>Index.html   x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CA560F8-7FC5-52EC-AD6C-A5D197C3865D}"/>
              </a:ext>
            </a:extLst>
          </p:cNvPr>
          <p:cNvSpPr txBox="1"/>
          <p:nvPr/>
        </p:nvSpPr>
        <p:spPr>
          <a:xfrm>
            <a:off x="1647899" y="4106087"/>
            <a:ext cx="1005662" cy="31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&lt;</a:t>
            </a:r>
            <a:r>
              <a:rPr lang="en-US" dirty="0">
                <a:solidFill>
                  <a:srgbClr val="E66533"/>
                </a:solidFill>
                <a:effectLst/>
                <a:latin typeface="Berlin Sans FB" panose="020E0602020502020306" pitchFamily="34" charset="0"/>
              </a:rPr>
              <a:t>body</a:t>
            </a:r>
            <a:r>
              <a:rPr lang="en-US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&gt;</a:t>
            </a:r>
            <a:endParaRPr lang="en-US" dirty="0">
              <a:solidFill>
                <a:srgbClr val="BECFDA"/>
              </a:solidFill>
              <a:effectLst/>
              <a:latin typeface="Berlin Sans FB" panose="020E0602020502020306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7355982-3AEE-CB46-36AC-52F9B3E46CC9}"/>
              </a:ext>
            </a:extLst>
          </p:cNvPr>
          <p:cNvSpPr txBox="1"/>
          <p:nvPr/>
        </p:nvSpPr>
        <p:spPr>
          <a:xfrm>
            <a:off x="1645875" y="6036911"/>
            <a:ext cx="1143000" cy="31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&lt;/</a:t>
            </a:r>
            <a:r>
              <a:rPr lang="en-US" dirty="0">
                <a:solidFill>
                  <a:srgbClr val="E66533"/>
                </a:solidFill>
                <a:effectLst/>
                <a:latin typeface="Berlin Sans FB" panose="020E0602020502020306" pitchFamily="34" charset="0"/>
              </a:rPr>
              <a:t>body</a:t>
            </a:r>
            <a:r>
              <a:rPr lang="en-US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&gt;</a:t>
            </a:r>
            <a:endParaRPr lang="en-US" dirty="0">
              <a:solidFill>
                <a:srgbClr val="BECFDA"/>
              </a:solidFill>
              <a:effectLst/>
              <a:latin typeface="Berlin Sans FB" panose="020E0602020502020306" pitchFamily="34" charset="0"/>
            </a:endParaRPr>
          </a:p>
        </p:txBody>
      </p:sp>
      <p:sp>
        <p:nvSpPr>
          <p:cNvPr id="61" name="package-a">
            <a:extLst>
              <a:ext uri="{FF2B5EF4-FFF2-40B4-BE49-F238E27FC236}">
                <a16:creationId xmlns:a16="http://schemas.microsoft.com/office/drawing/2014/main" id="{F2164469-A078-9CBF-EE50-EAD2D7B81449}"/>
              </a:ext>
            </a:extLst>
          </p:cNvPr>
          <p:cNvSpPr txBox="1"/>
          <p:nvPr/>
        </p:nvSpPr>
        <p:spPr>
          <a:xfrm>
            <a:off x="1800828" y="2770602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&lt;</a:t>
            </a:r>
            <a:r>
              <a:rPr lang="en-US" sz="1600" dirty="0">
                <a:solidFill>
                  <a:srgbClr val="E66533"/>
                </a:solidFill>
                <a:effectLst/>
                <a:latin typeface="Berlin Sans FB" panose="020E0602020502020306" pitchFamily="34" charset="0"/>
              </a:rPr>
              <a:t>link</a:t>
            </a:r>
            <a:r>
              <a:rPr lang="en-US" sz="16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 </a:t>
            </a:r>
            <a:r>
              <a:rPr lang="en-US" sz="1600" i="1" dirty="0" err="1">
                <a:solidFill>
                  <a:srgbClr val="D5971A"/>
                </a:solidFill>
                <a:effectLst/>
                <a:latin typeface="Berlin Sans FB" panose="020E0602020502020306" pitchFamily="34" charset="0"/>
              </a:rPr>
              <a:t>href</a:t>
            </a:r>
            <a:r>
              <a:rPr lang="en-US" sz="16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=</a:t>
            </a:r>
            <a:r>
              <a:rPr lang="en-US" sz="1600" dirty="0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"https://packages-a"</a:t>
            </a: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/&gt;</a:t>
            </a:r>
            <a:endParaRPr lang="en-US" sz="1600" dirty="0">
              <a:solidFill>
                <a:srgbClr val="BECFDA"/>
              </a:solidFill>
              <a:effectLst/>
              <a:latin typeface="Berlin Sans FB" panose="020E0602020502020306" pitchFamily="34" charset="0"/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7A26A028-6107-B475-05EF-61E3BB9EBB40}"/>
              </a:ext>
            </a:extLst>
          </p:cNvPr>
          <p:cNvGrpSpPr/>
          <p:nvPr/>
        </p:nvGrpSpPr>
        <p:grpSpPr>
          <a:xfrm>
            <a:off x="1855770" y="4340093"/>
            <a:ext cx="6099858" cy="841736"/>
            <a:chOff x="1855770" y="4487579"/>
            <a:chExt cx="6099858" cy="841736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2AF36845-3C8C-9E7D-82DD-23EA8F676AC5}"/>
                </a:ext>
              </a:extLst>
            </p:cNvPr>
            <p:cNvSpPr txBox="1"/>
            <p:nvPr/>
          </p:nvSpPr>
          <p:spPr>
            <a:xfrm>
              <a:off x="1855770" y="4487579"/>
              <a:ext cx="6099858" cy="5332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50"/>
                </a:lnSpc>
                <a:buNone/>
              </a:pPr>
              <a:r>
                <a:rPr lang="en-US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&lt;</a:t>
              </a:r>
              <a:r>
                <a:rPr lang="en-US" dirty="0">
                  <a:solidFill>
                    <a:srgbClr val="E66533"/>
                  </a:solidFill>
                  <a:effectLst/>
                  <a:latin typeface="Berlin Sans FB" panose="020E0602020502020306" pitchFamily="34" charset="0"/>
                </a:rPr>
                <a:t>div</a:t>
              </a:r>
              <a:r>
                <a:rPr lang="en-US" dirty="0">
                  <a:solidFill>
                    <a:srgbClr val="BECFDA"/>
                  </a:solidFill>
                  <a:latin typeface="Berlin Sans FB" panose="020E0602020502020306" pitchFamily="34" charset="0"/>
                </a:rPr>
                <a:t> </a:t>
              </a:r>
              <a:r>
                <a:rPr lang="en-US" i="1" dirty="0">
                  <a:solidFill>
                    <a:srgbClr val="D5971A"/>
                  </a:solidFill>
                  <a:effectLst/>
                  <a:latin typeface="Berlin Sans FB" panose="020E0602020502020306" pitchFamily="34" charset="0"/>
                </a:rPr>
                <a:t>class</a:t>
              </a:r>
              <a:r>
                <a:rPr lang="en-US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=</a:t>
              </a:r>
              <a:r>
                <a:rPr lang="en-US" dirty="0">
                  <a:solidFill>
                    <a:srgbClr val="49E9A6"/>
                  </a:solidFill>
                  <a:effectLst/>
                  <a:latin typeface="Berlin Sans FB" panose="020E0602020502020306" pitchFamily="34" charset="0"/>
                </a:rPr>
                <a:t>"w-full </a:t>
              </a:r>
              <a:r>
                <a:rPr lang="en-US" dirty="0" err="1">
                  <a:solidFill>
                    <a:srgbClr val="49E9A6"/>
                  </a:solidFill>
                  <a:effectLst/>
                  <a:latin typeface="Berlin Sans FB" panose="020E0602020502020306" pitchFamily="34" charset="0"/>
                </a:rPr>
                <a:t>md:w</a:t>
              </a:r>
              <a:r>
                <a:rPr lang="en-US" dirty="0">
                  <a:solidFill>
                    <a:srgbClr val="49E9A6"/>
                  </a:solidFill>
                  <a:effectLst/>
                  <a:latin typeface="Berlin Sans FB" panose="020E0602020502020306" pitchFamily="34" charset="0"/>
                </a:rPr>
                <a:t>-[800px] h-screen m-auto flex flex-col justify-between shadow-md"</a:t>
              </a:r>
              <a:r>
                <a:rPr lang="en-US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&gt;</a:t>
              </a:r>
              <a:endParaRPr lang="en-US" dirty="0">
                <a:solidFill>
                  <a:srgbClr val="BECFDA"/>
                </a:solidFill>
                <a:effectLst/>
                <a:latin typeface="Berlin Sans FB" panose="020E0602020502020306" pitchFamily="34" charset="0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6A484317-AAF7-BCBB-4638-5C129F6932E5}"/>
                </a:ext>
              </a:extLst>
            </p:cNvPr>
            <p:cNvSpPr txBox="1"/>
            <p:nvPr/>
          </p:nvSpPr>
          <p:spPr>
            <a:xfrm>
              <a:off x="1871128" y="5014101"/>
              <a:ext cx="1003733" cy="3152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50"/>
                </a:lnSpc>
                <a:buNone/>
              </a:pPr>
              <a:r>
                <a:rPr lang="en-US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&lt;/</a:t>
              </a:r>
              <a:r>
                <a:rPr lang="en-US" dirty="0">
                  <a:solidFill>
                    <a:srgbClr val="E66533"/>
                  </a:solidFill>
                  <a:effectLst/>
                  <a:latin typeface="Berlin Sans FB" panose="020E0602020502020306" pitchFamily="34" charset="0"/>
                </a:rPr>
                <a:t>div</a:t>
              </a:r>
              <a:r>
                <a:rPr lang="en-US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&gt;</a:t>
              </a:r>
              <a:endParaRPr lang="en-US" dirty="0">
                <a:solidFill>
                  <a:srgbClr val="BECFDA"/>
                </a:solidFill>
                <a:effectLst/>
                <a:latin typeface="Berlin Sans FB" panose="020E0602020502020306" pitchFamily="34" charset="0"/>
              </a:endParaRPr>
            </a:p>
          </p:txBody>
        </p:sp>
      </p:grpSp>
      <p:sp>
        <p:nvSpPr>
          <p:cNvPr id="80" name="Oval 79">
            <a:extLst>
              <a:ext uri="{FF2B5EF4-FFF2-40B4-BE49-F238E27FC236}">
                <a16:creationId xmlns:a16="http://schemas.microsoft.com/office/drawing/2014/main" id="{ED01A778-8EBA-88BA-46CC-5E5D0219158E}"/>
              </a:ext>
            </a:extLst>
          </p:cNvPr>
          <p:cNvSpPr/>
          <p:nvPr/>
        </p:nvSpPr>
        <p:spPr>
          <a:xfrm>
            <a:off x="2653561" y="2827719"/>
            <a:ext cx="1879110" cy="2255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package-b">
            <a:extLst>
              <a:ext uri="{FF2B5EF4-FFF2-40B4-BE49-F238E27FC236}">
                <a16:creationId xmlns:a16="http://schemas.microsoft.com/office/drawing/2014/main" id="{F0711BCB-0A8F-715F-BF15-BF2876C91B83}"/>
              </a:ext>
            </a:extLst>
          </p:cNvPr>
          <p:cNvSpPr txBox="1"/>
          <p:nvPr/>
        </p:nvSpPr>
        <p:spPr>
          <a:xfrm>
            <a:off x="1807964" y="3034729"/>
            <a:ext cx="66319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&lt;</a:t>
            </a:r>
            <a:r>
              <a:rPr lang="en-US" sz="1600" dirty="0">
                <a:solidFill>
                  <a:srgbClr val="E66533"/>
                </a:solidFill>
                <a:effectLst/>
                <a:latin typeface="Berlin Sans FB" panose="020E0602020502020306" pitchFamily="34" charset="0"/>
              </a:rPr>
              <a:t>script</a:t>
            </a:r>
            <a:r>
              <a:rPr lang="en-US" sz="1600" dirty="0">
                <a:solidFill>
                  <a:srgbClr val="BECFDA"/>
                </a:solidFill>
                <a:latin typeface="Berlin Sans FB" panose="020E0602020502020306" pitchFamily="34" charset="0"/>
              </a:rPr>
              <a:t> </a:t>
            </a:r>
            <a:r>
              <a:rPr lang="en-US" sz="1600" i="1" dirty="0" err="1">
                <a:solidFill>
                  <a:srgbClr val="D5971A"/>
                </a:solidFill>
                <a:effectLst/>
                <a:latin typeface="Berlin Sans FB" panose="020E0602020502020306" pitchFamily="34" charset="0"/>
              </a:rPr>
              <a:t>src</a:t>
            </a:r>
            <a:r>
              <a:rPr lang="en-US" sz="16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=</a:t>
            </a:r>
            <a:r>
              <a:rPr lang="en-US" sz="1600" dirty="0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"https://package-b"</a:t>
            </a: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&gt;&lt;/</a:t>
            </a:r>
            <a:r>
              <a:rPr lang="en-US" sz="1600" dirty="0">
                <a:solidFill>
                  <a:srgbClr val="E66533"/>
                </a:solidFill>
                <a:effectLst/>
                <a:latin typeface="Berlin Sans FB" panose="020E0602020502020306" pitchFamily="34" charset="0"/>
              </a:rPr>
              <a:t>script</a:t>
            </a: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&gt;</a:t>
            </a:r>
            <a:endParaRPr lang="en-US" sz="1600" dirty="0">
              <a:solidFill>
                <a:srgbClr val="BECFDA"/>
              </a:solidFill>
              <a:effectLst/>
              <a:latin typeface="Berlin Sans FB" panose="020E0602020502020306" pitchFamily="34" charset="0"/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2DB6247C-247D-AA12-194B-9CEA4A2C2D3C}"/>
              </a:ext>
            </a:extLst>
          </p:cNvPr>
          <p:cNvSpPr/>
          <p:nvPr/>
        </p:nvSpPr>
        <p:spPr>
          <a:xfrm>
            <a:off x="2681870" y="3110131"/>
            <a:ext cx="1879110" cy="2255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D0B7C1C-9C9F-B002-5045-458768078EAE}"/>
              </a:ext>
            </a:extLst>
          </p:cNvPr>
          <p:cNvSpPr txBox="1"/>
          <p:nvPr/>
        </p:nvSpPr>
        <p:spPr>
          <a:xfrm>
            <a:off x="1871128" y="5067527"/>
            <a:ext cx="35169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&lt;</a:t>
            </a:r>
            <a:r>
              <a:rPr lang="en-US" sz="1600" dirty="0">
                <a:solidFill>
                  <a:srgbClr val="E66533"/>
                </a:solidFill>
                <a:effectLst/>
                <a:latin typeface="Berlin Sans FB" panose="020E0602020502020306" pitchFamily="34" charset="0"/>
              </a:rPr>
              <a:t>script</a:t>
            </a:r>
            <a:r>
              <a:rPr lang="en-US" sz="1600" dirty="0">
                <a:solidFill>
                  <a:srgbClr val="BECFDA"/>
                </a:solidFill>
                <a:latin typeface="Berlin Sans FB" panose="020E0602020502020306" pitchFamily="34" charset="0"/>
              </a:rPr>
              <a:t> </a:t>
            </a:r>
            <a:r>
              <a:rPr lang="en-US" sz="1600" i="1" dirty="0" err="1">
                <a:solidFill>
                  <a:srgbClr val="D5971A"/>
                </a:solidFill>
                <a:effectLst/>
                <a:latin typeface="Berlin Sans FB" panose="020E0602020502020306" pitchFamily="34" charset="0"/>
              </a:rPr>
              <a:t>src</a:t>
            </a:r>
            <a:r>
              <a:rPr lang="en-US" sz="16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=</a:t>
            </a:r>
            <a:r>
              <a:rPr lang="en-US" sz="1600" dirty="0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“</a:t>
            </a:r>
            <a:r>
              <a:rPr lang="en-US" sz="1600" dirty="0">
                <a:solidFill>
                  <a:srgbClr val="49E9A6"/>
                </a:solidFill>
                <a:latin typeface="Berlin Sans FB" panose="020E0602020502020306" pitchFamily="34" charset="0"/>
              </a:rPr>
              <a:t>app.js</a:t>
            </a:r>
            <a:r>
              <a:rPr lang="en-US" sz="1600" dirty="0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"</a:t>
            </a: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&gt;&lt;/</a:t>
            </a:r>
            <a:r>
              <a:rPr lang="en-US" sz="1600" dirty="0">
                <a:solidFill>
                  <a:srgbClr val="E66533"/>
                </a:solidFill>
                <a:effectLst/>
                <a:latin typeface="Berlin Sans FB" panose="020E0602020502020306" pitchFamily="34" charset="0"/>
              </a:rPr>
              <a:t>script</a:t>
            </a: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&gt;</a:t>
            </a:r>
            <a:endParaRPr lang="en-US" sz="1600" dirty="0">
              <a:solidFill>
                <a:srgbClr val="BECFDA"/>
              </a:solidFill>
              <a:effectLst/>
              <a:latin typeface="Berlin Sans FB" panose="020E0602020502020306" pitchFamily="34" charset="0"/>
            </a:endParaRPr>
          </a:p>
        </p:txBody>
      </p:sp>
      <p:sp>
        <p:nvSpPr>
          <p:cNvPr id="75" name="package-e">
            <a:extLst>
              <a:ext uri="{FF2B5EF4-FFF2-40B4-BE49-F238E27FC236}">
                <a16:creationId xmlns:a16="http://schemas.microsoft.com/office/drawing/2014/main" id="{1B1AFB09-049E-5E4E-A823-24E3323C1724}"/>
              </a:ext>
            </a:extLst>
          </p:cNvPr>
          <p:cNvSpPr txBox="1"/>
          <p:nvPr/>
        </p:nvSpPr>
        <p:spPr>
          <a:xfrm>
            <a:off x="1871128" y="5310803"/>
            <a:ext cx="44903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&lt;</a:t>
            </a:r>
            <a:r>
              <a:rPr lang="en-US" sz="1600" dirty="0">
                <a:solidFill>
                  <a:srgbClr val="E66533"/>
                </a:solidFill>
                <a:effectLst/>
                <a:latin typeface="Berlin Sans FB" panose="020E0602020502020306" pitchFamily="34" charset="0"/>
              </a:rPr>
              <a:t>script</a:t>
            </a:r>
            <a:r>
              <a:rPr lang="en-US" sz="1600" dirty="0">
                <a:solidFill>
                  <a:srgbClr val="BECFDA"/>
                </a:solidFill>
                <a:latin typeface="Berlin Sans FB" panose="020E0602020502020306" pitchFamily="34" charset="0"/>
              </a:rPr>
              <a:t> </a:t>
            </a:r>
            <a:r>
              <a:rPr lang="en-US" sz="1600" i="1" dirty="0" err="1">
                <a:solidFill>
                  <a:srgbClr val="D5971A"/>
                </a:solidFill>
                <a:effectLst/>
                <a:latin typeface="Berlin Sans FB" panose="020E0602020502020306" pitchFamily="34" charset="0"/>
              </a:rPr>
              <a:t>src</a:t>
            </a:r>
            <a:r>
              <a:rPr lang="en-US" sz="16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=</a:t>
            </a:r>
            <a:r>
              <a:rPr lang="en-US" sz="1600" dirty="0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“packages-e</a:t>
            </a:r>
            <a:r>
              <a:rPr lang="en-US" sz="1600" dirty="0">
                <a:solidFill>
                  <a:srgbClr val="49E9A6"/>
                </a:solidFill>
                <a:latin typeface="Berlin Sans FB" panose="020E0602020502020306" pitchFamily="34" charset="0"/>
              </a:rPr>
              <a:t>.js</a:t>
            </a:r>
            <a:r>
              <a:rPr lang="en-US" sz="1600" dirty="0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"</a:t>
            </a: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&gt;&lt;/</a:t>
            </a:r>
            <a:r>
              <a:rPr lang="en-US" sz="1600" dirty="0">
                <a:solidFill>
                  <a:srgbClr val="E66533"/>
                </a:solidFill>
                <a:effectLst/>
                <a:latin typeface="Berlin Sans FB" panose="020E0602020502020306" pitchFamily="34" charset="0"/>
              </a:rPr>
              <a:t>script</a:t>
            </a: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&gt;</a:t>
            </a:r>
            <a:endParaRPr lang="en-US" sz="1600" dirty="0">
              <a:solidFill>
                <a:srgbClr val="BECFDA"/>
              </a:solidFill>
              <a:effectLst/>
              <a:latin typeface="Berlin Sans FB" panose="020E0602020502020306" pitchFamily="34" charset="0"/>
            </a:endParaRP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392E8556-E50F-6BBC-AC14-278EC42BC1A2}"/>
              </a:ext>
            </a:extLst>
          </p:cNvPr>
          <p:cNvSpPr/>
          <p:nvPr/>
        </p:nvSpPr>
        <p:spPr>
          <a:xfrm>
            <a:off x="2496206" y="5345543"/>
            <a:ext cx="1879110" cy="2255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package-f">
            <a:extLst>
              <a:ext uri="{FF2B5EF4-FFF2-40B4-BE49-F238E27FC236}">
                <a16:creationId xmlns:a16="http://schemas.microsoft.com/office/drawing/2014/main" id="{451A8C86-0D35-ACCC-ECE2-C9F366E3F1B2}"/>
              </a:ext>
            </a:extLst>
          </p:cNvPr>
          <p:cNvSpPr txBox="1"/>
          <p:nvPr/>
        </p:nvSpPr>
        <p:spPr>
          <a:xfrm>
            <a:off x="1846548" y="5561528"/>
            <a:ext cx="44903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&lt;</a:t>
            </a:r>
            <a:r>
              <a:rPr lang="en-US" sz="1600" dirty="0">
                <a:solidFill>
                  <a:srgbClr val="E66533"/>
                </a:solidFill>
                <a:effectLst/>
                <a:latin typeface="Berlin Sans FB" panose="020E0602020502020306" pitchFamily="34" charset="0"/>
              </a:rPr>
              <a:t>script</a:t>
            </a:r>
            <a:r>
              <a:rPr lang="en-US" sz="1600" dirty="0">
                <a:solidFill>
                  <a:srgbClr val="BECFDA"/>
                </a:solidFill>
                <a:latin typeface="Berlin Sans FB" panose="020E0602020502020306" pitchFamily="34" charset="0"/>
              </a:rPr>
              <a:t> </a:t>
            </a:r>
            <a:r>
              <a:rPr lang="en-US" sz="1600" i="1" dirty="0" err="1">
                <a:solidFill>
                  <a:srgbClr val="D5971A"/>
                </a:solidFill>
                <a:effectLst/>
                <a:latin typeface="Berlin Sans FB" panose="020E0602020502020306" pitchFamily="34" charset="0"/>
              </a:rPr>
              <a:t>src</a:t>
            </a:r>
            <a:r>
              <a:rPr lang="en-US" sz="16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=</a:t>
            </a:r>
            <a:r>
              <a:rPr lang="en-US" sz="1600" dirty="0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“packages-f</a:t>
            </a:r>
            <a:r>
              <a:rPr lang="en-US" sz="1600" dirty="0">
                <a:solidFill>
                  <a:srgbClr val="49E9A6"/>
                </a:solidFill>
                <a:latin typeface="Berlin Sans FB" panose="020E0602020502020306" pitchFamily="34" charset="0"/>
              </a:rPr>
              <a:t>.js</a:t>
            </a:r>
            <a:r>
              <a:rPr lang="en-US" sz="1600" dirty="0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"</a:t>
            </a: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&gt;&lt;/</a:t>
            </a:r>
            <a:r>
              <a:rPr lang="en-US" sz="1600" dirty="0">
                <a:solidFill>
                  <a:srgbClr val="E66533"/>
                </a:solidFill>
                <a:effectLst/>
                <a:latin typeface="Berlin Sans FB" panose="020E0602020502020306" pitchFamily="34" charset="0"/>
              </a:rPr>
              <a:t>script</a:t>
            </a: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&gt;</a:t>
            </a:r>
            <a:endParaRPr lang="en-US" sz="1600" dirty="0">
              <a:solidFill>
                <a:srgbClr val="BECFDA"/>
              </a:solidFill>
              <a:effectLst/>
              <a:latin typeface="Berlin Sans FB" panose="020E0602020502020306" pitchFamily="34" charset="0"/>
            </a:endParaRP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CB7814D4-5DB9-CEDE-4915-EB7189315C1A}"/>
              </a:ext>
            </a:extLst>
          </p:cNvPr>
          <p:cNvSpPr/>
          <p:nvPr/>
        </p:nvSpPr>
        <p:spPr>
          <a:xfrm>
            <a:off x="2496206" y="5596268"/>
            <a:ext cx="1879110" cy="2255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pacakage-g">
            <a:extLst>
              <a:ext uri="{FF2B5EF4-FFF2-40B4-BE49-F238E27FC236}">
                <a16:creationId xmlns:a16="http://schemas.microsoft.com/office/drawing/2014/main" id="{4CE8F865-E5CD-8E65-5624-8729D859989F}"/>
              </a:ext>
            </a:extLst>
          </p:cNvPr>
          <p:cNvSpPr txBox="1"/>
          <p:nvPr/>
        </p:nvSpPr>
        <p:spPr>
          <a:xfrm>
            <a:off x="1831799" y="5782752"/>
            <a:ext cx="44903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&lt;</a:t>
            </a:r>
            <a:r>
              <a:rPr lang="en-US" sz="1600" dirty="0">
                <a:solidFill>
                  <a:srgbClr val="E66533"/>
                </a:solidFill>
                <a:effectLst/>
                <a:latin typeface="Berlin Sans FB" panose="020E0602020502020306" pitchFamily="34" charset="0"/>
              </a:rPr>
              <a:t>script</a:t>
            </a:r>
            <a:r>
              <a:rPr lang="en-US" sz="1600" dirty="0">
                <a:solidFill>
                  <a:srgbClr val="BECFDA"/>
                </a:solidFill>
                <a:latin typeface="Berlin Sans FB" panose="020E0602020502020306" pitchFamily="34" charset="0"/>
              </a:rPr>
              <a:t> </a:t>
            </a:r>
            <a:r>
              <a:rPr lang="en-US" sz="1600" i="1" dirty="0" err="1">
                <a:solidFill>
                  <a:srgbClr val="D5971A"/>
                </a:solidFill>
                <a:effectLst/>
                <a:latin typeface="Berlin Sans FB" panose="020E0602020502020306" pitchFamily="34" charset="0"/>
              </a:rPr>
              <a:t>src</a:t>
            </a:r>
            <a:r>
              <a:rPr lang="en-US" sz="16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=</a:t>
            </a:r>
            <a:r>
              <a:rPr lang="en-US" sz="1600" dirty="0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“packages-g</a:t>
            </a:r>
            <a:r>
              <a:rPr lang="en-US" sz="1600" dirty="0">
                <a:solidFill>
                  <a:srgbClr val="49E9A6"/>
                </a:solidFill>
                <a:latin typeface="Berlin Sans FB" panose="020E0602020502020306" pitchFamily="34" charset="0"/>
              </a:rPr>
              <a:t>.js</a:t>
            </a:r>
            <a:r>
              <a:rPr lang="en-US" sz="1600" dirty="0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"</a:t>
            </a: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&gt;&lt;/</a:t>
            </a:r>
            <a:r>
              <a:rPr lang="en-US" sz="1600" dirty="0">
                <a:solidFill>
                  <a:srgbClr val="E66533"/>
                </a:solidFill>
                <a:effectLst/>
                <a:latin typeface="Berlin Sans FB" panose="020E0602020502020306" pitchFamily="34" charset="0"/>
              </a:rPr>
              <a:t>script</a:t>
            </a: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&gt;</a:t>
            </a:r>
            <a:endParaRPr lang="en-US" sz="1600" dirty="0">
              <a:solidFill>
                <a:srgbClr val="BECFDA"/>
              </a:solidFill>
              <a:effectLst/>
              <a:latin typeface="Berlin Sans FB" panose="020E0602020502020306" pitchFamily="34" charset="0"/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B034FC2C-022B-9B0B-1CF6-6D31871BE96B}"/>
              </a:ext>
            </a:extLst>
          </p:cNvPr>
          <p:cNvSpPr/>
          <p:nvPr/>
        </p:nvSpPr>
        <p:spPr>
          <a:xfrm>
            <a:off x="2463292" y="5856913"/>
            <a:ext cx="1879110" cy="2255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package-c">
            <a:extLst>
              <a:ext uri="{FF2B5EF4-FFF2-40B4-BE49-F238E27FC236}">
                <a16:creationId xmlns:a16="http://schemas.microsoft.com/office/drawing/2014/main" id="{C01EECC6-63F1-8B23-4426-5C3A9E1E1F2E}"/>
              </a:ext>
            </a:extLst>
          </p:cNvPr>
          <p:cNvSpPr txBox="1"/>
          <p:nvPr/>
        </p:nvSpPr>
        <p:spPr>
          <a:xfrm>
            <a:off x="1832546" y="3314949"/>
            <a:ext cx="66319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&lt;</a:t>
            </a:r>
            <a:r>
              <a:rPr lang="en-US" sz="1600" dirty="0">
                <a:solidFill>
                  <a:srgbClr val="E66533"/>
                </a:solidFill>
                <a:effectLst/>
                <a:latin typeface="Berlin Sans FB" panose="020E0602020502020306" pitchFamily="34" charset="0"/>
              </a:rPr>
              <a:t>script</a:t>
            </a:r>
            <a:r>
              <a:rPr lang="en-US" sz="1600" dirty="0">
                <a:solidFill>
                  <a:srgbClr val="BECFDA"/>
                </a:solidFill>
                <a:latin typeface="Berlin Sans FB" panose="020E0602020502020306" pitchFamily="34" charset="0"/>
              </a:rPr>
              <a:t> </a:t>
            </a:r>
            <a:r>
              <a:rPr lang="en-US" sz="1600" i="1" dirty="0" err="1">
                <a:solidFill>
                  <a:srgbClr val="D5971A"/>
                </a:solidFill>
                <a:effectLst/>
                <a:latin typeface="Berlin Sans FB" panose="020E0602020502020306" pitchFamily="34" charset="0"/>
              </a:rPr>
              <a:t>src</a:t>
            </a:r>
            <a:r>
              <a:rPr lang="en-US" sz="16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=</a:t>
            </a:r>
            <a:r>
              <a:rPr lang="en-US" sz="1600" dirty="0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"https://package-c"</a:t>
            </a: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&gt;&lt;/</a:t>
            </a:r>
            <a:r>
              <a:rPr lang="en-US" sz="1600" dirty="0">
                <a:solidFill>
                  <a:srgbClr val="E66533"/>
                </a:solidFill>
                <a:effectLst/>
                <a:latin typeface="Berlin Sans FB" panose="020E0602020502020306" pitchFamily="34" charset="0"/>
              </a:rPr>
              <a:t>script</a:t>
            </a: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&gt;</a:t>
            </a:r>
            <a:endParaRPr lang="en-US" sz="1600" dirty="0">
              <a:solidFill>
                <a:srgbClr val="BECFDA"/>
              </a:solidFill>
              <a:effectLst/>
              <a:latin typeface="Berlin Sans FB" panose="020E0602020502020306" pitchFamily="34" charset="0"/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312D7F02-8445-774B-B3F5-25FBF8D2F041}"/>
              </a:ext>
            </a:extLst>
          </p:cNvPr>
          <p:cNvSpPr/>
          <p:nvPr/>
        </p:nvSpPr>
        <p:spPr>
          <a:xfrm>
            <a:off x="2664155" y="3359900"/>
            <a:ext cx="1879110" cy="2255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package-d">
            <a:extLst>
              <a:ext uri="{FF2B5EF4-FFF2-40B4-BE49-F238E27FC236}">
                <a16:creationId xmlns:a16="http://schemas.microsoft.com/office/drawing/2014/main" id="{D51F97A6-5776-A725-5F67-B15211E52516}"/>
              </a:ext>
            </a:extLst>
          </p:cNvPr>
          <p:cNvSpPr txBox="1"/>
          <p:nvPr/>
        </p:nvSpPr>
        <p:spPr>
          <a:xfrm>
            <a:off x="1837458" y="3575504"/>
            <a:ext cx="66319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&lt;</a:t>
            </a:r>
            <a:r>
              <a:rPr lang="en-US" sz="1600" dirty="0">
                <a:solidFill>
                  <a:srgbClr val="E66533"/>
                </a:solidFill>
                <a:effectLst/>
                <a:latin typeface="Berlin Sans FB" panose="020E0602020502020306" pitchFamily="34" charset="0"/>
              </a:rPr>
              <a:t>script</a:t>
            </a:r>
            <a:r>
              <a:rPr lang="en-US" sz="1600" dirty="0">
                <a:solidFill>
                  <a:srgbClr val="BECFDA"/>
                </a:solidFill>
                <a:latin typeface="Berlin Sans FB" panose="020E0602020502020306" pitchFamily="34" charset="0"/>
              </a:rPr>
              <a:t> </a:t>
            </a:r>
            <a:r>
              <a:rPr lang="en-US" sz="1600" i="1" dirty="0" err="1">
                <a:solidFill>
                  <a:srgbClr val="D5971A"/>
                </a:solidFill>
                <a:effectLst/>
                <a:latin typeface="Berlin Sans FB" panose="020E0602020502020306" pitchFamily="34" charset="0"/>
              </a:rPr>
              <a:t>src</a:t>
            </a:r>
            <a:r>
              <a:rPr lang="en-US" sz="16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=</a:t>
            </a:r>
            <a:r>
              <a:rPr lang="en-US" sz="1600" dirty="0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"https://package-d"</a:t>
            </a: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&gt;&lt;/</a:t>
            </a:r>
            <a:r>
              <a:rPr lang="en-US" sz="1600" dirty="0">
                <a:solidFill>
                  <a:srgbClr val="E66533"/>
                </a:solidFill>
                <a:effectLst/>
                <a:latin typeface="Berlin Sans FB" panose="020E0602020502020306" pitchFamily="34" charset="0"/>
              </a:rPr>
              <a:t>script</a:t>
            </a:r>
            <a:r>
              <a:rPr lang="en-US" sz="16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&gt;</a:t>
            </a:r>
            <a:endParaRPr lang="en-US" sz="1600" dirty="0">
              <a:solidFill>
                <a:srgbClr val="BECFDA"/>
              </a:solidFill>
              <a:effectLst/>
              <a:latin typeface="Berlin Sans FB" panose="020E0602020502020306" pitchFamily="34" charset="0"/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7BBA8B5C-CA3B-9BA0-F091-730BBB795F6D}"/>
              </a:ext>
            </a:extLst>
          </p:cNvPr>
          <p:cNvSpPr/>
          <p:nvPr/>
        </p:nvSpPr>
        <p:spPr>
          <a:xfrm>
            <a:off x="2628800" y="3621302"/>
            <a:ext cx="1879110" cy="2255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FBDDDC-8EA3-2E1D-292F-ED3D921F5B86}"/>
              </a:ext>
            </a:extLst>
          </p:cNvPr>
          <p:cNvSpPr txBox="1"/>
          <p:nvPr/>
        </p:nvSpPr>
        <p:spPr>
          <a:xfrm>
            <a:off x="1795841" y="2464808"/>
            <a:ext cx="6184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&lt;</a:t>
            </a:r>
            <a:r>
              <a:rPr lang="en-US" sz="1800" dirty="0">
                <a:solidFill>
                  <a:srgbClr val="E66533"/>
                </a:solidFill>
                <a:effectLst/>
                <a:latin typeface="Berlin Sans FB" panose="020E0602020502020306" pitchFamily="34" charset="0"/>
              </a:rPr>
              <a:t>link</a:t>
            </a:r>
            <a:r>
              <a:rPr lang="en-US" sz="18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 </a:t>
            </a:r>
            <a:r>
              <a:rPr lang="en-US" sz="1800" i="1" dirty="0" err="1">
                <a:solidFill>
                  <a:srgbClr val="D5971A"/>
                </a:solidFill>
                <a:effectLst/>
                <a:latin typeface="Berlin Sans FB" panose="020E0602020502020306" pitchFamily="34" charset="0"/>
              </a:rPr>
              <a:t>rel</a:t>
            </a:r>
            <a:r>
              <a:rPr lang="en-US" sz="18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=</a:t>
            </a:r>
            <a:r>
              <a:rPr lang="en-US" sz="1800" dirty="0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"</a:t>
            </a:r>
            <a:r>
              <a:rPr lang="en-US" sz="1800" dirty="0" err="1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stylesheet"</a:t>
            </a:r>
            <a:r>
              <a:rPr lang="en-US" sz="1800" i="1" dirty="0" err="1">
                <a:solidFill>
                  <a:srgbClr val="D5971A"/>
                </a:solidFill>
                <a:effectLst/>
                <a:latin typeface="Berlin Sans FB" panose="020E0602020502020306" pitchFamily="34" charset="0"/>
              </a:rPr>
              <a:t>href</a:t>
            </a:r>
            <a:r>
              <a:rPr lang="en-US" sz="18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=</a:t>
            </a:r>
            <a:r>
              <a:rPr lang="en-US" sz="1800" dirty="0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"./</a:t>
            </a:r>
            <a:r>
              <a:rPr lang="en-US" sz="1800" dirty="0" err="1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src</a:t>
            </a:r>
            <a:r>
              <a:rPr lang="en-US" sz="1800" dirty="0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/</a:t>
            </a:r>
            <a:r>
              <a:rPr lang="en-US" sz="1800" dirty="0" err="1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css</a:t>
            </a:r>
            <a:r>
              <a:rPr lang="en-US" sz="1800" dirty="0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/style.css"</a:t>
            </a:r>
            <a:r>
              <a:rPr lang="en-US" sz="18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 </a:t>
            </a:r>
            <a:r>
              <a:rPr lang="en-US" sz="1800" dirty="0">
                <a:solidFill>
                  <a:srgbClr val="5988A6"/>
                </a:solidFill>
                <a:effectLst/>
                <a:latin typeface="Berlin Sans FB" panose="020E0602020502020306" pitchFamily="34" charset="0"/>
              </a:rPr>
              <a:t>/&gt;</a:t>
            </a:r>
            <a:endParaRPr lang="en-US" sz="1800" dirty="0">
              <a:solidFill>
                <a:srgbClr val="BECFDA"/>
              </a:solidFill>
              <a:effectLst/>
              <a:latin typeface="Berlin Sans FB" panose="020E0602020502020306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7731B6-38F0-48DF-15C9-725E3D88EEF5}"/>
              </a:ext>
            </a:extLst>
          </p:cNvPr>
          <p:cNvSpPr/>
          <p:nvPr/>
        </p:nvSpPr>
        <p:spPr>
          <a:xfrm>
            <a:off x="3980285" y="2235293"/>
            <a:ext cx="4131480" cy="22024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D47CD5-3BC7-8831-04AB-37AE0EAB58BF}"/>
              </a:ext>
            </a:extLst>
          </p:cNvPr>
          <p:cNvSpPr txBox="1"/>
          <p:nvPr/>
        </p:nvSpPr>
        <p:spPr>
          <a:xfrm>
            <a:off x="4008080" y="2333557"/>
            <a:ext cx="2909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Gill Sans MT" panose="020B0502020104020203" pitchFamily="34" charset="0"/>
              </a:rPr>
              <a:t>Windows PowerShell</a:t>
            </a:r>
          </a:p>
          <a:p>
            <a:r>
              <a:rPr lang="en-US" sz="900" dirty="0">
                <a:solidFill>
                  <a:schemeClr val="bg1"/>
                </a:solidFill>
                <a:latin typeface="Gill Sans MT" panose="020B0502020104020203" pitchFamily="34" charset="0"/>
              </a:rPr>
              <a:t>Copyright (C) Microsoft Corporation. All rights reserved.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EBA3B3-740C-247A-F2B9-EEC3D97C7100}"/>
              </a:ext>
            </a:extLst>
          </p:cNvPr>
          <p:cNvSpPr txBox="1"/>
          <p:nvPr/>
        </p:nvSpPr>
        <p:spPr>
          <a:xfrm>
            <a:off x="4024327" y="2754597"/>
            <a:ext cx="72648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Gill Sans MT" panose="020B0502020104020203" pitchFamily="34" charset="0"/>
              </a:rPr>
              <a:t>C:\\project\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B70665-70D1-3DA2-CDFA-FA850003898B}"/>
              </a:ext>
            </a:extLst>
          </p:cNvPr>
          <p:cNvSpPr txBox="1"/>
          <p:nvPr/>
        </p:nvSpPr>
        <p:spPr>
          <a:xfrm>
            <a:off x="4047925" y="3012609"/>
            <a:ext cx="38560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  <a:latin typeface="Gill Sans MT" panose="020B0502020104020203" pitchFamily="34" charset="0"/>
              </a:rPr>
              <a:t>npm</a:t>
            </a:r>
            <a:r>
              <a:rPr lang="en-US" sz="3600" dirty="0">
                <a:solidFill>
                  <a:schemeClr val="bg1"/>
                </a:solidFill>
                <a:latin typeface="Gill Sans MT" panose="020B0502020104020203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Gill Sans MT" panose="020B0502020104020203" pitchFamily="34" charset="0"/>
              </a:rPr>
              <a:t>i</a:t>
            </a:r>
            <a:r>
              <a:rPr lang="en-US" sz="3600" dirty="0">
                <a:solidFill>
                  <a:schemeClr val="bg1"/>
                </a:solidFill>
                <a:latin typeface="Gill Sans MT" panose="020B0502020104020203" pitchFamily="34" charset="0"/>
              </a:rPr>
              <a:t> a, b, c, d, e, f, 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E9AFC8-8242-DFB9-BBED-8B95745F769F}"/>
              </a:ext>
            </a:extLst>
          </p:cNvPr>
          <p:cNvSpPr/>
          <p:nvPr/>
        </p:nvSpPr>
        <p:spPr>
          <a:xfrm>
            <a:off x="3808804" y="1407281"/>
            <a:ext cx="1762429" cy="47828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  <a:latin typeface="Berlin Sans FB" panose="020E0602020502020306" pitchFamily="34" charset="0"/>
              </a:rPr>
              <a:t>packages.json</a:t>
            </a:r>
            <a:endParaRPr lang="en-US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192954-15D0-3C6E-FE23-06DBB1248A91}"/>
              </a:ext>
            </a:extLst>
          </p:cNvPr>
          <p:cNvSpPr/>
          <p:nvPr/>
        </p:nvSpPr>
        <p:spPr>
          <a:xfrm>
            <a:off x="3797184" y="1895618"/>
            <a:ext cx="4015856" cy="39612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B7744E-E9DB-1B2E-D4DD-21833E424A9C}"/>
              </a:ext>
            </a:extLst>
          </p:cNvPr>
          <p:cNvSpPr txBox="1"/>
          <p:nvPr/>
        </p:nvSpPr>
        <p:spPr>
          <a:xfrm>
            <a:off x="3797184" y="2027818"/>
            <a:ext cx="402257" cy="31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30DB1F-F3E2-2AF2-1B6D-50AD0EC9B973}"/>
              </a:ext>
            </a:extLst>
          </p:cNvPr>
          <p:cNvSpPr txBox="1"/>
          <p:nvPr/>
        </p:nvSpPr>
        <p:spPr>
          <a:xfrm>
            <a:off x="3772704" y="5246879"/>
            <a:ext cx="403135" cy="31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E9A32FC-206F-E135-8026-1AABA2FF7972}"/>
              </a:ext>
            </a:extLst>
          </p:cNvPr>
          <p:cNvSpPr txBox="1"/>
          <p:nvPr/>
        </p:nvSpPr>
        <p:spPr>
          <a:xfrm>
            <a:off x="4076970" y="2265355"/>
            <a:ext cx="2397115" cy="31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"</a:t>
            </a:r>
            <a:r>
              <a:rPr lang="en-US" dirty="0">
                <a:solidFill>
                  <a:srgbClr val="E4B781"/>
                </a:solidFill>
                <a:effectLst/>
                <a:latin typeface="Berlin Sans FB" panose="020E0602020502020306" pitchFamily="34" charset="0"/>
              </a:rPr>
              <a:t>name</a:t>
            </a:r>
            <a:r>
              <a:rPr lang="en-US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": </a:t>
            </a:r>
            <a:r>
              <a:rPr lang="en-US" dirty="0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"crud-1"</a:t>
            </a:r>
            <a:r>
              <a:rPr lang="en-US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,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54F48E2-56F8-FABD-B638-9DF0764F7F18}"/>
              </a:ext>
            </a:extLst>
          </p:cNvPr>
          <p:cNvSpPr txBox="1"/>
          <p:nvPr/>
        </p:nvSpPr>
        <p:spPr>
          <a:xfrm>
            <a:off x="4091719" y="2591069"/>
            <a:ext cx="2367008" cy="31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"</a:t>
            </a:r>
            <a:r>
              <a:rPr lang="en-US" dirty="0">
                <a:solidFill>
                  <a:srgbClr val="E4B781"/>
                </a:solidFill>
                <a:effectLst/>
                <a:latin typeface="Berlin Sans FB" panose="020E0602020502020306" pitchFamily="34" charset="0"/>
              </a:rPr>
              <a:t>dependencies</a:t>
            </a:r>
            <a:r>
              <a:rPr lang="en-US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": {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8107544-06F5-57DF-444D-C8BC9DFAAA60}"/>
              </a:ext>
            </a:extLst>
          </p:cNvPr>
          <p:cNvSpPr txBox="1"/>
          <p:nvPr/>
        </p:nvSpPr>
        <p:spPr>
          <a:xfrm>
            <a:off x="4022384" y="5083742"/>
            <a:ext cx="453535" cy="31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},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E7DCE41-193B-7F04-D515-00D26494E7C8}"/>
              </a:ext>
            </a:extLst>
          </p:cNvPr>
          <p:cNvSpPr txBox="1"/>
          <p:nvPr/>
        </p:nvSpPr>
        <p:spPr>
          <a:xfrm>
            <a:off x="4255993" y="2832274"/>
            <a:ext cx="2086518" cy="31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“</a:t>
            </a:r>
            <a:r>
              <a:rPr lang="en-US" dirty="0">
                <a:solidFill>
                  <a:srgbClr val="E4B781"/>
                </a:solidFill>
                <a:effectLst/>
                <a:latin typeface="Berlin Sans FB" panose="020E0602020502020306" pitchFamily="34" charset="0"/>
              </a:rPr>
              <a:t>a</a:t>
            </a:r>
            <a:r>
              <a:rPr lang="en-US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": </a:t>
            </a:r>
            <a:r>
              <a:rPr lang="en-US" dirty="0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"^5.5.0"</a:t>
            </a:r>
            <a:r>
              <a:rPr lang="en-US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,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CB345FB-86AE-E267-58C8-38026246048C}"/>
              </a:ext>
            </a:extLst>
          </p:cNvPr>
          <p:cNvSpPr txBox="1"/>
          <p:nvPr/>
        </p:nvSpPr>
        <p:spPr>
          <a:xfrm>
            <a:off x="4255993" y="3122735"/>
            <a:ext cx="2086518" cy="31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“</a:t>
            </a:r>
            <a:r>
              <a:rPr lang="en-US" dirty="0">
                <a:solidFill>
                  <a:srgbClr val="E4B781"/>
                </a:solidFill>
                <a:effectLst/>
                <a:latin typeface="Berlin Sans FB" panose="020E0602020502020306" pitchFamily="34" charset="0"/>
              </a:rPr>
              <a:t>b</a:t>
            </a:r>
            <a:r>
              <a:rPr lang="en-US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": </a:t>
            </a:r>
            <a:r>
              <a:rPr lang="en-US" dirty="0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"^5.5.0"</a:t>
            </a:r>
            <a:r>
              <a:rPr lang="en-US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,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E847B49-E282-22BB-A9BD-1ABC0EBF8B47}"/>
              </a:ext>
            </a:extLst>
          </p:cNvPr>
          <p:cNvSpPr txBox="1"/>
          <p:nvPr/>
        </p:nvSpPr>
        <p:spPr>
          <a:xfrm>
            <a:off x="4239172" y="3459120"/>
            <a:ext cx="2086518" cy="31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“</a:t>
            </a:r>
            <a:r>
              <a:rPr lang="en-US" dirty="0">
                <a:solidFill>
                  <a:srgbClr val="E4B781"/>
                </a:solidFill>
                <a:latin typeface="Berlin Sans FB" panose="020E0602020502020306" pitchFamily="34" charset="0"/>
              </a:rPr>
              <a:t>c</a:t>
            </a:r>
            <a:r>
              <a:rPr lang="en-US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": </a:t>
            </a:r>
            <a:r>
              <a:rPr lang="en-US" dirty="0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"^5.5.0"</a:t>
            </a:r>
            <a:r>
              <a:rPr lang="en-US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,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F49F16F-B4BF-3DEA-CFBC-DEEA104F6BF8}"/>
              </a:ext>
            </a:extLst>
          </p:cNvPr>
          <p:cNvSpPr txBox="1"/>
          <p:nvPr/>
        </p:nvSpPr>
        <p:spPr>
          <a:xfrm>
            <a:off x="4231964" y="3762447"/>
            <a:ext cx="2086518" cy="31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“</a:t>
            </a:r>
            <a:r>
              <a:rPr lang="en-US" dirty="0">
                <a:solidFill>
                  <a:srgbClr val="E4B781"/>
                </a:solidFill>
                <a:effectLst/>
                <a:latin typeface="Berlin Sans FB" panose="020E0602020502020306" pitchFamily="34" charset="0"/>
              </a:rPr>
              <a:t>d</a:t>
            </a:r>
            <a:r>
              <a:rPr lang="en-US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": </a:t>
            </a:r>
            <a:r>
              <a:rPr lang="en-US" dirty="0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"^5.5.0"</a:t>
            </a:r>
            <a:r>
              <a:rPr lang="en-US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,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A387743-065B-3CBF-89C7-2B0EBF25B841}"/>
              </a:ext>
            </a:extLst>
          </p:cNvPr>
          <p:cNvSpPr txBox="1"/>
          <p:nvPr/>
        </p:nvSpPr>
        <p:spPr>
          <a:xfrm>
            <a:off x="4239172" y="4092003"/>
            <a:ext cx="2086518" cy="31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“</a:t>
            </a:r>
            <a:r>
              <a:rPr lang="en-US" dirty="0">
                <a:solidFill>
                  <a:srgbClr val="E4B781"/>
                </a:solidFill>
                <a:effectLst/>
                <a:latin typeface="Berlin Sans FB" panose="020E0602020502020306" pitchFamily="34" charset="0"/>
              </a:rPr>
              <a:t>e</a:t>
            </a:r>
            <a:r>
              <a:rPr lang="en-US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": </a:t>
            </a:r>
            <a:r>
              <a:rPr lang="en-US" dirty="0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"^5.5.0"</a:t>
            </a:r>
            <a:r>
              <a:rPr lang="en-US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,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C416DAD-629F-1846-C97B-82322C48D504}"/>
              </a:ext>
            </a:extLst>
          </p:cNvPr>
          <p:cNvSpPr txBox="1"/>
          <p:nvPr/>
        </p:nvSpPr>
        <p:spPr>
          <a:xfrm>
            <a:off x="4223882" y="4472938"/>
            <a:ext cx="2086518" cy="31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“</a:t>
            </a:r>
            <a:r>
              <a:rPr lang="en-US" dirty="0">
                <a:solidFill>
                  <a:srgbClr val="E4B781"/>
                </a:solidFill>
                <a:latin typeface="Berlin Sans FB" panose="020E0602020502020306" pitchFamily="34" charset="0"/>
              </a:rPr>
              <a:t>f</a:t>
            </a:r>
            <a:r>
              <a:rPr lang="en-US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": </a:t>
            </a:r>
            <a:r>
              <a:rPr lang="en-US" dirty="0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"^5.5.0"</a:t>
            </a:r>
            <a:r>
              <a:rPr lang="en-US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,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ADCBECC-8DFF-2E7B-58E9-830A80617133}"/>
              </a:ext>
            </a:extLst>
          </p:cNvPr>
          <p:cNvSpPr txBox="1"/>
          <p:nvPr/>
        </p:nvSpPr>
        <p:spPr>
          <a:xfrm>
            <a:off x="4239122" y="4838698"/>
            <a:ext cx="2086518" cy="31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“</a:t>
            </a:r>
            <a:r>
              <a:rPr lang="en-US" dirty="0">
                <a:solidFill>
                  <a:srgbClr val="E4B781"/>
                </a:solidFill>
                <a:effectLst/>
                <a:latin typeface="Berlin Sans FB" panose="020E0602020502020306" pitchFamily="34" charset="0"/>
              </a:rPr>
              <a:t>g</a:t>
            </a:r>
            <a:r>
              <a:rPr lang="en-US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": </a:t>
            </a:r>
            <a:r>
              <a:rPr lang="en-US" dirty="0">
                <a:solidFill>
                  <a:srgbClr val="49E9A6"/>
                </a:solidFill>
                <a:effectLst/>
                <a:latin typeface="Berlin Sans FB" panose="020E0602020502020306" pitchFamily="34" charset="0"/>
              </a:rPr>
              <a:t>"^5.5.0"</a:t>
            </a:r>
            <a:r>
              <a:rPr lang="en-US" dirty="0">
                <a:solidFill>
                  <a:srgbClr val="BECFDA"/>
                </a:solidFill>
                <a:effectLst/>
                <a:latin typeface="Berlin Sans FB" panose="020E0602020502020306" pitchFamily="34" charset="0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1004045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9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xit" presetSubtype="2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2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xit" presetSubtype="2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5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xit" presetSubtype="2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8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xit" presetSubtype="2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1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xit" presetSubtype="2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4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2" presetClass="exit" presetSubtype="2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7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xit" presetSubtype="2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0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2" presetClass="exit" presetSubtype="2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3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2" presetClass="exit" presetSubtype="2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6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2" presetClass="exit" presetSubtype="2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9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2" presetClass="exit" presetSubtype="2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2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2" presetClass="exit" presetSubtype="2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5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64" presetClass="path" presetSubtype="0" accel="50000" decel="5000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animMotion origin="layout" path="M 2.5E-6 4.07407E-6 L 0.00221 -0.14908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" y="-7454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64" presetClass="path" presetSubtype="0" accel="50000" decel="5000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animMotion origin="layout" path="M -2.29167E-6 7.40741E-7 L 0.00339 -0.14352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9" y="-7176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64" presetClass="path" presetSubtype="0" accel="50000" decel="50000" fill="hold" nodeType="withEffect">
                                  <p:stCondLst>
                                    <p:cond delay="7000"/>
                                  </p:stCondLst>
                                  <p:childTnLst>
                                    <p:animMotion origin="layout" path="M -3.75E-6 -2.96296E-6 L 0.00209 -0.13889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" y="-6944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64" presetClass="path" presetSubtype="0" accel="50000" decel="5000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animMotion origin="layout" path="M 3.75E-6 4.07407E-6 L -0.00144 -0.1419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" y="-7106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64" presetClass="path" presetSubtype="0" accel="50000" decel="5000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animMotion origin="layout" path="M -1.04167E-6 -7.40741E-7 L -1.04167E-6 -0.22847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1435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64" presetClass="path" presetSubtype="0" accel="50000" decel="5000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animMotion origin="layout" path="M -4.375E-6 -3.7037E-7 L 0.00313 -0.21505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" y="-107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2" presetClass="entr" presetSubtype="4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ntr" presetSubtype="4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4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4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" presetClass="entr" presetSubtype="4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4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2" presetClass="entr" presetSubtype="4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2" grpId="0"/>
      <p:bldP spid="66" grpId="0"/>
      <p:bldP spid="68" grpId="0"/>
      <p:bldP spid="61" grpId="0"/>
      <p:bldP spid="80" grpId="0" animBg="1"/>
      <p:bldP spid="63" grpId="0"/>
      <p:bldP spid="81" grpId="0" animBg="1"/>
      <p:bldP spid="74" grpId="0"/>
      <p:bldP spid="75" grpId="0"/>
      <p:bldP spid="84" grpId="0" animBg="1"/>
      <p:bldP spid="76" grpId="0"/>
      <p:bldP spid="85" grpId="0" animBg="1"/>
      <p:bldP spid="77" grpId="0"/>
      <p:bldP spid="86" grpId="0" animBg="1"/>
      <p:bldP spid="78" grpId="0"/>
      <p:bldP spid="82" grpId="0" animBg="1"/>
      <p:bldP spid="79" grpId="0"/>
      <p:bldP spid="83" grpId="0" animBg="1"/>
      <p:bldP spid="2" grpId="0" animBg="1"/>
      <p:bldP spid="2" grpId="1" animBg="1"/>
      <p:bldP spid="6" grpId="0"/>
      <p:bldP spid="6" grpId="1"/>
      <p:bldP spid="7" grpId="0"/>
      <p:bldP spid="7" grpId="1"/>
      <p:bldP spid="10" grpId="0"/>
      <p:bldP spid="10" grpId="1"/>
      <p:bldP spid="11" grpId="0" animBg="1"/>
      <p:bldP spid="13" grpId="0" animBg="1"/>
      <p:bldP spid="17" grpId="0"/>
      <p:bldP spid="28" grpId="0"/>
      <p:bldP spid="30" grpId="0"/>
      <p:bldP spid="36" grpId="0"/>
      <p:bldP spid="41" grpId="0"/>
      <p:bldP spid="60" grpId="0"/>
      <p:bldP spid="64" grpId="0"/>
      <p:bldP spid="65" grpId="0"/>
      <p:bldP spid="67" grpId="0"/>
      <p:bldP spid="69" grpId="0"/>
      <p:bldP spid="71" grpId="0"/>
      <p:bldP spid="8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CD9F19-6234-A61D-BF15-5E869AA10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background">
            <a:extLst>
              <a:ext uri="{FF2B5EF4-FFF2-40B4-BE49-F238E27FC236}">
                <a16:creationId xmlns:a16="http://schemas.microsoft.com/office/drawing/2014/main" id="{BEA790BE-73B5-A692-818B-44690DA741EC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AF29BA40-BAC9-A299-F36E-07D79EA74529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AD51A818-7BD5-1DA8-EC01-093F91A84DF6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660D4016-3CDA-6B2E-A876-E7F520D396C9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E51B1B3-8E1F-5456-BCA4-22274755715A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D8F07E43-711F-ADDC-90C7-CDFC276F7FE5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84722862-925E-6368-4E0F-940CEDBEBBBF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7F267DC9-8FB1-2F59-96CF-78E4268FEF5A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5266B8BD-B98E-5324-AA43-8C27D558FB56}"/>
                </a:ext>
              </a:extLst>
            </p:cNvPr>
            <p:cNvGrpSpPr/>
            <p:nvPr/>
          </p:nvGrpSpPr>
          <p:grpSpPr>
            <a:xfrm>
              <a:off x="9078871" y="386956"/>
              <a:ext cx="2902660" cy="3398908"/>
              <a:chOff x="8981371" y="2824912"/>
              <a:chExt cx="2997907" cy="3510212"/>
            </a:xfrm>
          </p:grpSpPr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C83674D4-C3F3-C143-6843-244FE88D68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75821" y="2861865"/>
                <a:ext cx="2552386" cy="3315298"/>
              </a:xfrm>
              <a:prstGeom prst="rect">
                <a:avLst/>
              </a:prstGeom>
            </p:spPr>
          </p:pic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3BC515DB-73DE-B624-20A7-6DA0B3AD2A34}"/>
                  </a:ext>
                </a:extLst>
              </p:cNvPr>
              <p:cNvSpPr/>
              <p:nvPr/>
            </p:nvSpPr>
            <p:spPr>
              <a:xfrm rot="19871654">
                <a:off x="9063495" y="2861599"/>
                <a:ext cx="914400" cy="296728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FB7CB551-46CD-64BE-A3C7-F3418A3B6D10}"/>
                  </a:ext>
                </a:extLst>
              </p:cNvPr>
              <p:cNvSpPr/>
              <p:nvPr/>
            </p:nvSpPr>
            <p:spPr>
              <a:xfrm rot="2054190">
                <a:off x="8981371" y="5806907"/>
                <a:ext cx="914400" cy="296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6A795121-998C-1AC2-3AFB-9B1827B2C999}"/>
                  </a:ext>
                </a:extLst>
              </p:cNvPr>
              <p:cNvSpPr/>
              <p:nvPr/>
            </p:nvSpPr>
            <p:spPr>
              <a:xfrm rot="2138521">
                <a:off x="11064878" y="2824912"/>
                <a:ext cx="914400" cy="296728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50188A9D-B4A7-75F7-BE60-CEECA0E6BFE1}"/>
                  </a:ext>
                </a:extLst>
              </p:cNvPr>
              <p:cNvSpPr/>
              <p:nvPr/>
            </p:nvSpPr>
            <p:spPr>
              <a:xfrm rot="7896723">
                <a:off x="11064877" y="5729560"/>
                <a:ext cx="914400" cy="296728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A6C6682-77A4-CF5E-BA4F-0AA6E1487B59}"/>
                </a:ext>
              </a:extLst>
            </p:cNvPr>
            <p:cNvGrpSpPr/>
            <p:nvPr/>
          </p:nvGrpSpPr>
          <p:grpSpPr>
            <a:xfrm>
              <a:off x="9074752" y="4271583"/>
              <a:ext cx="3101294" cy="1828800"/>
              <a:chOff x="9074752" y="4271583"/>
              <a:chExt cx="3101294" cy="1828800"/>
            </a:xfrm>
          </p:grpSpPr>
          <p:sp>
            <p:nvSpPr>
              <p:cNvPr id="57" name="Parallelogram 56">
                <a:extLst>
                  <a:ext uri="{FF2B5EF4-FFF2-40B4-BE49-F238E27FC236}">
                    <a16:creationId xmlns:a16="http://schemas.microsoft.com/office/drawing/2014/main" id="{8400EB2D-C190-A8CE-5F53-8C24A84B4A86}"/>
                  </a:ext>
                </a:extLst>
              </p:cNvPr>
              <p:cNvSpPr/>
              <p:nvPr/>
            </p:nvSpPr>
            <p:spPr>
              <a:xfrm>
                <a:off x="9311307" y="4271583"/>
                <a:ext cx="1656301" cy="914400"/>
              </a:xfrm>
              <a:prstGeom prst="parallelogram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rPr>
                  <a:t>#4</a:t>
                </a:r>
              </a:p>
            </p:txBody>
          </p:sp>
          <p:sp>
            <p:nvSpPr>
              <p:cNvPr id="58" name="Parallelogram 57">
                <a:extLst>
                  <a:ext uri="{FF2B5EF4-FFF2-40B4-BE49-F238E27FC236}">
                    <a16:creationId xmlns:a16="http://schemas.microsoft.com/office/drawing/2014/main" id="{931A236D-EA4C-814B-2526-354CFE8BB23A}"/>
                  </a:ext>
                </a:extLst>
              </p:cNvPr>
              <p:cNvSpPr/>
              <p:nvPr/>
            </p:nvSpPr>
            <p:spPr>
              <a:xfrm>
                <a:off x="9074752" y="5185983"/>
                <a:ext cx="3101294" cy="914400"/>
              </a:xfrm>
              <a:prstGeom prst="parallelogram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rPr>
                  <a:t>NODEJS</a:t>
                </a:r>
              </a:p>
            </p:txBody>
          </p:sp>
        </p:grp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9915F86-0357-3963-41C4-A26ED0492B12}"/>
              </a:ext>
            </a:extLst>
          </p:cNvPr>
          <p:cNvGrpSpPr/>
          <p:nvPr/>
        </p:nvGrpSpPr>
        <p:grpSpPr>
          <a:xfrm>
            <a:off x="226833" y="1142057"/>
            <a:ext cx="4511109" cy="5339656"/>
            <a:chOff x="210742" y="1275652"/>
            <a:chExt cx="4511109" cy="533965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6B94373-32FE-AF79-FFD0-B29C4A624283}"/>
                </a:ext>
              </a:extLst>
            </p:cNvPr>
            <p:cNvSpPr/>
            <p:nvPr/>
          </p:nvSpPr>
          <p:spPr>
            <a:xfrm>
              <a:off x="254613" y="1275652"/>
              <a:ext cx="4467238" cy="533965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declare-html">
              <a:extLst>
                <a:ext uri="{FF2B5EF4-FFF2-40B4-BE49-F238E27FC236}">
                  <a16:creationId xmlns:a16="http://schemas.microsoft.com/office/drawing/2014/main" id="{926F2642-3289-D0AF-D2E6-06BAFF2CFBE3}"/>
                </a:ext>
              </a:extLst>
            </p:cNvPr>
            <p:cNvSpPr txBox="1"/>
            <p:nvPr/>
          </p:nvSpPr>
          <p:spPr>
            <a:xfrm>
              <a:off x="244780" y="1367502"/>
              <a:ext cx="2172929" cy="3152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50"/>
                </a:lnSpc>
                <a:buNone/>
              </a:pPr>
              <a:r>
                <a:rPr lang="en-US" b="0" dirty="0">
                  <a:solidFill>
                    <a:srgbClr val="5988A6"/>
                  </a:solidFill>
                  <a:effectLst/>
                  <a:latin typeface="Consolas" panose="020B0609020204030204" pitchFamily="49" charset="0"/>
                </a:rPr>
                <a:t>&lt;!</a:t>
              </a:r>
              <a:r>
                <a:rPr lang="en-US" b="0" dirty="0">
                  <a:solidFill>
                    <a:srgbClr val="E66533"/>
                  </a:solidFill>
                  <a:effectLst/>
                  <a:latin typeface="Consolas" panose="020B0609020204030204" pitchFamily="49" charset="0"/>
                </a:rPr>
                <a:t>DOCTYPE</a:t>
              </a:r>
              <a:r>
                <a:rPr lang="en-US" b="0" dirty="0">
                  <a:solidFill>
                    <a:srgbClr val="BECFDA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b="0" i="1" dirty="0">
                  <a:solidFill>
                    <a:srgbClr val="D5971A"/>
                  </a:solidFill>
                  <a:effectLst/>
                  <a:latin typeface="Consolas" panose="020B0609020204030204" pitchFamily="49" charset="0"/>
                </a:rPr>
                <a:t>html</a:t>
              </a:r>
              <a:r>
                <a:rPr lang="en-US" b="0" dirty="0">
                  <a:solidFill>
                    <a:srgbClr val="5988A6"/>
                  </a:solidFill>
                  <a:effectLst/>
                  <a:latin typeface="Consolas" panose="020B0609020204030204" pitchFamily="49" charset="0"/>
                </a:rPr>
                <a:t>&gt;</a:t>
              </a:r>
              <a:endParaRPr lang="en-US" b="0" dirty="0">
                <a:solidFill>
                  <a:srgbClr val="BECFDA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FF86C7C-4330-D277-6519-1ECD5198554A}"/>
                </a:ext>
              </a:extLst>
            </p:cNvPr>
            <p:cNvSpPr txBox="1"/>
            <p:nvPr/>
          </p:nvSpPr>
          <p:spPr>
            <a:xfrm>
              <a:off x="257694" y="1599436"/>
              <a:ext cx="2374172" cy="3152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50"/>
                </a:lnSpc>
                <a:buNone/>
              </a:pPr>
              <a:r>
                <a:rPr lang="en-US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&lt;</a:t>
              </a:r>
              <a:r>
                <a:rPr lang="en-US" dirty="0">
                  <a:solidFill>
                    <a:srgbClr val="E66533"/>
                  </a:solidFill>
                  <a:effectLst/>
                  <a:latin typeface="Berlin Sans FB" panose="020E0602020502020306" pitchFamily="34" charset="0"/>
                </a:rPr>
                <a:t>html</a:t>
              </a:r>
              <a:r>
                <a:rPr lang="en-US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 </a:t>
              </a:r>
              <a:r>
                <a:rPr lang="en-US" i="1" dirty="0">
                  <a:solidFill>
                    <a:srgbClr val="D5971A"/>
                  </a:solidFill>
                  <a:effectLst/>
                  <a:latin typeface="Berlin Sans FB" panose="020E0602020502020306" pitchFamily="34" charset="0"/>
                </a:rPr>
                <a:t>lang</a:t>
              </a:r>
              <a:r>
                <a:rPr lang="en-US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=</a:t>
              </a:r>
              <a:r>
                <a:rPr lang="en-US" dirty="0">
                  <a:solidFill>
                    <a:srgbClr val="49E9A6"/>
                  </a:solidFill>
                  <a:effectLst/>
                  <a:latin typeface="Berlin Sans FB" panose="020E0602020502020306" pitchFamily="34" charset="0"/>
                </a:rPr>
                <a:t>"</a:t>
              </a:r>
              <a:r>
                <a:rPr lang="en-US" dirty="0" err="1">
                  <a:solidFill>
                    <a:srgbClr val="49E9A6"/>
                  </a:solidFill>
                  <a:effectLst/>
                  <a:latin typeface="Berlin Sans FB" panose="020E0602020502020306" pitchFamily="34" charset="0"/>
                </a:rPr>
                <a:t>en</a:t>
              </a:r>
              <a:r>
                <a:rPr lang="en-US" dirty="0">
                  <a:solidFill>
                    <a:srgbClr val="49E9A6"/>
                  </a:solidFill>
                  <a:effectLst/>
                  <a:latin typeface="Berlin Sans FB" panose="020E0602020502020306" pitchFamily="34" charset="0"/>
                </a:rPr>
                <a:t>"</a:t>
              </a:r>
              <a:r>
                <a:rPr lang="en-US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&gt;</a:t>
              </a:r>
              <a:endParaRPr lang="en-US" dirty="0">
                <a:solidFill>
                  <a:srgbClr val="BECFDA"/>
                </a:solidFill>
                <a:effectLst/>
                <a:latin typeface="Berlin Sans FB" panose="020E0602020502020306" pitchFamily="34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A53729A-76F2-86B6-0F4B-68351A1AB1B8}"/>
                </a:ext>
              </a:extLst>
            </p:cNvPr>
            <p:cNvSpPr txBox="1"/>
            <p:nvPr/>
          </p:nvSpPr>
          <p:spPr>
            <a:xfrm>
              <a:off x="210742" y="6299111"/>
              <a:ext cx="1069143" cy="3152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50"/>
                </a:lnSpc>
                <a:buNone/>
              </a:pPr>
              <a:r>
                <a:rPr lang="en-US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&lt;/</a:t>
              </a:r>
              <a:r>
                <a:rPr lang="en-US" dirty="0">
                  <a:solidFill>
                    <a:srgbClr val="E66533"/>
                  </a:solidFill>
                  <a:effectLst/>
                  <a:latin typeface="Berlin Sans FB" panose="020E0602020502020306" pitchFamily="34" charset="0"/>
                </a:rPr>
                <a:t>html</a:t>
              </a:r>
              <a:r>
                <a:rPr lang="en-US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&gt;</a:t>
              </a:r>
              <a:endParaRPr lang="en-US" dirty="0">
                <a:solidFill>
                  <a:srgbClr val="BECFDA"/>
                </a:solidFill>
                <a:effectLst/>
                <a:latin typeface="Berlin Sans FB" panose="020E0602020502020306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943924C-7DCD-A1B7-F69E-68431720C58C}"/>
                </a:ext>
              </a:extLst>
            </p:cNvPr>
            <p:cNvSpPr txBox="1"/>
            <p:nvPr/>
          </p:nvSpPr>
          <p:spPr>
            <a:xfrm>
              <a:off x="274954" y="1831163"/>
              <a:ext cx="985120" cy="3152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50"/>
                </a:lnSpc>
                <a:buNone/>
              </a:pPr>
              <a:r>
                <a:rPr lang="en-US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&lt;</a:t>
              </a:r>
              <a:r>
                <a:rPr lang="en-US" dirty="0">
                  <a:solidFill>
                    <a:srgbClr val="E66533"/>
                  </a:solidFill>
                  <a:effectLst/>
                  <a:latin typeface="Berlin Sans FB" panose="020E0602020502020306" pitchFamily="34" charset="0"/>
                </a:rPr>
                <a:t>head</a:t>
              </a:r>
              <a:r>
                <a:rPr lang="en-US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&gt;</a:t>
              </a:r>
              <a:endParaRPr lang="en-US" dirty="0">
                <a:solidFill>
                  <a:srgbClr val="BECFDA"/>
                </a:solidFill>
                <a:effectLst/>
                <a:latin typeface="Berlin Sans FB" panose="020E0602020502020306" pitchFamily="34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E5C5459-F7B0-BAFD-3B73-002DC777542C}"/>
                </a:ext>
              </a:extLst>
            </p:cNvPr>
            <p:cNvSpPr txBox="1"/>
            <p:nvPr/>
          </p:nvSpPr>
          <p:spPr>
            <a:xfrm>
              <a:off x="217574" y="3851966"/>
              <a:ext cx="1101635" cy="3152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50"/>
                </a:lnSpc>
                <a:buNone/>
              </a:pPr>
              <a:r>
                <a:rPr lang="en-US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&lt;/</a:t>
              </a:r>
              <a:r>
                <a:rPr lang="en-US" dirty="0">
                  <a:solidFill>
                    <a:srgbClr val="E66533"/>
                  </a:solidFill>
                  <a:effectLst/>
                  <a:latin typeface="Berlin Sans FB" panose="020E0602020502020306" pitchFamily="34" charset="0"/>
                </a:rPr>
                <a:t>head</a:t>
              </a:r>
              <a:r>
                <a:rPr lang="en-US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&gt;</a:t>
              </a:r>
              <a:endParaRPr lang="en-US" dirty="0">
                <a:solidFill>
                  <a:srgbClr val="BECFDA"/>
                </a:solidFill>
                <a:effectLst/>
                <a:latin typeface="Berlin Sans FB" panose="020E0602020502020306" pitchFamily="34" charset="0"/>
              </a:endParaRPr>
            </a:p>
          </p:txBody>
        </p:sp>
        <p:sp>
          <p:nvSpPr>
            <p:cNvPr id="44" name="head">
              <a:extLst>
                <a:ext uri="{FF2B5EF4-FFF2-40B4-BE49-F238E27FC236}">
                  <a16:creationId xmlns:a16="http://schemas.microsoft.com/office/drawing/2014/main" id="{3BEF91A9-2F32-8BF9-4F6D-FDEC53A38A53}"/>
                </a:ext>
              </a:extLst>
            </p:cNvPr>
            <p:cNvSpPr txBox="1"/>
            <p:nvPr/>
          </p:nvSpPr>
          <p:spPr>
            <a:xfrm>
              <a:off x="374045" y="2012535"/>
              <a:ext cx="271192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sz="1600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&lt;</a:t>
              </a:r>
              <a:r>
                <a:rPr lang="en-US" sz="1600" dirty="0">
                  <a:solidFill>
                    <a:srgbClr val="E66533"/>
                  </a:solidFill>
                  <a:effectLst/>
                  <a:latin typeface="Berlin Sans FB" panose="020E0602020502020306" pitchFamily="34" charset="0"/>
                </a:rPr>
                <a:t>meta</a:t>
              </a:r>
              <a:r>
                <a:rPr lang="en-US" sz="1600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 </a:t>
              </a:r>
              <a:r>
                <a:rPr lang="en-US" sz="1600" i="1" dirty="0">
                  <a:solidFill>
                    <a:srgbClr val="D5971A"/>
                  </a:solidFill>
                  <a:effectLst/>
                  <a:latin typeface="Berlin Sans FB" panose="020E0602020502020306" pitchFamily="34" charset="0"/>
                </a:rPr>
                <a:t>charset</a:t>
              </a:r>
              <a:r>
                <a:rPr lang="en-US" sz="1600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=</a:t>
              </a:r>
              <a:r>
                <a:rPr lang="en-US" sz="1600" dirty="0">
                  <a:solidFill>
                    <a:srgbClr val="49E9A6"/>
                  </a:solidFill>
                  <a:effectLst/>
                  <a:latin typeface="Berlin Sans FB" panose="020E0602020502020306" pitchFamily="34" charset="0"/>
                </a:rPr>
                <a:t>"UTF-8"</a:t>
              </a:r>
              <a:r>
                <a:rPr lang="en-US" sz="1600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 </a:t>
              </a:r>
              <a:r>
                <a:rPr lang="en-US" sz="1600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/&gt;</a:t>
              </a:r>
              <a:endParaRPr lang="en-US" sz="16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endParaRPr>
            </a:p>
            <a:p>
              <a:pPr>
                <a:buNone/>
              </a:pPr>
              <a:r>
                <a:rPr lang="en-US" sz="1600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&lt;</a:t>
              </a:r>
              <a:r>
                <a:rPr lang="en-US" sz="1600" dirty="0">
                  <a:solidFill>
                    <a:srgbClr val="E66533"/>
                  </a:solidFill>
                  <a:effectLst/>
                  <a:latin typeface="Berlin Sans FB" panose="020E0602020502020306" pitchFamily="34" charset="0"/>
                </a:rPr>
                <a:t>meta</a:t>
              </a:r>
              <a:r>
                <a:rPr lang="en-US" sz="1600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 </a:t>
              </a:r>
              <a:r>
                <a:rPr lang="en-US" sz="1600" i="1" dirty="0">
                  <a:solidFill>
                    <a:srgbClr val="D5971A"/>
                  </a:solidFill>
                  <a:effectLst/>
                  <a:latin typeface="Berlin Sans FB" panose="020E0602020502020306" pitchFamily="34" charset="0"/>
                </a:rPr>
                <a:t>name</a:t>
              </a:r>
              <a:r>
                <a:rPr lang="en-US" sz="1600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=</a:t>
              </a:r>
              <a:r>
                <a:rPr lang="en-US" sz="1600" dirty="0">
                  <a:solidFill>
                    <a:srgbClr val="49E9A6"/>
                  </a:solidFill>
                  <a:effectLst/>
                  <a:latin typeface="Berlin Sans FB" panose="020E0602020502020306" pitchFamily="34" charset="0"/>
                </a:rPr>
                <a:t>"viewport</a:t>
              </a:r>
              <a:r>
                <a:rPr lang="en-US" sz="1600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 </a:t>
              </a:r>
              <a:r>
                <a:rPr lang="en-US" sz="1600" dirty="0">
                  <a:solidFill>
                    <a:srgbClr val="49E9A6"/>
                  </a:solidFill>
                  <a:effectLst/>
                  <a:latin typeface="Berlin Sans FB" panose="020E0602020502020306" pitchFamily="34" charset="0"/>
                </a:rPr>
                <a:t>1.0"</a:t>
              </a:r>
              <a:r>
                <a:rPr lang="en-US" sz="1600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 </a:t>
              </a:r>
              <a:r>
                <a:rPr lang="en-US" sz="1600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/&gt;</a:t>
              </a:r>
              <a:endParaRPr lang="en-US" sz="1600" dirty="0">
                <a:solidFill>
                  <a:srgbClr val="BECFDA"/>
                </a:solidFill>
                <a:latin typeface="Berlin Sans FB" panose="020E0602020502020306" pitchFamily="34" charset="0"/>
              </a:endParaRPr>
            </a:p>
          </p:txBody>
        </p:sp>
        <p:sp>
          <p:nvSpPr>
            <p:cNvPr id="59" name="index">
              <a:extLst>
                <a:ext uri="{FF2B5EF4-FFF2-40B4-BE49-F238E27FC236}">
                  <a16:creationId xmlns:a16="http://schemas.microsoft.com/office/drawing/2014/main" id="{1CF170A3-2E44-FE15-E647-C6BAE837026D}"/>
                </a:ext>
              </a:extLst>
            </p:cNvPr>
            <p:cNvSpPr/>
            <p:nvPr/>
          </p:nvSpPr>
          <p:spPr>
            <a:xfrm>
              <a:off x="3085965" y="1290714"/>
              <a:ext cx="1591268" cy="36328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Index.html   x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3E55485-C852-6CFB-76E2-31C05F73AC07}"/>
                </a:ext>
              </a:extLst>
            </p:cNvPr>
            <p:cNvSpPr txBox="1"/>
            <p:nvPr/>
          </p:nvSpPr>
          <p:spPr>
            <a:xfrm>
              <a:off x="226103" y="4121899"/>
              <a:ext cx="1005662" cy="3152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50"/>
                </a:lnSpc>
                <a:buNone/>
              </a:pPr>
              <a:r>
                <a:rPr lang="en-US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&lt;</a:t>
              </a:r>
              <a:r>
                <a:rPr lang="en-US" dirty="0">
                  <a:solidFill>
                    <a:srgbClr val="E66533"/>
                  </a:solidFill>
                  <a:effectLst/>
                  <a:latin typeface="Berlin Sans FB" panose="020E0602020502020306" pitchFamily="34" charset="0"/>
                </a:rPr>
                <a:t>body</a:t>
              </a:r>
              <a:r>
                <a:rPr lang="en-US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&gt;</a:t>
              </a:r>
              <a:endParaRPr lang="en-US" dirty="0">
                <a:solidFill>
                  <a:srgbClr val="BECFDA"/>
                </a:solidFill>
                <a:effectLst/>
                <a:latin typeface="Berlin Sans FB" panose="020E0602020502020306" pitchFamily="34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F6C12ECB-7015-0F26-0047-E97537BFC550}"/>
                </a:ext>
              </a:extLst>
            </p:cNvPr>
            <p:cNvSpPr txBox="1"/>
            <p:nvPr/>
          </p:nvSpPr>
          <p:spPr>
            <a:xfrm>
              <a:off x="224079" y="6052723"/>
              <a:ext cx="1143000" cy="3152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50"/>
                </a:lnSpc>
                <a:buNone/>
              </a:pPr>
              <a:r>
                <a:rPr lang="en-US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&lt;/</a:t>
              </a:r>
              <a:r>
                <a:rPr lang="en-US" dirty="0">
                  <a:solidFill>
                    <a:srgbClr val="E66533"/>
                  </a:solidFill>
                  <a:effectLst/>
                  <a:latin typeface="Berlin Sans FB" panose="020E0602020502020306" pitchFamily="34" charset="0"/>
                </a:rPr>
                <a:t>body</a:t>
              </a:r>
              <a:r>
                <a:rPr lang="en-US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&gt;</a:t>
              </a:r>
              <a:endParaRPr lang="en-US" dirty="0">
                <a:solidFill>
                  <a:srgbClr val="BECFDA"/>
                </a:solidFill>
                <a:effectLst/>
                <a:latin typeface="Berlin Sans FB" panose="020E0602020502020306" pitchFamily="34" charset="0"/>
              </a:endParaRPr>
            </a:p>
          </p:txBody>
        </p:sp>
        <p:sp>
          <p:nvSpPr>
            <p:cNvPr id="61" name="package-a">
              <a:extLst>
                <a:ext uri="{FF2B5EF4-FFF2-40B4-BE49-F238E27FC236}">
                  <a16:creationId xmlns:a16="http://schemas.microsoft.com/office/drawing/2014/main" id="{807A13BC-0DCE-0F20-99E7-A367082998BE}"/>
                </a:ext>
              </a:extLst>
            </p:cNvPr>
            <p:cNvSpPr txBox="1"/>
            <p:nvPr/>
          </p:nvSpPr>
          <p:spPr>
            <a:xfrm>
              <a:off x="379032" y="2786414"/>
              <a:ext cx="302711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sz="1600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&lt;</a:t>
              </a:r>
              <a:r>
                <a:rPr lang="en-US" sz="1600" dirty="0">
                  <a:solidFill>
                    <a:srgbClr val="E66533"/>
                  </a:solidFill>
                  <a:effectLst/>
                  <a:latin typeface="Berlin Sans FB" panose="020E0602020502020306" pitchFamily="34" charset="0"/>
                </a:rPr>
                <a:t>link</a:t>
              </a:r>
              <a:r>
                <a:rPr lang="en-US" sz="1600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 </a:t>
              </a:r>
              <a:r>
                <a:rPr lang="en-US" sz="1600" i="1" dirty="0" err="1">
                  <a:solidFill>
                    <a:srgbClr val="D5971A"/>
                  </a:solidFill>
                  <a:effectLst/>
                  <a:latin typeface="Berlin Sans FB" panose="020E0602020502020306" pitchFamily="34" charset="0"/>
                </a:rPr>
                <a:t>href</a:t>
              </a:r>
              <a:r>
                <a:rPr lang="en-US" sz="1600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=</a:t>
              </a:r>
              <a:r>
                <a:rPr lang="en-US" sz="1600" dirty="0">
                  <a:solidFill>
                    <a:srgbClr val="49E9A6"/>
                  </a:solidFill>
                  <a:effectLst/>
                  <a:latin typeface="Berlin Sans FB" panose="020E0602020502020306" pitchFamily="34" charset="0"/>
                </a:rPr>
                <a:t>"https://packages-a"</a:t>
              </a:r>
              <a:r>
                <a:rPr lang="en-US" sz="1600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/&gt;</a:t>
              </a:r>
              <a:endParaRPr lang="en-US" sz="16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endParaRPr>
            </a:p>
          </p:txBody>
        </p: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245347D6-951E-C627-BB01-409357B0199A}"/>
                </a:ext>
              </a:extLst>
            </p:cNvPr>
            <p:cNvGrpSpPr/>
            <p:nvPr/>
          </p:nvGrpSpPr>
          <p:grpSpPr>
            <a:xfrm>
              <a:off x="433974" y="4355905"/>
              <a:ext cx="3035090" cy="841736"/>
              <a:chOff x="1855770" y="4487579"/>
              <a:chExt cx="3035090" cy="841736"/>
            </a:xfrm>
          </p:grpSpPr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A4E69B68-BE85-5C4C-5067-08901E09B0F6}"/>
                  </a:ext>
                </a:extLst>
              </p:cNvPr>
              <p:cNvSpPr txBox="1"/>
              <p:nvPr/>
            </p:nvSpPr>
            <p:spPr>
              <a:xfrm>
                <a:off x="1855770" y="4487579"/>
                <a:ext cx="3035090" cy="5283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650"/>
                  </a:lnSpc>
                  <a:buNone/>
                </a:pPr>
                <a:r>
                  <a:rPr lang="en-US" dirty="0">
                    <a:solidFill>
                      <a:srgbClr val="5988A6"/>
                    </a:solidFill>
                    <a:effectLst/>
                    <a:latin typeface="Berlin Sans FB" panose="020E0602020502020306" pitchFamily="34" charset="0"/>
                  </a:rPr>
                  <a:t>&lt;</a:t>
                </a:r>
                <a:r>
                  <a:rPr lang="en-US" dirty="0">
                    <a:solidFill>
                      <a:srgbClr val="E66533"/>
                    </a:solidFill>
                    <a:effectLst/>
                    <a:latin typeface="Berlin Sans FB" panose="020E0602020502020306" pitchFamily="34" charset="0"/>
                  </a:rPr>
                  <a:t>div</a:t>
                </a:r>
                <a:r>
                  <a:rPr lang="en-US" dirty="0">
                    <a:solidFill>
                      <a:srgbClr val="BECFDA"/>
                    </a:solidFill>
                    <a:latin typeface="Berlin Sans FB" panose="020E0602020502020306" pitchFamily="34" charset="0"/>
                  </a:rPr>
                  <a:t> </a:t>
                </a:r>
                <a:r>
                  <a:rPr lang="en-US" i="1" dirty="0">
                    <a:solidFill>
                      <a:srgbClr val="D5971A"/>
                    </a:solidFill>
                    <a:effectLst/>
                    <a:latin typeface="Berlin Sans FB" panose="020E0602020502020306" pitchFamily="34" charset="0"/>
                  </a:rPr>
                  <a:t>class</a:t>
                </a:r>
                <a:r>
                  <a:rPr lang="en-US" dirty="0">
                    <a:solidFill>
                      <a:srgbClr val="BECFDA"/>
                    </a:solidFill>
                    <a:effectLst/>
                    <a:latin typeface="Berlin Sans FB" panose="020E0602020502020306" pitchFamily="34" charset="0"/>
                  </a:rPr>
                  <a:t>=</a:t>
                </a:r>
                <a:r>
                  <a:rPr lang="en-US" dirty="0">
                    <a:solidFill>
                      <a:srgbClr val="49E9A6"/>
                    </a:solidFill>
                    <a:effectLst/>
                    <a:latin typeface="Berlin Sans FB" panose="020E0602020502020306" pitchFamily="34" charset="0"/>
                  </a:rPr>
                  <a:t>"w-full shadow-md"</a:t>
                </a:r>
                <a:r>
                  <a:rPr lang="en-US" dirty="0">
                    <a:solidFill>
                      <a:srgbClr val="5988A6"/>
                    </a:solidFill>
                    <a:effectLst/>
                    <a:latin typeface="Berlin Sans FB" panose="020E0602020502020306" pitchFamily="34" charset="0"/>
                  </a:rPr>
                  <a:t>&gt;</a:t>
                </a:r>
                <a:endParaRPr lang="en-US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endParaRP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AEEC84DA-9D2A-8F1A-ADD3-06F9455E79F3}"/>
                  </a:ext>
                </a:extLst>
              </p:cNvPr>
              <p:cNvSpPr txBox="1"/>
              <p:nvPr/>
            </p:nvSpPr>
            <p:spPr>
              <a:xfrm>
                <a:off x="1871128" y="5014101"/>
                <a:ext cx="1003733" cy="3152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650"/>
                  </a:lnSpc>
                  <a:buNone/>
                </a:pPr>
                <a:r>
                  <a:rPr lang="en-US" dirty="0">
                    <a:solidFill>
                      <a:srgbClr val="5988A6"/>
                    </a:solidFill>
                    <a:effectLst/>
                    <a:latin typeface="Berlin Sans FB" panose="020E0602020502020306" pitchFamily="34" charset="0"/>
                  </a:rPr>
                  <a:t>&lt;/</a:t>
                </a:r>
                <a:r>
                  <a:rPr lang="en-US" dirty="0">
                    <a:solidFill>
                      <a:srgbClr val="E66533"/>
                    </a:solidFill>
                    <a:effectLst/>
                    <a:latin typeface="Berlin Sans FB" panose="020E0602020502020306" pitchFamily="34" charset="0"/>
                  </a:rPr>
                  <a:t>div</a:t>
                </a:r>
                <a:r>
                  <a:rPr lang="en-US" dirty="0">
                    <a:solidFill>
                      <a:srgbClr val="5988A6"/>
                    </a:solidFill>
                    <a:effectLst/>
                    <a:latin typeface="Berlin Sans FB" panose="020E0602020502020306" pitchFamily="34" charset="0"/>
                  </a:rPr>
                  <a:t>&gt;</a:t>
                </a:r>
                <a:endParaRPr lang="en-US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endParaRPr>
              </a:p>
            </p:txBody>
          </p:sp>
        </p:grpSp>
        <p:sp>
          <p:nvSpPr>
            <p:cNvPr id="63" name="package-b">
              <a:extLst>
                <a:ext uri="{FF2B5EF4-FFF2-40B4-BE49-F238E27FC236}">
                  <a16:creationId xmlns:a16="http://schemas.microsoft.com/office/drawing/2014/main" id="{F625956A-2BE9-B78D-6DEE-A06FB27AA9A4}"/>
                </a:ext>
              </a:extLst>
            </p:cNvPr>
            <p:cNvSpPr txBox="1"/>
            <p:nvPr/>
          </p:nvSpPr>
          <p:spPr>
            <a:xfrm>
              <a:off x="386168" y="3050541"/>
              <a:ext cx="347879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sz="1600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&lt;</a:t>
              </a:r>
              <a:r>
                <a:rPr lang="en-US" sz="1600" dirty="0">
                  <a:solidFill>
                    <a:srgbClr val="E66533"/>
                  </a:solidFill>
                  <a:effectLst/>
                  <a:latin typeface="Berlin Sans FB" panose="020E0602020502020306" pitchFamily="34" charset="0"/>
                </a:rPr>
                <a:t>script</a:t>
              </a:r>
              <a:r>
                <a:rPr lang="en-US" sz="1600" dirty="0">
                  <a:solidFill>
                    <a:srgbClr val="BECFDA"/>
                  </a:solidFill>
                  <a:latin typeface="Berlin Sans FB" panose="020E0602020502020306" pitchFamily="34" charset="0"/>
                </a:rPr>
                <a:t> </a:t>
              </a:r>
              <a:r>
                <a:rPr lang="en-US" sz="1600" i="1" dirty="0" err="1">
                  <a:solidFill>
                    <a:srgbClr val="D5971A"/>
                  </a:solidFill>
                  <a:effectLst/>
                  <a:latin typeface="Berlin Sans FB" panose="020E0602020502020306" pitchFamily="34" charset="0"/>
                </a:rPr>
                <a:t>src</a:t>
              </a:r>
              <a:r>
                <a:rPr lang="en-US" sz="1600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=</a:t>
              </a:r>
              <a:r>
                <a:rPr lang="en-US" sz="1600" dirty="0">
                  <a:solidFill>
                    <a:srgbClr val="49E9A6"/>
                  </a:solidFill>
                  <a:effectLst/>
                  <a:latin typeface="Berlin Sans FB" panose="020E0602020502020306" pitchFamily="34" charset="0"/>
                </a:rPr>
                <a:t>"https://package-b"</a:t>
              </a:r>
              <a:r>
                <a:rPr lang="en-US" sz="1600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&gt;&lt;/</a:t>
              </a:r>
              <a:r>
                <a:rPr lang="en-US" sz="1600" dirty="0">
                  <a:solidFill>
                    <a:srgbClr val="E66533"/>
                  </a:solidFill>
                  <a:effectLst/>
                  <a:latin typeface="Berlin Sans FB" panose="020E0602020502020306" pitchFamily="34" charset="0"/>
                </a:rPr>
                <a:t>script</a:t>
              </a:r>
              <a:r>
                <a:rPr lang="en-US" sz="1600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&gt;</a:t>
              </a:r>
              <a:endParaRPr lang="en-US" sz="16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337C2166-90D1-2F49-A331-47C02D35DC44}"/>
                </a:ext>
              </a:extLst>
            </p:cNvPr>
            <p:cNvSpPr txBox="1"/>
            <p:nvPr/>
          </p:nvSpPr>
          <p:spPr>
            <a:xfrm>
              <a:off x="449332" y="5083339"/>
              <a:ext cx="351694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sz="1600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&lt;</a:t>
              </a:r>
              <a:r>
                <a:rPr lang="en-US" sz="1600" dirty="0">
                  <a:solidFill>
                    <a:srgbClr val="E66533"/>
                  </a:solidFill>
                  <a:effectLst/>
                  <a:latin typeface="Berlin Sans FB" panose="020E0602020502020306" pitchFamily="34" charset="0"/>
                </a:rPr>
                <a:t>script</a:t>
              </a:r>
              <a:r>
                <a:rPr lang="en-US" sz="1600" dirty="0">
                  <a:solidFill>
                    <a:srgbClr val="BECFDA"/>
                  </a:solidFill>
                  <a:latin typeface="Berlin Sans FB" panose="020E0602020502020306" pitchFamily="34" charset="0"/>
                </a:rPr>
                <a:t> </a:t>
              </a:r>
              <a:r>
                <a:rPr lang="en-US" sz="1600" i="1" dirty="0" err="1">
                  <a:solidFill>
                    <a:srgbClr val="D5971A"/>
                  </a:solidFill>
                  <a:effectLst/>
                  <a:latin typeface="Berlin Sans FB" panose="020E0602020502020306" pitchFamily="34" charset="0"/>
                </a:rPr>
                <a:t>src</a:t>
              </a:r>
              <a:r>
                <a:rPr lang="en-US" sz="1600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=</a:t>
              </a:r>
              <a:r>
                <a:rPr lang="en-US" sz="1600" dirty="0">
                  <a:solidFill>
                    <a:srgbClr val="49E9A6"/>
                  </a:solidFill>
                  <a:effectLst/>
                  <a:latin typeface="Berlin Sans FB" panose="020E0602020502020306" pitchFamily="34" charset="0"/>
                </a:rPr>
                <a:t>“</a:t>
              </a:r>
              <a:r>
                <a:rPr lang="en-US" sz="1600" dirty="0">
                  <a:solidFill>
                    <a:srgbClr val="49E9A6"/>
                  </a:solidFill>
                  <a:latin typeface="Berlin Sans FB" panose="020E0602020502020306" pitchFamily="34" charset="0"/>
                </a:rPr>
                <a:t>app.js</a:t>
              </a:r>
              <a:r>
                <a:rPr lang="en-US" sz="1600" dirty="0">
                  <a:solidFill>
                    <a:srgbClr val="49E9A6"/>
                  </a:solidFill>
                  <a:effectLst/>
                  <a:latin typeface="Berlin Sans FB" panose="020E0602020502020306" pitchFamily="34" charset="0"/>
                </a:rPr>
                <a:t>"</a:t>
              </a:r>
              <a:r>
                <a:rPr lang="en-US" sz="1600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&gt;&lt;/</a:t>
              </a:r>
              <a:r>
                <a:rPr lang="en-US" sz="1600" dirty="0">
                  <a:solidFill>
                    <a:srgbClr val="E66533"/>
                  </a:solidFill>
                  <a:effectLst/>
                  <a:latin typeface="Berlin Sans FB" panose="020E0602020502020306" pitchFamily="34" charset="0"/>
                </a:rPr>
                <a:t>script</a:t>
              </a:r>
              <a:r>
                <a:rPr lang="en-US" sz="1600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&gt;</a:t>
              </a:r>
              <a:endParaRPr lang="en-US" sz="16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endParaRPr>
            </a:p>
          </p:txBody>
        </p:sp>
        <p:sp>
          <p:nvSpPr>
            <p:cNvPr id="75" name="package-e">
              <a:extLst>
                <a:ext uri="{FF2B5EF4-FFF2-40B4-BE49-F238E27FC236}">
                  <a16:creationId xmlns:a16="http://schemas.microsoft.com/office/drawing/2014/main" id="{98B89E6F-9813-830E-3AB7-9C6B92295069}"/>
                </a:ext>
              </a:extLst>
            </p:cNvPr>
            <p:cNvSpPr txBox="1"/>
            <p:nvPr/>
          </p:nvSpPr>
          <p:spPr>
            <a:xfrm>
              <a:off x="449333" y="5326615"/>
              <a:ext cx="304893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sz="1600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&lt;</a:t>
              </a:r>
              <a:r>
                <a:rPr lang="en-US" sz="1600" dirty="0">
                  <a:solidFill>
                    <a:srgbClr val="E66533"/>
                  </a:solidFill>
                  <a:effectLst/>
                  <a:latin typeface="Berlin Sans FB" panose="020E0602020502020306" pitchFamily="34" charset="0"/>
                </a:rPr>
                <a:t>script</a:t>
              </a:r>
              <a:r>
                <a:rPr lang="en-US" sz="1600" dirty="0">
                  <a:solidFill>
                    <a:srgbClr val="BECFDA"/>
                  </a:solidFill>
                  <a:latin typeface="Berlin Sans FB" panose="020E0602020502020306" pitchFamily="34" charset="0"/>
                </a:rPr>
                <a:t> </a:t>
              </a:r>
              <a:r>
                <a:rPr lang="en-US" sz="1600" i="1" dirty="0" err="1">
                  <a:solidFill>
                    <a:srgbClr val="D5971A"/>
                  </a:solidFill>
                  <a:effectLst/>
                  <a:latin typeface="Berlin Sans FB" panose="020E0602020502020306" pitchFamily="34" charset="0"/>
                </a:rPr>
                <a:t>src</a:t>
              </a:r>
              <a:r>
                <a:rPr lang="en-US" sz="1600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=</a:t>
              </a:r>
              <a:r>
                <a:rPr lang="en-US" sz="1600" dirty="0">
                  <a:solidFill>
                    <a:srgbClr val="49E9A6"/>
                  </a:solidFill>
                  <a:effectLst/>
                  <a:latin typeface="Berlin Sans FB" panose="020E0602020502020306" pitchFamily="34" charset="0"/>
                </a:rPr>
                <a:t>“packages-e</a:t>
              </a:r>
              <a:r>
                <a:rPr lang="en-US" sz="1600" dirty="0">
                  <a:solidFill>
                    <a:srgbClr val="49E9A6"/>
                  </a:solidFill>
                  <a:latin typeface="Berlin Sans FB" panose="020E0602020502020306" pitchFamily="34" charset="0"/>
                </a:rPr>
                <a:t>.js</a:t>
              </a:r>
              <a:r>
                <a:rPr lang="en-US" sz="1600" dirty="0">
                  <a:solidFill>
                    <a:srgbClr val="49E9A6"/>
                  </a:solidFill>
                  <a:effectLst/>
                  <a:latin typeface="Berlin Sans FB" panose="020E0602020502020306" pitchFamily="34" charset="0"/>
                </a:rPr>
                <a:t>"</a:t>
              </a:r>
              <a:r>
                <a:rPr lang="en-US" sz="1600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&gt;&lt;/</a:t>
              </a:r>
              <a:r>
                <a:rPr lang="en-US" sz="1600" dirty="0">
                  <a:solidFill>
                    <a:srgbClr val="E66533"/>
                  </a:solidFill>
                  <a:effectLst/>
                  <a:latin typeface="Berlin Sans FB" panose="020E0602020502020306" pitchFamily="34" charset="0"/>
                </a:rPr>
                <a:t>script</a:t>
              </a:r>
              <a:r>
                <a:rPr lang="en-US" sz="1600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&gt;</a:t>
              </a:r>
              <a:endParaRPr lang="en-US" sz="16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endParaRPr>
            </a:p>
          </p:txBody>
        </p:sp>
        <p:sp>
          <p:nvSpPr>
            <p:cNvPr id="76" name="package-f">
              <a:extLst>
                <a:ext uri="{FF2B5EF4-FFF2-40B4-BE49-F238E27FC236}">
                  <a16:creationId xmlns:a16="http://schemas.microsoft.com/office/drawing/2014/main" id="{4B24424A-0A08-D3B4-5D62-2AACFFFE6CF1}"/>
                </a:ext>
              </a:extLst>
            </p:cNvPr>
            <p:cNvSpPr txBox="1"/>
            <p:nvPr/>
          </p:nvSpPr>
          <p:spPr>
            <a:xfrm>
              <a:off x="406772" y="5572835"/>
              <a:ext cx="299937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sz="1600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&lt;</a:t>
              </a:r>
              <a:r>
                <a:rPr lang="en-US" sz="1600" dirty="0">
                  <a:solidFill>
                    <a:srgbClr val="E66533"/>
                  </a:solidFill>
                  <a:effectLst/>
                  <a:latin typeface="Berlin Sans FB" panose="020E0602020502020306" pitchFamily="34" charset="0"/>
                </a:rPr>
                <a:t>script</a:t>
              </a:r>
              <a:r>
                <a:rPr lang="en-US" sz="1600" dirty="0">
                  <a:solidFill>
                    <a:srgbClr val="BECFDA"/>
                  </a:solidFill>
                  <a:latin typeface="Berlin Sans FB" panose="020E0602020502020306" pitchFamily="34" charset="0"/>
                </a:rPr>
                <a:t> </a:t>
              </a:r>
              <a:r>
                <a:rPr lang="en-US" sz="1600" i="1" dirty="0" err="1">
                  <a:solidFill>
                    <a:srgbClr val="D5971A"/>
                  </a:solidFill>
                  <a:effectLst/>
                  <a:latin typeface="Berlin Sans FB" panose="020E0602020502020306" pitchFamily="34" charset="0"/>
                </a:rPr>
                <a:t>src</a:t>
              </a:r>
              <a:r>
                <a:rPr lang="en-US" sz="1600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=</a:t>
              </a:r>
              <a:r>
                <a:rPr lang="en-US" sz="1600" dirty="0">
                  <a:solidFill>
                    <a:srgbClr val="49E9A6"/>
                  </a:solidFill>
                  <a:effectLst/>
                  <a:latin typeface="Berlin Sans FB" panose="020E0602020502020306" pitchFamily="34" charset="0"/>
                </a:rPr>
                <a:t>“packages-f</a:t>
              </a:r>
              <a:r>
                <a:rPr lang="en-US" sz="1600" dirty="0">
                  <a:solidFill>
                    <a:srgbClr val="49E9A6"/>
                  </a:solidFill>
                  <a:latin typeface="Berlin Sans FB" panose="020E0602020502020306" pitchFamily="34" charset="0"/>
                </a:rPr>
                <a:t>.js</a:t>
              </a:r>
              <a:r>
                <a:rPr lang="en-US" sz="1600" dirty="0">
                  <a:solidFill>
                    <a:srgbClr val="49E9A6"/>
                  </a:solidFill>
                  <a:effectLst/>
                  <a:latin typeface="Berlin Sans FB" panose="020E0602020502020306" pitchFamily="34" charset="0"/>
                </a:rPr>
                <a:t>"</a:t>
              </a:r>
              <a:r>
                <a:rPr lang="en-US" sz="1600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&gt;&lt;/</a:t>
              </a:r>
              <a:r>
                <a:rPr lang="en-US" sz="1600" dirty="0">
                  <a:solidFill>
                    <a:srgbClr val="E66533"/>
                  </a:solidFill>
                  <a:effectLst/>
                  <a:latin typeface="Berlin Sans FB" panose="020E0602020502020306" pitchFamily="34" charset="0"/>
                </a:rPr>
                <a:t>script</a:t>
              </a:r>
              <a:r>
                <a:rPr lang="en-US" sz="1600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&gt;</a:t>
              </a:r>
              <a:endParaRPr lang="en-US" sz="16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endParaRPr>
            </a:p>
          </p:txBody>
        </p:sp>
        <p:sp>
          <p:nvSpPr>
            <p:cNvPr id="77" name="pacakage-g">
              <a:extLst>
                <a:ext uri="{FF2B5EF4-FFF2-40B4-BE49-F238E27FC236}">
                  <a16:creationId xmlns:a16="http://schemas.microsoft.com/office/drawing/2014/main" id="{E97E57A4-52A0-1A99-9083-2A5200ECCCE0}"/>
                </a:ext>
              </a:extLst>
            </p:cNvPr>
            <p:cNvSpPr txBox="1"/>
            <p:nvPr/>
          </p:nvSpPr>
          <p:spPr>
            <a:xfrm>
              <a:off x="410003" y="5798564"/>
              <a:ext cx="350434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sz="1600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&lt;</a:t>
              </a:r>
              <a:r>
                <a:rPr lang="en-US" sz="1600" dirty="0">
                  <a:solidFill>
                    <a:srgbClr val="E66533"/>
                  </a:solidFill>
                  <a:effectLst/>
                  <a:latin typeface="Berlin Sans FB" panose="020E0602020502020306" pitchFamily="34" charset="0"/>
                </a:rPr>
                <a:t>script</a:t>
              </a:r>
              <a:r>
                <a:rPr lang="en-US" sz="1600" dirty="0">
                  <a:solidFill>
                    <a:srgbClr val="BECFDA"/>
                  </a:solidFill>
                  <a:latin typeface="Berlin Sans FB" panose="020E0602020502020306" pitchFamily="34" charset="0"/>
                </a:rPr>
                <a:t> </a:t>
              </a:r>
              <a:r>
                <a:rPr lang="en-US" sz="1600" i="1" dirty="0" err="1">
                  <a:solidFill>
                    <a:srgbClr val="D5971A"/>
                  </a:solidFill>
                  <a:effectLst/>
                  <a:latin typeface="Berlin Sans FB" panose="020E0602020502020306" pitchFamily="34" charset="0"/>
                </a:rPr>
                <a:t>src</a:t>
              </a:r>
              <a:r>
                <a:rPr lang="en-US" sz="1600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=</a:t>
              </a:r>
              <a:r>
                <a:rPr lang="en-US" sz="1600" dirty="0">
                  <a:solidFill>
                    <a:srgbClr val="49E9A6"/>
                  </a:solidFill>
                  <a:effectLst/>
                  <a:latin typeface="Berlin Sans FB" panose="020E0602020502020306" pitchFamily="34" charset="0"/>
                </a:rPr>
                <a:t>“packages-g</a:t>
              </a:r>
              <a:r>
                <a:rPr lang="en-US" sz="1600" dirty="0">
                  <a:solidFill>
                    <a:srgbClr val="49E9A6"/>
                  </a:solidFill>
                  <a:latin typeface="Berlin Sans FB" panose="020E0602020502020306" pitchFamily="34" charset="0"/>
                </a:rPr>
                <a:t>.js</a:t>
              </a:r>
              <a:r>
                <a:rPr lang="en-US" sz="1600" dirty="0">
                  <a:solidFill>
                    <a:srgbClr val="49E9A6"/>
                  </a:solidFill>
                  <a:effectLst/>
                  <a:latin typeface="Berlin Sans FB" panose="020E0602020502020306" pitchFamily="34" charset="0"/>
                </a:rPr>
                <a:t>"</a:t>
              </a:r>
              <a:r>
                <a:rPr lang="en-US" sz="1600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&gt;&lt;/</a:t>
              </a:r>
              <a:r>
                <a:rPr lang="en-US" sz="1600" dirty="0">
                  <a:solidFill>
                    <a:srgbClr val="E66533"/>
                  </a:solidFill>
                  <a:effectLst/>
                  <a:latin typeface="Berlin Sans FB" panose="020E0602020502020306" pitchFamily="34" charset="0"/>
                </a:rPr>
                <a:t>script</a:t>
              </a:r>
              <a:r>
                <a:rPr lang="en-US" sz="1600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&gt;</a:t>
              </a:r>
              <a:endParaRPr lang="en-US" sz="16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endParaRPr>
            </a:p>
          </p:txBody>
        </p:sp>
        <p:sp>
          <p:nvSpPr>
            <p:cNvPr id="78" name="package-c">
              <a:extLst>
                <a:ext uri="{FF2B5EF4-FFF2-40B4-BE49-F238E27FC236}">
                  <a16:creationId xmlns:a16="http://schemas.microsoft.com/office/drawing/2014/main" id="{27FD89D1-FEBC-FA11-171E-F10AE66B70C4}"/>
                </a:ext>
              </a:extLst>
            </p:cNvPr>
            <p:cNvSpPr txBox="1"/>
            <p:nvPr/>
          </p:nvSpPr>
          <p:spPr>
            <a:xfrm>
              <a:off x="410750" y="3330761"/>
              <a:ext cx="350434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sz="1600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&lt;</a:t>
              </a:r>
              <a:r>
                <a:rPr lang="en-US" sz="1600" dirty="0">
                  <a:solidFill>
                    <a:srgbClr val="E66533"/>
                  </a:solidFill>
                  <a:effectLst/>
                  <a:latin typeface="Berlin Sans FB" panose="020E0602020502020306" pitchFamily="34" charset="0"/>
                </a:rPr>
                <a:t>script</a:t>
              </a:r>
              <a:r>
                <a:rPr lang="en-US" sz="1600" dirty="0">
                  <a:solidFill>
                    <a:srgbClr val="BECFDA"/>
                  </a:solidFill>
                  <a:latin typeface="Berlin Sans FB" panose="020E0602020502020306" pitchFamily="34" charset="0"/>
                </a:rPr>
                <a:t> </a:t>
              </a:r>
              <a:r>
                <a:rPr lang="en-US" sz="1600" i="1" dirty="0" err="1">
                  <a:solidFill>
                    <a:srgbClr val="D5971A"/>
                  </a:solidFill>
                  <a:effectLst/>
                  <a:latin typeface="Berlin Sans FB" panose="020E0602020502020306" pitchFamily="34" charset="0"/>
                </a:rPr>
                <a:t>src</a:t>
              </a:r>
              <a:r>
                <a:rPr lang="en-US" sz="1600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=</a:t>
              </a:r>
              <a:r>
                <a:rPr lang="en-US" sz="1600" dirty="0">
                  <a:solidFill>
                    <a:srgbClr val="49E9A6"/>
                  </a:solidFill>
                  <a:effectLst/>
                  <a:latin typeface="Berlin Sans FB" panose="020E0602020502020306" pitchFamily="34" charset="0"/>
                </a:rPr>
                <a:t>"https://package-c"</a:t>
              </a:r>
              <a:r>
                <a:rPr lang="en-US" sz="1600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&gt;&lt;/</a:t>
              </a:r>
              <a:r>
                <a:rPr lang="en-US" sz="1600" dirty="0">
                  <a:solidFill>
                    <a:srgbClr val="E66533"/>
                  </a:solidFill>
                  <a:effectLst/>
                  <a:latin typeface="Berlin Sans FB" panose="020E0602020502020306" pitchFamily="34" charset="0"/>
                </a:rPr>
                <a:t>script</a:t>
              </a:r>
              <a:r>
                <a:rPr lang="en-US" sz="1600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&gt;</a:t>
              </a:r>
              <a:endParaRPr lang="en-US" sz="16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endParaRPr>
            </a:p>
          </p:txBody>
        </p:sp>
        <p:sp>
          <p:nvSpPr>
            <p:cNvPr id="79" name="package-d">
              <a:extLst>
                <a:ext uri="{FF2B5EF4-FFF2-40B4-BE49-F238E27FC236}">
                  <a16:creationId xmlns:a16="http://schemas.microsoft.com/office/drawing/2014/main" id="{DF7D94B3-1838-CE30-DF4E-A0F4B78EA32B}"/>
                </a:ext>
              </a:extLst>
            </p:cNvPr>
            <p:cNvSpPr txBox="1"/>
            <p:nvPr/>
          </p:nvSpPr>
          <p:spPr>
            <a:xfrm>
              <a:off x="415662" y="3591316"/>
              <a:ext cx="358035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sz="1600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&lt;</a:t>
              </a:r>
              <a:r>
                <a:rPr lang="en-US" sz="1600" dirty="0">
                  <a:solidFill>
                    <a:srgbClr val="E66533"/>
                  </a:solidFill>
                  <a:effectLst/>
                  <a:latin typeface="Berlin Sans FB" panose="020E0602020502020306" pitchFamily="34" charset="0"/>
                </a:rPr>
                <a:t>script</a:t>
              </a:r>
              <a:r>
                <a:rPr lang="en-US" sz="1600" dirty="0">
                  <a:solidFill>
                    <a:srgbClr val="BECFDA"/>
                  </a:solidFill>
                  <a:latin typeface="Berlin Sans FB" panose="020E0602020502020306" pitchFamily="34" charset="0"/>
                </a:rPr>
                <a:t> </a:t>
              </a:r>
              <a:r>
                <a:rPr lang="en-US" sz="1600" i="1" dirty="0" err="1">
                  <a:solidFill>
                    <a:srgbClr val="D5971A"/>
                  </a:solidFill>
                  <a:effectLst/>
                  <a:latin typeface="Berlin Sans FB" panose="020E0602020502020306" pitchFamily="34" charset="0"/>
                </a:rPr>
                <a:t>src</a:t>
              </a:r>
              <a:r>
                <a:rPr lang="en-US" sz="1600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=</a:t>
              </a:r>
              <a:r>
                <a:rPr lang="en-US" sz="1600" dirty="0">
                  <a:solidFill>
                    <a:srgbClr val="49E9A6"/>
                  </a:solidFill>
                  <a:effectLst/>
                  <a:latin typeface="Berlin Sans FB" panose="020E0602020502020306" pitchFamily="34" charset="0"/>
                </a:rPr>
                <a:t>"https://package-d"</a:t>
              </a:r>
              <a:r>
                <a:rPr lang="en-US" sz="1600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&gt;&lt;/</a:t>
              </a:r>
              <a:r>
                <a:rPr lang="en-US" sz="1600" dirty="0">
                  <a:solidFill>
                    <a:srgbClr val="E66533"/>
                  </a:solidFill>
                  <a:effectLst/>
                  <a:latin typeface="Berlin Sans FB" panose="020E0602020502020306" pitchFamily="34" charset="0"/>
                </a:rPr>
                <a:t>script</a:t>
              </a:r>
              <a:r>
                <a:rPr lang="en-US" sz="1600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&gt;</a:t>
              </a:r>
              <a:endParaRPr lang="en-US" sz="16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FE9BE87-52F8-0497-BF96-62D2E4615AE4}"/>
                </a:ext>
              </a:extLst>
            </p:cNvPr>
            <p:cNvSpPr txBox="1"/>
            <p:nvPr/>
          </p:nvSpPr>
          <p:spPr>
            <a:xfrm>
              <a:off x="364051" y="2483945"/>
              <a:ext cx="43578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sz="1800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&lt;</a:t>
              </a:r>
              <a:r>
                <a:rPr lang="en-US" sz="1800" dirty="0">
                  <a:solidFill>
                    <a:srgbClr val="E66533"/>
                  </a:solidFill>
                  <a:effectLst/>
                  <a:latin typeface="Berlin Sans FB" panose="020E0602020502020306" pitchFamily="34" charset="0"/>
                </a:rPr>
                <a:t>link</a:t>
              </a:r>
              <a:r>
                <a:rPr lang="en-US" sz="1800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 </a:t>
              </a:r>
              <a:r>
                <a:rPr lang="en-US" sz="1800" i="1" dirty="0" err="1">
                  <a:solidFill>
                    <a:srgbClr val="D5971A"/>
                  </a:solidFill>
                  <a:effectLst/>
                  <a:latin typeface="Berlin Sans FB" panose="020E0602020502020306" pitchFamily="34" charset="0"/>
                </a:rPr>
                <a:t>rel</a:t>
              </a:r>
              <a:r>
                <a:rPr lang="en-US" sz="1800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=</a:t>
              </a:r>
              <a:r>
                <a:rPr lang="en-US" sz="1800" dirty="0">
                  <a:solidFill>
                    <a:srgbClr val="49E9A6"/>
                  </a:solidFill>
                  <a:effectLst/>
                  <a:latin typeface="Berlin Sans FB" panose="020E0602020502020306" pitchFamily="34" charset="0"/>
                </a:rPr>
                <a:t>"</a:t>
              </a:r>
              <a:r>
                <a:rPr lang="en-US" sz="1800" dirty="0" err="1">
                  <a:solidFill>
                    <a:srgbClr val="49E9A6"/>
                  </a:solidFill>
                  <a:effectLst/>
                  <a:latin typeface="Berlin Sans FB" panose="020E0602020502020306" pitchFamily="34" charset="0"/>
                </a:rPr>
                <a:t>stylesheet"</a:t>
              </a:r>
              <a:r>
                <a:rPr lang="en-US" sz="1800" i="1" dirty="0" err="1">
                  <a:solidFill>
                    <a:srgbClr val="D5971A"/>
                  </a:solidFill>
                  <a:effectLst/>
                  <a:latin typeface="Berlin Sans FB" panose="020E0602020502020306" pitchFamily="34" charset="0"/>
                </a:rPr>
                <a:t>href</a:t>
              </a:r>
              <a:r>
                <a:rPr lang="en-US" sz="1800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=</a:t>
              </a:r>
              <a:r>
                <a:rPr lang="en-US" sz="1800" dirty="0">
                  <a:solidFill>
                    <a:srgbClr val="49E9A6"/>
                  </a:solidFill>
                  <a:effectLst/>
                  <a:latin typeface="Berlin Sans FB" panose="020E0602020502020306" pitchFamily="34" charset="0"/>
                </a:rPr>
                <a:t>"./</a:t>
              </a:r>
              <a:r>
                <a:rPr lang="en-US" sz="1800" dirty="0" err="1">
                  <a:solidFill>
                    <a:srgbClr val="49E9A6"/>
                  </a:solidFill>
                  <a:effectLst/>
                  <a:latin typeface="Berlin Sans FB" panose="020E0602020502020306" pitchFamily="34" charset="0"/>
                </a:rPr>
                <a:t>src</a:t>
              </a:r>
              <a:r>
                <a:rPr lang="en-US" sz="1800" dirty="0">
                  <a:solidFill>
                    <a:srgbClr val="49E9A6"/>
                  </a:solidFill>
                  <a:effectLst/>
                  <a:latin typeface="Berlin Sans FB" panose="020E0602020502020306" pitchFamily="34" charset="0"/>
                </a:rPr>
                <a:t>/</a:t>
              </a:r>
              <a:r>
                <a:rPr lang="en-US" sz="1800" dirty="0" err="1">
                  <a:solidFill>
                    <a:srgbClr val="49E9A6"/>
                  </a:solidFill>
                  <a:effectLst/>
                  <a:latin typeface="Berlin Sans FB" panose="020E0602020502020306" pitchFamily="34" charset="0"/>
                </a:rPr>
                <a:t>css</a:t>
              </a:r>
              <a:r>
                <a:rPr lang="en-US" sz="1800" dirty="0">
                  <a:solidFill>
                    <a:srgbClr val="49E9A6"/>
                  </a:solidFill>
                  <a:effectLst/>
                  <a:latin typeface="Berlin Sans FB" panose="020E0602020502020306" pitchFamily="34" charset="0"/>
                </a:rPr>
                <a:t>/style.css"</a:t>
              </a:r>
              <a:r>
                <a:rPr lang="en-US" sz="1800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 </a:t>
              </a:r>
              <a:r>
                <a:rPr lang="en-US" sz="1800" dirty="0">
                  <a:solidFill>
                    <a:srgbClr val="5988A6"/>
                  </a:solidFill>
                  <a:effectLst/>
                  <a:latin typeface="Berlin Sans FB" panose="020E0602020502020306" pitchFamily="34" charset="0"/>
                </a:rPr>
                <a:t>/&gt;</a:t>
              </a:r>
              <a:endParaRPr lang="en-US" sz="1800" dirty="0">
                <a:solidFill>
                  <a:srgbClr val="BECFDA"/>
                </a:solidFill>
                <a:effectLst/>
                <a:latin typeface="Berlin Sans FB" panose="020E0602020502020306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21220C3-1313-7FDD-5C48-3468617598CE}"/>
                </a:ext>
              </a:extLst>
            </p:cNvPr>
            <p:cNvSpPr/>
            <p:nvPr/>
          </p:nvSpPr>
          <p:spPr>
            <a:xfrm>
              <a:off x="3024086" y="1658853"/>
              <a:ext cx="1648145" cy="55073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Using CDN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0C804D7-C070-487D-EA75-75649D528321}"/>
                </a:ext>
              </a:extLst>
            </p:cNvPr>
            <p:cNvSpPr/>
            <p:nvPr/>
          </p:nvSpPr>
          <p:spPr>
            <a:xfrm>
              <a:off x="461939" y="2832392"/>
              <a:ext cx="3504341" cy="105868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1D69994-8734-05A8-075B-889E64FBBFD0}"/>
                </a:ext>
              </a:extLst>
            </p:cNvPr>
            <p:cNvSpPr/>
            <p:nvPr/>
          </p:nvSpPr>
          <p:spPr>
            <a:xfrm>
              <a:off x="505811" y="5342149"/>
              <a:ext cx="3504341" cy="7870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C0F2BD1-E408-D584-8DEC-A3CFC3DE839B}"/>
              </a:ext>
            </a:extLst>
          </p:cNvPr>
          <p:cNvGrpSpPr/>
          <p:nvPr/>
        </p:nvGrpSpPr>
        <p:grpSpPr>
          <a:xfrm>
            <a:off x="4755322" y="1356722"/>
            <a:ext cx="4040336" cy="4357996"/>
            <a:chOff x="4795599" y="1451738"/>
            <a:chExt cx="4040336" cy="435799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FDD64D9-1DD1-933C-1C39-D7122AD73D3D}"/>
                </a:ext>
              </a:extLst>
            </p:cNvPr>
            <p:cNvSpPr/>
            <p:nvPr/>
          </p:nvSpPr>
          <p:spPr>
            <a:xfrm>
              <a:off x="4820079" y="1848439"/>
              <a:ext cx="4015856" cy="39612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0181192-0446-A88E-E72E-C948153433CE}"/>
                </a:ext>
              </a:extLst>
            </p:cNvPr>
            <p:cNvSpPr txBox="1"/>
            <p:nvPr/>
          </p:nvSpPr>
          <p:spPr>
            <a:xfrm>
              <a:off x="4820079" y="1980639"/>
              <a:ext cx="402257" cy="3152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50"/>
                </a:lnSpc>
                <a:buNone/>
              </a:pPr>
              <a:r>
                <a:rPr lang="en-US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{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C853336-6164-96C2-34AF-8F192D2A2458}"/>
                </a:ext>
              </a:extLst>
            </p:cNvPr>
            <p:cNvSpPr txBox="1"/>
            <p:nvPr/>
          </p:nvSpPr>
          <p:spPr>
            <a:xfrm>
              <a:off x="4795599" y="5199700"/>
              <a:ext cx="403135" cy="3152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50"/>
                </a:lnSpc>
                <a:buNone/>
              </a:pPr>
              <a:r>
                <a:rPr lang="en-US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}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0E64EDF-A635-92E9-966B-7B51D3029B07}"/>
                </a:ext>
              </a:extLst>
            </p:cNvPr>
            <p:cNvSpPr txBox="1"/>
            <p:nvPr/>
          </p:nvSpPr>
          <p:spPr>
            <a:xfrm>
              <a:off x="5099865" y="2218176"/>
              <a:ext cx="2397115" cy="3152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50"/>
                </a:lnSpc>
                <a:buNone/>
              </a:pPr>
              <a:r>
                <a:rPr lang="en-US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"</a:t>
              </a:r>
              <a:r>
                <a:rPr lang="en-US" dirty="0">
                  <a:solidFill>
                    <a:srgbClr val="E4B781"/>
                  </a:solidFill>
                  <a:effectLst/>
                  <a:latin typeface="Berlin Sans FB" panose="020E0602020502020306" pitchFamily="34" charset="0"/>
                </a:rPr>
                <a:t>name</a:t>
              </a:r>
              <a:r>
                <a:rPr lang="en-US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": </a:t>
              </a:r>
              <a:r>
                <a:rPr lang="en-US" dirty="0">
                  <a:solidFill>
                    <a:srgbClr val="49E9A6"/>
                  </a:solidFill>
                  <a:effectLst/>
                  <a:latin typeface="Berlin Sans FB" panose="020E0602020502020306" pitchFamily="34" charset="0"/>
                </a:rPr>
                <a:t>"crud-1"</a:t>
              </a:r>
              <a:r>
                <a:rPr lang="en-US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,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9D36FB2-AD70-B192-DC7C-8DAF85D2FDAB}"/>
                </a:ext>
              </a:extLst>
            </p:cNvPr>
            <p:cNvSpPr txBox="1"/>
            <p:nvPr/>
          </p:nvSpPr>
          <p:spPr>
            <a:xfrm>
              <a:off x="5114614" y="2543890"/>
              <a:ext cx="2367008" cy="3152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50"/>
                </a:lnSpc>
                <a:buNone/>
              </a:pPr>
              <a:r>
                <a:rPr lang="en-US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"</a:t>
              </a:r>
              <a:r>
                <a:rPr lang="en-US" dirty="0">
                  <a:solidFill>
                    <a:srgbClr val="E4B781"/>
                  </a:solidFill>
                  <a:effectLst/>
                  <a:latin typeface="Berlin Sans FB" panose="020E0602020502020306" pitchFamily="34" charset="0"/>
                </a:rPr>
                <a:t>dependencies</a:t>
              </a:r>
              <a:r>
                <a:rPr lang="en-US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": {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3D26AC8-A606-8733-E896-2221A064A9F2}"/>
                </a:ext>
              </a:extLst>
            </p:cNvPr>
            <p:cNvSpPr txBox="1"/>
            <p:nvPr/>
          </p:nvSpPr>
          <p:spPr>
            <a:xfrm>
              <a:off x="5045279" y="5036563"/>
              <a:ext cx="453535" cy="3152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50"/>
                </a:lnSpc>
                <a:buNone/>
              </a:pPr>
              <a:r>
                <a:rPr lang="en-US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},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859C6DC-564A-C129-FDE4-2A0DEF64C367}"/>
                </a:ext>
              </a:extLst>
            </p:cNvPr>
            <p:cNvSpPr txBox="1"/>
            <p:nvPr/>
          </p:nvSpPr>
          <p:spPr>
            <a:xfrm>
              <a:off x="5278888" y="2785095"/>
              <a:ext cx="2086518" cy="3152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50"/>
                </a:lnSpc>
                <a:buNone/>
              </a:pPr>
              <a:r>
                <a:rPr lang="en-US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“</a:t>
              </a:r>
              <a:r>
                <a:rPr lang="en-US" dirty="0">
                  <a:solidFill>
                    <a:srgbClr val="E4B781"/>
                  </a:solidFill>
                  <a:effectLst/>
                  <a:latin typeface="Berlin Sans FB" panose="020E0602020502020306" pitchFamily="34" charset="0"/>
                </a:rPr>
                <a:t>a</a:t>
              </a:r>
              <a:r>
                <a:rPr lang="en-US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": </a:t>
              </a:r>
              <a:r>
                <a:rPr lang="en-US" dirty="0">
                  <a:solidFill>
                    <a:srgbClr val="49E9A6"/>
                  </a:solidFill>
                  <a:effectLst/>
                  <a:latin typeface="Berlin Sans FB" panose="020E0602020502020306" pitchFamily="34" charset="0"/>
                </a:rPr>
                <a:t>"^5.5.0"</a:t>
              </a:r>
              <a:r>
                <a:rPr lang="en-US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,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3ECAEC3-0203-E379-9440-E6290D004D96}"/>
                </a:ext>
              </a:extLst>
            </p:cNvPr>
            <p:cNvSpPr txBox="1"/>
            <p:nvPr/>
          </p:nvSpPr>
          <p:spPr>
            <a:xfrm>
              <a:off x="5278888" y="3075556"/>
              <a:ext cx="2086518" cy="3152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50"/>
                </a:lnSpc>
                <a:buNone/>
              </a:pPr>
              <a:r>
                <a:rPr lang="en-US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“</a:t>
              </a:r>
              <a:r>
                <a:rPr lang="en-US" dirty="0">
                  <a:solidFill>
                    <a:srgbClr val="E4B781"/>
                  </a:solidFill>
                  <a:effectLst/>
                  <a:latin typeface="Berlin Sans FB" panose="020E0602020502020306" pitchFamily="34" charset="0"/>
                </a:rPr>
                <a:t>b</a:t>
              </a:r>
              <a:r>
                <a:rPr lang="en-US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": </a:t>
              </a:r>
              <a:r>
                <a:rPr lang="en-US" dirty="0">
                  <a:solidFill>
                    <a:srgbClr val="49E9A6"/>
                  </a:solidFill>
                  <a:effectLst/>
                  <a:latin typeface="Berlin Sans FB" panose="020E0602020502020306" pitchFamily="34" charset="0"/>
                </a:rPr>
                <a:t>"^5.5.0"</a:t>
              </a:r>
              <a:r>
                <a:rPr lang="en-US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,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EB80FC5F-A328-D125-05D2-F5396855889B}"/>
                </a:ext>
              </a:extLst>
            </p:cNvPr>
            <p:cNvSpPr txBox="1"/>
            <p:nvPr/>
          </p:nvSpPr>
          <p:spPr>
            <a:xfrm>
              <a:off x="5262067" y="3411941"/>
              <a:ext cx="2086518" cy="3152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50"/>
                </a:lnSpc>
                <a:buNone/>
              </a:pPr>
              <a:r>
                <a:rPr lang="en-US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“</a:t>
              </a:r>
              <a:r>
                <a:rPr lang="en-US" dirty="0">
                  <a:solidFill>
                    <a:srgbClr val="E4B781"/>
                  </a:solidFill>
                  <a:latin typeface="Berlin Sans FB" panose="020E0602020502020306" pitchFamily="34" charset="0"/>
                </a:rPr>
                <a:t>c</a:t>
              </a:r>
              <a:r>
                <a:rPr lang="en-US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": </a:t>
              </a:r>
              <a:r>
                <a:rPr lang="en-US" dirty="0">
                  <a:solidFill>
                    <a:srgbClr val="49E9A6"/>
                  </a:solidFill>
                  <a:effectLst/>
                  <a:latin typeface="Berlin Sans FB" panose="020E0602020502020306" pitchFamily="34" charset="0"/>
                </a:rPr>
                <a:t>"^5.5.0"</a:t>
              </a:r>
              <a:r>
                <a:rPr lang="en-US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,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09E7D8C-CED3-839E-2AC3-7EE19425F479}"/>
                </a:ext>
              </a:extLst>
            </p:cNvPr>
            <p:cNvSpPr txBox="1"/>
            <p:nvPr/>
          </p:nvSpPr>
          <p:spPr>
            <a:xfrm>
              <a:off x="5254859" y="3715268"/>
              <a:ext cx="2086518" cy="3152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50"/>
                </a:lnSpc>
                <a:buNone/>
              </a:pPr>
              <a:r>
                <a:rPr lang="en-US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“</a:t>
              </a:r>
              <a:r>
                <a:rPr lang="en-US" dirty="0">
                  <a:solidFill>
                    <a:srgbClr val="E4B781"/>
                  </a:solidFill>
                  <a:effectLst/>
                  <a:latin typeface="Berlin Sans FB" panose="020E0602020502020306" pitchFamily="34" charset="0"/>
                </a:rPr>
                <a:t>d</a:t>
              </a:r>
              <a:r>
                <a:rPr lang="en-US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": </a:t>
              </a:r>
              <a:r>
                <a:rPr lang="en-US" dirty="0">
                  <a:solidFill>
                    <a:srgbClr val="49E9A6"/>
                  </a:solidFill>
                  <a:effectLst/>
                  <a:latin typeface="Berlin Sans FB" panose="020E0602020502020306" pitchFamily="34" charset="0"/>
                </a:rPr>
                <a:t>"^5.5.0"</a:t>
              </a:r>
              <a:r>
                <a:rPr lang="en-US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,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5A1294AC-0D44-90F0-10A7-99DD8E92DFA6}"/>
                </a:ext>
              </a:extLst>
            </p:cNvPr>
            <p:cNvSpPr txBox="1"/>
            <p:nvPr/>
          </p:nvSpPr>
          <p:spPr>
            <a:xfrm>
              <a:off x="5262067" y="4044824"/>
              <a:ext cx="2086518" cy="3152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50"/>
                </a:lnSpc>
                <a:buNone/>
              </a:pPr>
              <a:r>
                <a:rPr lang="en-US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“</a:t>
              </a:r>
              <a:r>
                <a:rPr lang="en-US" dirty="0">
                  <a:solidFill>
                    <a:srgbClr val="E4B781"/>
                  </a:solidFill>
                  <a:effectLst/>
                  <a:latin typeface="Berlin Sans FB" panose="020E0602020502020306" pitchFamily="34" charset="0"/>
                </a:rPr>
                <a:t>e</a:t>
              </a:r>
              <a:r>
                <a:rPr lang="en-US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": </a:t>
              </a:r>
              <a:r>
                <a:rPr lang="en-US" dirty="0">
                  <a:solidFill>
                    <a:srgbClr val="49E9A6"/>
                  </a:solidFill>
                  <a:effectLst/>
                  <a:latin typeface="Berlin Sans FB" panose="020E0602020502020306" pitchFamily="34" charset="0"/>
                </a:rPr>
                <a:t>"^5.5.0"</a:t>
              </a:r>
              <a:r>
                <a:rPr lang="en-US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,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D46050B8-115B-CABF-34D2-45007C5E6622}"/>
                </a:ext>
              </a:extLst>
            </p:cNvPr>
            <p:cNvSpPr txBox="1"/>
            <p:nvPr/>
          </p:nvSpPr>
          <p:spPr>
            <a:xfrm>
              <a:off x="5246777" y="4425759"/>
              <a:ext cx="2086518" cy="3152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50"/>
                </a:lnSpc>
                <a:buNone/>
              </a:pPr>
              <a:r>
                <a:rPr lang="en-US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“</a:t>
              </a:r>
              <a:r>
                <a:rPr lang="en-US" dirty="0">
                  <a:solidFill>
                    <a:srgbClr val="E4B781"/>
                  </a:solidFill>
                  <a:latin typeface="Berlin Sans FB" panose="020E0602020502020306" pitchFamily="34" charset="0"/>
                </a:rPr>
                <a:t>f</a:t>
              </a:r>
              <a:r>
                <a:rPr lang="en-US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": </a:t>
              </a:r>
              <a:r>
                <a:rPr lang="en-US" dirty="0">
                  <a:solidFill>
                    <a:srgbClr val="49E9A6"/>
                  </a:solidFill>
                  <a:effectLst/>
                  <a:latin typeface="Berlin Sans FB" panose="020E0602020502020306" pitchFamily="34" charset="0"/>
                </a:rPr>
                <a:t>"^5.5.0"</a:t>
              </a:r>
              <a:r>
                <a:rPr lang="en-US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,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42902C03-8092-8D0C-FED2-A844995F7E60}"/>
                </a:ext>
              </a:extLst>
            </p:cNvPr>
            <p:cNvSpPr txBox="1"/>
            <p:nvPr/>
          </p:nvSpPr>
          <p:spPr>
            <a:xfrm>
              <a:off x="5262017" y="4791519"/>
              <a:ext cx="2086518" cy="3152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50"/>
                </a:lnSpc>
                <a:buNone/>
              </a:pPr>
              <a:r>
                <a:rPr lang="en-US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“</a:t>
              </a:r>
              <a:r>
                <a:rPr lang="en-US" dirty="0">
                  <a:solidFill>
                    <a:srgbClr val="E4B781"/>
                  </a:solidFill>
                  <a:effectLst/>
                  <a:latin typeface="Berlin Sans FB" panose="020E0602020502020306" pitchFamily="34" charset="0"/>
                </a:rPr>
                <a:t>g</a:t>
              </a:r>
              <a:r>
                <a:rPr lang="en-US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": </a:t>
              </a:r>
              <a:r>
                <a:rPr lang="en-US" dirty="0">
                  <a:solidFill>
                    <a:srgbClr val="49E9A6"/>
                  </a:solidFill>
                  <a:effectLst/>
                  <a:latin typeface="Berlin Sans FB" panose="020E0602020502020306" pitchFamily="34" charset="0"/>
                </a:rPr>
                <a:t>"^5.5.0"</a:t>
              </a:r>
              <a:r>
                <a:rPr lang="en-US" dirty="0">
                  <a:solidFill>
                    <a:srgbClr val="BECFDA"/>
                  </a:solidFill>
                  <a:effectLst/>
                  <a:latin typeface="Berlin Sans FB" panose="020E0602020502020306" pitchFamily="34" charset="0"/>
                </a:rPr>
                <a:t>,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2E3B5F0-227F-6158-F477-632F28D750B4}"/>
                </a:ext>
              </a:extLst>
            </p:cNvPr>
            <p:cNvSpPr/>
            <p:nvPr/>
          </p:nvSpPr>
          <p:spPr>
            <a:xfrm>
              <a:off x="7256547" y="1451738"/>
              <a:ext cx="1519911" cy="405069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 err="1">
                  <a:solidFill>
                    <a:schemeClr val="tx1"/>
                  </a:solidFill>
                  <a:latin typeface="Berlin Sans FB" panose="020E0602020502020306" pitchFamily="34" charset="0"/>
                </a:rPr>
                <a:t>packages.json</a:t>
              </a:r>
              <a:endParaRPr lang="en-US" dirty="0">
                <a:solidFill>
                  <a:schemeClr val="tx1"/>
                </a:solidFill>
                <a:latin typeface="Berlin Sans FB" panose="020E0602020502020306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5D8878E-19B5-6E7D-0AC3-D935CADDDB61}"/>
                </a:ext>
              </a:extLst>
            </p:cNvPr>
            <p:cNvSpPr/>
            <p:nvPr/>
          </p:nvSpPr>
          <p:spPr>
            <a:xfrm>
              <a:off x="7187790" y="1887159"/>
              <a:ext cx="1648145" cy="40506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Using NPM</a:t>
              </a: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3CA7C21-F92B-A859-ECCC-ADF8FD348116}"/>
                </a:ext>
              </a:extLst>
            </p:cNvPr>
            <p:cNvSpPr/>
            <p:nvPr/>
          </p:nvSpPr>
          <p:spPr>
            <a:xfrm>
              <a:off x="5222335" y="2778433"/>
              <a:ext cx="1375109" cy="23282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C17CE66-1981-C88B-9533-9F2138FE0E28}"/>
              </a:ext>
            </a:extLst>
          </p:cNvPr>
          <p:cNvGrpSpPr/>
          <p:nvPr/>
        </p:nvGrpSpPr>
        <p:grpSpPr>
          <a:xfrm>
            <a:off x="7362354" y="1963417"/>
            <a:ext cx="1061246" cy="1440000"/>
            <a:chOff x="4878472" y="4953564"/>
            <a:chExt cx="1061246" cy="1440000"/>
          </a:xfrm>
          <a:solidFill>
            <a:srgbClr val="00B050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3B48F94-4BBA-AD7A-99FA-95F250D28DCE}"/>
                </a:ext>
              </a:extLst>
            </p:cNvPr>
            <p:cNvSpPr/>
            <p:nvPr/>
          </p:nvSpPr>
          <p:spPr>
            <a:xfrm rot="18459768">
              <a:off x="5112472" y="5591095"/>
              <a:ext cx="252000" cy="72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F2EBBD2-FBA0-B96B-908E-46204AC0C9A0}"/>
                </a:ext>
              </a:extLst>
            </p:cNvPr>
            <p:cNvSpPr/>
            <p:nvPr/>
          </p:nvSpPr>
          <p:spPr>
            <a:xfrm rot="13410703">
              <a:off x="5687718" y="4953564"/>
              <a:ext cx="252000" cy="144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665314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758FBD-7EE5-034F-27D6-B8A9D2371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background">
            <a:extLst>
              <a:ext uri="{FF2B5EF4-FFF2-40B4-BE49-F238E27FC236}">
                <a16:creationId xmlns:a16="http://schemas.microsoft.com/office/drawing/2014/main" id="{D0520FAF-613B-9861-3A79-920E50406C25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A1497991-0CE6-13CC-AD8B-6DC2D0118DE8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9922CF6B-3788-17D2-313C-7725161E7CCE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EEBF0604-DBEF-19FA-938F-44617AC31989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1252689-7587-2B95-82F0-731FF2B04F88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F3125F3D-D8C6-48C3-6DF0-492575B25669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0674184F-7037-A15D-E8E0-B2F9AE76B3FC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4394B3D-9713-F593-D509-63A88B4C24FC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5B41C9C3-E05E-5661-AC43-D13CF665BACD}"/>
                </a:ext>
              </a:extLst>
            </p:cNvPr>
            <p:cNvGrpSpPr/>
            <p:nvPr/>
          </p:nvGrpSpPr>
          <p:grpSpPr>
            <a:xfrm>
              <a:off x="9078871" y="386956"/>
              <a:ext cx="2902660" cy="3398908"/>
              <a:chOff x="8981371" y="2824912"/>
              <a:chExt cx="2997907" cy="3510212"/>
            </a:xfrm>
          </p:grpSpPr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0137DEF9-99FF-747C-57A4-3B869D44B6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75821" y="2861865"/>
                <a:ext cx="2552386" cy="3315298"/>
              </a:xfrm>
              <a:prstGeom prst="rect">
                <a:avLst/>
              </a:prstGeom>
            </p:spPr>
          </p:pic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A833A43E-330D-735A-65AE-B687018ABA9F}"/>
                  </a:ext>
                </a:extLst>
              </p:cNvPr>
              <p:cNvSpPr/>
              <p:nvPr/>
            </p:nvSpPr>
            <p:spPr>
              <a:xfrm rot="19871654">
                <a:off x="9063495" y="2861599"/>
                <a:ext cx="914400" cy="296728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9D688C60-1DDA-B344-E195-F3568408D1D8}"/>
                  </a:ext>
                </a:extLst>
              </p:cNvPr>
              <p:cNvSpPr/>
              <p:nvPr/>
            </p:nvSpPr>
            <p:spPr>
              <a:xfrm rot="2054190">
                <a:off x="8981371" y="5806907"/>
                <a:ext cx="914400" cy="29672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D2E2A53A-052A-C455-7DDD-0E36308EF7FD}"/>
                  </a:ext>
                </a:extLst>
              </p:cNvPr>
              <p:cNvSpPr/>
              <p:nvPr/>
            </p:nvSpPr>
            <p:spPr>
              <a:xfrm rot="2138521">
                <a:off x="11064878" y="2824912"/>
                <a:ext cx="914400" cy="296728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10A5E3D8-CC7C-3FAA-8E9D-FAF106443851}"/>
                  </a:ext>
                </a:extLst>
              </p:cNvPr>
              <p:cNvSpPr/>
              <p:nvPr/>
            </p:nvSpPr>
            <p:spPr>
              <a:xfrm rot="7896723">
                <a:off x="11064877" y="5729560"/>
                <a:ext cx="914400" cy="296728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4381C37-866B-66E1-6A9B-9984F769B7C2}"/>
                </a:ext>
              </a:extLst>
            </p:cNvPr>
            <p:cNvGrpSpPr/>
            <p:nvPr/>
          </p:nvGrpSpPr>
          <p:grpSpPr>
            <a:xfrm>
              <a:off x="9074752" y="4271583"/>
              <a:ext cx="3101294" cy="1828800"/>
              <a:chOff x="9074752" y="4271583"/>
              <a:chExt cx="3101294" cy="1828800"/>
            </a:xfrm>
          </p:grpSpPr>
          <p:sp>
            <p:nvSpPr>
              <p:cNvPr id="57" name="Parallelogram 56">
                <a:extLst>
                  <a:ext uri="{FF2B5EF4-FFF2-40B4-BE49-F238E27FC236}">
                    <a16:creationId xmlns:a16="http://schemas.microsoft.com/office/drawing/2014/main" id="{E571ED1F-C8DB-1041-030B-6362628B8E4A}"/>
                  </a:ext>
                </a:extLst>
              </p:cNvPr>
              <p:cNvSpPr/>
              <p:nvPr/>
            </p:nvSpPr>
            <p:spPr>
              <a:xfrm>
                <a:off x="9311307" y="4271583"/>
                <a:ext cx="1656301" cy="914400"/>
              </a:xfrm>
              <a:prstGeom prst="parallelogram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rPr>
                  <a:t>#4</a:t>
                </a:r>
              </a:p>
            </p:txBody>
          </p:sp>
          <p:sp>
            <p:nvSpPr>
              <p:cNvPr id="58" name="Parallelogram 57">
                <a:extLst>
                  <a:ext uri="{FF2B5EF4-FFF2-40B4-BE49-F238E27FC236}">
                    <a16:creationId xmlns:a16="http://schemas.microsoft.com/office/drawing/2014/main" id="{54C88B94-8D9B-B5EB-88D7-414AAE524C4F}"/>
                  </a:ext>
                </a:extLst>
              </p:cNvPr>
              <p:cNvSpPr/>
              <p:nvPr/>
            </p:nvSpPr>
            <p:spPr>
              <a:xfrm>
                <a:off x="9074752" y="5185983"/>
                <a:ext cx="3101294" cy="914400"/>
              </a:xfrm>
              <a:prstGeom prst="parallelogram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rPr>
                  <a:t>NODEJS</a:t>
                </a: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7B1D9642-13C5-C920-7F24-2D4B56A8B396}"/>
              </a:ext>
            </a:extLst>
          </p:cNvPr>
          <p:cNvSpPr/>
          <p:nvPr/>
        </p:nvSpPr>
        <p:spPr>
          <a:xfrm>
            <a:off x="304242" y="1140463"/>
            <a:ext cx="4965848" cy="6293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How to install packages through node.js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DD79AF4-DAE9-1704-164A-0A7535AAD883}"/>
              </a:ext>
            </a:extLst>
          </p:cNvPr>
          <p:cNvGrpSpPr/>
          <p:nvPr/>
        </p:nvGrpSpPr>
        <p:grpSpPr>
          <a:xfrm>
            <a:off x="316249" y="1876931"/>
            <a:ext cx="5418432" cy="919967"/>
            <a:chOff x="353403" y="1920899"/>
            <a:chExt cx="5418432" cy="77901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22B6DCE-4F53-4597-97F8-B59E8F5AE828}"/>
                </a:ext>
              </a:extLst>
            </p:cNvPr>
            <p:cNvSpPr/>
            <p:nvPr/>
          </p:nvSpPr>
          <p:spPr>
            <a:xfrm>
              <a:off x="353403" y="1920899"/>
              <a:ext cx="5401275" cy="77901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1.Download Node.js from </a:t>
              </a:r>
            </a:p>
            <a:p>
              <a:r>
                <a:rPr lang="en-US" sz="2000" dirty="0">
                  <a:solidFill>
                    <a:schemeClr val="tx1"/>
                  </a:solidFill>
                  <a:latin typeface="Berlin Sans FB" panose="020E0602020502020306" pitchFamily="34" charset="0"/>
                </a:rPr>
                <a:t>https://nodejs.org/en/download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B0A2F5C-6DB7-3D1C-85AD-AA923150D908}"/>
                </a:ext>
              </a:extLst>
            </p:cNvPr>
            <p:cNvSpPr txBox="1"/>
            <p:nvPr/>
          </p:nvSpPr>
          <p:spPr>
            <a:xfrm>
              <a:off x="3054040" y="2011172"/>
              <a:ext cx="27177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solidFill>
                    <a:srgbClr val="FF0000"/>
                  </a:solidFill>
                </a:rPr>
                <a:t>(if you don’t download yet)</a:t>
              </a: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E50586BE-6B3F-F24C-9FAB-9FF43A01C4A1}"/>
              </a:ext>
            </a:extLst>
          </p:cNvPr>
          <p:cNvSpPr/>
          <p:nvPr/>
        </p:nvSpPr>
        <p:spPr>
          <a:xfrm>
            <a:off x="316250" y="2953656"/>
            <a:ext cx="3223363" cy="4753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2.Open Command Prompt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5610DD7-79B6-BA97-1DB2-ED96ED702C2B}"/>
              </a:ext>
            </a:extLst>
          </p:cNvPr>
          <p:cNvSpPr/>
          <p:nvPr/>
        </p:nvSpPr>
        <p:spPr>
          <a:xfrm>
            <a:off x="611980" y="3548203"/>
            <a:ext cx="3223363" cy="4753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&gt;  node -v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4DC1FC2-691C-7575-22D9-C6E1388DC75B}"/>
              </a:ext>
            </a:extLst>
          </p:cNvPr>
          <p:cNvSpPr/>
          <p:nvPr/>
        </p:nvSpPr>
        <p:spPr>
          <a:xfrm>
            <a:off x="611979" y="4142750"/>
            <a:ext cx="3223363" cy="4753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&gt;  </a:t>
            </a:r>
            <a:r>
              <a:rPr lang="en-US" sz="20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npm</a:t>
            </a:r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 -v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6F73F7E-4083-6B8A-031B-1B922F4A9D8D}"/>
              </a:ext>
            </a:extLst>
          </p:cNvPr>
          <p:cNvSpPr/>
          <p:nvPr/>
        </p:nvSpPr>
        <p:spPr>
          <a:xfrm>
            <a:off x="611978" y="4728783"/>
            <a:ext cx="3223363" cy="4753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&gt;  </a:t>
            </a:r>
            <a:r>
              <a:rPr lang="en-US" sz="20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npm</a:t>
            </a:r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packagesname</a:t>
            </a:r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 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809EBC2-E3CA-4A08-8B77-2F8239945313}"/>
              </a:ext>
            </a:extLst>
          </p:cNvPr>
          <p:cNvCxnSpPr>
            <a:cxnSpLocks/>
          </p:cNvCxnSpPr>
          <p:nvPr/>
        </p:nvCxnSpPr>
        <p:spPr>
          <a:xfrm flipV="1">
            <a:off x="3157496" y="4493342"/>
            <a:ext cx="1350414" cy="41034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251A4F8-F2A4-8343-BF1E-183FC39889B9}"/>
              </a:ext>
            </a:extLst>
          </p:cNvPr>
          <p:cNvCxnSpPr>
            <a:cxnSpLocks/>
          </p:cNvCxnSpPr>
          <p:nvPr/>
        </p:nvCxnSpPr>
        <p:spPr>
          <a:xfrm flipV="1">
            <a:off x="3233664" y="4979789"/>
            <a:ext cx="1309601" cy="5665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66CEB69-6339-7E44-30F8-BFB6B3AB9967}"/>
              </a:ext>
            </a:extLst>
          </p:cNvPr>
          <p:cNvCxnSpPr>
            <a:cxnSpLocks/>
          </p:cNvCxnSpPr>
          <p:nvPr/>
        </p:nvCxnSpPr>
        <p:spPr>
          <a:xfrm>
            <a:off x="3165314" y="5105176"/>
            <a:ext cx="1274246" cy="38890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Oval 80">
            <a:extLst>
              <a:ext uri="{FF2B5EF4-FFF2-40B4-BE49-F238E27FC236}">
                <a16:creationId xmlns:a16="http://schemas.microsoft.com/office/drawing/2014/main" id="{E89579C3-6D4D-5228-A319-B7ADB5A5D851}"/>
              </a:ext>
            </a:extLst>
          </p:cNvPr>
          <p:cNvSpPr/>
          <p:nvPr/>
        </p:nvSpPr>
        <p:spPr>
          <a:xfrm>
            <a:off x="1537810" y="4758545"/>
            <a:ext cx="1695854" cy="49914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86E4306-08FA-196C-FA93-BC639FAC4B5E}"/>
              </a:ext>
            </a:extLst>
          </p:cNvPr>
          <p:cNvSpPr txBox="1"/>
          <p:nvPr/>
        </p:nvSpPr>
        <p:spPr>
          <a:xfrm>
            <a:off x="4543265" y="4271583"/>
            <a:ext cx="780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react</a:t>
            </a:r>
            <a:endParaRPr lang="en-US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E5800C2-AD6D-A627-EE5F-7DBFCF2F6C78}"/>
              </a:ext>
            </a:extLst>
          </p:cNvPr>
          <p:cNvSpPr txBox="1"/>
          <p:nvPr/>
        </p:nvSpPr>
        <p:spPr>
          <a:xfrm>
            <a:off x="4612637" y="4781789"/>
            <a:ext cx="6574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next</a:t>
            </a:r>
            <a:endParaRPr 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210905-CEAF-E0A6-EA7F-3C13EFA3109E}"/>
              </a:ext>
            </a:extLst>
          </p:cNvPr>
          <p:cNvSpPr txBox="1"/>
          <p:nvPr/>
        </p:nvSpPr>
        <p:spPr>
          <a:xfrm>
            <a:off x="4528442" y="5348205"/>
            <a:ext cx="1309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erlin Sans FB" panose="020E0602020502020306" pitchFamily="34" charset="0"/>
              </a:rPr>
              <a:t>reactnative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178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5" grpId="0" animBg="1"/>
      <p:bldP spid="26" grpId="0" animBg="1"/>
      <p:bldP spid="27" grpId="0" animBg="1"/>
      <p:bldP spid="81" grpId="0" animBg="1"/>
      <p:bldP spid="83" grpId="0"/>
      <p:bldP spid="84" grpId="0"/>
      <p:bldP spid="8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F426FC-5564-70E5-C552-5A266688D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76E62C51-BDAB-15B2-4528-172845F69B88}"/>
              </a:ext>
            </a:extLst>
          </p:cNvPr>
          <p:cNvGrpSpPr/>
          <p:nvPr/>
        </p:nvGrpSpPr>
        <p:grpSpPr>
          <a:xfrm>
            <a:off x="194366" y="9704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0899CDB-2F88-B1D8-5310-0D9169E2040A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5112864A-6868-5FE6-5E78-527B86D622A7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6EF64ABA-159E-C260-A749-70EEAF54BA52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C4832AD6-D263-83AE-98D4-59EA3DD6495F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06B5BB66-BC35-098F-2209-936F31D043D7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849DAD03-1E39-C6A4-EE59-067A42414758}"/>
                </a:ext>
              </a:extLst>
            </p:cNvPr>
            <p:cNvGrpSpPr/>
            <p:nvPr/>
          </p:nvGrpSpPr>
          <p:grpSpPr>
            <a:xfrm>
              <a:off x="108333" y="941046"/>
              <a:ext cx="8804791" cy="5802344"/>
              <a:chOff x="97378" y="962804"/>
              <a:chExt cx="8804791" cy="5802344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1B37AAA-277C-133B-45D5-D8D9FD93BCC9}"/>
                  </a:ext>
                </a:extLst>
              </p:cNvPr>
              <p:cNvSpPr/>
              <p:nvPr/>
            </p:nvSpPr>
            <p:spPr>
              <a:xfrm>
                <a:off x="133315" y="962804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  <p:sp>
            <p:nvSpPr>
              <p:cNvPr id="38" name="Star: 4 Points 37">
                <a:extLst>
                  <a:ext uri="{FF2B5EF4-FFF2-40B4-BE49-F238E27FC236}">
                    <a16:creationId xmlns:a16="http://schemas.microsoft.com/office/drawing/2014/main" id="{F9294493-A276-DE8E-8CCC-EE8C2AC4F1E3}"/>
                  </a:ext>
                </a:extLst>
              </p:cNvPr>
              <p:cNvSpPr/>
              <p:nvPr/>
            </p:nvSpPr>
            <p:spPr>
              <a:xfrm>
                <a:off x="97378" y="1713733"/>
                <a:ext cx="914400" cy="914400"/>
              </a:xfrm>
              <a:prstGeom prst="star4">
                <a:avLst/>
              </a:prstGeom>
              <a:solidFill>
                <a:srgbClr val="FFC0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Star: 4 Points 38">
                <a:extLst>
                  <a:ext uri="{FF2B5EF4-FFF2-40B4-BE49-F238E27FC236}">
                    <a16:creationId xmlns:a16="http://schemas.microsoft.com/office/drawing/2014/main" id="{8C320EC2-78A1-8C77-23A8-D345319B1F90}"/>
                  </a:ext>
                </a:extLst>
              </p:cNvPr>
              <p:cNvSpPr/>
              <p:nvPr/>
            </p:nvSpPr>
            <p:spPr>
              <a:xfrm>
                <a:off x="8230316" y="4730221"/>
                <a:ext cx="618170" cy="477520"/>
              </a:xfrm>
              <a:prstGeom prst="star4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" name="Star: 5 Points 39">
                <a:extLst>
                  <a:ext uri="{FF2B5EF4-FFF2-40B4-BE49-F238E27FC236}">
                    <a16:creationId xmlns:a16="http://schemas.microsoft.com/office/drawing/2014/main" id="{40597B0C-F3D2-39AF-463D-9CF8A15E9E10}"/>
                  </a:ext>
                </a:extLst>
              </p:cNvPr>
              <p:cNvSpPr/>
              <p:nvPr/>
            </p:nvSpPr>
            <p:spPr>
              <a:xfrm>
                <a:off x="8034742" y="5909375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" name="Star: 5 Points 40">
                <a:extLst>
                  <a:ext uri="{FF2B5EF4-FFF2-40B4-BE49-F238E27FC236}">
                    <a16:creationId xmlns:a16="http://schemas.microsoft.com/office/drawing/2014/main" id="{5531168D-D1EE-004B-F77F-B19530EF8D4D}"/>
                  </a:ext>
                </a:extLst>
              </p:cNvPr>
              <p:cNvSpPr/>
              <p:nvPr/>
            </p:nvSpPr>
            <p:spPr>
              <a:xfrm>
                <a:off x="254948" y="5616624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Star: 5 Points 41">
                <a:extLst>
                  <a:ext uri="{FF2B5EF4-FFF2-40B4-BE49-F238E27FC236}">
                    <a16:creationId xmlns:a16="http://schemas.microsoft.com/office/drawing/2014/main" id="{4BFC5152-EBFA-BF1D-2C21-42967283F751}"/>
                  </a:ext>
                </a:extLst>
              </p:cNvPr>
              <p:cNvSpPr/>
              <p:nvPr/>
            </p:nvSpPr>
            <p:spPr>
              <a:xfrm>
                <a:off x="6865404" y="1241784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Star: 5 Points 42">
                <a:extLst>
                  <a:ext uri="{FF2B5EF4-FFF2-40B4-BE49-F238E27FC236}">
                    <a16:creationId xmlns:a16="http://schemas.microsoft.com/office/drawing/2014/main" id="{15541BEE-87FE-282B-F7A5-D5DFEEA04AB8}"/>
                  </a:ext>
                </a:extLst>
              </p:cNvPr>
              <p:cNvSpPr/>
              <p:nvPr/>
            </p:nvSpPr>
            <p:spPr>
              <a:xfrm>
                <a:off x="8131605" y="3191386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Star: 6 Points 43">
                <a:extLst>
                  <a:ext uri="{FF2B5EF4-FFF2-40B4-BE49-F238E27FC236}">
                    <a16:creationId xmlns:a16="http://schemas.microsoft.com/office/drawing/2014/main" id="{D9A9AB52-3325-6085-B607-C696468ACD07}"/>
                  </a:ext>
                </a:extLst>
              </p:cNvPr>
              <p:cNvSpPr/>
              <p:nvPr/>
            </p:nvSpPr>
            <p:spPr>
              <a:xfrm>
                <a:off x="255906" y="4041999"/>
                <a:ext cx="457200" cy="477520"/>
              </a:xfrm>
              <a:prstGeom prst="star6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5" name="Star: 6 Points 44">
                <a:extLst>
                  <a:ext uri="{FF2B5EF4-FFF2-40B4-BE49-F238E27FC236}">
                    <a16:creationId xmlns:a16="http://schemas.microsoft.com/office/drawing/2014/main" id="{71E94DAE-F1ED-B1E4-546E-432C881DBA0D}"/>
                  </a:ext>
                </a:extLst>
              </p:cNvPr>
              <p:cNvSpPr/>
              <p:nvPr/>
            </p:nvSpPr>
            <p:spPr>
              <a:xfrm flipH="1">
                <a:off x="1005266" y="6088573"/>
                <a:ext cx="359275" cy="399030"/>
              </a:xfrm>
              <a:prstGeom prst="star6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Star: 4 Points 45">
                <a:extLst>
                  <a:ext uri="{FF2B5EF4-FFF2-40B4-BE49-F238E27FC236}">
                    <a16:creationId xmlns:a16="http://schemas.microsoft.com/office/drawing/2014/main" id="{B0E2781E-419C-6FEF-BFE9-45D70F270856}"/>
                  </a:ext>
                </a:extLst>
              </p:cNvPr>
              <p:cNvSpPr/>
              <p:nvPr/>
            </p:nvSpPr>
            <p:spPr>
              <a:xfrm>
                <a:off x="1259522" y="1136468"/>
                <a:ext cx="558800" cy="471949"/>
              </a:xfrm>
              <a:prstGeom prst="star4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A32EA76-A4A1-7171-5D16-75AE85C53688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8B88E914-5018-4100-C910-C5F2B58214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7DF1D91-AC12-93B4-2FB6-6A805C934B23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28928C2D-344B-7312-0B59-967C9A6387BB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D399DFB-0FD7-3074-2076-7D9E391B0EBB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A4234FD-6DCF-4926-862E-97EE4700884C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7" name="Parallelogram 56">
            <a:extLst>
              <a:ext uri="{FF2B5EF4-FFF2-40B4-BE49-F238E27FC236}">
                <a16:creationId xmlns:a16="http://schemas.microsoft.com/office/drawing/2014/main" id="{E13B106D-3854-6E89-C763-8F1A18181CBC}"/>
              </a:ext>
            </a:extLst>
          </p:cNvPr>
          <p:cNvSpPr/>
          <p:nvPr/>
        </p:nvSpPr>
        <p:spPr>
          <a:xfrm>
            <a:off x="9311307" y="4271583"/>
            <a:ext cx="1656301" cy="914400"/>
          </a:xfrm>
          <a:prstGeom prst="parallelogram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#4</a:t>
            </a:r>
          </a:p>
        </p:txBody>
      </p:sp>
      <p:sp>
        <p:nvSpPr>
          <p:cNvPr id="58" name="Parallelogram 57">
            <a:extLst>
              <a:ext uri="{FF2B5EF4-FFF2-40B4-BE49-F238E27FC236}">
                <a16:creationId xmlns:a16="http://schemas.microsoft.com/office/drawing/2014/main" id="{0AEF68F7-B335-CA49-7DB6-427BA9D2F789}"/>
              </a:ext>
            </a:extLst>
          </p:cNvPr>
          <p:cNvSpPr/>
          <p:nvPr/>
        </p:nvSpPr>
        <p:spPr>
          <a:xfrm>
            <a:off x="9074752" y="5185983"/>
            <a:ext cx="3101294" cy="914400"/>
          </a:xfrm>
          <a:prstGeom prst="parallelogram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NODEJS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71913DB-7350-8DD3-88A7-B561FBE2FC13}"/>
              </a:ext>
            </a:extLst>
          </p:cNvPr>
          <p:cNvSpPr/>
          <p:nvPr/>
        </p:nvSpPr>
        <p:spPr>
          <a:xfrm rot="20186118">
            <a:off x="7898199" y="1414407"/>
            <a:ext cx="927159" cy="680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3"/>
                </a:solidFill>
                <a:latin typeface="Eras Bold ITC" panose="020B0907030504020204" pitchFamily="34" charset="0"/>
              </a:rPr>
              <a:t>&lt;/&gt;</a:t>
            </a:r>
            <a:endParaRPr lang="en-US" dirty="0">
              <a:solidFill>
                <a:schemeClr val="accent3"/>
              </a:solidFill>
              <a:latin typeface="Eras Bold ITC" panose="020B0907030504020204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8738CF1-3326-0C1D-22F6-3220055ADA55}"/>
              </a:ext>
            </a:extLst>
          </p:cNvPr>
          <p:cNvSpPr/>
          <p:nvPr/>
        </p:nvSpPr>
        <p:spPr>
          <a:xfrm rot="1308130">
            <a:off x="6466240" y="5655770"/>
            <a:ext cx="927159" cy="680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3">
                    <a:lumMod val="75000"/>
                  </a:schemeClr>
                </a:solidFill>
                <a:latin typeface="Eras Bold ITC" panose="020B0907030504020204" pitchFamily="34" charset="0"/>
              </a:rPr>
              <a:t>&lt;/&gt;</a:t>
            </a:r>
            <a:endParaRPr lang="en-US" dirty="0">
              <a:solidFill>
                <a:schemeClr val="accent3">
                  <a:lumMod val="75000"/>
                </a:schemeClr>
              </a:solidFill>
              <a:latin typeface="Eras Bold ITC" panose="020B090703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308160-A323-67C3-72D4-B636301EC01F}"/>
              </a:ext>
            </a:extLst>
          </p:cNvPr>
          <p:cNvSpPr txBox="1"/>
          <p:nvPr/>
        </p:nvSpPr>
        <p:spPr>
          <a:xfrm>
            <a:off x="1557710" y="2138995"/>
            <a:ext cx="6096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dirty="0">
                <a:solidFill>
                  <a:schemeClr val="accent1"/>
                </a:solidFill>
                <a:latin typeface="Goudy Stout" panose="0202090407030B020401" pitchFamily="18" charset="0"/>
              </a:rPr>
              <a:t>Thank</a:t>
            </a:r>
            <a:br>
              <a:rPr lang="en-US" sz="6600" dirty="0">
                <a:solidFill>
                  <a:schemeClr val="accent1"/>
                </a:solidFill>
                <a:latin typeface="Goudy Stout" panose="0202090407030B020401" pitchFamily="18" charset="0"/>
              </a:rPr>
            </a:br>
            <a:r>
              <a:rPr lang="en-US" sz="6600" dirty="0">
                <a:solidFill>
                  <a:schemeClr val="accent1"/>
                </a:solidFill>
                <a:latin typeface="Goudy Stout" panose="0202090407030B020401" pitchFamily="18" charset="0"/>
              </a:rPr>
              <a:t>you !</a:t>
            </a:r>
            <a:br>
              <a:rPr lang="en-US" sz="6600" dirty="0">
                <a:latin typeface="Goudy Stout" panose="0202090407030B020401" pitchFamily="18" charset="0"/>
              </a:rPr>
            </a:br>
            <a:r>
              <a:rPr lang="en-US" sz="2400" i="1" dirty="0">
                <a:latin typeface="Kristen ITC" panose="03050502040202030202" pitchFamily="66" charset="0"/>
              </a:rPr>
              <a:t>Don’t forget to visit </a:t>
            </a:r>
            <a:br>
              <a:rPr lang="en-US" sz="6600" dirty="0">
                <a:latin typeface="Goudy Stout" panose="0202090407030B020401" pitchFamily="18" charset="0"/>
              </a:rPr>
            </a:br>
            <a:r>
              <a:rPr lang="en-US" sz="3600" i="1" u="sng" dirty="0">
                <a:solidFill>
                  <a:schemeClr val="accent2"/>
                </a:solidFill>
                <a:highlight>
                  <a:srgbClr val="FFFF00"/>
                </a:highlight>
                <a:latin typeface="Bahnschrift" panose="020B0502040204020203" pitchFamily="34" charset="0"/>
                <a:cs typeface="Arial" panose="020B0604020202020204" pitchFamily="34" charset="0"/>
              </a:rPr>
              <a:t>https://josserich.github.io</a:t>
            </a:r>
          </a:p>
        </p:txBody>
      </p:sp>
    </p:spTree>
    <p:extLst>
      <p:ext uri="{BB962C8B-B14F-4D97-AF65-F5344CB8AC3E}">
        <p14:creationId xmlns:p14="http://schemas.microsoft.com/office/powerpoint/2010/main" val="1128802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4410</TotalTime>
  <Words>1166</Words>
  <Application>Microsoft Office PowerPoint</Application>
  <PresentationFormat>Widescreen</PresentationFormat>
  <Paragraphs>257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30" baseType="lpstr">
      <vt:lpstr>Arial</vt:lpstr>
      <vt:lpstr>Bahnschrift</vt:lpstr>
      <vt:lpstr>Berlin Sans FB</vt:lpstr>
      <vt:lpstr>Berlin Sans FB Demi</vt:lpstr>
      <vt:lpstr>Calibri</vt:lpstr>
      <vt:lpstr>Calibri Light</vt:lpstr>
      <vt:lpstr>Cascadia Mono</vt:lpstr>
      <vt:lpstr>Consolas</vt:lpstr>
      <vt:lpstr>Cooper Black</vt:lpstr>
      <vt:lpstr>Copperplate Gothic Bold</vt:lpstr>
      <vt:lpstr>Eras Bold ITC</vt:lpstr>
      <vt:lpstr>Fira Code</vt:lpstr>
      <vt:lpstr>Gill Sans MT</vt:lpstr>
      <vt:lpstr>Goudy Stout</vt:lpstr>
      <vt:lpstr>Kristen ITC</vt:lpstr>
      <vt:lpstr>Rockwell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TUF GAMING</dc:creator>
  <cp:lastModifiedBy>TUF GAMING</cp:lastModifiedBy>
  <cp:revision>128</cp:revision>
  <dcterms:created xsi:type="dcterms:W3CDTF">2025-11-04T03:39:38Z</dcterms:created>
  <dcterms:modified xsi:type="dcterms:W3CDTF">2026-01-26T10:19:14Z</dcterms:modified>
</cp:coreProperties>
</file>
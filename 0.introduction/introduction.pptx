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326" r:id="rId3"/>
    <p:sldId id="340" r:id="rId4"/>
    <p:sldId id="343" r:id="rId5"/>
    <p:sldId id="341" r:id="rId6"/>
    <p:sldId id="342" r:id="rId7"/>
    <p:sldId id="344" r:id="rId8"/>
    <p:sldId id="339" r:id="rId9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3" autoAdjust="0"/>
    <p:restoredTop sz="94660"/>
  </p:normalViewPr>
  <p:slideViewPr>
    <p:cSldViewPr snapToGrid="0">
      <p:cViewPr varScale="1">
        <p:scale>
          <a:sx n="44" d="100"/>
          <a:sy n="44" d="100"/>
        </p:scale>
        <p:origin x="259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9722-1826-40CF-BF8C-131C7B77064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AA439-7479-4F26-8C5D-4C662C69F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763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0711-2FC6-E07E-1F6F-4465C8442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7921A-D82C-D1D9-8E4B-53167FB6C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E7E18-B11B-B3F6-0B9B-D33A11DD2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588B3-D1DF-93A6-2F2A-A955BDF97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51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8350-8649-F1B8-FDF9-09A7E29B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A315C-70F5-94EC-A628-038D36EAB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CF127-47EA-E94F-37E0-25D07ECB7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BBC16-6039-9061-EE41-33286C3FA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31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C77A-BD44-E640-6D81-FF1B463E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87148D-675A-DFB0-6233-4752A302E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73B5B-5F44-FC73-4BC3-AAA3272BC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DFC57-AD31-5CB7-1F6C-73C789D48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916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BE1E-E879-4AA3-F0FE-C142763E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96034-A343-6901-29C6-5DA2C431D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1B87D-7479-A619-7B6E-0BED4ACC6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CD05C-6D15-6D78-30A4-19CEB25A1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607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E639-11BB-863F-F2FC-A68F0642F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5997B-12AE-B9BA-1A30-8C79056EA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8BE9B-01CB-1FAE-7210-D230513A0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4F8AB-63ED-1AAE-8832-DDE1D90F7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56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22969-D05E-D521-4EC3-CD7C8C99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E589A-D116-E9C7-D0DB-BE654C424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EF591-5F8E-80BB-2A7B-78B851DA6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1549D-8500-AC67-6A15-0CE715890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3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E2E1-295C-CADE-CEF3-57FC4DD2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C343B-BE0A-2EC7-3DFC-4D9A5C847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81ABF-2324-FBA4-6E65-7F168573F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3A591-2C6F-0C27-2B89-B8E8B3391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AA439-7479-4F26-8C5D-4C662C69FA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29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81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5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6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8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58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2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9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8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6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9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FF51B-7D6F-4CF9-A1E8-F4329305AAFA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79A3C-2CAF-443C-B135-408B6933E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82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jp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15CE032A-D290-F436-A9F9-CF987079C703}"/>
              </a:ext>
            </a:extLst>
          </p:cNvPr>
          <p:cNvGrpSpPr/>
          <p:nvPr/>
        </p:nvGrpSpPr>
        <p:grpSpPr>
          <a:xfrm>
            <a:off x="101482" y="186896"/>
            <a:ext cx="6542828" cy="11840982"/>
            <a:chOff x="2682270" y="-2423764"/>
            <a:chExt cx="6542828" cy="1188854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A1D5BA6-6006-735F-F56F-284FFC742A99}"/>
                </a:ext>
              </a:extLst>
            </p:cNvPr>
            <p:cNvGrpSpPr/>
            <p:nvPr/>
          </p:nvGrpSpPr>
          <p:grpSpPr>
            <a:xfrm>
              <a:off x="2682270" y="-2423764"/>
              <a:ext cx="6542828" cy="630903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54CE34C-BCC5-8428-C9C4-FBA5FF739328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818E4C5-0B2A-76F2-4617-F5EC1555543E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F750DEF-F459-BAE6-A7EC-9DEC4CF73B03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88A40D-F6B3-58DA-F280-B2C2E8BFC4DB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A2EFD40-CFFA-3856-068D-ED03CD125828}"/>
                </a:ext>
              </a:extLst>
            </p:cNvPr>
            <p:cNvGrpSpPr/>
            <p:nvPr/>
          </p:nvGrpSpPr>
          <p:grpSpPr>
            <a:xfrm>
              <a:off x="2736407" y="-1612704"/>
              <a:ext cx="6488691" cy="11077487"/>
              <a:chOff x="2725452" y="-1590946"/>
              <a:chExt cx="6488691" cy="1107748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581FC32-07A9-D27D-3819-5A2CC0B9D9A8}"/>
                  </a:ext>
                </a:extLst>
              </p:cNvPr>
              <p:cNvSpPr/>
              <p:nvPr/>
            </p:nvSpPr>
            <p:spPr>
              <a:xfrm>
                <a:off x="2725452" y="-1590946"/>
                <a:ext cx="6488691" cy="1107748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800" dirty="0">
                  <a:solidFill>
                    <a:schemeClr val="tx1"/>
                  </a:solidFill>
                  <a:latin typeface="Copperplate Gothic Bold" panose="020E0705020206020404" pitchFamily="34" charset="0"/>
                </a:endParaRPr>
              </a:p>
            </p:txBody>
          </p:sp>
          <p:sp>
            <p:nvSpPr>
              <p:cNvPr id="38" name="Star: 4 Points 37">
                <a:extLst>
                  <a:ext uri="{FF2B5EF4-FFF2-40B4-BE49-F238E27FC236}">
                    <a16:creationId xmlns:a16="http://schemas.microsoft.com/office/drawing/2014/main" id="{0AFD7213-0818-4642-8579-D32799B04D79}"/>
                  </a:ext>
                </a:extLst>
              </p:cNvPr>
              <p:cNvSpPr/>
              <p:nvPr/>
            </p:nvSpPr>
            <p:spPr>
              <a:xfrm>
                <a:off x="4103291" y="-751887"/>
                <a:ext cx="914400" cy="914400"/>
              </a:xfrm>
              <a:prstGeom prst="star4">
                <a:avLst/>
              </a:prstGeom>
              <a:solidFill>
                <a:srgbClr val="FFC0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39" name="Star: 4 Points 38">
                <a:extLst>
                  <a:ext uri="{FF2B5EF4-FFF2-40B4-BE49-F238E27FC236}">
                    <a16:creationId xmlns:a16="http://schemas.microsoft.com/office/drawing/2014/main" id="{8B0B5542-F1DF-49AD-27FC-D9A65718E2B9}"/>
                  </a:ext>
                </a:extLst>
              </p:cNvPr>
              <p:cNvSpPr/>
              <p:nvPr/>
            </p:nvSpPr>
            <p:spPr>
              <a:xfrm>
                <a:off x="7827140" y="8436721"/>
                <a:ext cx="618170" cy="477520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0" name="Star: 5 Points 39">
                <a:extLst>
                  <a:ext uri="{FF2B5EF4-FFF2-40B4-BE49-F238E27FC236}">
                    <a16:creationId xmlns:a16="http://schemas.microsoft.com/office/drawing/2014/main" id="{BE24B3F0-F10C-936D-774E-5D5B0749F36D}"/>
                  </a:ext>
                </a:extLst>
              </p:cNvPr>
              <p:cNvSpPr/>
              <p:nvPr/>
            </p:nvSpPr>
            <p:spPr>
              <a:xfrm>
                <a:off x="8034742" y="5909375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1" name="Star: 5 Points 40">
                <a:extLst>
                  <a:ext uri="{FF2B5EF4-FFF2-40B4-BE49-F238E27FC236}">
                    <a16:creationId xmlns:a16="http://schemas.microsoft.com/office/drawing/2014/main" id="{E1888422-8817-7119-1ED0-B3F9D7988431}"/>
                  </a:ext>
                </a:extLst>
              </p:cNvPr>
              <p:cNvSpPr/>
              <p:nvPr/>
            </p:nvSpPr>
            <p:spPr>
              <a:xfrm>
                <a:off x="6243885" y="-979880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2" name="Star: 5 Points 41">
                <a:extLst>
                  <a:ext uri="{FF2B5EF4-FFF2-40B4-BE49-F238E27FC236}">
                    <a16:creationId xmlns:a16="http://schemas.microsoft.com/office/drawing/2014/main" id="{2589ECA5-25A8-01BD-CC21-E905985F5C66}"/>
                  </a:ext>
                </a:extLst>
              </p:cNvPr>
              <p:cNvSpPr/>
              <p:nvPr/>
            </p:nvSpPr>
            <p:spPr>
              <a:xfrm>
                <a:off x="7755342" y="-1104850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3" name="Star: 5 Points 42">
                <a:extLst>
                  <a:ext uri="{FF2B5EF4-FFF2-40B4-BE49-F238E27FC236}">
                    <a16:creationId xmlns:a16="http://schemas.microsoft.com/office/drawing/2014/main" id="{72A4F7B9-23B8-8335-A939-3123EE93179C}"/>
                  </a:ext>
                </a:extLst>
              </p:cNvPr>
              <p:cNvSpPr/>
              <p:nvPr/>
            </p:nvSpPr>
            <p:spPr>
              <a:xfrm>
                <a:off x="2909039" y="5647303"/>
                <a:ext cx="558800" cy="471949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4" name="Star: 6 Points 43">
                <a:extLst>
                  <a:ext uri="{FF2B5EF4-FFF2-40B4-BE49-F238E27FC236}">
                    <a16:creationId xmlns:a16="http://schemas.microsoft.com/office/drawing/2014/main" id="{3DED364F-5220-0FD0-46E0-0B62D2DCE506}"/>
                  </a:ext>
                </a:extLst>
              </p:cNvPr>
              <p:cNvSpPr/>
              <p:nvPr/>
            </p:nvSpPr>
            <p:spPr>
              <a:xfrm>
                <a:off x="3469010" y="7085066"/>
                <a:ext cx="457200" cy="47752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5" name="Star: 6 Points 44">
                <a:extLst>
                  <a:ext uri="{FF2B5EF4-FFF2-40B4-BE49-F238E27FC236}">
                    <a16:creationId xmlns:a16="http://schemas.microsoft.com/office/drawing/2014/main" id="{B1B0944B-C0D7-3D1C-1478-94CA762AEE46}"/>
                  </a:ext>
                </a:extLst>
              </p:cNvPr>
              <p:cNvSpPr/>
              <p:nvPr/>
            </p:nvSpPr>
            <p:spPr>
              <a:xfrm flipH="1">
                <a:off x="6028207" y="7261723"/>
                <a:ext cx="359275" cy="399030"/>
              </a:xfrm>
              <a:prstGeom prst="star6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6" name="Star: 4 Points 45">
                <a:extLst>
                  <a:ext uri="{FF2B5EF4-FFF2-40B4-BE49-F238E27FC236}">
                    <a16:creationId xmlns:a16="http://schemas.microsoft.com/office/drawing/2014/main" id="{C8A05DFA-F7BA-7DD2-F293-C8A049073BC3}"/>
                  </a:ext>
                </a:extLst>
              </p:cNvPr>
              <p:cNvSpPr/>
              <p:nvPr/>
            </p:nvSpPr>
            <p:spPr>
              <a:xfrm>
                <a:off x="3097980" y="-868876"/>
                <a:ext cx="558800" cy="471949"/>
              </a:xfrm>
              <a:prstGeom prst="star4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D1FC27B6-3175-E5EE-CBB8-165B6B6CFD3E}"/>
              </a:ext>
            </a:extLst>
          </p:cNvPr>
          <p:cNvSpPr/>
          <p:nvPr/>
        </p:nvSpPr>
        <p:spPr>
          <a:xfrm rot="20186118">
            <a:off x="1239342" y="10733170"/>
            <a:ext cx="927159" cy="680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2"/>
                </a:solidFill>
                <a:latin typeface="Eras Bold ITC" panose="020B0907030504020204" pitchFamily="34" charset="0"/>
              </a:rPr>
              <a:t>&lt;/&gt;</a:t>
            </a:r>
            <a:endParaRPr lang="en-US" sz="1801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CED4A5-83DE-003B-C124-CE31E8C86499}"/>
              </a:ext>
            </a:extLst>
          </p:cNvPr>
          <p:cNvSpPr/>
          <p:nvPr/>
        </p:nvSpPr>
        <p:spPr>
          <a:xfrm rot="1308130">
            <a:off x="4793727" y="9510225"/>
            <a:ext cx="927159" cy="680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6"/>
                </a:solidFill>
                <a:latin typeface="Eras Bold ITC" panose="020B0907030504020204" pitchFamily="34" charset="0"/>
              </a:rPr>
              <a:t>&lt;/&gt;</a:t>
            </a:r>
            <a:endParaRPr lang="en-US" sz="1801" dirty="0">
              <a:solidFill>
                <a:schemeClr val="accent6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014A1F-D3E9-85D5-CC94-7523A54C533E}"/>
              </a:ext>
            </a:extLst>
          </p:cNvPr>
          <p:cNvGrpSpPr/>
          <p:nvPr/>
        </p:nvGrpSpPr>
        <p:grpSpPr>
          <a:xfrm>
            <a:off x="385586" y="5832542"/>
            <a:ext cx="6116777" cy="2247721"/>
            <a:chOff x="1774064" y="2889770"/>
            <a:chExt cx="6116776" cy="224772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808F76A-6D08-BB8B-17E3-190A77166CD4}"/>
                </a:ext>
              </a:extLst>
            </p:cNvPr>
            <p:cNvSpPr/>
            <p:nvPr/>
          </p:nvSpPr>
          <p:spPr>
            <a:xfrm>
              <a:off x="1774064" y="2889770"/>
              <a:ext cx="6116776" cy="1513840"/>
            </a:xfrm>
            <a:prstGeom prst="roundRect">
              <a:avLst>
                <a:gd name="adj" fmla="val 0"/>
              </a:avLst>
            </a:prstGeom>
            <a:solidFill>
              <a:srgbClr val="FFF9A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“ </a:t>
              </a:r>
              <a:r>
                <a:rPr lang="en-US" sz="3200" b="1" dirty="0" err="1">
                  <a:solidFill>
                    <a:srgbClr val="0240FF"/>
                  </a:solidFill>
                  <a:latin typeface="Berlin Sans FB Demi" panose="020E0802020502020306" pitchFamily="34" charset="0"/>
                </a:rPr>
                <a:t>Fullstack</a:t>
              </a:r>
              <a:r>
                <a:rPr lang="en-US" sz="3200" b="1" dirty="0">
                  <a:solidFill>
                    <a:srgbClr val="0240FF"/>
                  </a:solidFill>
                  <a:latin typeface="Berlin Sans FB Demi" panose="020E0802020502020306" pitchFamily="34" charset="0"/>
                </a:rPr>
                <a:t> Developer – Free Full Course “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378BB3AA-8D2E-B871-644A-B927784C030D}"/>
                </a:ext>
              </a:extLst>
            </p:cNvPr>
            <p:cNvSpPr/>
            <p:nvPr/>
          </p:nvSpPr>
          <p:spPr>
            <a:xfrm>
              <a:off x="2405048" y="4320075"/>
              <a:ext cx="5024284" cy="817415"/>
            </a:xfrm>
            <a:prstGeom prst="roundRect">
              <a:avLst>
                <a:gd name="adj" fmla="val 0"/>
              </a:avLst>
            </a:prstGeom>
            <a:solidFill>
              <a:srgbClr val="0240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erlin Sans FB Demi" panose="020E0802020502020306" pitchFamily="34" charset="0"/>
                </a:rPr>
                <a:t>#0 – preparation</a:t>
              </a:r>
            </a:p>
          </p:txBody>
        </p:sp>
      </p:grpSp>
      <p:pic>
        <p:nvPicPr>
          <p:cNvPr id="2" name="Picture 1" descr="4+ Visual Studio Code Logo PNG &amp; SVG ...">
            <a:extLst>
              <a:ext uri="{FF2B5EF4-FFF2-40B4-BE49-F238E27FC236}">
                <a16:creationId xmlns:a16="http://schemas.microsoft.com/office/drawing/2014/main" id="{A54D1266-4EA7-AE23-6203-7A113E6E3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6252" t="17301" r="12887" b="17312"/>
          <a:stretch>
            <a:fillRect/>
          </a:stretch>
        </p:blipFill>
        <p:spPr>
          <a:xfrm>
            <a:off x="316438" y="3486859"/>
            <a:ext cx="935961" cy="8636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97EA0B-2D05-6E33-D005-E4E411CDF7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936" y="3567761"/>
            <a:ext cx="854635" cy="854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A2BE38-BD2C-CF61-5E00-EE848BBD10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993" y="3567761"/>
            <a:ext cx="878850" cy="878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CC8E40-4A1D-A9E5-9882-8C1F6BF42B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4945" y="3534930"/>
            <a:ext cx="837712" cy="837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75D956-97C6-2793-C26B-63120FBE15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4" t="37539" r="10216" b="7202"/>
          <a:stretch>
            <a:fillRect/>
          </a:stretch>
        </p:blipFill>
        <p:spPr>
          <a:xfrm>
            <a:off x="4950786" y="3605404"/>
            <a:ext cx="1090069" cy="8350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C4C94C-63C1-8C2E-A9CB-123163ED6E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411" y="3731528"/>
            <a:ext cx="608925" cy="6189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62903B-8DE7-C51F-DDA7-8F3374AC11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01" y="4530476"/>
            <a:ext cx="796167" cy="7961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5CFEBA-E695-C4AA-B1A6-2075581477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2" t="11348" r="11171" b="12755"/>
          <a:stretch>
            <a:fillRect/>
          </a:stretch>
        </p:blipFill>
        <p:spPr>
          <a:xfrm>
            <a:off x="1388151" y="4596318"/>
            <a:ext cx="716819" cy="7101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1831D5-675E-2611-AF85-38085193C4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4" t="8416" r="8791" b="8640"/>
          <a:stretch>
            <a:fillRect/>
          </a:stretch>
        </p:blipFill>
        <p:spPr>
          <a:xfrm>
            <a:off x="2211767" y="4530476"/>
            <a:ext cx="880029" cy="8788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E357AA4-0C3A-8CED-D456-5C3F055E431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8" b="9677"/>
          <a:stretch>
            <a:fillRect/>
          </a:stretch>
        </p:blipFill>
        <p:spPr>
          <a:xfrm>
            <a:off x="3140130" y="3568587"/>
            <a:ext cx="920474" cy="7486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9ED1C88-BBDF-8DD2-7DA8-4676CD4EF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73447" y="4596318"/>
            <a:ext cx="692082" cy="713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30142C-7EF4-5741-95E6-3F7F67A684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316" y="4623085"/>
            <a:ext cx="692082" cy="6920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85F0A6-028B-296D-159D-A7FB5CB942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260" y="4687774"/>
            <a:ext cx="616898" cy="6168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C5C2B7-AE0E-6172-07EF-5D02437F285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526" y="4650303"/>
            <a:ext cx="692083" cy="69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69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8592F-7F92-F7B1-B3E2-A11B43C0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81D9A7-BF85-5BBE-93C9-7100CD861993}"/>
              </a:ext>
            </a:extLst>
          </p:cNvPr>
          <p:cNvGrpSpPr/>
          <p:nvPr/>
        </p:nvGrpSpPr>
        <p:grpSpPr>
          <a:xfrm>
            <a:off x="193428" y="263769"/>
            <a:ext cx="6380541" cy="11623433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DE49724-381C-7223-82E8-FC40BF5D3EB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BBB24D1-4A7C-6F1B-625B-2CBEAC025E0D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522DD71-D29B-D5E6-4F87-C25521D828B1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529321D-25C8-19F4-F46E-7DDE103F9AC5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F663BA6-68AF-89B5-B714-BDE14A2FE355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4554774-76EB-F103-FE09-BDA2018E2A41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0283929-A173-32A7-3601-5D8769D7027E}"/>
              </a:ext>
            </a:extLst>
          </p:cNvPr>
          <p:cNvGrpSpPr/>
          <p:nvPr/>
        </p:nvGrpSpPr>
        <p:grpSpPr>
          <a:xfrm>
            <a:off x="563050" y="1423424"/>
            <a:ext cx="5675720" cy="4792181"/>
            <a:chOff x="563050" y="1423424"/>
            <a:chExt cx="5675720" cy="479218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1945058-1E01-0915-6F66-D4E005AB44BD}"/>
                </a:ext>
              </a:extLst>
            </p:cNvPr>
            <p:cNvGrpSpPr/>
            <p:nvPr/>
          </p:nvGrpSpPr>
          <p:grpSpPr>
            <a:xfrm>
              <a:off x="581420" y="2245330"/>
              <a:ext cx="5657350" cy="3970275"/>
              <a:chOff x="581420" y="2245330"/>
              <a:chExt cx="5657350" cy="397027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4A6BEB-30AD-C87E-6E91-5F193744926D}"/>
                  </a:ext>
                </a:extLst>
              </p:cNvPr>
              <p:cNvSpPr/>
              <p:nvPr/>
            </p:nvSpPr>
            <p:spPr>
              <a:xfrm>
                <a:off x="581420" y="2245330"/>
                <a:ext cx="5638981" cy="39702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633BFD3-0CC4-DEA6-49FB-6245FBD50CA4}"/>
                  </a:ext>
                </a:extLst>
              </p:cNvPr>
              <p:cNvSpPr txBox="1"/>
              <p:nvPr/>
            </p:nvSpPr>
            <p:spPr>
              <a:xfrm>
                <a:off x="599789" y="2372381"/>
                <a:ext cx="5638981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b="1" u="none" strike="noStrike" dirty="0">
                    <a:effectLst/>
                    <a:latin typeface="Google Sans"/>
                  </a:rPr>
                  <a:t>Visual Studio Code (VS Code)</a:t>
                </a:r>
                <a:r>
                  <a:rPr lang="en-US" sz="2400" dirty="0">
                    <a:latin typeface="Google Sans"/>
                  </a:rPr>
                  <a:t> is a free, lightweight, and highly popular </a:t>
                </a:r>
                <a:r>
                  <a:rPr lang="en-US" sz="2400" b="1" dirty="0">
                    <a:latin typeface="Google Sans"/>
                  </a:rPr>
                  <a:t>source-code editor </a:t>
                </a:r>
                <a:r>
                  <a:rPr lang="en-US" sz="2400" dirty="0">
                    <a:latin typeface="Google Sans"/>
                  </a:rPr>
                  <a:t>developed by Microsoft for Windows, macOS, and Linux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B64F91-4990-AF5B-7CBC-3D6501077174}"/>
                  </a:ext>
                </a:extLst>
              </p:cNvPr>
              <p:cNvSpPr txBox="1"/>
              <p:nvPr/>
            </p:nvSpPr>
            <p:spPr>
              <a:xfrm>
                <a:off x="599789" y="3881257"/>
                <a:ext cx="56389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u="none" strike="noStrike" dirty="0">
                    <a:effectLst/>
                    <a:latin typeface="Google Sans"/>
                  </a:rPr>
                  <a:t>Link Download :</a:t>
                </a:r>
                <a:endParaRPr lang="en-US" sz="24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DAA1A7-6CFC-AF73-90C7-6EEAA04AC010}"/>
                  </a:ext>
                </a:extLst>
              </p:cNvPr>
              <p:cNvSpPr txBox="1"/>
              <p:nvPr/>
            </p:nvSpPr>
            <p:spPr>
              <a:xfrm>
                <a:off x="599789" y="4304701"/>
                <a:ext cx="56389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>
                    <a:latin typeface="Google Sans"/>
                  </a:rPr>
                  <a:t>https://code.visualstudio.com/download</a:t>
                </a:r>
                <a:endParaRPr lang="en-US" sz="24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BC5AB3-8A81-02F6-4F52-625F2689782F}"/>
                  </a:ext>
                </a:extLst>
              </p:cNvPr>
              <p:cNvSpPr txBox="1"/>
              <p:nvPr/>
            </p:nvSpPr>
            <p:spPr>
              <a:xfrm>
                <a:off x="599788" y="4769788"/>
                <a:ext cx="56389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u="none" strike="noStrike" dirty="0">
                    <a:effectLst/>
                    <a:latin typeface="Google Sans"/>
                  </a:rPr>
                  <a:t>Extension Download : </a:t>
                </a:r>
                <a:r>
                  <a:rPr lang="en-US" i="1" u="none" strike="noStrike" dirty="0">
                    <a:effectLst/>
                    <a:latin typeface="Google Sans"/>
                  </a:rPr>
                  <a:t>(</a:t>
                </a:r>
                <a:r>
                  <a:rPr lang="en-US" i="1" u="none" strike="noStrike" dirty="0" err="1">
                    <a:effectLst/>
                    <a:latin typeface="Google Sans"/>
                  </a:rPr>
                  <a:t>ctrl+shift+x</a:t>
                </a:r>
                <a:r>
                  <a:rPr lang="en-US" i="1" u="none" strike="noStrike" dirty="0">
                    <a:effectLst/>
                    <a:latin typeface="Google Sans"/>
                  </a:rPr>
                  <a:t>)</a:t>
                </a:r>
                <a:endParaRPr lang="en-US" sz="2400" i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4D5D70B-2BBE-C328-672F-F0573E4F19F8}"/>
                  </a:ext>
                </a:extLst>
              </p:cNvPr>
              <p:cNvSpPr txBox="1"/>
              <p:nvPr/>
            </p:nvSpPr>
            <p:spPr>
              <a:xfrm>
                <a:off x="599788" y="5193232"/>
                <a:ext cx="563898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>
                    <a:latin typeface="Google Sans"/>
                  </a:rPr>
                  <a:t>Live Server, Prettier, Tailwind CSS IntelliSense,  ES7+, Prisma  </a:t>
                </a:r>
                <a:endParaRPr lang="en-US" sz="240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722A8A0-EB64-78C5-4AC0-C5D977FA9C29}"/>
                </a:ext>
              </a:extLst>
            </p:cNvPr>
            <p:cNvGrpSpPr/>
            <p:nvPr/>
          </p:nvGrpSpPr>
          <p:grpSpPr>
            <a:xfrm>
              <a:off x="563050" y="1423424"/>
              <a:ext cx="3499664" cy="830997"/>
              <a:chOff x="563050" y="1423424"/>
              <a:chExt cx="3499664" cy="83099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79561BD-F368-B131-B5CF-20A646F0436D}"/>
                  </a:ext>
                </a:extLst>
              </p:cNvPr>
              <p:cNvSpPr/>
              <p:nvPr/>
            </p:nvSpPr>
            <p:spPr>
              <a:xfrm>
                <a:off x="563050" y="1423424"/>
                <a:ext cx="3499664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11" descr="4+ Visual Studio Code Logo PNG &amp; SVG ...">
                <a:extLst>
                  <a:ext uri="{FF2B5EF4-FFF2-40B4-BE49-F238E27FC236}">
                    <a16:creationId xmlns:a16="http://schemas.microsoft.com/office/drawing/2014/main" id="{6408D6EF-739E-2F15-1194-33B4ABA842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rcRect l="16252" t="17301" r="12887" b="17312"/>
              <a:stretch>
                <a:fillRect/>
              </a:stretch>
            </p:blipFill>
            <p:spPr>
              <a:xfrm>
                <a:off x="599788" y="1511175"/>
                <a:ext cx="667779" cy="616195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60B81C7-23D6-E087-27C7-B2CC33091FE5}"/>
                  </a:ext>
                </a:extLst>
              </p:cNvPr>
              <p:cNvSpPr txBox="1"/>
              <p:nvPr/>
            </p:nvSpPr>
            <p:spPr>
              <a:xfrm>
                <a:off x="1311793" y="1616358"/>
                <a:ext cx="256993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latin typeface="Google Sans"/>
                  </a:rPr>
                  <a:t>Visual Studio Code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FF868E-813F-FBB2-4A14-1DE9B6EA7F52}"/>
              </a:ext>
            </a:extLst>
          </p:cNvPr>
          <p:cNvGrpSpPr/>
          <p:nvPr/>
        </p:nvGrpSpPr>
        <p:grpSpPr>
          <a:xfrm>
            <a:off x="590604" y="6700247"/>
            <a:ext cx="5638981" cy="3875395"/>
            <a:chOff x="590604" y="6700247"/>
            <a:chExt cx="5638981" cy="387539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81713F-F36F-0C51-70D5-DFACD9BEF9B0}"/>
                </a:ext>
              </a:extLst>
            </p:cNvPr>
            <p:cNvGrpSpPr/>
            <p:nvPr/>
          </p:nvGrpSpPr>
          <p:grpSpPr>
            <a:xfrm>
              <a:off x="609510" y="6700247"/>
              <a:ext cx="2362290" cy="830997"/>
              <a:chOff x="609510" y="6700247"/>
              <a:chExt cx="2362290" cy="83099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81EC03E-E37A-5C11-E8A6-56F6A732F61D}"/>
                  </a:ext>
                </a:extLst>
              </p:cNvPr>
              <p:cNvSpPr/>
              <p:nvPr/>
            </p:nvSpPr>
            <p:spPr>
              <a:xfrm>
                <a:off x="609510" y="6700247"/>
                <a:ext cx="2362290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3F96A5-B144-F97C-16A8-8836DDFB3888}"/>
                  </a:ext>
                </a:extLst>
              </p:cNvPr>
              <p:cNvSpPr txBox="1"/>
              <p:nvPr/>
            </p:nvSpPr>
            <p:spPr>
              <a:xfrm>
                <a:off x="1522596" y="6818245"/>
                <a:ext cx="11801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Google Sans"/>
                  </a:rPr>
                  <a:t>HTML</a:t>
                </a:r>
              </a:p>
            </p:txBody>
          </p:sp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DB61F6A-783B-A0E0-EF2C-80ABAF1F73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2038" y="6827184"/>
                <a:ext cx="609755" cy="609755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5C7E87B-01E9-DDA7-EEFF-F7C11D69B101}"/>
                </a:ext>
              </a:extLst>
            </p:cNvPr>
            <p:cNvGrpSpPr/>
            <p:nvPr/>
          </p:nvGrpSpPr>
          <p:grpSpPr>
            <a:xfrm>
              <a:off x="590604" y="7541403"/>
              <a:ext cx="5638981" cy="3034239"/>
              <a:chOff x="590604" y="7541403"/>
              <a:chExt cx="5638981" cy="303423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3C0D70D-12AE-1804-5873-36C87ED31FA8}"/>
                  </a:ext>
                </a:extLst>
              </p:cNvPr>
              <p:cNvSpPr/>
              <p:nvPr/>
            </p:nvSpPr>
            <p:spPr>
              <a:xfrm>
                <a:off x="590604" y="7541403"/>
                <a:ext cx="5638981" cy="303423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E0C876-A69A-704D-3E7E-0185DA318FAF}"/>
                  </a:ext>
                </a:extLst>
              </p:cNvPr>
              <p:cNvSpPr txBox="1"/>
              <p:nvPr/>
            </p:nvSpPr>
            <p:spPr>
              <a:xfrm>
                <a:off x="677281" y="8604134"/>
                <a:ext cx="519703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HTML Describes the structure of A web pages 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CF52E9-C360-C5B0-EA16-75499966335C}"/>
                  </a:ext>
                </a:extLst>
              </p:cNvPr>
              <p:cNvSpPr txBox="1"/>
              <p:nvPr/>
            </p:nvSpPr>
            <p:spPr>
              <a:xfrm>
                <a:off x="663140" y="7707383"/>
                <a:ext cx="519703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HTML stands for Hyper Text Markup Language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F9C12D-1973-66FA-3753-3C0A4992F2EE}"/>
                  </a:ext>
                </a:extLst>
              </p:cNvPr>
              <p:cNvSpPr txBox="1"/>
              <p:nvPr/>
            </p:nvSpPr>
            <p:spPr>
              <a:xfrm>
                <a:off x="659183" y="9512460"/>
                <a:ext cx="519703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Documentation :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D21C6A8-9893-11DB-EC75-16BE9262B10E}"/>
                  </a:ext>
                </a:extLst>
              </p:cNvPr>
              <p:cNvSpPr txBox="1"/>
              <p:nvPr/>
            </p:nvSpPr>
            <p:spPr>
              <a:xfrm>
                <a:off x="702037" y="10016729"/>
                <a:ext cx="51970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https://www.w3schools.com/html/default.asp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083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F8962-69A9-6641-F009-0A5849E3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6F71E80-D784-212A-753B-3562C4E07A65}"/>
              </a:ext>
            </a:extLst>
          </p:cNvPr>
          <p:cNvGrpSpPr/>
          <p:nvPr/>
        </p:nvGrpSpPr>
        <p:grpSpPr>
          <a:xfrm>
            <a:off x="193428" y="263769"/>
            <a:ext cx="6380541" cy="11623433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02CD5CF-8E71-080E-3821-0912719CEE31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6DDE2C7-D5D9-5C1B-A831-1D200C9FE822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A0B076B-AD56-78EE-3772-B7ABC8E3552C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D5183AF-A09D-A24A-124E-3657130951F4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E7BF1B5-AA65-09F8-95D1-8C9401EB6194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30E402-20CE-07B9-2AC1-4B4CC55E37D8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2854427-3649-FEF2-9F0C-E38B528E17BB}"/>
              </a:ext>
            </a:extLst>
          </p:cNvPr>
          <p:cNvGrpSpPr/>
          <p:nvPr/>
        </p:nvGrpSpPr>
        <p:grpSpPr>
          <a:xfrm>
            <a:off x="563050" y="1423424"/>
            <a:ext cx="5738559" cy="3252749"/>
            <a:chOff x="563050" y="1423424"/>
            <a:chExt cx="5738559" cy="325274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BC73E01-DC1B-702F-2BA3-3291487F9CC9}"/>
                </a:ext>
              </a:extLst>
            </p:cNvPr>
            <p:cNvGrpSpPr/>
            <p:nvPr/>
          </p:nvGrpSpPr>
          <p:grpSpPr>
            <a:xfrm>
              <a:off x="563050" y="1423424"/>
              <a:ext cx="2092227" cy="830997"/>
              <a:chOff x="563050" y="1423424"/>
              <a:chExt cx="2092227" cy="83099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89680CB-EAB6-82E2-5FAC-5A4E861B3833}"/>
                  </a:ext>
                </a:extLst>
              </p:cNvPr>
              <p:cNvSpPr/>
              <p:nvPr/>
            </p:nvSpPr>
            <p:spPr>
              <a:xfrm>
                <a:off x="563050" y="1423424"/>
                <a:ext cx="2092227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9BFABA-49AB-CB13-6BF4-9B51414F20C0}"/>
                  </a:ext>
                </a:extLst>
              </p:cNvPr>
              <p:cNvSpPr txBox="1"/>
              <p:nvPr/>
            </p:nvSpPr>
            <p:spPr>
              <a:xfrm>
                <a:off x="1399718" y="1563603"/>
                <a:ext cx="71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CSS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9C70ED8-2825-9513-8834-20C02560AF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4761" y="1553973"/>
                <a:ext cx="627032" cy="627032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E2EEA5C-5EC2-D211-95C1-CEDDE007557F}"/>
                </a:ext>
              </a:extLst>
            </p:cNvPr>
            <p:cNvGrpSpPr/>
            <p:nvPr/>
          </p:nvGrpSpPr>
          <p:grpSpPr>
            <a:xfrm>
              <a:off x="581420" y="2245331"/>
              <a:ext cx="5720189" cy="2430842"/>
              <a:chOff x="581420" y="2245331"/>
              <a:chExt cx="5720189" cy="2430842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BBEFE83-7100-C369-BCE2-0550E22D928B}"/>
                  </a:ext>
                </a:extLst>
              </p:cNvPr>
              <p:cNvSpPr/>
              <p:nvPr/>
            </p:nvSpPr>
            <p:spPr>
              <a:xfrm>
                <a:off x="581420" y="2245331"/>
                <a:ext cx="5638981" cy="243084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9FABBA-3AF6-2C67-8F67-7A60E931AD48}"/>
                  </a:ext>
                </a:extLst>
              </p:cNvPr>
              <p:cNvSpPr txBox="1"/>
              <p:nvPr/>
            </p:nvSpPr>
            <p:spPr>
              <a:xfrm>
                <a:off x="599789" y="2372381"/>
                <a:ext cx="49907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 CSS stands for Cascading Style Sheets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AC720E-30F9-479D-4528-C4461848259B}"/>
                  </a:ext>
                </a:extLst>
              </p:cNvPr>
              <p:cNvSpPr txBox="1"/>
              <p:nvPr/>
            </p:nvSpPr>
            <p:spPr>
              <a:xfrm>
                <a:off x="662628" y="3631314"/>
                <a:ext cx="56389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u="none" strike="noStrike" dirty="0">
                    <a:effectLst/>
                    <a:latin typeface="Google Sans"/>
                  </a:rPr>
                  <a:t>Link </a:t>
                </a:r>
                <a:r>
                  <a:rPr lang="en-US" sz="2400" dirty="0">
                    <a:latin typeface="Google Sans"/>
                  </a:rPr>
                  <a:t>Documentation</a:t>
                </a:r>
                <a:r>
                  <a:rPr lang="en-US" sz="2400" u="none" strike="noStrike" dirty="0">
                    <a:effectLst/>
                    <a:latin typeface="Google Sans"/>
                  </a:rPr>
                  <a:t> :</a:t>
                </a:r>
                <a:endParaRPr lang="en-US" sz="24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FCE8624-252F-040B-8C99-FD776E550634}"/>
                  </a:ext>
                </a:extLst>
              </p:cNvPr>
              <p:cNvSpPr txBox="1"/>
              <p:nvPr/>
            </p:nvSpPr>
            <p:spPr>
              <a:xfrm>
                <a:off x="680996" y="4046812"/>
                <a:ext cx="53262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Google Sans"/>
                  </a:rPr>
                  <a:t>https://www.w3schools.com/css/default.asp</a:t>
                </a:r>
                <a:endParaRPr lang="en-US" sz="20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9BDA75-99B9-5723-BCEE-C31D62801D85}"/>
                  </a:ext>
                </a:extLst>
              </p:cNvPr>
              <p:cNvSpPr txBox="1"/>
              <p:nvPr/>
            </p:nvSpPr>
            <p:spPr>
              <a:xfrm>
                <a:off x="662628" y="2834558"/>
                <a:ext cx="542565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latin typeface="Google Sans"/>
                  </a:rPr>
                  <a:t>CSS is the language we use to style an HTML document.</a:t>
                </a:r>
                <a:endParaRPr lang="en-US" sz="4000" dirty="0">
                  <a:solidFill>
                    <a:schemeClr val="tx1"/>
                  </a:solidFill>
                  <a:latin typeface="Google Sans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B2218C0-7841-D0DE-03E5-7BEE1B1EEE34}"/>
              </a:ext>
            </a:extLst>
          </p:cNvPr>
          <p:cNvGrpSpPr/>
          <p:nvPr/>
        </p:nvGrpSpPr>
        <p:grpSpPr>
          <a:xfrm>
            <a:off x="617374" y="5229302"/>
            <a:ext cx="5638981" cy="3983181"/>
            <a:chOff x="617374" y="5229302"/>
            <a:chExt cx="5638981" cy="39831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117541D-8411-7082-832F-DAC95A851ABE}"/>
                </a:ext>
              </a:extLst>
            </p:cNvPr>
            <p:cNvGrpSpPr/>
            <p:nvPr/>
          </p:nvGrpSpPr>
          <p:grpSpPr>
            <a:xfrm>
              <a:off x="617374" y="5229302"/>
              <a:ext cx="2559971" cy="830247"/>
              <a:chOff x="617374" y="5229302"/>
              <a:chExt cx="2559971" cy="83024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9CC3E90-4AB7-EAB5-F3DA-86002A535F77}"/>
                  </a:ext>
                </a:extLst>
              </p:cNvPr>
              <p:cNvSpPr/>
              <p:nvPr/>
            </p:nvSpPr>
            <p:spPr>
              <a:xfrm>
                <a:off x="617374" y="5229302"/>
                <a:ext cx="2559971" cy="83024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C93032-88A4-7972-3C24-66626538ACDE}"/>
                  </a:ext>
                </a:extLst>
              </p:cNvPr>
              <p:cNvSpPr txBox="1"/>
              <p:nvPr/>
            </p:nvSpPr>
            <p:spPr>
              <a:xfrm>
                <a:off x="1454042" y="5418760"/>
                <a:ext cx="143962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Tailwind</a:t>
                </a: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EAE8B4D-E673-BEFF-DFA4-19DA8B639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7937" b="14683"/>
              <a:stretch>
                <a:fillRect/>
              </a:stretch>
            </p:blipFill>
            <p:spPr>
              <a:xfrm>
                <a:off x="775752" y="5432170"/>
                <a:ext cx="678290" cy="457032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69DBA9-D607-00DB-F039-28A84910DC49}"/>
                </a:ext>
              </a:extLst>
            </p:cNvPr>
            <p:cNvGrpSpPr/>
            <p:nvPr/>
          </p:nvGrpSpPr>
          <p:grpSpPr>
            <a:xfrm>
              <a:off x="617374" y="6072959"/>
              <a:ext cx="5638981" cy="3139524"/>
              <a:chOff x="635744" y="6340142"/>
              <a:chExt cx="5638981" cy="313952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BD2F143-9DDA-E7A6-F56B-FB9A5399D9E8}"/>
                  </a:ext>
                </a:extLst>
              </p:cNvPr>
              <p:cNvSpPr/>
              <p:nvPr/>
            </p:nvSpPr>
            <p:spPr>
              <a:xfrm>
                <a:off x="635744" y="6340142"/>
                <a:ext cx="5638981" cy="313952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CBF0CCB-D0A3-DF1E-F07A-6343AD8C57DA}"/>
                  </a:ext>
                </a:extLst>
              </p:cNvPr>
              <p:cNvSpPr txBox="1"/>
              <p:nvPr/>
            </p:nvSpPr>
            <p:spPr>
              <a:xfrm>
                <a:off x="675405" y="6500082"/>
                <a:ext cx="5451756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Tailwind </a:t>
                </a:r>
                <a:r>
                  <a:rPr lang="en-US" sz="2400" dirty="0" err="1">
                    <a:latin typeface="Google Sans"/>
                  </a:rPr>
                  <a:t>css</a:t>
                </a:r>
                <a:r>
                  <a:rPr lang="en-US" sz="2400" dirty="0">
                    <a:latin typeface="Google Sans"/>
                  </a:rPr>
                  <a:t> is  A utility-first CSS framework packed with classes like flex, pt-4, text-center and rotate-90 that can be composed to build any design, directly in your markup.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E1CE81-03CE-2893-58C4-AAF245E3F3CD}"/>
                  </a:ext>
                </a:extLst>
              </p:cNvPr>
              <p:cNvSpPr txBox="1"/>
              <p:nvPr/>
            </p:nvSpPr>
            <p:spPr>
              <a:xfrm>
                <a:off x="684761" y="8439074"/>
                <a:ext cx="5326265" cy="570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>
                    <a:latin typeface="Google Sans"/>
                  </a:rPr>
                  <a:t>Link Documentation : </a:t>
                </a:r>
                <a:endParaRPr lang="en-US" sz="24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5B13999-BAA0-6E3F-1464-10677152304B}"/>
                  </a:ext>
                </a:extLst>
              </p:cNvPr>
              <p:cNvSpPr txBox="1"/>
              <p:nvPr/>
            </p:nvSpPr>
            <p:spPr>
              <a:xfrm>
                <a:off x="705192" y="8844458"/>
                <a:ext cx="34318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https://tailwindcss.com/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35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F053B-A949-46C2-E6FD-5DD2A498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BEF96F-B350-D104-A920-B96EE87F6150}"/>
              </a:ext>
            </a:extLst>
          </p:cNvPr>
          <p:cNvGrpSpPr/>
          <p:nvPr/>
        </p:nvGrpSpPr>
        <p:grpSpPr>
          <a:xfrm>
            <a:off x="193428" y="263769"/>
            <a:ext cx="6380541" cy="11623433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E24B38E-904B-13DC-D946-477C8EA2464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4B76EA4-710F-9EB6-4898-E384512A47D8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95E779E-F318-10D8-83F3-21246D0CD60B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C4437A9-6119-8A58-15AD-D0C8A917DFFA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89264C5-601A-4FDC-D12E-EFCCF6E83999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6528B0-5535-11C3-F967-2664AE24D37F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ADAD607-C3ED-3C7C-6794-FD792224651B}"/>
              </a:ext>
            </a:extLst>
          </p:cNvPr>
          <p:cNvGrpSpPr/>
          <p:nvPr/>
        </p:nvGrpSpPr>
        <p:grpSpPr>
          <a:xfrm>
            <a:off x="527714" y="1375529"/>
            <a:ext cx="5657351" cy="2869721"/>
            <a:chOff x="599789" y="5229301"/>
            <a:chExt cx="5657351" cy="2869721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E509E61-9BA9-4A38-0115-4F49BDA6FD1E}"/>
                </a:ext>
              </a:extLst>
            </p:cNvPr>
            <p:cNvGrpSpPr/>
            <p:nvPr/>
          </p:nvGrpSpPr>
          <p:grpSpPr>
            <a:xfrm>
              <a:off x="618159" y="6051208"/>
              <a:ext cx="5638981" cy="2047814"/>
              <a:chOff x="618159" y="6051208"/>
              <a:chExt cx="5638981" cy="204781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8F3E324-CBA6-B103-98DF-FA04D1005E51}"/>
                  </a:ext>
                </a:extLst>
              </p:cNvPr>
              <p:cNvSpPr/>
              <p:nvPr/>
            </p:nvSpPr>
            <p:spPr>
              <a:xfrm>
                <a:off x="618159" y="6051208"/>
                <a:ext cx="5638981" cy="204781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3D2E7E0-7FA6-C423-F961-BBDD7C0799AC}"/>
                  </a:ext>
                </a:extLst>
              </p:cNvPr>
              <p:cNvSpPr txBox="1"/>
              <p:nvPr/>
            </p:nvSpPr>
            <p:spPr>
              <a:xfrm>
                <a:off x="657820" y="6195240"/>
                <a:ext cx="545175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JavaScript is the programming language of the web.</a:t>
                </a:r>
                <a:endParaRPr lang="en-US" sz="3200" dirty="0">
                  <a:latin typeface="Google San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C98527E-C4C5-7FB2-726C-7B0FEB86CE04}"/>
                  </a:ext>
                </a:extLst>
              </p:cNvPr>
              <p:cNvSpPr txBox="1"/>
              <p:nvPr/>
            </p:nvSpPr>
            <p:spPr>
              <a:xfrm>
                <a:off x="657820" y="7019912"/>
                <a:ext cx="2978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u="none" strike="noStrike" dirty="0">
                    <a:effectLst/>
                    <a:latin typeface="Google Sans"/>
                  </a:rPr>
                  <a:t>Link </a:t>
                </a:r>
                <a:r>
                  <a:rPr lang="en-US" sz="2400" dirty="0">
                    <a:latin typeface="Google Sans"/>
                  </a:rPr>
                  <a:t>Documentation</a:t>
                </a:r>
                <a:r>
                  <a:rPr lang="en-US" sz="2400" u="none" strike="noStrike" dirty="0">
                    <a:effectLst/>
                    <a:latin typeface="Google Sans"/>
                  </a:rPr>
                  <a:t> :</a:t>
                </a:r>
                <a:endParaRPr lang="en-US" sz="2400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589D39-C2F0-76BF-0E89-98050F613DE7}"/>
                  </a:ext>
                </a:extLst>
              </p:cNvPr>
              <p:cNvSpPr txBox="1"/>
              <p:nvPr/>
            </p:nvSpPr>
            <p:spPr>
              <a:xfrm>
                <a:off x="674353" y="7457661"/>
                <a:ext cx="53262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Google Sans"/>
                  </a:rPr>
                  <a:t>https://www.w3schools.com/js/js_intro.asp</a:t>
                </a:r>
                <a:endParaRPr lang="en-US" sz="2000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24967E0-1784-4030-F92C-6E891E40C273}"/>
                </a:ext>
              </a:extLst>
            </p:cNvPr>
            <p:cNvGrpSpPr/>
            <p:nvPr/>
          </p:nvGrpSpPr>
          <p:grpSpPr>
            <a:xfrm>
              <a:off x="599789" y="5229301"/>
              <a:ext cx="2559971" cy="830997"/>
              <a:chOff x="599789" y="5229301"/>
              <a:chExt cx="2559971" cy="83099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AFD025A-189C-3B63-01D5-D967841B408C}"/>
                  </a:ext>
                </a:extLst>
              </p:cNvPr>
              <p:cNvSpPr/>
              <p:nvPr/>
            </p:nvSpPr>
            <p:spPr>
              <a:xfrm>
                <a:off x="599789" y="5229301"/>
                <a:ext cx="2559971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058B858-3B75-A6AF-DC3B-A2D5E75A03F7}"/>
                  </a:ext>
                </a:extLst>
              </p:cNvPr>
              <p:cNvSpPr txBox="1"/>
              <p:nvPr/>
            </p:nvSpPr>
            <p:spPr>
              <a:xfrm>
                <a:off x="1436457" y="5369480"/>
                <a:ext cx="16444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err="1">
                    <a:latin typeface="Google Sans"/>
                  </a:rPr>
                  <a:t>Javascript</a:t>
                </a:r>
                <a:endParaRPr lang="en-US" sz="2800" b="1" dirty="0">
                  <a:latin typeface="Google Sans"/>
                </a:endParaRP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5F26B802-2932-6F51-636E-310DEC95A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8940" y="5332249"/>
                <a:ext cx="597681" cy="597681"/>
              </a:xfrm>
              <a:prstGeom prst="rect">
                <a:avLst/>
              </a:prstGeom>
            </p:spPr>
          </p:pic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C5F53095-2C1D-64D2-914C-2B03D02AB4D6}"/>
              </a:ext>
            </a:extLst>
          </p:cNvPr>
          <p:cNvGrpSpPr/>
          <p:nvPr/>
        </p:nvGrpSpPr>
        <p:grpSpPr>
          <a:xfrm>
            <a:off x="527714" y="4564036"/>
            <a:ext cx="5657351" cy="3063927"/>
            <a:chOff x="609510" y="8548952"/>
            <a:chExt cx="5657351" cy="3063927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79C08C7-8A22-4D88-45E2-E6A7CDE5CBFF}"/>
                </a:ext>
              </a:extLst>
            </p:cNvPr>
            <p:cNvGrpSpPr/>
            <p:nvPr/>
          </p:nvGrpSpPr>
          <p:grpSpPr>
            <a:xfrm>
              <a:off x="627880" y="9370858"/>
              <a:ext cx="5638981" cy="2242021"/>
              <a:chOff x="627880" y="9370858"/>
              <a:chExt cx="5638981" cy="2242021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B3DC3F9-D6C7-C7BE-E298-C7398716845C}"/>
                  </a:ext>
                </a:extLst>
              </p:cNvPr>
              <p:cNvSpPr/>
              <p:nvPr/>
            </p:nvSpPr>
            <p:spPr>
              <a:xfrm>
                <a:off x="627880" y="9370858"/>
                <a:ext cx="5638981" cy="22420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8EDAB1-C3CE-9FBD-1E30-AFEDA2FD1FAE}"/>
                  </a:ext>
                </a:extLst>
              </p:cNvPr>
              <p:cNvSpPr txBox="1"/>
              <p:nvPr/>
            </p:nvSpPr>
            <p:spPr>
              <a:xfrm>
                <a:off x="667541" y="9514891"/>
                <a:ext cx="545175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Node.js is a free, open source tool that lets you run JavaScript outside the web browser.</a:t>
                </a:r>
                <a:endParaRPr lang="en-US" sz="4400" dirty="0">
                  <a:latin typeface="Google San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A1DC82F-2917-AA1A-D1F1-61F1599303F0}"/>
                  </a:ext>
                </a:extLst>
              </p:cNvPr>
              <p:cNvSpPr txBox="1"/>
              <p:nvPr/>
            </p:nvSpPr>
            <p:spPr>
              <a:xfrm>
                <a:off x="662628" y="10646716"/>
                <a:ext cx="297855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u="none" strike="noStrike" dirty="0">
                    <a:effectLst/>
                    <a:latin typeface="Google Sans"/>
                  </a:rPr>
                  <a:t>Link </a:t>
                </a:r>
                <a:r>
                  <a:rPr lang="en-US" sz="2400" dirty="0">
                    <a:latin typeface="Google Sans"/>
                  </a:rPr>
                  <a:t>Download</a:t>
                </a:r>
                <a:r>
                  <a:rPr lang="en-US" sz="2400" u="none" strike="noStrike" dirty="0">
                    <a:effectLst/>
                    <a:latin typeface="Google Sans"/>
                  </a:rPr>
                  <a:t> :</a:t>
                </a:r>
                <a:endParaRPr lang="en-US" sz="2400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FCC1237-86CC-828B-8F15-AA942035F5F5}"/>
                  </a:ext>
                </a:extLst>
              </p:cNvPr>
              <p:cNvSpPr txBox="1"/>
              <p:nvPr/>
            </p:nvSpPr>
            <p:spPr>
              <a:xfrm>
                <a:off x="691938" y="11065388"/>
                <a:ext cx="53262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>
                    <a:latin typeface="Google Sans"/>
                  </a:rPr>
                  <a:t>https://nodejs.org/en/download/current</a:t>
                </a:r>
                <a:endParaRPr lang="en-US" sz="2000" dirty="0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9716DAA-58CB-3E0B-DF80-95AC0B640B6F}"/>
                </a:ext>
              </a:extLst>
            </p:cNvPr>
            <p:cNvGrpSpPr/>
            <p:nvPr/>
          </p:nvGrpSpPr>
          <p:grpSpPr>
            <a:xfrm>
              <a:off x="609510" y="8548952"/>
              <a:ext cx="2978553" cy="830997"/>
              <a:chOff x="609510" y="8548952"/>
              <a:chExt cx="2978553" cy="830997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7462D50-B3B9-D391-A7B7-E44F8C234B69}"/>
                  </a:ext>
                </a:extLst>
              </p:cNvPr>
              <p:cNvSpPr/>
              <p:nvPr/>
            </p:nvSpPr>
            <p:spPr>
              <a:xfrm>
                <a:off x="609510" y="8548952"/>
                <a:ext cx="2978553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E930971-BC60-EF37-7A79-A2348BF517BD}"/>
                  </a:ext>
                </a:extLst>
              </p:cNvPr>
              <p:cNvSpPr txBox="1"/>
              <p:nvPr/>
            </p:nvSpPr>
            <p:spPr>
              <a:xfrm>
                <a:off x="1717935" y="8690576"/>
                <a:ext cx="12763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NodeJS</a:t>
                </a:r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FC744E67-9154-C37C-1424-62BB2A4FDF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75" t="6678" r="10938" b="63134"/>
              <a:stretch>
                <a:fillRect/>
              </a:stretch>
            </p:blipFill>
            <p:spPr>
              <a:xfrm>
                <a:off x="721428" y="8671768"/>
                <a:ext cx="996507" cy="442362"/>
              </a:xfrm>
              <a:prstGeom prst="rect">
                <a:avLst/>
              </a:prstGeom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8A90A25-0365-DEE6-ECB1-B11CBAD749B2}"/>
              </a:ext>
            </a:extLst>
          </p:cNvPr>
          <p:cNvGrpSpPr/>
          <p:nvPr/>
        </p:nvGrpSpPr>
        <p:grpSpPr>
          <a:xfrm>
            <a:off x="527714" y="8115124"/>
            <a:ext cx="5657351" cy="2833616"/>
            <a:chOff x="563050" y="1423424"/>
            <a:chExt cx="5657351" cy="28336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F2B29B4-FBD6-4693-D0C9-F6733B696B75}"/>
                </a:ext>
              </a:extLst>
            </p:cNvPr>
            <p:cNvGrpSpPr/>
            <p:nvPr/>
          </p:nvGrpSpPr>
          <p:grpSpPr>
            <a:xfrm>
              <a:off x="563050" y="1423424"/>
              <a:ext cx="2092227" cy="830997"/>
              <a:chOff x="563050" y="1423424"/>
              <a:chExt cx="2092227" cy="8309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390C710-B076-0012-740C-BB7DE0A5CA39}"/>
                  </a:ext>
                </a:extLst>
              </p:cNvPr>
              <p:cNvSpPr/>
              <p:nvPr/>
            </p:nvSpPr>
            <p:spPr>
              <a:xfrm>
                <a:off x="563050" y="1423424"/>
                <a:ext cx="2092227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4A54554-410C-7E79-02E3-D375A9E538DA}"/>
                  </a:ext>
                </a:extLst>
              </p:cNvPr>
              <p:cNvSpPr txBox="1"/>
              <p:nvPr/>
            </p:nvSpPr>
            <p:spPr>
              <a:xfrm>
                <a:off x="1399718" y="1563603"/>
                <a:ext cx="92685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NPM</a:t>
                </a: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771B6B0-32F2-95B4-BD62-40FF8C6C1B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2628" y="1558071"/>
                <a:ext cx="645226" cy="519671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47B0153-9914-4318-0EF6-0F41AA739171}"/>
                </a:ext>
              </a:extLst>
            </p:cNvPr>
            <p:cNvGrpSpPr/>
            <p:nvPr/>
          </p:nvGrpSpPr>
          <p:grpSpPr>
            <a:xfrm>
              <a:off x="581420" y="2245331"/>
              <a:ext cx="5638981" cy="2011709"/>
              <a:chOff x="581420" y="2245331"/>
              <a:chExt cx="5638981" cy="201170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BA5D2C2-C703-059A-3F30-7824E067169F}"/>
                  </a:ext>
                </a:extLst>
              </p:cNvPr>
              <p:cNvSpPr/>
              <p:nvPr/>
            </p:nvSpPr>
            <p:spPr>
              <a:xfrm>
                <a:off x="581420" y="2245331"/>
                <a:ext cx="5638981" cy="201170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FD3B7B-977D-4809-59AF-13EE929DA528}"/>
                  </a:ext>
                </a:extLst>
              </p:cNvPr>
              <p:cNvSpPr txBox="1"/>
              <p:nvPr/>
            </p:nvSpPr>
            <p:spPr>
              <a:xfrm>
                <a:off x="599789" y="2372381"/>
                <a:ext cx="52726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 NPM stands for Node Package Manager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332E79-7534-F224-146E-6AE7EB1EBDF5}"/>
                  </a:ext>
                </a:extLst>
              </p:cNvPr>
              <p:cNvSpPr txBox="1"/>
              <p:nvPr/>
            </p:nvSpPr>
            <p:spPr>
              <a:xfrm>
                <a:off x="680118" y="2833881"/>
                <a:ext cx="5272691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NPM is A package manager for Node.js that uses to install, manage, and run libraries.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678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E6789-34F5-5BD4-F008-FE707159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1DDB368-D74C-3AB2-5B53-1B7BBBC55920}"/>
              </a:ext>
            </a:extLst>
          </p:cNvPr>
          <p:cNvGrpSpPr/>
          <p:nvPr/>
        </p:nvGrpSpPr>
        <p:grpSpPr>
          <a:xfrm>
            <a:off x="193428" y="263769"/>
            <a:ext cx="6380541" cy="11623433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BA5C81-71B9-506B-F26E-DB3CFC725E6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7F82377-6A51-9716-ABCE-937FC87DCF66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1108CA7-E20E-5618-981E-1A77B2044816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9A2A163-3432-ADA6-CF65-43ED15E721B9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E8034D2-8F4E-E7BD-48A6-AC7899E685C1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A0E00D4-8BCB-A67A-9EAA-7F2F571D1A5B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EA25624-4867-A4F6-A3E8-18BEDC498302}"/>
              </a:ext>
            </a:extLst>
          </p:cNvPr>
          <p:cNvGrpSpPr/>
          <p:nvPr/>
        </p:nvGrpSpPr>
        <p:grpSpPr>
          <a:xfrm>
            <a:off x="521900" y="1250174"/>
            <a:ext cx="5657351" cy="2665414"/>
            <a:chOff x="599789" y="4652694"/>
            <a:chExt cx="5657351" cy="266541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27307D-153A-69D0-E189-8127D7FA1527}"/>
                </a:ext>
              </a:extLst>
            </p:cNvPr>
            <p:cNvSpPr/>
            <p:nvPr/>
          </p:nvSpPr>
          <p:spPr>
            <a:xfrm>
              <a:off x="599789" y="4652694"/>
              <a:ext cx="2236008" cy="8309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D5828C-EA0D-CC5C-3749-07595CE0604A}"/>
                </a:ext>
              </a:extLst>
            </p:cNvPr>
            <p:cNvSpPr txBox="1"/>
            <p:nvPr/>
          </p:nvSpPr>
          <p:spPr>
            <a:xfrm>
              <a:off x="1436457" y="4792873"/>
              <a:ext cx="127746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err="1">
                  <a:latin typeface="Google Sans"/>
                </a:rPr>
                <a:t>ReactJs</a:t>
              </a:r>
              <a:endParaRPr lang="en-US" sz="2800" b="1" dirty="0">
                <a:latin typeface="Google San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0F92156-FD52-A9DD-E4DA-502F57ABB495}"/>
                </a:ext>
              </a:extLst>
            </p:cNvPr>
            <p:cNvSpPr/>
            <p:nvPr/>
          </p:nvSpPr>
          <p:spPr>
            <a:xfrm>
              <a:off x="618159" y="5474602"/>
              <a:ext cx="5638981" cy="184350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D8D70D-D8F6-F54C-342B-49EF5D721693}"/>
                </a:ext>
              </a:extLst>
            </p:cNvPr>
            <p:cNvSpPr txBox="1"/>
            <p:nvPr/>
          </p:nvSpPr>
          <p:spPr>
            <a:xfrm>
              <a:off x="694403" y="5509051"/>
              <a:ext cx="527269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Google Sans"/>
                </a:rPr>
                <a:t>React is a </a:t>
              </a:r>
              <a:r>
                <a:rPr lang="en-US" sz="2400" dirty="0" err="1">
                  <a:latin typeface="Google Sans"/>
                </a:rPr>
                <a:t>Javascript</a:t>
              </a:r>
              <a:r>
                <a:rPr lang="en-US" sz="2400" dirty="0">
                  <a:latin typeface="Google Sans"/>
                </a:rPr>
                <a:t> library For building user interfaces</a:t>
              </a:r>
              <a:endParaRPr lang="en-US" sz="3200" b="1" dirty="0">
                <a:latin typeface="Google Sans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4C816A0-5A6F-DB23-3C24-11536B9E5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593" y="4762185"/>
              <a:ext cx="605061" cy="60506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68652BF-F71B-4485-FFB4-1FA5E020E6FC}"/>
                </a:ext>
              </a:extLst>
            </p:cNvPr>
            <p:cNvSpPr txBox="1"/>
            <p:nvPr/>
          </p:nvSpPr>
          <p:spPr>
            <a:xfrm>
              <a:off x="735924" y="6708706"/>
              <a:ext cx="319946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Google Sans"/>
                </a:rPr>
                <a:t>https://react.dev/learn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40A97D9-307C-725E-CF3B-0EAECC6B7533}"/>
                </a:ext>
              </a:extLst>
            </p:cNvPr>
            <p:cNvSpPr txBox="1"/>
            <p:nvPr/>
          </p:nvSpPr>
          <p:spPr>
            <a:xfrm>
              <a:off x="715597" y="6293929"/>
              <a:ext cx="52726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Google Sans"/>
                </a:rPr>
                <a:t>Link Documentation :</a:t>
              </a:r>
              <a:endParaRPr lang="en-US" sz="3200" b="1" dirty="0">
                <a:latin typeface="Google Sans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B1D928F-59D4-4220-9381-1EE7D1F6F384}"/>
              </a:ext>
            </a:extLst>
          </p:cNvPr>
          <p:cNvGrpSpPr/>
          <p:nvPr/>
        </p:nvGrpSpPr>
        <p:grpSpPr>
          <a:xfrm>
            <a:off x="540270" y="4106671"/>
            <a:ext cx="5657352" cy="3131223"/>
            <a:chOff x="618158" y="8240653"/>
            <a:chExt cx="5657352" cy="313122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B8EB910-FFD4-B24F-AD1E-C96CEF3B45CD}"/>
                </a:ext>
              </a:extLst>
            </p:cNvPr>
            <p:cNvGrpSpPr/>
            <p:nvPr/>
          </p:nvGrpSpPr>
          <p:grpSpPr>
            <a:xfrm>
              <a:off x="636529" y="9062560"/>
              <a:ext cx="5638981" cy="2309316"/>
              <a:chOff x="636529" y="9062560"/>
              <a:chExt cx="5638981" cy="23093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7697022-8895-18F3-1F15-48847389EB08}"/>
                  </a:ext>
                </a:extLst>
              </p:cNvPr>
              <p:cNvSpPr/>
              <p:nvPr/>
            </p:nvSpPr>
            <p:spPr>
              <a:xfrm>
                <a:off x="636529" y="9062560"/>
                <a:ext cx="5638981" cy="230931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7BD5CEE-8B11-60B7-2524-5B57EF3393D3}"/>
                  </a:ext>
                </a:extLst>
              </p:cNvPr>
              <p:cNvSpPr txBox="1"/>
              <p:nvPr/>
            </p:nvSpPr>
            <p:spPr>
              <a:xfrm>
                <a:off x="712773" y="9189610"/>
                <a:ext cx="527269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TypeScript is JavaScript with added syntax for types.</a:t>
                </a:r>
                <a:endParaRPr lang="en-US" sz="4000" b="1" dirty="0">
                  <a:latin typeface="Google Sans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15F5464-54F8-0340-BBDC-E0FE1081DBC8}"/>
                  </a:ext>
                </a:extLst>
              </p:cNvPr>
              <p:cNvSpPr txBox="1"/>
              <p:nvPr/>
            </p:nvSpPr>
            <p:spPr>
              <a:xfrm>
                <a:off x="754294" y="10458715"/>
                <a:ext cx="523117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https://www.w3schools.com/typescript/index.php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AE46009-D8A2-101D-2FF1-FAE393AF14A5}"/>
                  </a:ext>
                </a:extLst>
              </p:cNvPr>
              <p:cNvSpPr txBox="1"/>
              <p:nvPr/>
            </p:nvSpPr>
            <p:spPr>
              <a:xfrm>
                <a:off x="733967" y="9997638"/>
                <a:ext cx="52726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Documentation :</a:t>
                </a:r>
                <a:endParaRPr lang="en-US" sz="3200" b="1" dirty="0">
                  <a:latin typeface="Google Sans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0225CC6-1FEE-CB82-041C-2C09428259CD}"/>
                </a:ext>
              </a:extLst>
            </p:cNvPr>
            <p:cNvGrpSpPr/>
            <p:nvPr/>
          </p:nvGrpSpPr>
          <p:grpSpPr>
            <a:xfrm>
              <a:off x="618158" y="8240653"/>
              <a:ext cx="2669051" cy="830997"/>
              <a:chOff x="618158" y="8240653"/>
              <a:chExt cx="2669051" cy="830997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EB94596-B5D8-1BE3-D638-8D9DA4E45EEF}"/>
                  </a:ext>
                </a:extLst>
              </p:cNvPr>
              <p:cNvSpPr/>
              <p:nvPr/>
            </p:nvSpPr>
            <p:spPr>
              <a:xfrm>
                <a:off x="618158" y="8240653"/>
                <a:ext cx="2669051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A7E73FA-ECDC-E240-FCFC-6977A543703B}"/>
                  </a:ext>
                </a:extLst>
              </p:cNvPr>
              <p:cNvSpPr txBox="1"/>
              <p:nvPr/>
            </p:nvSpPr>
            <p:spPr>
              <a:xfrm>
                <a:off x="1454827" y="8380832"/>
                <a:ext cx="172053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Typescript</a:t>
                </a:r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6AD975CF-16F4-EC4D-DAC0-5B068CF25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222" t="11348" r="11171" b="12755"/>
              <a:stretch>
                <a:fillRect/>
              </a:stretch>
            </p:blipFill>
            <p:spPr>
              <a:xfrm>
                <a:off x="729527" y="8306208"/>
                <a:ext cx="670191" cy="663987"/>
              </a:xfrm>
              <a:prstGeom prst="rect">
                <a:avLst/>
              </a:prstGeom>
            </p:spPr>
          </p:pic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6D2D4A-4C21-977E-372D-EA03A8AE22E5}"/>
              </a:ext>
            </a:extLst>
          </p:cNvPr>
          <p:cNvGrpSpPr/>
          <p:nvPr/>
        </p:nvGrpSpPr>
        <p:grpSpPr>
          <a:xfrm>
            <a:off x="530091" y="7513018"/>
            <a:ext cx="5657351" cy="4144256"/>
            <a:chOff x="563050" y="1423424"/>
            <a:chExt cx="5657351" cy="414425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97F1C61-C38B-0E3F-DC6C-608F27C1B47F}"/>
                </a:ext>
              </a:extLst>
            </p:cNvPr>
            <p:cNvGrpSpPr/>
            <p:nvPr/>
          </p:nvGrpSpPr>
          <p:grpSpPr>
            <a:xfrm>
              <a:off x="563050" y="1423424"/>
              <a:ext cx="2092227" cy="830997"/>
              <a:chOff x="563050" y="1423424"/>
              <a:chExt cx="2092227" cy="83099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FCD414E-58D2-4C75-6D9D-AC80844D47C1}"/>
                  </a:ext>
                </a:extLst>
              </p:cNvPr>
              <p:cNvSpPr/>
              <p:nvPr/>
            </p:nvSpPr>
            <p:spPr>
              <a:xfrm>
                <a:off x="563050" y="1423424"/>
                <a:ext cx="2092227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64301E6-33F7-5BED-27AA-FAED7AE9277D}"/>
                  </a:ext>
                </a:extLst>
              </p:cNvPr>
              <p:cNvSpPr txBox="1"/>
              <p:nvPr/>
            </p:nvSpPr>
            <p:spPr>
              <a:xfrm>
                <a:off x="1399718" y="1563603"/>
                <a:ext cx="97174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NEXT</a:t>
                </a:r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EF93DBE-6462-7333-8D14-5A75BBEE70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54" t="8416" r="8791" b="8640"/>
              <a:stretch>
                <a:fillRect/>
              </a:stretch>
            </p:blipFill>
            <p:spPr>
              <a:xfrm>
                <a:off x="680118" y="1539045"/>
                <a:ext cx="627873" cy="627032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32DFF76-FB1F-7A91-BD05-841B44207E06}"/>
                </a:ext>
              </a:extLst>
            </p:cNvPr>
            <p:cNvGrpSpPr/>
            <p:nvPr/>
          </p:nvGrpSpPr>
          <p:grpSpPr>
            <a:xfrm>
              <a:off x="581420" y="2245331"/>
              <a:ext cx="5638981" cy="3322349"/>
              <a:chOff x="581420" y="2245331"/>
              <a:chExt cx="5638981" cy="332234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FFE7E1A-E498-0696-D60C-9B2F5CD44235}"/>
                  </a:ext>
                </a:extLst>
              </p:cNvPr>
              <p:cNvSpPr/>
              <p:nvPr/>
            </p:nvSpPr>
            <p:spPr>
              <a:xfrm>
                <a:off x="581420" y="2245331"/>
                <a:ext cx="5638981" cy="332234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0FEE17-0427-B809-26D9-F486E5D0BD32}"/>
                  </a:ext>
                </a:extLst>
              </p:cNvPr>
              <p:cNvSpPr txBox="1"/>
              <p:nvPr/>
            </p:nvSpPr>
            <p:spPr>
              <a:xfrm>
                <a:off x="680117" y="2372216"/>
                <a:ext cx="52726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Next refines React for real-world needs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0795036-4272-687B-CD9C-BAA2AB2DF3DE}"/>
                  </a:ext>
                </a:extLst>
              </p:cNvPr>
              <p:cNvSpPr txBox="1"/>
              <p:nvPr/>
            </p:nvSpPr>
            <p:spPr>
              <a:xfrm>
                <a:off x="680118" y="2833881"/>
                <a:ext cx="527269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Next is a react framework for building full-stack web applications  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2C1BE7-5006-70A1-618E-B4D78CA8D7FB}"/>
                  </a:ext>
                </a:extLst>
              </p:cNvPr>
              <p:cNvSpPr txBox="1"/>
              <p:nvPr/>
            </p:nvSpPr>
            <p:spPr>
              <a:xfrm>
                <a:off x="698559" y="4022470"/>
                <a:ext cx="319278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https://nextjs.org/docs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BC1B15-1A26-EC33-A2BA-537905A7B5D5}"/>
                  </a:ext>
                </a:extLst>
              </p:cNvPr>
              <p:cNvSpPr txBox="1"/>
              <p:nvPr/>
            </p:nvSpPr>
            <p:spPr>
              <a:xfrm>
                <a:off x="680117" y="3610184"/>
                <a:ext cx="30352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Documentation :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9A8D2E-B853-5726-C2A6-2BC1D1BFFBAB}"/>
                  </a:ext>
                </a:extLst>
              </p:cNvPr>
              <p:cNvSpPr txBox="1"/>
              <p:nvPr/>
            </p:nvSpPr>
            <p:spPr>
              <a:xfrm>
                <a:off x="698559" y="4911915"/>
                <a:ext cx="53669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i="0" dirty="0" err="1">
                    <a:solidFill>
                      <a:srgbClr val="7820BC"/>
                    </a:solidFill>
                    <a:effectLst/>
                    <a:latin typeface="geistMonoFont"/>
                  </a:rPr>
                  <a:t>npx</a:t>
                </a:r>
                <a:r>
                  <a:rPr lang="en-US" sz="2400" b="0" i="0" dirty="0">
                    <a:solidFill>
                      <a:srgbClr val="297A3A"/>
                    </a:solidFill>
                    <a:effectLst/>
                    <a:latin typeface="geistMonoFont"/>
                  </a:rPr>
                  <a:t> </a:t>
                </a:r>
                <a:r>
                  <a:rPr lang="en-US" sz="2400" b="0" i="0" dirty="0" err="1">
                    <a:solidFill>
                      <a:srgbClr val="297A3A"/>
                    </a:solidFill>
                    <a:effectLst/>
                    <a:latin typeface="geistMonoFont"/>
                  </a:rPr>
                  <a:t>create-next-app@latest</a:t>
                </a:r>
                <a:r>
                  <a:rPr lang="en-US" sz="2400" b="0" i="0" dirty="0">
                    <a:solidFill>
                      <a:srgbClr val="297A3A"/>
                    </a:solidFill>
                    <a:effectLst/>
                    <a:latin typeface="geistMonoFont"/>
                  </a:rPr>
                  <a:t> my-app --yes</a:t>
                </a:r>
                <a:endParaRPr lang="en-US" sz="2400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B427B2-67D2-48B8-9728-913F3E6DA921}"/>
                  </a:ext>
                </a:extLst>
              </p:cNvPr>
              <p:cNvSpPr txBox="1"/>
              <p:nvPr/>
            </p:nvSpPr>
            <p:spPr>
              <a:xfrm>
                <a:off x="698559" y="4484135"/>
                <a:ext cx="30352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Installation 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073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6B874-7CD5-0238-A195-A76783E4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345806B-7830-B8E0-32F1-E9288CC452BC}"/>
              </a:ext>
            </a:extLst>
          </p:cNvPr>
          <p:cNvGrpSpPr/>
          <p:nvPr/>
        </p:nvGrpSpPr>
        <p:grpSpPr>
          <a:xfrm>
            <a:off x="193428" y="263769"/>
            <a:ext cx="6380541" cy="11623433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50A49FF-9F49-B0AD-6BF1-51FD9270BC19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7ACA16A-AC31-91F2-5F01-1852979E3676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B3A22C7-3E1B-0988-8483-A13D8F084006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36E5B0FF-7A54-33C8-4F83-57F72283246C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111FE1F-DA0B-FA2E-E63F-D536875CC35A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300243-B795-0E22-16C2-5CDE6CC6E8D0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296E778-C106-0E5D-8450-5053AEDFD857}"/>
              </a:ext>
            </a:extLst>
          </p:cNvPr>
          <p:cNvGrpSpPr/>
          <p:nvPr/>
        </p:nvGrpSpPr>
        <p:grpSpPr>
          <a:xfrm>
            <a:off x="555022" y="1593619"/>
            <a:ext cx="5657351" cy="5056785"/>
            <a:chOff x="609510" y="6078473"/>
            <a:chExt cx="5657351" cy="5056785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4C75579-B265-2349-F310-AE0950F30973}"/>
                </a:ext>
              </a:extLst>
            </p:cNvPr>
            <p:cNvGrpSpPr/>
            <p:nvPr/>
          </p:nvGrpSpPr>
          <p:grpSpPr>
            <a:xfrm>
              <a:off x="609510" y="6078473"/>
              <a:ext cx="2651850" cy="830997"/>
              <a:chOff x="609510" y="6078473"/>
              <a:chExt cx="2651850" cy="830997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D46352B-DCC3-3D4C-A408-86617E0EDD29}"/>
                  </a:ext>
                </a:extLst>
              </p:cNvPr>
              <p:cNvSpPr/>
              <p:nvPr/>
            </p:nvSpPr>
            <p:spPr>
              <a:xfrm>
                <a:off x="609510" y="6078473"/>
                <a:ext cx="2651850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54B8B6-2135-9CD4-5AC9-0BC2157B83BE}"/>
                  </a:ext>
                </a:extLst>
              </p:cNvPr>
              <p:cNvSpPr txBox="1"/>
              <p:nvPr/>
            </p:nvSpPr>
            <p:spPr>
              <a:xfrm>
                <a:off x="1446178" y="6218652"/>
                <a:ext cx="17241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 err="1">
                    <a:latin typeface="Google Sans"/>
                  </a:rPr>
                  <a:t>Postgresql</a:t>
                </a:r>
                <a:endParaRPr lang="en-US" sz="2800" b="1" dirty="0">
                  <a:latin typeface="Google Sans"/>
                </a:endParaRPr>
              </a:p>
            </p:txBody>
          </p:sp>
          <p:pic>
            <p:nvPicPr>
              <p:cNvPr id="65" name="Graphic 64">
                <a:extLst>
                  <a:ext uri="{FF2B5EF4-FFF2-40B4-BE49-F238E27FC236}">
                    <a16:creationId xmlns:a16="http://schemas.microsoft.com/office/drawing/2014/main" id="{884074EB-E3F1-CB60-7FB5-923A732B9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80118" y="6206732"/>
                <a:ext cx="589562" cy="607985"/>
              </a:xfrm>
              <a:prstGeom prst="rect">
                <a:avLst/>
              </a:prstGeom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BD6601A-BAA4-4F10-DC0B-8B55D5FA1CD9}"/>
                </a:ext>
              </a:extLst>
            </p:cNvPr>
            <p:cNvGrpSpPr/>
            <p:nvPr/>
          </p:nvGrpSpPr>
          <p:grpSpPr>
            <a:xfrm>
              <a:off x="627880" y="6900380"/>
              <a:ext cx="5638981" cy="4234878"/>
              <a:chOff x="627880" y="6900380"/>
              <a:chExt cx="5638981" cy="4234878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D926113-1EEA-E87B-ED6F-82CE7D05A674}"/>
                  </a:ext>
                </a:extLst>
              </p:cNvPr>
              <p:cNvSpPr/>
              <p:nvPr/>
            </p:nvSpPr>
            <p:spPr>
              <a:xfrm>
                <a:off x="627880" y="6900380"/>
                <a:ext cx="5638981" cy="423487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A63D3C5-DC3D-F388-6801-9C54C086C5F0}"/>
                  </a:ext>
                </a:extLst>
              </p:cNvPr>
              <p:cNvSpPr txBox="1"/>
              <p:nvPr/>
            </p:nvSpPr>
            <p:spPr>
              <a:xfrm>
                <a:off x="726577" y="7042505"/>
                <a:ext cx="5272691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PostgreSQL is an </a:t>
                </a:r>
                <a:r>
                  <a:rPr lang="en-US" sz="2400" dirty="0" err="1">
                    <a:latin typeface="Google Sans"/>
                  </a:rPr>
                  <a:t>freen</a:t>
                </a:r>
                <a:r>
                  <a:rPr lang="en-US" sz="2400" dirty="0">
                    <a:latin typeface="Google Sans"/>
                  </a:rPr>
                  <a:t> open-source database system that support both relational (SQL) and non-</a:t>
                </a:r>
                <a:r>
                  <a:rPr lang="en-US" sz="2400" dirty="0" err="1">
                    <a:latin typeface="Google Sans"/>
                  </a:rPr>
                  <a:t>relationl</a:t>
                </a:r>
                <a:r>
                  <a:rPr lang="en-US" sz="2400" dirty="0">
                    <a:latin typeface="Google Sans"/>
                  </a:rPr>
                  <a:t> (JSON) queries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AA165B0-5AE4-ADF6-517B-A3EF96BE652C}"/>
                  </a:ext>
                </a:extLst>
              </p:cNvPr>
              <p:cNvSpPr txBox="1"/>
              <p:nvPr/>
            </p:nvSpPr>
            <p:spPr>
              <a:xfrm>
                <a:off x="717000" y="9086868"/>
                <a:ext cx="51893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https://www.postgresql.org/download/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B993103-3D96-AACA-B03B-947E0E24B72D}"/>
                  </a:ext>
                </a:extLst>
              </p:cNvPr>
              <p:cNvSpPr txBox="1"/>
              <p:nvPr/>
            </p:nvSpPr>
            <p:spPr>
              <a:xfrm>
                <a:off x="698559" y="8674582"/>
                <a:ext cx="30352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Download :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12491BE-0FB0-0C98-7DEF-2A571B39F703}"/>
                  </a:ext>
                </a:extLst>
              </p:cNvPr>
              <p:cNvSpPr txBox="1"/>
              <p:nvPr/>
            </p:nvSpPr>
            <p:spPr>
              <a:xfrm>
                <a:off x="729779" y="9621403"/>
                <a:ext cx="30352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Documentation  :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9125FB9-1A62-DD54-46B0-7F0F09280E41}"/>
                  </a:ext>
                </a:extLst>
              </p:cNvPr>
              <p:cNvSpPr txBox="1"/>
              <p:nvPr/>
            </p:nvSpPr>
            <p:spPr>
              <a:xfrm>
                <a:off x="717000" y="10067828"/>
                <a:ext cx="382452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https://www.w3schools.com/postgresql/index.php</a:t>
                </a:r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F1DE1DD-42D3-7C85-1830-C5A93B4B56C9}"/>
              </a:ext>
            </a:extLst>
          </p:cNvPr>
          <p:cNvGrpSpPr/>
          <p:nvPr/>
        </p:nvGrpSpPr>
        <p:grpSpPr>
          <a:xfrm>
            <a:off x="555022" y="7248081"/>
            <a:ext cx="5657351" cy="3457902"/>
            <a:chOff x="563050" y="6029345"/>
            <a:chExt cx="5657351" cy="3457902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64A493C-1E01-FF96-218D-67A8DF7FAFFE}"/>
                </a:ext>
              </a:extLst>
            </p:cNvPr>
            <p:cNvGrpSpPr/>
            <p:nvPr/>
          </p:nvGrpSpPr>
          <p:grpSpPr>
            <a:xfrm>
              <a:off x="563050" y="6029345"/>
              <a:ext cx="2651850" cy="830997"/>
              <a:chOff x="563050" y="6029345"/>
              <a:chExt cx="2651850" cy="830997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AD5EDE42-FB50-45FE-06E6-C98E00BDE859}"/>
                  </a:ext>
                </a:extLst>
              </p:cNvPr>
              <p:cNvSpPr/>
              <p:nvPr/>
            </p:nvSpPr>
            <p:spPr>
              <a:xfrm>
                <a:off x="563050" y="6029345"/>
                <a:ext cx="2651850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A827918A-9D8B-66AF-6516-B74425C9C625}"/>
                  </a:ext>
                </a:extLst>
              </p:cNvPr>
              <p:cNvSpPr txBox="1"/>
              <p:nvPr/>
            </p:nvSpPr>
            <p:spPr>
              <a:xfrm>
                <a:off x="1399718" y="6169524"/>
                <a:ext cx="120417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Prisma</a:t>
                </a:r>
              </a:p>
            </p:txBody>
          </p:sp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28ACA5E2-49A0-5817-B6CA-559E613ED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0540" y="6086240"/>
                <a:ext cx="669786" cy="669786"/>
              </a:xfrm>
              <a:prstGeom prst="rect">
                <a:avLst/>
              </a:prstGeom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230E4CA-77BA-8154-0C1D-3D368FEDC7C4}"/>
                </a:ext>
              </a:extLst>
            </p:cNvPr>
            <p:cNvGrpSpPr/>
            <p:nvPr/>
          </p:nvGrpSpPr>
          <p:grpSpPr>
            <a:xfrm>
              <a:off x="581420" y="6851252"/>
              <a:ext cx="5638981" cy="2635995"/>
              <a:chOff x="581420" y="6851252"/>
              <a:chExt cx="5638981" cy="2635995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5B55F4B-7792-280D-3491-5665FEA4EB00}"/>
                  </a:ext>
                </a:extLst>
              </p:cNvPr>
              <p:cNvSpPr/>
              <p:nvPr/>
            </p:nvSpPr>
            <p:spPr>
              <a:xfrm>
                <a:off x="581420" y="6851252"/>
                <a:ext cx="5638981" cy="26359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04F07D2-B27A-159C-48A7-C6A1CCCF3AE6}"/>
                  </a:ext>
                </a:extLst>
              </p:cNvPr>
              <p:cNvSpPr txBox="1"/>
              <p:nvPr/>
            </p:nvSpPr>
            <p:spPr>
              <a:xfrm>
                <a:off x="670540" y="7018850"/>
                <a:ext cx="528047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Prisma is Object-Relational Mapper (ORM) for Node.js and Typescript that simplifies database interactions  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AE34059-20E5-A517-7670-AA89E59EFE4E}"/>
                  </a:ext>
                </a:extLst>
              </p:cNvPr>
              <p:cNvSpPr txBox="1"/>
              <p:nvPr/>
            </p:nvSpPr>
            <p:spPr>
              <a:xfrm>
                <a:off x="690218" y="8592194"/>
                <a:ext cx="455128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https://www.prisma.io/docs/prisma-orm/quickstart/prisma-postgres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C3615685-8B24-5DEE-543F-78FBE2559FC0}"/>
                  </a:ext>
                </a:extLst>
              </p:cNvPr>
              <p:cNvSpPr txBox="1"/>
              <p:nvPr/>
            </p:nvSpPr>
            <p:spPr>
              <a:xfrm>
                <a:off x="670540" y="8191826"/>
                <a:ext cx="3429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Documentation 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886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A1223-C226-18AF-B4E0-4BFEBBE39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41941E-82F8-7866-974D-240F3DEFD6F4}"/>
              </a:ext>
            </a:extLst>
          </p:cNvPr>
          <p:cNvGrpSpPr/>
          <p:nvPr/>
        </p:nvGrpSpPr>
        <p:grpSpPr>
          <a:xfrm>
            <a:off x="193428" y="263769"/>
            <a:ext cx="6380541" cy="11623433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B8E844E-BBA6-A9B3-A391-2E587A6CE365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F34F2D9-6725-54D3-B2F2-BE168D2204A4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3D4F570-87FB-64C0-A5B1-4B7440C7E071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44369704-A824-6E7A-F318-0B357B322467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17E8484-C928-7B37-8FFA-13FF34ADEFC0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05804B-A1B0-642E-9178-4EC52BB27AFF}"/>
                </a:ext>
              </a:extLst>
            </p:cNvPr>
            <p:cNvSpPr/>
            <p:nvPr/>
          </p:nvSpPr>
          <p:spPr>
            <a:xfrm>
              <a:off x="155619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991C319-C627-15B5-CDC5-879E1D72FC84}"/>
              </a:ext>
            </a:extLst>
          </p:cNvPr>
          <p:cNvGrpSpPr/>
          <p:nvPr/>
        </p:nvGrpSpPr>
        <p:grpSpPr>
          <a:xfrm>
            <a:off x="609510" y="1408257"/>
            <a:ext cx="5657351" cy="4687743"/>
            <a:chOff x="555022" y="5300615"/>
            <a:chExt cx="5657351" cy="4687743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99762E4-B4CE-67D8-D4A2-09E56720B35C}"/>
                </a:ext>
              </a:extLst>
            </p:cNvPr>
            <p:cNvGrpSpPr/>
            <p:nvPr/>
          </p:nvGrpSpPr>
          <p:grpSpPr>
            <a:xfrm>
              <a:off x="555022" y="5300615"/>
              <a:ext cx="2651850" cy="830997"/>
              <a:chOff x="555022" y="5300615"/>
              <a:chExt cx="2651850" cy="830997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D6022DE-E877-4C6E-1275-39D338762743}"/>
                  </a:ext>
                </a:extLst>
              </p:cNvPr>
              <p:cNvSpPr/>
              <p:nvPr/>
            </p:nvSpPr>
            <p:spPr>
              <a:xfrm>
                <a:off x="555022" y="5300615"/>
                <a:ext cx="2651850" cy="8309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48C0CFE-6B33-1668-7220-4A3AEDEE9A2A}"/>
                  </a:ext>
                </a:extLst>
              </p:cNvPr>
              <p:cNvSpPr txBox="1"/>
              <p:nvPr/>
            </p:nvSpPr>
            <p:spPr>
              <a:xfrm>
                <a:off x="1391690" y="5440794"/>
                <a:ext cx="68800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Google Sans"/>
                  </a:rPr>
                  <a:t>GIT</a:t>
                </a:r>
              </a:p>
            </p:txBody>
          </p:sp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E62CA524-F174-2023-C15F-EF68EDC431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9510" y="5370071"/>
                <a:ext cx="692083" cy="692083"/>
              </a:xfrm>
              <a:prstGeom prst="rect">
                <a:avLst/>
              </a:prstGeom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D72A377-746A-4ED8-B403-763486C7206B}"/>
                </a:ext>
              </a:extLst>
            </p:cNvPr>
            <p:cNvGrpSpPr/>
            <p:nvPr/>
          </p:nvGrpSpPr>
          <p:grpSpPr>
            <a:xfrm>
              <a:off x="573392" y="6122522"/>
              <a:ext cx="5638981" cy="3865836"/>
              <a:chOff x="573392" y="6122522"/>
              <a:chExt cx="5638981" cy="386583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3CD1F6B-0681-7FB4-DA6F-CB9CAA585295}"/>
                  </a:ext>
                </a:extLst>
              </p:cNvPr>
              <p:cNvSpPr/>
              <p:nvPr/>
            </p:nvSpPr>
            <p:spPr>
              <a:xfrm>
                <a:off x="573392" y="6122522"/>
                <a:ext cx="5638981" cy="38658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273108E-3845-2F10-8CB3-7BC03E518C50}"/>
                  </a:ext>
                </a:extLst>
              </p:cNvPr>
              <p:cNvSpPr txBox="1"/>
              <p:nvPr/>
            </p:nvSpPr>
            <p:spPr>
              <a:xfrm>
                <a:off x="720385" y="6236490"/>
                <a:ext cx="52804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GIT is a popular version control system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48F30A9-B78C-D252-36AA-AF84DC498D42}"/>
                  </a:ext>
                </a:extLst>
              </p:cNvPr>
              <p:cNvSpPr txBox="1"/>
              <p:nvPr/>
            </p:nvSpPr>
            <p:spPr>
              <a:xfrm>
                <a:off x="726350" y="8621655"/>
                <a:ext cx="455128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Google Sans"/>
                  </a:rPr>
                  <a:t>https://git-scm.com/install/windows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6775181-3421-076D-5072-10C40F768328}"/>
                  </a:ext>
                </a:extLst>
              </p:cNvPr>
              <p:cNvSpPr txBox="1"/>
              <p:nvPr/>
            </p:nvSpPr>
            <p:spPr>
              <a:xfrm>
                <a:off x="715077" y="8210790"/>
                <a:ext cx="3429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Download :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303761E-0D48-CC07-F4E6-CAACBAC49F64}"/>
                  </a:ext>
                </a:extLst>
              </p:cNvPr>
              <p:cNvSpPr txBox="1"/>
              <p:nvPr/>
            </p:nvSpPr>
            <p:spPr>
              <a:xfrm>
                <a:off x="715077" y="6693085"/>
                <a:ext cx="5279166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  <a:latin typeface="Google Sans"/>
                  </a:rPr>
                  <a:t>GIT is a tool in your local device that helps you save and manage your code, work with others, keep track of changes , and undo mistake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C603CB9-EA7C-A849-520E-C93FC1442DA7}"/>
                  </a:ext>
                </a:extLst>
              </p:cNvPr>
              <p:cNvSpPr txBox="1"/>
              <p:nvPr/>
            </p:nvSpPr>
            <p:spPr>
              <a:xfrm>
                <a:off x="726350" y="9410490"/>
                <a:ext cx="48020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Google Sans"/>
                  </a:rPr>
                  <a:t>https://www.w3schools.com/git/default.asp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965AB54-645E-1AA3-91AC-88A77609205E}"/>
                  </a:ext>
                </a:extLst>
              </p:cNvPr>
              <p:cNvSpPr txBox="1"/>
              <p:nvPr/>
            </p:nvSpPr>
            <p:spPr>
              <a:xfrm>
                <a:off x="726350" y="9021765"/>
                <a:ext cx="3429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Google Sans"/>
                  </a:rPr>
                  <a:t>Link Documentation :</a:t>
                </a: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E9BED92-1F98-A3DC-597A-9B1196F5A903}"/>
              </a:ext>
            </a:extLst>
          </p:cNvPr>
          <p:cNvGrpSpPr/>
          <p:nvPr/>
        </p:nvGrpSpPr>
        <p:grpSpPr>
          <a:xfrm>
            <a:off x="663998" y="6584327"/>
            <a:ext cx="2651850" cy="830997"/>
            <a:chOff x="663998" y="6584327"/>
            <a:chExt cx="2651850" cy="830997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6EFAE8D-8397-E29A-A039-7951B059F581}"/>
                </a:ext>
              </a:extLst>
            </p:cNvPr>
            <p:cNvSpPr/>
            <p:nvPr/>
          </p:nvSpPr>
          <p:spPr>
            <a:xfrm>
              <a:off x="663998" y="6584327"/>
              <a:ext cx="2651850" cy="8309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B73DD4B-BE3E-D2B6-017E-0A52B79BF37A}"/>
                </a:ext>
              </a:extLst>
            </p:cNvPr>
            <p:cNvSpPr txBox="1"/>
            <p:nvPr/>
          </p:nvSpPr>
          <p:spPr>
            <a:xfrm>
              <a:off x="1500666" y="6724506"/>
              <a:ext cx="13500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Google Sans"/>
                </a:rPr>
                <a:t>GITHUB</a:t>
              </a:r>
            </a:p>
          </p:txBody>
        </p: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0E4DBE2-6BC9-4D50-06E5-1D97DD163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7568" y="6688075"/>
              <a:ext cx="616898" cy="616898"/>
            </a:xfrm>
            <a:prstGeom prst="rect">
              <a:avLst/>
            </a:prstGeom>
          </p:spPr>
        </p:pic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449C971-86C8-122F-71E8-462FBF725A25}"/>
              </a:ext>
            </a:extLst>
          </p:cNvPr>
          <p:cNvGrpSpPr/>
          <p:nvPr/>
        </p:nvGrpSpPr>
        <p:grpSpPr>
          <a:xfrm>
            <a:off x="682368" y="7406234"/>
            <a:ext cx="5638981" cy="2758846"/>
            <a:chOff x="682368" y="7406234"/>
            <a:chExt cx="5638981" cy="2758846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6FA3C30-31EC-1143-5372-E6FF0E6521D6}"/>
                </a:ext>
              </a:extLst>
            </p:cNvPr>
            <p:cNvSpPr/>
            <p:nvPr/>
          </p:nvSpPr>
          <p:spPr>
            <a:xfrm>
              <a:off x="682368" y="7406234"/>
              <a:ext cx="5638981" cy="2758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AF3672F-2731-C54E-8165-0A9A0B9E9023}"/>
                </a:ext>
              </a:extLst>
            </p:cNvPr>
            <p:cNvSpPr txBox="1"/>
            <p:nvPr/>
          </p:nvSpPr>
          <p:spPr>
            <a:xfrm>
              <a:off x="834440" y="7550938"/>
              <a:ext cx="528047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Google Sans"/>
                </a:rPr>
                <a:t>GITHUB is a website that works like a GIT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2063485-DCDC-BC2D-E554-E56CA8FC503D}"/>
                </a:ext>
              </a:extLst>
            </p:cNvPr>
            <p:cNvSpPr txBox="1"/>
            <p:nvPr/>
          </p:nvSpPr>
          <p:spPr>
            <a:xfrm>
              <a:off x="860037" y="9561726"/>
              <a:ext cx="228400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Google Sans"/>
                </a:rPr>
                <a:t>https://github.com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DBF1547-5432-0F0F-135C-18E5EC9B162D}"/>
                </a:ext>
              </a:extLst>
            </p:cNvPr>
            <p:cNvSpPr txBox="1"/>
            <p:nvPr/>
          </p:nvSpPr>
          <p:spPr>
            <a:xfrm>
              <a:off x="860037" y="9144708"/>
              <a:ext cx="26654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Google Sans"/>
                </a:rPr>
                <a:t>Link Cloud </a:t>
              </a:r>
              <a:r>
                <a:rPr lang="en-US" sz="2400" dirty="0" err="1">
                  <a:latin typeface="Google Sans"/>
                </a:rPr>
                <a:t>Github</a:t>
              </a:r>
              <a:r>
                <a:rPr lang="en-US" sz="2400" dirty="0">
                  <a:latin typeface="Google Sans"/>
                </a:rPr>
                <a:t>  :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EC212EB-1251-3887-227A-A3287D73D174}"/>
                </a:ext>
              </a:extLst>
            </p:cNvPr>
            <p:cNvSpPr txBox="1"/>
            <p:nvPr/>
          </p:nvSpPr>
          <p:spPr>
            <a:xfrm>
              <a:off x="860037" y="8013589"/>
              <a:ext cx="521931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  <a:latin typeface="Google Sans"/>
                </a:rPr>
                <a:t>GITHUB is a provider or service that stores and manages source code All of developers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743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9A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2B69A-E67A-418B-9C8D-3C16D6BCE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C56543-F146-CD41-A408-E6D092CB9F9D}"/>
              </a:ext>
            </a:extLst>
          </p:cNvPr>
          <p:cNvGrpSpPr/>
          <p:nvPr/>
        </p:nvGrpSpPr>
        <p:grpSpPr>
          <a:xfrm>
            <a:off x="142906" y="175509"/>
            <a:ext cx="6542828" cy="11840982"/>
            <a:chOff x="101482" y="186896"/>
            <a:chExt cx="6542828" cy="118409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0E5C6D2-3B86-7D33-E104-A80693B957FD}"/>
                </a:ext>
              </a:extLst>
            </p:cNvPr>
            <p:cNvGrpSpPr/>
            <p:nvPr/>
          </p:nvGrpSpPr>
          <p:grpSpPr>
            <a:xfrm>
              <a:off x="101482" y="186896"/>
              <a:ext cx="6542828" cy="628379"/>
              <a:chOff x="2682270" y="-2364772"/>
              <a:chExt cx="6542828" cy="63090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366BF8A-7E6A-F3C6-9D44-3952A8D316BB}"/>
                  </a:ext>
                </a:extLst>
              </p:cNvPr>
              <p:cNvSpPr/>
              <p:nvPr/>
            </p:nvSpPr>
            <p:spPr>
              <a:xfrm>
                <a:off x="2682270" y="-2364772"/>
                <a:ext cx="6542828" cy="630903"/>
              </a:xfrm>
              <a:prstGeom prst="rect">
                <a:avLst/>
              </a:prstGeom>
              <a:solidFill>
                <a:srgbClr val="0240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BA9BBED-F994-68D6-EFAB-BFA88144859E}"/>
                  </a:ext>
                </a:extLst>
              </p:cNvPr>
              <p:cNvSpPr/>
              <p:nvPr/>
            </p:nvSpPr>
            <p:spPr>
              <a:xfrm>
                <a:off x="2928935" y="-2232006"/>
                <a:ext cx="360000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901DE02-B8A6-7CC8-3C58-D25E9728AA4E}"/>
                  </a:ext>
                </a:extLst>
              </p:cNvPr>
              <p:cNvSpPr/>
              <p:nvPr/>
            </p:nvSpPr>
            <p:spPr>
              <a:xfrm>
                <a:off x="3397090" y="-22320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C94AFB54-C5A5-566D-A20F-25409A893D70}"/>
                  </a:ext>
                </a:extLst>
              </p:cNvPr>
              <p:cNvSpPr/>
              <p:nvPr/>
            </p:nvSpPr>
            <p:spPr>
              <a:xfrm>
                <a:off x="3865245" y="-2232006"/>
                <a:ext cx="360000" cy="36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1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238D288-4224-2052-03EA-B16DEA985776}"/>
                </a:ext>
              </a:extLst>
            </p:cNvPr>
            <p:cNvSpPr/>
            <p:nvPr/>
          </p:nvSpPr>
          <p:spPr>
            <a:xfrm>
              <a:off x="138034" y="994711"/>
              <a:ext cx="6488691" cy="1103316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800" dirty="0">
                <a:solidFill>
                  <a:schemeClr val="tx1"/>
                </a:solidFill>
                <a:latin typeface="Copperplate Gothic Bold" panose="020E07050202060204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308160-A323-67C3-72D4-B636301EC01F}"/>
              </a:ext>
            </a:extLst>
          </p:cNvPr>
          <p:cNvSpPr txBox="1"/>
          <p:nvPr/>
        </p:nvSpPr>
        <p:spPr>
          <a:xfrm>
            <a:off x="366320" y="6407093"/>
            <a:ext cx="6096000" cy="3047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1" dirty="0">
                <a:solidFill>
                  <a:schemeClr val="accent1"/>
                </a:solidFill>
                <a:latin typeface="Goudy Stout" panose="0202090407030B020401" pitchFamily="18" charset="0"/>
              </a:rPr>
              <a:t>Thank</a:t>
            </a:r>
            <a:br>
              <a:rPr lang="en-US" sz="6601" dirty="0">
                <a:solidFill>
                  <a:schemeClr val="accent1"/>
                </a:solidFill>
                <a:latin typeface="Goudy Stout" panose="0202090407030B020401" pitchFamily="18" charset="0"/>
              </a:rPr>
            </a:br>
            <a:r>
              <a:rPr lang="en-US" sz="6601" dirty="0">
                <a:solidFill>
                  <a:schemeClr val="accent1"/>
                </a:solidFill>
                <a:latin typeface="Goudy Stout" panose="0202090407030B020401" pitchFamily="18" charset="0"/>
              </a:rPr>
              <a:t>you !</a:t>
            </a:r>
            <a:br>
              <a:rPr lang="en-US" sz="6601" dirty="0">
                <a:latin typeface="Goudy Stout" panose="0202090407030B020401" pitchFamily="18" charset="0"/>
              </a:rPr>
            </a:br>
            <a:r>
              <a:rPr lang="en-US" sz="2400" i="1" dirty="0">
                <a:latin typeface="Kristen ITC" panose="03050502040202030202" pitchFamily="66" charset="0"/>
              </a:rPr>
              <a:t>Don’t forget to visit </a:t>
            </a:r>
            <a:br>
              <a:rPr lang="en-US" sz="6601" dirty="0">
                <a:latin typeface="Goudy Stout" panose="0202090407030B020401" pitchFamily="18" charset="0"/>
              </a:rPr>
            </a:br>
            <a:r>
              <a:rPr lang="en-US" sz="3600" i="1" u="sng" dirty="0">
                <a:solidFill>
                  <a:schemeClr val="accent2"/>
                </a:solidFill>
                <a:highlight>
                  <a:srgbClr val="FFFF00"/>
                </a:highlight>
                <a:latin typeface="Bahnschrift" panose="020B0502040204020203" pitchFamily="34" charset="0"/>
                <a:cs typeface="Arial" panose="020B0604020202020204" pitchFamily="34" charset="0"/>
              </a:rPr>
              <a:t>https://josserich.github.io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32EA76-A4A1-7171-5D16-75AE85C53688}"/>
              </a:ext>
            </a:extLst>
          </p:cNvPr>
          <p:cNvGrpSpPr/>
          <p:nvPr/>
        </p:nvGrpSpPr>
        <p:grpSpPr>
          <a:xfrm>
            <a:off x="1962990" y="2104387"/>
            <a:ext cx="2902660" cy="3398908"/>
            <a:chOff x="8981371" y="2824912"/>
            <a:chExt cx="2997907" cy="3510212"/>
          </a:xfrm>
        </p:grpSpPr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B88E914-5018-4100-C910-C5F2B5821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5821" y="2861865"/>
              <a:ext cx="2552386" cy="3315298"/>
            </a:xfrm>
            <a:prstGeom prst="rect">
              <a:avLst/>
            </a:prstGeom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7DF1D91-AC12-93B4-2FB6-6A805C934B23}"/>
                </a:ext>
              </a:extLst>
            </p:cNvPr>
            <p:cNvSpPr/>
            <p:nvPr/>
          </p:nvSpPr>
          <p:spPr>
            <a:xfrm rot="19871654">
              <a:off x="9063495" y="2861599"/>
              <a:ext cx="914400" cy="29672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8928C2D-344B-7312-0B59-967C9A6387BB}"/>
                </a:ext>
              </a:extLst>
            </p:cNvPr>
            <p:cNvSpPr/>
            <p:nvPr/>
          </p:nvSpPr>
          <p:spPr>
            <a:xfrm rot="2054190">
              <a:off x="8981371" y="5806907"/>
              <a:ext cx="914400" cy="2967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399DFB-0FD7-3074-2076-7D9E391B0EBB}"/>
                </a:ext>
              </a:extLst>
            </p:cNvPr>
            <p:cNvSpPr/>
            <p:nvPr/>
          </p:nvSpPr>
          <p:spPr>
            <a:xfrm rot="2138521">
              <a:off x="11064878" y="2824912"/>
              <a:ext cx="914400" cy="29672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A4234FD-6DCF-4926-862E-97EE4700884C}"/>
                </a:ext>
              </a:extLst>
            </p:cNvPr>
            <p:cNvSpPr/>
            <p:nvPr/>
          </p:nvSpPr>
          <p:spPr>
            <a:xfrm rot="7896723">
              <a:off x="11064877" y="5729560"/>
              <a:ext cx="914400" cy="296728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3DDA1A4-B354-8F9E-ECB7-E619D576A5E0}"/>
              </a:ext>
            </a:extLst>
          </p:cNvPr>
          <p:cNvGrpSpPr/>
          <p:nvPr/>
        </p:nvGrpSpPr>
        <p:grpSpPr>
          <a:xfrm>
            <a:off x="445696" y="1069687"/>
            <a:ext cx="5882384" cy="10419350"/>
            <a:chOff x="-2692195" y="3725369"/>
            <a:chExt cx="5882384" cy="10419350"/>
          </a:xfrm>
        </p:grpSpPr>
        <p:sp>
          <p:nvSpPr>
            <p:cNvPr id="9" name="Star: 4 Points 8">
              <a:extLst>
                <a:ext uri="{FF2B5EF4-FFF2-40B4-BE49-F238E27FC236}">
                  <a16:creationId xmlns:a16="http://schemas.microsoft.com/office/drawing/2014/main" id="{F9294493-A276-DE8E-8CCC-EE8C2AC4F1E3}"/>
                </a:ext>
              </a:extLst>
            </p:cNvPr>
            <p:cNvSpPr/>
            <p:nvPr/>
          </p:nvSpPr>
          <p:spPr>
            <a:xfrm>
              <a:off x="-2388320" y="4507015"/>
              <a:ext cx="914400" cy="914400"/>
            </a:xfrm>
            <a:prstGeom prst="star4">
              <a:avLst/>
            </a:prstGeom>
            <a:solidFill>
              <a:srgbClr val="FFC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0" name="Star: 4 Points 9">
              <a:extLst>
                <a:ext uri="{FF2B5EF4-FFF2-40B4-BE49-F238E27FC236}">
                  <a16:creationId xmlns:a16="http://schemas.microsoft.com/office/drawing/2014/main" id="{8C320EC2-78A1-8C77-23A8-D345319B1F90}"/>
                </a:ext>
              </a:extLst>
            </p:cNvPr>
            <p:cNvSpPr/>
            <p:nvPr/>
          </p:nvSpPr>
          <p:spPr>
            <a:xfrm>
              <a:off x="1419463" y="13551083"/>
              <a:ext cx="618170" cy="477520"/>
            </a:xfrm>
            <a:prstGeom prst="star4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2" name="Star: 5 Points 11">
              <a:extLst>
                <a:ext uri="{FF2B5EF4-FFF2-40B4-BE49-F238E27FC236}">
                  <a16:creationId xmlns:a16="http://schemas.microsoft.com/office/drawing/2014/main" id="{40597B0C-F3D2-39AF-463D-9CF8A15E9E10}"/>
                </a:ext>
              </a:extLst>
            </p:cNvPr>
            <p:cNvSpPr/>
            <p:nvPr/>
          </p:nvSpPr>
          <p:spPr>
            <a:xfrm>
              <a:off x="-2692195" y="13672770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5531168D-D1EE-004B-F77F-B19530EF8D4D}"/>
                </a:ext>
              </a:extLst>
            </p:cNvPr>
            <p:cNvSpPr/>
            <p:nvPr/>
          </p:nvSpPr>
          <p:spPr>
            <a:xfrm>
              <a:off x="-2627544" y="8187443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14" name="Star: 5 Points 13">
              <a:extLst>
                <a:ext uri="{FF2B5EF4-FFF2-40B4-BE49-F238E27FC236}">
                  <a16:creationId xmlns:a16="http://schemas.microsoft.com/office/drawing/2014/main" id="{4BFC5152-EBFA-BF1D-2C21-42967283F751}"/>
                </a:ext>
              </a:extLst>
            </p:cNvPr>
            <p:cNvSpPr/>
            <p:nvPr/>
          </p:nvSpPr>
          <p:spPr>
            <a:xfrm>
              <a:off x="2301149" y="7733576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43" name="Star: 5 Points 42">
              <a:extLst>
                <a:ext uri="{FF2B5EF4-FFF2-40B4-BE49-F238E27FC236}">
                  <a16:creationId xmlns:a16="http://schemas.microsoft.com/office/drawing/2014/main" id="{15541BEE-87FE-282B-F7A5-D5DFEEA04AB8}"/>
                </a:ext>
              </a:extLst>
            </p:cNvPr>
            <p:cNvSpPr/>
            <p:nvPr/>
          </p:nvSpPr>
          <p:spPr>
            <a:xfrm>
              <a:off x="276429" y="12930795"/>
              <a:ext cx="558800" cy="471949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44" name="Star: 6 Points 43">
              <a:extLst>
                <a:ext uri="{FF2B5EF4-FFF2-40B4-BE49-F238E27FC236}">
                  <a16:creationId xmlns:a16="http://schemas.microsoft.com/office/drawing/2014/main" id="{D9A9AB52-3325-6085-B607-C696468ACD07}"/>
                </a:ext>
              </a:extLst>
            </p:cNvPr>
            <p:cNvSpPr/>
            <p:nvPr/>
          </p:nvSpPr>
          <p:spPr>
            <a:xfrm>
              <a:off x="2498009" y="12828526"/>
              <a:ext cx="457200" cy="477520"/>
            </a:xfrm>
            <a:prstGeom prst="star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5" name="Star: 6 Points 14">
              <a:extLst>
                <a:ext uri="{FF2B5EF4-FFF2-40B4-BE49-F238E27FC236}">
                  <a16:creationId xmlns:a16="http://schemas.microsoft.com/office/drawing/2014/main" id="{71E94DAE-F1ED-B1E4-546E-432C881DBA0D}"/>
                </a:ext>
              </a:extLst>
            </p:cNvPr>
            <p:cNvSpPr/>
            <p:nvPr/>
          </p:nvSpPr>
          <p:spPr>
            <a:xfrm flipH="1">
              <a:off x="-2176786" y="6031502"/>
              <a:ext cx="359275" cy="399030"/>
            </a:xfrm>
            <a:prstGeom prst="star6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sp>
          <p:nvSpPr>
            <p:cNvPr id="46" name="Star: 4 Points 45">
              <a:extLst>
                <a:ext uri="{FF2B5EF4-FFF2-40B4-BE49-F238E27FC236}">
                  <a16:creationId xmlns:a16="http://schemas.microsoft.com/office/drawing/2014/main" id="{B0E2781E-419C-6FEF-BFE9-45D70F270856}"/>
                </a:ext>
              </a:extLst>
            </p:cNvPr>
            <p:cNvSpPr/>
            <p:nvPr/>
          </p:nvSpPr>
          <p:spPr>
            <a:xfrm>
              <a:off x="-1310311" y="3725369"/>
              <a:ext cx="558800" cy="471949"/>
            </a:xfrm>
            <a:prstGeom prst="star4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1913DB-7350-8DD3-88A7-B561FBE2FC13}"/>
                </a:ext>
              </a:extLst>
            </p:cNvPr>
            <p:cNvSpPr/>
            <p:nvPr/>
          </p:nvSpPr>
          <p:spPr>
            <a:xfrm rot="20186118">
              <a:off x="2263030" y="4354264"/>
              <a:ext cx="927159" cy="6807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3"/>
                  </a:solidFill>
                  <a:latin typeface="Eras Bold ITC" panose="020B0907030504020204" pitchFamily="34" charset="0"/>
                </a:rPr>
                <a:t>&lt;/&gt;</a:t>
              </a:r>
              <a:endParaRPr lang="en-US" sz="1801" dirty="0">
                <a:solidFill>
                  <a:schemeClr val="accent3"/>
                </a:solidFill>
                <a:latin typeface="Eras Bold ITC" panose="020B090703050402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8738CF1-3326-0C1D-22F6-3220055ADA55}"/>
                </a:ext>
              </a:extLst>
            </p:cNvPr>
            <p:cNvSpPr/>
            <p:nvPr/>
          </p:nvSpPr>
          <p:spPr>
            <a:xfrm rot="1308130">
              <a:off x="-1773891" y="12786970"/>
              <a:ext cx="927159" cy="6807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accent3">
                      <a:lumMod val="75000"/>
                    </a:schemeClr>
                  </a:solidFill>
                  <a:latin typeface="Eras Bold ITC" panose="020B0907030504020204" pitchFamily="34" charset="0"/>
                </a:rPr>
                <a:t>&lt;/&gt;</a:t>
              </a:r>
              <a:endParaRPr lang="en-US" sz="1801" dirty="0">
                <a:solidFill>
                  <a:schemeClr val="accent3">
                    <a:lumMod val="75000"/>
                  </a:schemeClr>
                </a:solidFill>
                <a:latin typeface="Eras Bold ITC" panose="020B0907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866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9002</TotalTime>
  <Words>574</Words>
  <Application>Microsoft Office PowerPoint</Application>
  <PresentationFormat>Widescreen</PresentationFormat>
  <Paragraphs>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Arial</vt:lpstr>
      <vt:lpstr>Bahnschrift</vt:lpstr>
      <vt:lpstr>Berlin Sans FB Demi</vt:lpstr>
      <vt:lpstr>Calibri</vt:lpstr>
      <vt:lpstr>Calibri Light</vt:lpstr>
      <vt:lpstr>Copperplate Gothic Bold</vt:lpstr>
      <vt:lpstr>Eras Bold ITC</vt:lpstr>
      <vt:lpstr>geistMonoFont</vt:lpstr>
      <vt:lpstr>Google Sans</vt:lpstr>
      <vt:lpstr>Goudy Stout</vt:lpstr>
      <vt:lpstr>Kristen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TUF GAMING</dc:creator>
  <cp:lastModifiedBy>TUF GAMING</cp:lastModifiedBy>
  <cp:revision>249</cp:revision>
  <dcterms:created xsi:type="dcterms:W3CDTF">2025-11-04T03:39:38Z</dcterms:created>
  <dcterms:modified xsi:type="dcterms:W3CDTF">2026-06-01T05:19:53Z</dcterms:modified>
</cp:coreProperties>
</file>
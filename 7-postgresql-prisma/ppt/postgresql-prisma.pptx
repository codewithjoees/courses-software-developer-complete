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12" r:id="rId11"/>
    <p:sldId id="316" r:id="rId12"/>
    <p:sldId id="317" r:id="rId13"/>
    <p:sldId id="314" r:id="rId14"/>
    <p:sldId id="315" r:id="rId15"/>
    <p:sldId id="310" r:id="rId16"/>
    <p:sldId id="321" r:id="rId17"/>
    <p:sldId id="322" r:id="rId18"/>
    <p:sldId id="324" r:id="rId19"/>
    <p:sldId id="325" r:id="rId20"/>
    <p:sldId id="326" r:id="rId21"/>
    <p:sldId id="327" r:id="rId22"/>
    <p:sldId id="328" r:id="rId23"/>
    <p:sldId id="329" r:id="rId24"/>
    <p:sldId id="318" r:id="rId25"/>
    <p:sldId id="319" r:id="rId26"/>
    <p:sldId id="320" r:id="rId27"/>
    <p:sldId id="330" r:id="rId28"/>
    <p:sldId id="331" r:id="rId29"/>
    <p:sldId id="332" r:id="rId30"/>
    <p:sldId id="333" r:id="rId31"/>
    <p:sldId id="335" r:id="rId32"/>
    <p:sldId id="334" r:id="rId33"/>
    <p:sldId id="336" r:id="rId34"/>
    <p:sldId id="337" r:id="rId35"/>
    <p:sldId id="338" r:id="rId36"/>
    <p:sldId id="25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3" autoAdjust="0"/>
    <p:restoredTop sz="94660"/>
  </p:normalViewPr>
  <p:slideViewPr>
    <p:cSldViewPr snapToGrid="0">
      <p:cViewPr>
        <p:scale>
          <a:sx n="75" d="100"/>
          <a:sy n="75" d="100"/>
        </p:scale>
        <p:origin x="61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66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EC31-3ED4-F5F9-F317-899292A3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79726-2EF6-F96D-D827-9BC69D1AD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40378-D623-7F49-0EB6-2CE51B64E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1D5BF-950F-E3D5-5263-274E65786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3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A109-E784-F4F7-511B-D5D9A3EC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617C9-717B-8096-0D62-A3097B11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C7AD8-B0D1-EE2C-3188-42E77B1D7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A8E3A-C0AA-65A7-6FE6-73CFB5456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65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C0F36-C35D-0893-CA5F-CF43E547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910A2-B25B-0337-BB3D-85A7C6FA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380B6-4718-5DE7-687B-4E4A4F01A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14E59-25A3-DBEA-4B15-B50881A29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75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D412D-457D-9D3C-7853-75D3D07C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AAECB-DD31-D8DA-8329-087217F77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9B936-DE02-0193-D775-AB4C8E26D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D529-31C5-4B2E-1593-B7D47749B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88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F805-8AAA-8E80-F4E5-76315C74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FCB90-6A38-AB83-4B7F-5E09DAC4B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64128-856E-7C0D-B658-C008AD55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1EB91-B1C3-8330-04F5-BF3CC47B4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76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CF91-291E-FA68-7F9D-2A8EDFE4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9DF60-6356-AC72-729E-97F442C79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25AF0-8382-E945-2C60-9DD79694D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5BD0F-5B3E-A963-1333-5888586A2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75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C702-BAA3-D4E4-0D02-D082BFA2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49241-0B6D-CB55-27C5-B8E99B5E1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9E8FF-B48E-31A5-853E-63AAF6FCB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7034C-6216-3755-B00B-81282C974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4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F6B05-F0E2-D32B-108B-73717453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CFCFA-5ADA-845F-5F15-8DDF536F5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4FAC4-D612-1D1C-A9CF-1CA69E870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5E52B-CEE1-4C4F-3E55-E10FD4AAC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80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FA3A-CC71-3BBA-7EE3-6ECE4F33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6124C-8576-3307-E80B-7CE4AD98F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F7F89-48FC-F6C6-0D23-1A324C30E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4E051-4C6F-5867-BF01-83FBBAE8D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18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29B8-480D-265A-7A44-EA99A082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481DA-36D3-EC5A-C915-40FA8D704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7EC19-5B6F-3B0F-465A-55A0EE9E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9E5DC-9F9D-1992-AB11-BD5D4D626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26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AA07E-A28A-CE98-807C-2CAC4D37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914B3-7E98-8262-4193-20074938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A9A9C-A22B-0E33-336F-8BF297F8E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1D4C2-E115-E43B-0963-1E7954B39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75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9006-63F3-656D-F8E7-D9498B79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E3522-1AAA-549E-8CC3-F338C6744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828F1-1A1F-CE6E-1F91-3594FA54C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E692-E90D-6F6C-33E5-9A3B8EF92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1BE3D-FB96-72F7-519E-6E31518E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22318-0DC3-AFAF-962D-39F5B8BC5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8FA60-5B8E-76F8-3AA9-B00806515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74F7D-9260-3C5E-8979-1313DD8EA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77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9E62-F197-1C7D-9880-5077C8A7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C6FD9-72C9-D686-3988-A4730A103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C7F04-87B0-0502-446B-DB580EFE5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669BC-BDFB-EC32-46C9-9F85D8CAF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11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38116-2859-74FD-CD79-6C98858B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2A22C-BBDD-99F5-5AF7-75AA3F762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54C05-AAA8-C93B-309A-1B8AD3023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9A005-934D-6BD0-ED65-1D89BD04F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62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8444-FB8C-CD27-CC2A-A6779002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971DC-67BB-A783-67CD-A565B56D7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F2F4A-FB99-3BA9-78F3-B8C97463D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BA5AD-F79C-4BAC-B25C-198CE993B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838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D820-6BD2-417E-2A93-8AD0239F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E289D-E3DD-0B15-DC0C-6EE7DB834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09AB9-2F7E-F9C3-4362-D8A12831C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ED434-93F9-6748-4BA2-B9DD356B5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525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9183-B7DB-C22B-1216-B43165C0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2DAE0-889B-F050-24F7-3F7D2D97F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616D9-C73A-C08D-F9A2-9007188D7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29FE9-41DD-E972-E903-7436C3AEA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9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B236E-16FB-B1AA-E53E-CC7060A3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9F47-5D06-EF0E-8A7A-DAF6D531E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36B57-6B9E-DF6E-68C4-17AB91635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82FFC-9D38-0D17-A13C-2F06A9EEE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0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1789-C8F9-39C7-F571-0AC47C4E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2846A-8515-E0A7-A27E-EEFFF1DDF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2AC60-89F7-B18B-79BA-7DD2E856B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D21DE-595D-6BDF-EAEE-1D357552D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46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FCCB-ECA6-6CCF-2F5F-9E44C4D1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99139-3D35-2E07-AAE6-A0E4D7692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60BD8-F098-729E-78B4-C58711D39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7281C-6950-21F1-A052-9A7671B056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99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E3AC-F50D-E31D-0AF8-4EBA97FC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A53C3-F11E-A36E-340D-9F3C7ABC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0012F-E5CB-C5A8-2992-A7419A94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F426E-82DC-A3D2-BEFE-C27AF0FD7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43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BAD1-8E80-484F-B79A-213080F2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24155-55D5-C123-9BA5-B5AEAD17D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8A93B-49D8-2372-B413-E96585482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ABD1E-36FD-C292-9AE4-8E1E06199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22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3BCF-C836-166E-09FF-CACEF803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C22FF-9B91-7044-C5D2-F3F1B8C47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DC178-947A-1A1F-8715-B02FB37BD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CE5AE-37E4-3E8A-E88B-4A0C76781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59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9C4EF-1FFE-958C-4077-1719B3AE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5B16B-7181-0DC9-0D67-A2D639250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D7DA8-E15F-9C76-0AFD-CB836B7AA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76A8B-4D40-A2C2-AA0E-C445CAB44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774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BCE7-C351-912E-2CDF-7CC3B60C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BBC1A-A458-10CD-DE89-7D6CE73B4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22085-E9E6-AA5F-EA90-B2B633355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F0ECC-0613-241D-173F-DB1C1CBA7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757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F3A6-0564-FC18-5E06-F730F92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CA761-A847-263D-18B9-7CD9CA97C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1004A-C153-70A4-BA62-D35B9E53D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E974-D837-CAAA-917B-D0469B59F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485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007C-557B-B073-3C46-6A7279E4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6DF6A-F161-5653-A6FD-CA46F914D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4FDE3-C691-E72C-74E0-F6AB2D4D1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07C08-8B32-41F3-CC66-1BD6D87E6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919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9627-A478-A514-D01C-A7CD65744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FC94B-7B6F-5642-FBCA-3932E3A23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84B0E-9A06-EB3F-617B-BE21BADC2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51BDF-B838-EE7F-DA91-D27C2E6D7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94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E2AC-F821-94C9-D768-654A32BB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A7313-81FD-A3DD-C708-7C78C4202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EE52-E0D0-4AA6-3C75-2BB6C99C8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B87BF-57AD-9C79-CDF7-BF9215097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300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5CD32-671D-4F12-102D-AA6443D4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A4A7D-D445-EE15-41F6-C1DEE3C41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6D959-3DC1-E510-9488-2470CF4EE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124D-8210-A462-03A1-54DDA7E37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420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ECAB7-C411-201B-13FB-ED82A7F4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213AE-EB23-9FB0-5277-D9E10C321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AF5A6-806C-6858-1972-13F8EB5D4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6A243-5F7B-DA4C-080A-2114087C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559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ADE9-3B4C-F013-CD42-49548CC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7645A-ADCE-91AD-33A4-EABC84EFB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5F0B3-E3BE-247F-C5F7-10A6845FB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375D5-32A8-C21E-EA85-6657118F5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3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hyperlink" Target="mailto:pinemjosse@gmail.com" TargetMode="External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267765" y="1727721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#7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Postgresql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 &amp; Prisma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551777" y="3206978"/>
            <a:ext cx="6116776" cy="2247720"/>
            <a:chOff x="1774064" y="2889770"/>
            <a:chExt cx="6116776" cy="224772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774064" y="2889770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405048" y="4320075"/>
              <a:ext cx="5024284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#7 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– </a:t>
              </a:r>
              <a:r>
                <a:rPr lang="en-US" sz="32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Postgresql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&amp; Prisma 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9C23AF9-7A8A-392C-EC4E-9AD3699B4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5081" y="1631095"/>
            <a:ext cx="1204472" cy="1242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352E38-3CC4-82FA-3CA5-157690FA0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247" y="1663246"/>
            <a:ext cx="1122017" cy="11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DECD-FADC-CCEB-0C44-12CBBBF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3A68479-AC52-9505-3A03-A94DED512DF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3E033F-E287-A460-75D5-ADA55B767C8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D8CFE3-DC4C-823B-48B0-C205A4C7310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18B2618-566C-5FA1-7B44-3A5D8CC07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1044E8-0CB6-EFEB-0D22-350997E6AAA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C169F98-C416-0C2F-CCFE-365551A19C7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34E4FBF-3EE1-44B4-26D1-33E9ED76063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EAC86C6-9524-0C9F-DF6B-BBA54A6B04A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E9B75D-41F2-85F2-EF28-31ADBA9081E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BA016D2-BC61-39C3-FFB8-2747641E92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D5644C1-94E5-C580-95A4-0F522E0CB8B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7662CF5-1726-1A8C-A9B4-4AE011FC91F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696B179-F35D-B22F-2F71-A0797AB74EE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DB494F6-B4D8-0467-EB68-75F7103C017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A2E1726-CA3A-4215-FB19-459AA326B14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B4DC73-4DB0-CE89-0DBA-693FEE006A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C354560-8018-0ED9-5259-6597AC2FB98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23269FB-3016-1C9F-C710-59BD0260A30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63C90E4-893E-28D7-E4FC-A37797185F05}"/>
              </a:ext>
            </a:extLst>
          </p:cNvPr>
          <p:cNvSpPr/>
          <p:nvPr/>
        </p:nvSpPr>
        <p:spPr>
          <a:xfrm>
            <a:off x="5450390" y="1124369"/>
            <a:ext cx="2883168" cy="6821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What is PostgreSQL ?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C6689-0BF9-DFF2-20BE-538B1EB29D58}"/>
              </a:ext>
            </a:extLst>
          </p:cNvPr>
          <p:cNvSpPr/>
          <p:nvPr/>
        </p:nvSpPr>
        <p:spPr>
          <a:xfrm>
            <a:off x="406442" y="1963256"/>
            <a:ext cx="8012729" cy="1348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PostgreSQL is an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freen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open-source database system that support both relational (SQL) and non-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relationl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(JSON) queries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464FC5-F718-A357-94B2-E0D9675504AC}"/>
              </a:ext>
            </a:extLst>
          </p:cNvPr>
          <p:cNvSpPr/>
          <p:nvPr/>
        </p:nvSpPr>
        <p:spPr>
          <a:xfrm>
            <a:off x="406441" y="3540513"/>
            <a:ext cx="8012729" cy="10537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PostgreSQL is a back-end database for dynamic websites and web applications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DD83E3-9BBF-5075-E484-FD4EAE18F73F}"/>
              </a:ext>
            </a:extLst>
          </p:cNvPr>
          <p:cNvSpPr/>
          <p:nvPr/>
        </p:nvSpPr>
        <p:spPr>
          <a:xfrm>
            <a:off x="3765756" y="3675376"/>
            <a:ext cx="688258" cy="3692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90721-894F-7131-1845-022A078E30D9}"/>
              </a:ext>
            </a:extLst>
          </p:cNvPr>
          <p:cNvSpPr/>
          <p:nvPr/>
        </p:nvSpPr>
        <p:spPr>
          <a:xfrm>
            <a:off x="406441" y="4876978"/>
            <a:ext cx="8012729" cy="6487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Data is combination letters that represents a fact - Josse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51D3475-4442-FD8E-CACD-E7BEFF3CE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5978" y="1057527"/>
            <a:ext cx="726275" cy="74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0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9FD13-1955-AECA-2F71-67F44278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D83D0E54-5235-FFBD-01F4-602AC1EFFCC0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7596341-9DE9-E830-E856-73B03DBFAA6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300101C-317C-4F09-BD82-8A03B542DCF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CA914FD-0417-F0FE-DF01-D0B911EFE2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B32DC15-B200-5067-9CBA-1D5143A97FE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173329D-F55C-91DE-C031-9BC34202235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C0AB41F-3E92-FFF3-4BC6-55C58115855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9725760-F26A-12C9-CEB0-24537B35838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826693E-0D3F-116C-3094-876B7234191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F24F886-5C74-B172-9CBA-7FEAF98E524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8616E30-1984-86C7-7601-A3B0668E479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12A5FEE-6236-6D64-5E01-4F4430EFD67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A7C0A4E-D062-B3FA-65C0-9A4199FD784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4BF869D-61F9-6718-2732-727F6D90063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0DD7606-1043-FFEB-77CB-BBFF755F073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FEA8BB5-8F9A-38EE-113B-E077970D877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1DE42E4-C879-0175-A01F-37B70D88FC3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DAC23FB-EB33-29B5-4742-0228E1AF5ED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45ABA63-E2E7-7D07-AD4D-EBE7B5AD0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69" y="1436778"/>
            <a:ext cx="2603858" cy="390578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260AA4C-0952-5E27-E53E-8DA36D871272}"/>
              </a:ext>
            </a:extLst>
          </p:cNvPr>
          <p:cNvSpPr/>
          <p:nvPr/>
        </p:nvSpPr>
        <p:spPr>
          <a:xfrm>
            <a:off x="3225068" y="1840738"/>
            <a:ext cx="5081711" cy="297706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7107F-9466-BF12-135A-DE733176E23F}"/>
              </a:ext>
            </a:extLst>
          </p:cNvPr>
          <p:cNvSpPr txBox="1"/>
          <p:nvPr/>
        </p:nvSpPr>
        <p:spPr>
          <a:xfrm>
            <a:off x="3195571" y="1919073"/>
            <a:ext cx="4242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Name : Josse Surya </a:t>
            </a:r>
            <a:r>
              <a:rPr lang="en-US" sz="2800" dirty="0" err="1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Pinem</a:t>
            </a:r>
            <a:endParaRPr lang="en-US" sz="2800" dirty="0">
              <a:latin typeface="Aptos" panose="020B0004020202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A4106E-2B82-296F-62B5-134978C625C6}"/>
              </a:ext>
            </a:extLst>
          </p:cNvPr>
          <p:cNvSpPr txBox="1"/>
          <p:nvPr/>
        </p:nvSpPr>
        <p:spPr>
          <a:xfrm>
            <a:off x="3182107" y="2488485"/>
            <a:ext cx="2386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Age : 25 Years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D95206-F4E9-A3BC-019F-225E5FCB6EBF}"/>
              </a:ext>
            </a:extLst>
          </p:cNvPr>
          <p:cNvSpPr txBox="1"/>
          <p:nvPr/>
        </p:nvSpPr>
        <p:spPr>
          <a:xfrm>
            <a:off x="3195571" y="3614360"/>
            <a:ext cx="506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Occupation : Software Engineer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520949-D6B1-CBBE-AE93-0EBB6D87EAF2}"/>
              </a:ext>
            </a:extLst>
          </p:cNvPr>
          <p:cNvSpPr txBox="1"/>
          <p:nvPr/>
        </p:nvSpPr>
        <p:spPr>
          <a:xfrm>
            <a:off x="3195571" y="4167076"/>
            <a:ext cx="38427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Nationality : Indonesian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899233-6735-1C6D-F330-DAACA8560FA4}"/>
              </a:ext>
            </a:extLst>
          </p:cNvPr>
          <p:cNvSpPr txBox="1"/>
          <p:nvPr/>
        </p:nvSpPr>
        <p:spPr>
          <a:xfrm>
            <a:off x="3176687" y="3041201"/>
            <a:ext cx="2343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Gender : Male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C774A4-ACCB-5467-688A-93F91F016257}"/>
              </a:ext>
            </a:extLst>
          </p:cNvPr>
          <p:cNvCxnSpPr>
            <a:cxnSpLocks/>
          </p:cNvCxnSpPr>
          <p:nvPr/>
        </p:nvCxnSpPr>
        <p:spPr>
          <a:xfrm>
            <a:off x="7303510" y="1511196"/>
            <a:ext cx="397478" cy="7658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EB215B4-D267-021F-6D95-49E93C658C59}"/>
              </a:ext>
            </a:extLst>
          </p:cNvPr>
          <p:cNvSpPr txBox="1"/>
          <p:nvPr/>
        </p:nvSpPr>
        <p:spPr>
          <a:xfrm>
            <a:off x="6867535" y="1082203"/>
            <a:ext cx="94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Data</a:t>
            </a:r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4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" grpId="0"/>
      <p:bldP spid="29" grpId="0"/>
      <p:bldP spid="30" grpId="0"/>
      <p:bldP spid="31" grpId="0"/>
      <p:bldP spid="32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93A33-2C01-30F6-75CF-C691B2E6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8F7176D-D5BA-66A5-D26A-55B09BD709BF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D13418A-1189-AC20-1C87-C836BCA98F3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679EE2E-BADA-59D6-D811-243107C8FBE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A5359D7-207A-A925-4D75-F0D72E5A3D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2F8AF31-74AA-7006-A8FC-205BBC960AD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4CAD520-510C-B4C2-CBC0-45E81CEF696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C6F445-50FA-4234-67E6-286234DC360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23339F6-07D5-AC23-F5D0-A60124993BC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8195204-01C4-A2C6-CFFE-214394E591D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3CF2200-E9B9-F9A7-7238-5D9A73710CE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24D142D-C00B-6DD2-4AA4-49A3A7CE27F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DCE4163-5D8B-933F-78D8-A7EA675F715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744A02E-7620-BE11-F1CB-8177B075CBC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445C49E-5101-6212-D83B-8E6B8F47D21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E1D14D-5ACF-4C1E-23BB-99C19F9D7CA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157115A-6DD4-A9E0-1951-EE6E538C11C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C0A90FE-BD7B-CCD5-C12E-718DD54A9CE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CB5CE8D-BFE3-49B3-4627-9CCB4E7DCB2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29F4397-0282-C5AC-D041-B7CE87962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33" y="5399815"/>
            <a:ext cx="782218" cy="782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58E1CF-9036-7912-E6C9-8E179CE5F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1" y="5399815"/>
            <a:ext cx="782218" cy="782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FE4DD-4E7E-0370-7DDA-6902963AA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71" y="5399815"/>
            <a:ext cx="782218" cy="782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DAD81-2AC5-7A58-901F-7B6A4DEC5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989" y="5399815"/>
            <a:ext cx="782218" cy="7822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A363DA-1BAF-CCD0-D6AA-5CECA9787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209" y="5399815"/>
            <a:ext cx="782218" cy="782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4B69F4-D012-5DA6-CC89-731EFCFD8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427" y="5399815"/>
            <a:ext cx="782218" cy="782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DD87A-121D-7EA9-0791-623919D57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47" y="5399815"/>
            <a:ext cx="782218" cy="7822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5DE14B-47C6-44FC-049C-C0707584A1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865" y="5399815"/>
            <a:ext cx="782218" cy="7822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05BB86-7964-8BFC-C624-E1CA25ADF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85" y="5399815"/>
            <a:ext cx="782218" cy="7822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68A4AC-C01A-3837-F96F-FFFF37FF8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03" y="5399815"/>
            <a:ext cx="782218" cy="7822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B3860-BEAC-D2DF-961E-A10835F7B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33" y="4414710"/>
            <a:ext cx="782218" cy="7822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2F76E3-D99A-0258-F39C-2CB82A398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51" y="4414710"/>
            <a:ext cx="782218" cy="7822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C0EBBD-BDAB-38F0-AE6B-DDDFD3785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71" y="4414710"/>
            <a:ext cx="782218" cy="7822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FA33E98-723E-D697-9E77-E70ADCAF5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989" y="4414710"/>
            <a:ext cx="782218" cy="7822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6D31D0-4617-4CB1-37C6-D0D57BD72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209" y="4414710"/>
            <a:ext cx="782218" cy="7822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236944-2CBE-71B9-3C24-84CED67AC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427" y="4414710"/>
            <a:ext cx="782218" cy="7822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B4966A-AEB6-BE70-A8DF-B78ECFC10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47" y="4414710"/>
            <a:ext cx="782218" cy="7822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ED4071A-59AC-CC83-370D-F4B28D5F6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865" y="4414710"/>
            <a:ext cx="782218" cy="7822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7DD0268-ECD0-3632-9FF7-16A28509A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85" y="4414710"/>
            <a:ext cx="782218" cy="7822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DCEE8D-1508-32A0-115E-8A2FD8B08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03" y="4414710"/>
            <a:ext cx="782218" cy="7822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8E00D8D-74E9-A6D3-D4DF-CC738A8B1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93" y="3340282"/>
            <a:ext cx="782218" cy="7822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A4FFD5C-D598-DE82-0D8E-8F3F19C7F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11" y="3340282"/>
            <a:ext cx="782218" cy="78221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0720ABD-26B6-9848-C106-AE93822EA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31" y="3340282"/>
            <a:ext cx="782218" cy="7822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866CE19-7177-819F-F448-3936F5FD7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49" y="3340282"/>
            <a:ext cx="782218" cy="78221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ACC7E49-6276-4247-6A18-830C44AE3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69" y="3340282"/>
            <a:ext cx="782218" cy="7822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621655C-B9E3-F0D4-20FE-A558C473A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87" y="3340282"/>
            <a:ext cx="782218" cy="78221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CBE042C-A4CE-BAF2-98D6-2CE65FDD4C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07" y="3340282"/>
            <a:ext cx="782218" cy="7822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A193F8-1341-3986-E4F9-D4989E4E8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25" y="3340282"/>
            <a:ext cx="782218" cy="78221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C624788-37A7-742E-E13D-8546D2D0E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45" y="3340282"/>
            <a:ext cx="782218" cy="78221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4111D7F-4BCB-2067-517D-A5C21661F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63" y="3340282"/>
            <a:ext cx="782218" cy="78221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1F3817F-4347-453C-F6DA-C77350D2B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93" y="2401306"/>
            <a:ext cx="782218" cy="7822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07E81A0-C7E4-0F62-26B4-6EB8200C4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11" y="2401306"/>
            <a:ext cx="782218" cy="78221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956101E-212E-18FA-23CD-DAA18F9B9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31" y="2401306"/>
            <a:ext cx="782218" cy="78221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37E3FCA-1F3B-743C-B96B-5EF347CD2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49" y="2401306"/>
            <a:ext cx="782218" cy="7822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B81B3DE-2FF5-67B7-435F-F4C9FFAD1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69" y="2401306"/>
            <a:ext cx="782218" cy="78221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76CA974-F59B-5A2D-CAE3-B85A73924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87" y="2401306"/>
            <a:ext cx="782218" cy="78221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105DC60-DEC6-494B-A543-21E45F5035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07" y="2401306"/>
            <a:ext cx="782218" cy="78221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26E7E4A-B105-9CCF-2A85-ABBEF039F4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25" y="2401306"/>
            <a:ext cx="782218" cy="78221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D1F55C0-9188-296F-01E8-8D2E44D23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45" y="2401306"/>
            <a:ext cx="782218" cy="78221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B7A7D9C-ADBD-965B-9164-D1D5B76DE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63" y="2401306"/>
            <a:ext cx="782218" cy="7822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52B82F19-B38F-355A-A30A-2944A30A8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25" y="1443570"/>
            <a:ext cx="782218" cy="78221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0D07583-69BB-7EBF-5DD7-E5B5C296C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11" y="1443570"/>
            <a:ext cx="782218" cy="78221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04710BFB-7AD4-0D44-8007-31BF8CC93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31" y="1443570"/>
            <a:ext cx="782218" cy="78221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F906985-6E5B-BF2C-DC2F-60A62021A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949" y="1443570"/>
            <a:ext cx="782218" cy="78221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DE2B935-2D87-D4CE-9F06-791107D1B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69" y="1443570"/>
            <a:ext cx="782218" cy="78221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BEBA329-D81F-6258-ACCA-DCC1BF7AD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387" y="1443570"/>
            <a:ext cx="782218" cy="78221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A2C08CB-681E-517E-22ED-47A19C116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607" y="1443570"/>
            <a:ext cx="782218" cy="78221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B6AF05A-5252-6535-6CF9-22C143750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25" y="1443570"/>
            <a:ext cx="782218" cy="78221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52ADA50-B0E9-5941-23CE-60C27E00A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45" y="1443570"/>
            <a:ext cx="782218" cy="78221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4BF2495-01F2-2D78-C33D-ED9A74503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63" y="1443570"/>
            <a:ext cx="782218" cy="782218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30529460-C2B7-C889-27E8-E71400558CE5}"/>
              </a:ext>
            </a:extLst>
          </p:cNvPr>
          <p:cNvSpPr/>
          <p:nvPr/>
        </p:nvSpPr>
        <p:spPr>
          <a:xfrm>
            <a:off x="5310749" y="572804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B5D9FE3-94E7-4853-335B-853EB5FB1BFC}"/>
              </a:ext>
            </a:extLst>
          </p:cNvPr>
          <p:cNvSpPr/>
          <p:nvPr/>
        </p:nvSpPr>
        <p:spPr>
          <a:xfrm>
            <a:off x="6901770" y="574266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19F412F-2C64-48D2-9136-148AE26BCC4A}"/>
              </a:ext>
            </a:extLst>
          </p:cNvPr>
          <p:cNvSpPr/>
          <p:nvPr/>
        </p:nvSpPr>
        <p:spPr>
          <a:xfrm>
            <a:off x="6112499" y="576205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3691F27-0098-4F3C-4C05-C82F9B5AC43C}"/>
              </a:ext>
            </a:extLst>
          </p:cNvPr>
          <p:cNvSpPr/>
          <p:nvPr/>
        </p:nvSpPr>
        <p:spPr>
          <a:xfrm>
            <a:off x="7675427" y="575553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77CE70-A807-4A36-01F0-53F90EF1D99E}"/>
              </a:ext>
            </a:extLst>
          </p:cNvPr>
          <p:cNvSpPr/>
          <p:nvPr/>
        </p:nvSpPr>
        <p:spPr>
          <a:xfrm>
            <a:off x="2315792" y="572804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9F5FF7C-E426-F200-E96C-F6CB0234BE28}"/>
              </a:ext>
            </a:extLst>
          </p:cNvPr>
          <p:cNvSpPr/>
          <p:nvPr/>
        </p:nvSpPr>
        <p:spPr>
          <a:xfrm>
            <a:off x="3906813" y="574266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2DDE22C-029B-7437-FE37-C3EBD6FF1BBE}"/>
              </a:ext>
            </a:extLst>
          </p:cNvPr>
          <p:cNvSpPr/>
          <p:nvPr/>
        </p:nvSpPr>
        <p:spPr>
          <a:xfrm>
            <a:off x="3117542" y="576205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065432A-7989-5104-D079-5507330EBC6C}"/>
              </a:ext>
            </a:extLst>
          </p:cNvPr>
          <p:cNvSpPr/>
          <p:nvPr/>
        </p:nvSpPr>
        <p:spPr>
          <a:xfrm>
            <a:off x="4680470" y="575553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4C1CEBF-766B-F4CF-7EFA-492DB34F28A2}"/>
              </a:ext>
            </a:extLst>
          </p:cNvPr>
          <p:cNvSpPr/>
          <p:nvPr/>
        </p:nvSpPr>
        <p:spPr>
          <a:xfrm>
            <a:off x="906297" y="572804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51FB845-CEB2-7619-0979-36B2DD213660}"/>
              </a:ext>
            </a:extLst>
          </p:cNvPr>
          <p:cNvSpPr/>
          <p:nvPr/>
        </p:nvSpPr>
        <p:spPr>
          <a:xfrm>
            <a:off x="1708047" y="576205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F5E5A57-936A-54EA-0784-BA599C1A440F}"/>
              </a:ext>
            </a:extLst>
          </p:cNvPr>
          <p:cNvSpPr/>
          <p:nvPr/>
        </p:nvSpPr>
        <p:spPr>
          <a:xfrm>
            <a:off x="5366135" y="477261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A43161E-F9E6-CAA3-02E8-CAB18EAE845A}"/>
              </a:ext>
            </a:extLst>
          </p:cNvPr>
          <p:cNvSpPr/>
          <p:nvPr/>
        </p:nvSpPr>
        <p:spPr>
          <a:xfrm>
            <a:off x="6957156" y="478723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F3B4586-49C9-F623-45BE-DE6693460CE6}"/>
              </a:ext>
            </a:extLst>
          </p:cNvPr>
          <p:cNvSpPr/>
          <p:nvPr/>
        </p:nvSpPr>
        <p:spPr>
          <a:xfrm>
            <a:off x="6167885" y="480662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FC280C4-6139-075D-DF1D-8AEB0B235A4E}"/>
              </a:ext>
            </a:extLst>
          </p:cNvPr>
          <p:cNvSpPr/>
          <p:nvPr/>
        </p:nvSpPr>
        <p:spPr>
          <a:xfrm>
            <a:off x="7730813" y="480010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F5DCD14-7881-86B6-C042-1403557A124E}"/>
              </a:ext>
            </a:extLst>
          </p:cNvPr>
          <p:cNvSpPr/>
          <p:nvPr/>
        </p:nvSpPr>
        <p:spPr>
          <a:xfrm>
            <a:off x="2371178" y="477261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206DEF9-A2E9-BEB2-F36B-75A782087887}"/>
              </a:ext>
            </a:extLst>
          </p:cNvPr>
          <p:cNvSpPr/>
          <p:nvPr/>
        </p:nvSpPr>
        <p:spPr>
          <a:xfrm>
            <a:off x="3962199" y="478723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1565398-29B7-95C2-C38C-6C43CF38BFF5}"/>
              </a:ext>
            </a:extLst>
          </p:cNvPr>
          <p:cNvSpPr/>
          <p:nvPr/>
        </p:nvSpPr>
        <p:spPr>
          <a:xfrm>
            <a:off x="3172928" y="480662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89E955B-DB34-D09F-C8C1-0979ACEA578E}"/>
              </a:ext>
            </a:extLst>
          </p:cNvPr>
          <p:cNvSpPr/>
          <p:nvPr/>
        </p:nvSpPr>
        <p:spPr>
          <a:xfrm>
            <a:off x="4735856" y="480010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3EBAC99-E1CC-0599-5BD4-2BF7349D32EA}"/>
              </a:ext>
            </a:extLst>
          </p:cNvPr>
          <p:cNvSpPr/>
          <p:nvPr/>
        </p:nvSpPr>
        <p:spPr>
          <a:xfrm>
            <a:off x="961683" y="477261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899D0D5-DE39-CEA4-4D8A-35A2C78B7988}"/>
              </a:ext>
            </a:extLst>
          </p:cNvPr>
          <p:cNvSpPr/>
          <p:nvPr/>
        </p:nvSpPr>
        <p:spPr>
          <a:xfrm>
            <a:off x="1763433" y="480662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66A40E2-FAD0-2761-8AA8-E6B46BA91675}"/>
              </a:ext>
            </a:extLst>
          </p:cNvPr>
          <p:cNvSpPr/>
          <p:nvPr/>
        </p:nvSpPr>
        <p:spPr>
          <a:xfrm>
            <a:off x="5310749" y="365210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739857C-80BD-3089-4A5E-D910E3EB27F0}"/>
              </a:ext>
            </a:extLst>
          </p:cNvPr>
          <p:cNvSpPr/>
          <p:nvPr/>
        </p:nvSpPr>
        <p:spPr>
          <a:xfrm>
            <a:off x="6901770" y="366671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7DA05D0-53AF-F462-764A-EA3EC573E8F4}"/>
              </a:ext>
            </a:extLst>
          </p:cNvPr>
          <p:cNvSpPr/>
          <p:nvPr/>
        </p:nvSpPr>
        <p:spPr>
          <a:xfrm>
            <a:off x="6112499" y="368610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3A9DCDA-4B01-7806-69FD-37708DE58871}"/>
              </a:ext>
            </a:extLst>
          </p:cNvPr>
          <p:cNvSpPr/>
          <p:nvPr/>
        </p:nvSpPr>
        <p:spPr>
          <a:xfrm>
            <a:off x="7675427" y="367958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F44CA30-7185-6B34-2700-BB6D1184A397}"/>
              </a:ext>
            </a:extLst>
          </p:cNvPr>
          <p:cNvSpPr/>
          <p:nvPr/>
        </p:nvSpPr>
        <p:spPr>
          <a:xfrm>
            <a:off x="2315792" y="365210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A16E460-CF95-6FF4-4B1B-54ED7C161A71}"/>
              </a:ext>
            </a:extLst>
          </p:cNvPr>
          <p:cNvSpPr/>
          <p:nvPr/>
        </p:nvSpPr>
        <p:spPr>
          <a:xfrm>
            <a:off x="3906813" y="366671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6B05978-5DC9-9D6F-F6A4-8E66B80D99BC}"/>
              </a:ext>
            </a:extLst>
          </p:cNvPr>
          <p:cNvSpPr/>
          <p:nvPr/>
        </p:nvSpPr>
        <p:spPr>
          <a:xfrm>
            <a:off x="3117542" y="368610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BE9A46D-BC8A-052E-1FB2-178E7254B7ED}"/>
              </a:ext>
            </a:extLst>
          </p:cNvPr>
          <p:cNvSpPr/>
          <p:nvPr/>
        </p:nvSpPr>
        <p:spPr>
          <a:xfrm>
            <a:off x="4680470" y="367958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E217B23-0487-9E68-CF8F-52D08C343AAE}"/>
              </a:ext>
            </a:extLst>
          </p:cNvPr>
          <p:cNvSpPr/>
          <p:nvPr/>
        </p:nvSpPr>
        <p:spPr>
          <a:xfrm>
            <a:off x="906297" y="365210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7CFD218-6428-C4A7-E2AE-472F57A343AE}"/>
              </a:ext>
            </a:extLst>
          </p:cNvPr>
          <p:cNvSpPr/>
          <p:nvPr/>
        </p:nvSpPr>
        <p:spPr>
          <a:xfrm>
            <a:off x="1708047" y="368610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07E9CE6-DB34-75B8-639D-7717B00C7DD3}"/>
              </a:ext>
            </a:extLst>
          </p:cNvPr>
          <p:cNvSpPr/>
          <p:nvPr/>
        </p:nvSpPr>
        <p:spPr>
          <a:xfrm>
            <a:off x="5310749" y="266972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F9B440D-69AC-D6A3-1269-1C337B79350D}"/>
              </a:ext>
            </a:extLst>
          </p:cNvPr>
          <p:cNvSpPr/>
          <p:nvPr/>
        </p:nvSpPr>
        <p:spPr>
          <a:xfrm>
            <a:off x="6901770" y="268433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88459D5-078F-0D26-A258-F1CBE027A434}"/>
              </a:ext>
            </a:extLst>
          </p:cNvPr>
          <p:cNvSpPr/>
          <p:nvPr/>
        </p:nvSpPr>
        <p:spPr>
          <a:xfrm>
            <a:off x="6112499" y="270372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2C8D7D9-9D15-9E03-3AC1-E47DC6BE2C28}"/>
              </a:ext>
            </a:extLst>
          </p:cNvPr>
          <p:cNvSpPr/>
          <p:nvPr/>
        </p:nvSpPr>
        <p:spPr>
          <a:xfrm>
            <a:off x="7675427" y="269720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A8C3648-C7C1-DD89-9C59-73CEAAD50B73}"/>
              </a:ext>
            </a:extLst>
          </p:cNvPr>
          <p:cNvSpPr/>
          <p:nvPr/>
        </p:nvSpPr>
        <p:spPr>
          <a:xfrm>
            <a:off x="2315792" y="266972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84CEA13-DE9D-32EE-EA28-B0C79BA3EBAD}"/>
              </a:ext>
            </a:extLst>
          </p:cNvPr>
          <p:cNvSpPr/>
          <p:nvPr/>
        </p:nvSpPr>
        <p:spPr>
          <a:xfrm>
            <a:off x="3906813" y="268433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E6CB610-0EF7-38CA-CCED-38356FB60269}"/>
              </a:ext>
            </a:extLst>
          </p:cNvPr>
          <p:cNvSpPr/>
          <p:nvPr/>
        </p:nvSpPr>
        <p:spPr>
          <a:xfrm>
            <a:off x="3117542" y="270372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C980BEE-2052-78CB-09B3-85EFAF5E36D7}"/>
              </a:ext>
            </a:extLst>
          </p:cNvPr>
          <p:cNvSpPr/>
          <p:nvPr/>
        </p:nvSpPr>
        <p:spPr>
          <a:xfrm>
            <a:off x="4680470" y="269720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CC157EB-E973-C445-B0B2-7822192BF76C}"/>
              </a:ext>
            </a:extLst>
          </p:cNvPr>
          <p:cNvSpPr/>
          <p:nvPr/>
        </p:nvSpPr>
        <p:spPr>
          <a:xfrm>
            <a:off x="906297" y="266972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B2094D-3D96-DC45-E0B1-1C866FF60648}"/>
              </a:ext>
            </a:extLst>
          </p:cNvPr>
          <p:cNvSpPr/>
          <p:nvPr/>
        </p:nvSpPr>
        <p:spPr>
          <a:xfrm>
            <a:off x="1708047" y="270372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9BADB6E-0BB0-FD6C-C4AD-484DB58CFCB3}"/>
              </a:ext>
            </a:extLst>
          </p:cNvPr>
          <p:cNvSpPr/>
          <p:nvPr/>
        </p:nvSpPr>
        <p:spPr>
          <a:xfrm>
            <a:off x="5396742" y="174518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7725DD8-9830-716A-1D32-FA4BE8AC2A4F}"/>
              </a:ext>
            </a:extLst>
          </p:cNvPr>
          <p:cNvSpPr/>
          <p:nvPr/>
        </p:nvSpPr>
        <p:spPr>
          <a:xfrm>
            <a:off x="6987763" y="175979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183664F-5C94-F570-C08F-D35A0999E17D}"/>
              </a:ext>
            </a:extLst>
          </p:cNvPr>
          <p:cNvSpPr/>
          <p:nvPr/>
        </p:nvSpPr>
        <p:spPr>
          <a:xfrm>
            <a:off x="6198492" y="177918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1ED68C9-05A3-0BB1-BADE-DD905ED24C1C}"/>
              </a:ext>
            </a:extLst>
          </p:cNvPr>
          <p:cNvSpPr/>
          <p:nvPr/>
        </p:nvSpPr>
        <p:spPr>
          <a:xfrm>
            <a:off x="7761420" y="177266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FDF5E77-6DEC-603B-A0B8-E975B2EF4E3F}"/>
              </a:ext>
            </a:extLst>
          </p:cNvPr>
          <p:cNvSpPr/>
          <p:nvPr/>
        </p:nvSpPr>
        <p:spPr>
          <a:xfrm>
            <a:off x="2401785" y="174518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964390-7586-0FE9-C512-09D1085E1E54}"/>
              </a:ext>
            </a:extLst>
          </p:cNvPr>
          <p:cNvSpPr/>
          <p:nvPr/>
        </p:nvSpPr>
        <p:spPr>
          <a:xfrm>
            <a:off x="3992806" y="175979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0116C4B-9434-EE58-FB61-44C1176653B9}"/>
              </a:ext>
            </a:extLst>
          </p:cNvPr>
          <p:cNvSpPr/>
          <p:nvPr/>
        </p:nvSpPr>
        <p:spPr>
          <a:xfrm>
            <a:off x="3203535" y="177918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04EB032-BA74-6014-0A31-C5F82D7A9335}"/>
              </a:ext>
            </a:extLst>
          </p:cNvPr>
          <p:cNvSpPr/>
          <p:nvPr/>
        </p:nvSpPr>
        <p:spPr>
          <a:xfrm>
            <a:off x="4766463" y="177266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85249C9-BD14-5A69-521F-955AAAC33555}"/>
              </a:ext>
            </a:extLst>
          </p:cNvPr>
          <p:cNvSpPr/>
          <p:nvPr/>
        </p:nvSpPr>
        <p:spPr>
          <a:xfrm>
            <a:off x="992290" y="174518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EA5C1A3-F52C-6057-E330-09240D11B1D7}"/>
              </a:ext>
            </a:extLst>
          </p:cNvPr>
          <p:cNvSpPr/>
          <p:nvPr/>
        </p:nvSpPr>
        <p:spPr>
          <a:xfrm>
            <a:off x="1794040" y="177918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CB2C3-FB54-742E-AD56-21C190B0F3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68" y="2834161"/>
            <a:ext cx="1794140" cy="179414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332DAF4-9EFC-7CB4-2BE5-8607FE437038}"/>
              </a:ext>
            </a:extLst>
          </p:cNvPr>
          <p:cNvSpPr txBox="1"/>
          <p:nvPr/>
        </p:nvSpPr>
        <p:spPr>
          <a:xfrm rot="20724655">
            <a:off x="4278355" y="2651054"/>
            <a:ext cx="1252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latin typeface="Berlin Sans FB" panose="020E0602020502020306" pitchFamily="34" charset="0"/>
              </a:rPr>
              <a:t>???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258402-3DDC-5DF7-A897-798964967E45}"/>
              </a:ext>
            </a:extLst>
          </p:cNvPr>
          <p:cNvGrpSpPr/>
          <p:nvPr/>
        </p:nvGrpSpPr>
        <p:grpSpPr>
          <a:xfrm>
            <a:off x="5447005" y="3164797"/>
            <a:ext cx="2450174" cy="1467186"/>
            <a:chOff x="6406839" y="4428638"/>
            <a:chExt cx="2450174" cy="146718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788D8B-AC93-69A3-EF85-CF161359BD70}"/>
                </a:ext>
              </a:extLst>
            </p:cNvPr>
            <p:cNvGrpSpPr/>
            <p:nvPr/>
          </p:nvGrpSpPr>
          <p:grpSpPr>
            <a:xfrm>
              <a:off x="6406839" y="4428638"/>
              <a:ext cx="1323369" cy="1467186"/>
              <a:chOff x="5504672" y="820134"/>
              <a:chExt cx="1176475" cy="1467186"/>
            </a:xfrm>
          </p:grpSpPr>
          <p:sp>
            <p:nvSpPr>
              <p:cNvPr id="63" name="Flowchart: Magnetic Disk 62">
                <a:extLst>
                  <a:ext uri="{FF2B5EF4-FFF2-40B4-BE49-F238E27FC236}">
                    <a16:creationId xmlns:a16="http://schemas.microsoft.com/office/drawing/2014/main" id="{425974AF-F3CA-E890-8C37-CCED378B134F}"/>
                  </a:ext>
                </a:extLst>
              </p:cNvPr>
              <p:cNvSpPr/>
              <p:nvPr/>
            </p:nvSpPr>
            <p:spPr>
              <a:xfrm>
                <a:off x="5509625" y="1674672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lowchart: Magnetic Disk 79">
                <a:extLst>
                  <a:ext uri="{FF2B5EF4-FFF2-40B4-BE49-F238E27FC236}">
                    <a16:creationId xmlns:a16="http://schemas.microsoft.com/office/drawing/2014/main" id="{2F4C1C7E-B6BA-B02C-62FF-6617A0B0490E}"/>
                  </a:ext>
                </a:extLst>
              </p:cNvPr>
              <p:cNvSpPr/>
              <p:nvPr/>
            </p:nvSpPr>
            <p:spPr>
              <a:xfrm>
                <a:off x="5509625" y="1245317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81" name="Flowchart: Magnetic Disk 80">
                <a:extLst>
                  <a:ext uri="{FF2B5EF4-FFF2-40B4-BE49-F238E27FC236}">
                    <a16:creationId xmlns:a16="http://schemas.microsoft.com/office/drawing/2014/main" id="{F162A226-CDAA-6E06-C146-1044BEC48E06}"/>
                  </a:ext>
                </a:extLst>
              </p:cNvPr>
              <p:cNvSpPr/>
              <p:nvPr/>
            </p:nvSpPr>
            <p:spPr>
              <a:xfrm>
                <a:off x="5504672" y="820134"/>
                <a:ext cx="1171522" cy="61264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C61F28A-262A-2AE4-BA67-40EE690E9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338" y="4478199"/>
              <a:ext cx="1189675" cy="96742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ED2B11-FA61-9AB8-3427-D5340AF51BBA}"/>
              </a:ext>
            </a:extLst>
          </p:cNvPr>
          <p:cNvGrpSpPr/>
          <p:nvPr/>
        </p:nvGrpSpPr>
        <p:grpSpPr>
          <a:xfrm>
            <a:off x="1257964" y="1650788"/>
            <a:ext cx="3996653" cy="3155501"/>
            <a:chOff x="1257964" y="1650788"/>
            <a:chExt cx="3996653" cy="315550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E13ACBB-B823-DF41-5B4F-8794FFEBF581}"/>
                </a:ext>
              </a:extLst>
            </p:cNvPr>
            <p:cNvSpPr/>
            <p:nvPr/>
          </p:nvSpPr>
          <p:spPr>
            <a:xfrm>
              <a:off x="1265962" y="1650788"/>
              <a:ext cx="3306673" cy="315550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0EDE175-5107-A0E3-3007-F3549079D152}"/>
                </a:ext>
              </a:extLst>
            </p:cNvPr>
            <p:cNvSpPr txBox="1"/>
            <p:nvPr/>
          </p:nvSpPr>
          <p:spPr>
            <a:xfrm>
              <a:off x="1257964" y="1817684"/>
              <a:ext cx="3092245" cy="1754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CREATE TABLE Employee (</a:t>
              </a:r>
              <a:br>
                <a:rPr lang="en-US" dirty="0"/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  Name VARCHAR(255),</a:t>
              </a:r>
              <a:br>
                <a:rPr lang="en-US" dirty="0"/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  Salary INT,</a:t>
              </a:r>
              <a:br>
                <a:rPr lang="en-US" dirty="0"/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  Absent INT</a:t>
              </a:r>
              <a:br>
                <a:rPr lang="en-US" dirty="0"/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A266E3-64BF-19EF-6E22-A6C898C565AD}"/>
                </a:ext>
              </a:extLst>
            </p:cNvPr>
            <p:cNvSpPr txBox="1"/>
            <p:nvPr/>
          </p:nvSpPr>
          <p:spPr>
            <a:xfrm>
              <a:off x="1293696" y="3363434"/>
              <a:ext cx="396092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INSERT INTO </a:t>
              </a:r>
              <a:r>
                <a:rPr lang="en-US" dirty="0">
                  <a:solidFill>
                    <a:srgbClr val="FFFFFF"/>
                  </a:solidFill>
                  <a:latin typeface="Consolas" panose="020B0609020204030204" pitchFamily="49" charset="0"/>
                </a:rPr>
                <a:t>Employee</a:t>
              </a: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 </a:t>
              </a:r>
            </a:p>
            <a:p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FFFFFF"/>
                  </a:solidFill>
                  <a:latin typeface="Consolas" panose="020B0609020204030204" pitchFamily="49" charset="0"/>
                </a:rPr>
                <a:t>Name</a:t>
              </a: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, Salary, year)</a:t>
              </a:r>
              <a:br>
                <a:rPr lang="en-US" dirty="0"/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VALUES </a:t>
              </a:r>
            </a:p>
            <a:p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(‘John doe’, </a:t>
              </a:r>
              <a:r>
                <a:rPr lang="en-US" dirty="0">
                  <a:solidFill>
                    <a:srgbClr val="FFFFFF"/>
                  </a:solidFill>
                  <a:latin typeface="Consolas" panose="020B0609020204030204" pitchFamily="49" charset="0"/>
                </a:rPr>
                <a:t>1.400</a:t>
              </a: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FFFFFF"/>
                  </a:solidFill>
                  <a:latin typeface="Consolas" panose="020B0609020204030204" pitchFamily="49" charset="0"/>
                </a:rPr>
                <a:t>0</a:t>
              </a: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);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780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B3618-C959-C12F-CA7B-E41D8223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CC18C2C-71A1-9516-D425-C432360877FB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4D3F21-321B-095D-83F6-B2AF7ABBC4E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3E04EEF-D635-015B-7698-BE6C490B42E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FBA5F81-95C7-48EE-99B5-8A871EB608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466727A-CA06-223E-7D72-8205E498AA3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7EF04D0-0670-6541-34A8-541C29ECFD6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0E36241-0FDA-F9B3-DA98-DA8B5F56CAB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A084D90-470A-7062-267C-C652640EA51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A0FD91D-672A-76B0-B0F6-64B5B054BEA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3AB9BC3-D1AA-FDEB-6579-CEEE2B1E17F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B5A7BA7-AD63-DC61-355C-8DE82BBD04A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D4D5588-4C4F-70D8-09DB-09F29882053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80348DA-1F80-D9B1-18BA-EC9BDF8DBAE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14C07EB-91D3-158C-4F4A-755F044E470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0A6DA24-1C24-003D-851A-009D181EFA7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C6C6A29-D8E5-EDE3-70F9-5652401D1D2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7BD835A-A064-7648-382A-EE64C3E56A7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CC628E1-F506-774D-AFE3-08453F53EAF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1F88157-F378-34F5-6450-C6BD9F05B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8301" y="4576156"/>
            <a:ext cx="430714" cy="430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CEC6F-2FE9-EFAD-76F1-CDDDDF175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6390" y="4576156"/>
            <a:ext cx="430714" cy="430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7DCEFF-8DD1-78EB-3E4F-578DE5BA9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99977" y="4576156"/>
            <a:ext cx="430714" cy="430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02232C-174C-70AA-BE4D-B83A70197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79072" y="4576156"/>
            <a:ext cx="430714" cy="430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4B50E-E739-49AE-C052-3627A65AC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72399" y="4576156"/>
            <a:ext cx="430714" cy="430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04ADF5-6D53-66DF-C0C6-BAF2A551E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9191" y="4576156"/>
            <a:ext cx="430714" cy="4307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7CD159-815E-4385-E1A0-E3F9A766A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03902" y="4576156"/>
            <a:ext cx="430714" cy="430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EECC5B-F2C7-6924-AB59-14B11CA65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57956" y="4576156"/>
            <a:ext cx="430714" cy="430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39BFC3-D2A3-5118-98EB-9BC19ED203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0704" y="4576156"/>
            <a:ext cx="430714" cy="4307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A887D5-CDA1-C5BC-FB70-0539CAE61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99799" y="4576156"/>
            <a:ext cx="430714" cy="4307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00A005-DBC2-FDAE-D88A-8C06AFC63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7649" y="4052616"/>
            <a:ext cx="430714" cy="430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752F22-E686-A261-59FE-4175ED45D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6242" y="4052616"/>
            <a:ext cx="430714" cy="4307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CF5B46-53CB-A05F-9784-282BA3752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30668" y="4052616"/>
            <a:ext cx="430714" cy="430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98A08FC-3926-D788-C8AE-0F895F69C2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58923" y="4052616"/>
            <a:ext cx="430714" cy="4307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86C6F9C-AAC0-969C-4021-B31644AD5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82343" y="4052616"/>
            <a:ext cx="430714" cy="4307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AF8C93-C043-68D8-B3B3-8E330E1F9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61438" y="4052616"/>
            <a:ext cx="430714" cy="4307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FBB8D4-81A7-B5F0-E162-0CE5B2204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76033" y="4052616"/>
            <a:ext cx="430714" cy="4307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28AA797-4289-AF15-F3CC-356647C3E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13113" y="4052616"/>
            <a:ext cx="430714" cy="4307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880AB6-8461-8EAD-2AE3-9595AC950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36533" y="4052616"/>
            <a:ext cx="430714" cy="43071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81EC28-B94C-BB32-4BAD-A02648326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74622" y="4052616"/>
            <a:ext cx="430714" cy="4307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6C03DF-C444-F1E8-6DDC-032DAF4AB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6871" y="3539312"/>
            <a:ext cx="430714" cy="4307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17720A7-6D02-B0A9-D7B7-DA3B4BC79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5293" y="3539312"/>
            <a:ext cx="430714" cy="4307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CF325A1-AF7C-7A72-6784-933544EB4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8711" y="3539312"/>
            <a:ext cx="430714" cy="43071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F296D5E-B59A-9522-5229-50338C9CC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17974" y="3539312"/>
            <a:ext cx="430714" cy="43071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BC641EB-DB11-32E6-91A1-6BA4C054F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1728" y="3539312"/>
            <a:ext cx="430714" cy="43071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C18F8E6-4199-83C0-85DE-7082224EA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0823" y="3539312"/>
            <a:ext cx="430714" cy="43071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DBEB9E5-122D-07E8-C8BB-BA9E2B112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94746" y="3529480"/>
            <a:ext cx="430714" cy="43071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64FF23D-C01D-3340-B871-AB2C22D05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73841" y="3529480"/>
            <a:ext cx="430714" cy="43071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81DC310-FA71-4EF5-E1B0-C6C769FD0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7429" y="3529480"/>
            <a:ext cx="430714" cy="43071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691CBB1-16C6-84B9-87DC-98B874C04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85184" y="3501860"/>
            <a:ext cx="430714" cy="43071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611BE61-40D2-5084-8A77-5C4BF21AF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7093" y="3042659"/>
            <a:ext cx="430714" cy="43071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E37E900-B269-8A75-A02D-89164CDB1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6188" y="3042659"/>
            <a:ext cx="430714" cy="43071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953A904-AE28-6E30-7664-4D87D0472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9440" y="3042659"/>
            <a:ext cx="430714" cy="430714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4178F4E-8EFA-2389-0F60-C41787F07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7864" y="3042659"/>
            <a:ext cx="430714" cy="43071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60F971A-17E9-AE08-A808-2632826AEB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91283" y="3042659"/>
            <a:ext cx="430714" cy="43071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1F07F70-0071-118C-EC64-21090EDF3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88254" y="3024013"/>
            <a:ext cx="430714" cy="43071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79F30CC-83C2-0D93-CA6E-7D88593AE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02973" y="3025101"/>
            <a:ext cx="430714" cy="430714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6F406BC-BE20-AE58-B0DA-A78690D848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09701" y="3044521"/>
            <a:ext cx="430714" cy="43071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A4F0B32-C2ED-7A05-9415-B5BE0EB1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14687" y="3051667"/>
            <a:ext cx="430714" cy="43071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418B71C-39DD-B617-09E2-868A53FF2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45401" y="3051667"/>
            <a:ext cx="430714" cy="43071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E2AF8C5-E061-02D5-B81F-D42A8BC71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7093" y="2566702"/>
            <a:ext cx="430714" cy="43071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BA15793-3C1C-CEF7-A72D-796205BFF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2049" y="2585462"/>
            <a:ext cx="430714" cy="43071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D78206F-6705-39DE-79B3-AB27AD62E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53153" y="2566702"/>
            <a:ext cx="430714" cy="43071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01E609F-362B-9FBD-B216-0A3139143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89512" y="2585462"/>
            <a:ext cx="430714" cy="430714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3CEF76A-7156-5C98-5FFC-64575D403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87706" y="2585462"/>
            <a:ext cx="430714" cy="43071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3C688A-6DA2-6F68-AB20-A3FB080F0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75711" y="2565890"/>
            <a:ext cx="430714" cy="43071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BC6A89B-049C-ACE9-B09E-772CD9251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28679" y="2565890"/>
            <a:ext cx="430714" cy="430714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DB4BF69-4C4D-05CB-2C4B-29B14D95A2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40078" y="2565890"/>
            <a:ext cx="430714" cy="43071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274BF3F-8814-157A-5E75-A8EE055BB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27873" y="2565890"/>
            <a:ext cx="430714" cy="43071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BDEA6B12-4B17-4802-C19F-F91165B7A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58587" y="2565890"/>
            <a:ext cx="430714" cy="430714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EEE0D1A6-327F-8383-53BB-DC5A509ACF39}"/>
              </a:ext>
            </a:extLst>
          </p:cNvPr>
          <p:cNvSpPr/>
          <p:nvPr/>
        </p:nvSpPr>
        <p:spPr>
          <a:xfrm>
            <a:off x="5979284" y="396105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4481CF0-F679-47FB-EE8A-A6A0F1C0EC24}"/>
              </a:ext>
            </a:extLst>
          </p:cNvPr>
          <p:cNvSpPr/>
          <p:nvPr/>
        </p:nvSpPr>
        <p:spPr>
          <a:xfrm>
            <a:off x="6242732" y="370808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A241CB7-37F8-0AA6-41E2-62C095541228}"/>
              </a:ext>
            </a:extLst>
          </p:cNvPr>
          <p:cNvSpPr/>
          <p:nvPr/>
        </p:nvSpPr>
        <p:spPr>
          <a:xfrm>
            <a:off x="6202040" y="379597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ADF1568-783E-6087-9FB2-DFB05F4441FE}"/>
              </a:ext>
            </a:extLst>
          </p:cNvPr>
          <p:cNvSpPr/>
          <p:nvPr/>
        </p:nvSpPr>
        <p:spPr>
          <a:xfrm>
            <a:off x="6388456" y="415700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2B61DBA-39CA-A929-5D97-01BF6C835DF4}"/>
              </a:ext>
            </a:extLst>
          </p:cNvPr>
          <p:cNvSpPr/>
          <p:nvPr/>
        </p:nvSpPr>
        <p:spPr>
          <a:xfrm>
            <a:off x="5737007" y="406567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13F37BD-B774-7CB2-5CF4-826D9785818C}"/>
              </a:ext>
            </a:extLst>
          </p:cNvPr>
          <p:cNvSpPr/>
          <p:nvPr/>
        </p:nvSpPr>
        <p:spPr>
          <a:xfrm>
            <a:off x="5855571" y="418788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80EFE50-1D99-C16D-B49A-9D77953DA52F}"/>
              </a:ext>
            </a:extLst>
          </p:cNvPr>
          <p:cNvSpPr/>
          <p:nvPr/>
        </p:nvSpPr>
        <p:spPr>
          <a:xfrm>
            <a:off x="5546338" y="406075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1C04B14-4F6A-2CED-CCDC-5CD42FE16FAF}"/>
              </a:ext>
            </a:extLst>
          </p:cNvPr>
          <p:cNvSpPr/>
          <p:nvPr/>
        </p:nvSpPr>
        <p:spPr>
          <a:xfrm>
            <a:off x="5876733" y="420605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EA0C0B7-E5CC-88E3-71A7-53EFBCE946BE}"/>
              </a:ext>
            </a:extLst>
          </p:cNvPr>
          <p:cNvSpPr/>
          <p:nvPr/>
        </p:nvSpPr>
        <p:spPr>
          <a:xfrm>
            <a:off x="5473820" y="412250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967CF95-4199-8736-BA9F-8A2E4228E3E2}"/>
              </a:ext>
            </a:extLst>
          </p:cNvPr>
          <p:cNvSpPr/>
          <p:nvPr/>
        </p:nvSpPr>
        <p:spPr>
          <a:xfrm>
            <a:off x="5796550" y="430484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565A0FD-06F3-7241-18D6-63E68F865B0F}"/>
              </a:ext>
            </a:extLst>
          </p:cNvPr>
          <p:cNvSpPr/>
          <p:nvPr/>
        </p:nvSpPr>
        <p:spPr>
          <a:xfrm>
            <a:off x="5858494" y="354748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369D022-CFD9-658B-885F-AF01DB8598BE}"/>
              </a:ext>
            </a:extLst>
          </p:cNvPr>
          <p:cNvSpPr/>
          <p:nvPr/>
        </p:nvSpPr>
        <p:spPr>
          <a:xfrm>
            <a:off x="6375544" y="390231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3E9FED3-BA53-AADE-FFCE-F05551FFABBC}"/>
              </a:ext>
            </a:extLst>
          </p:cNvPr>
          <p:cNvSpPr/>
          <p:nvPr/>
        </p:nvSpPr>
        <p:spPr>
          <a:xfrm>
            <a:off x="6087475" y="404359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C61C0C5-E203-0892-6B39-455DA3F28E7C}"/>
              </a:ext>
            </a:extLst>
          </p:cNvPr>
          <p:cNvSpPr/>
          <p:nvPr/>
        </p:nvSpPr>
        <p:spPr>
          <a:xfrm>
            <a:off x="6453814" y="422712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5D76212-FD44-79F0-C9F5-BD88F7C47E58}"/>
              </a:ext>
            </a:extLst>
          </p:cNvPr>
          <p:cNvSpPr/>
          <p:nvPr/>
        </p:nvSpPr>
        <p:spPr>
          <a:xfrm>
            <a:off x="6129522" y="360860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74FB7B-C566-150C-29DA-3395E3F2CEF0}"/>
              </a:ext>
            </a:extLst>
          </p:cNvPr>
          <p:cNvSpPr/>
          <p:nvPr/>
        </p:nvSpPr>
        <p:spPr>
          <a:xfrm>
            <a:off x="5941347" y="387347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14D3E9B-D5A8-F99B-1170-AD9866281D52}"/>
              </a:ext>
            </a:extLst>
          </p:cNvPr>
          <p:cNvSpPr/>
          <p:nvPr/>
        </p:nvSpPr>
        <p:spPr>
          <a:xfrm>
            <a:off x="6010143" y="376111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B37EA6-A59E-098B-A8D8-4E8EE256FF73}"/>
              </a:ext>
            </a:extLst>
          </p:cNvPr>
          <p:cNvSpPr/>
          <p:nvPr/>
        </p:nvSpPr>
        <p:spPr>
          <a:xfrm>
            <a:off x="5851169" y="384764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1EB1216-89E8-5030-F3F9-31E1D098F2A3}"/>
              </a:ext>
            </a:extLst>
          </p:cNvPr>
          <p:cNvSpPr/>
          <p:nvPr/>
        </p:nvSpPr>
        <p:spPr>
          <a:xfrm>
            <a:off x="6231069" y="351747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D096855-9C1E-1FB5-A1DB-5741CC692256}"/>
              </a:ext>
            </a:extLst>
          </p:cNvPr>
          <p:cNvSpPr/>
          <p:nvPr/>
        </p:nvSpPr>
        <p:spPr>
          <a:xfrm>
            <a:off x="6123319" y="388126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8E08FDD-5233-DE87-2037-138C52D87561}"/>
              </a:ext>
            </a:extLst>
          </p:cNvPr>
          <p:cNvSpPr/>
          <p:nvPr/>
        </p:nvSpPr>
        <p:spPr>
          <a:xfrm>
            <a:off x="5712656" y="367994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2A7C886-083B-8DEE-C8A2-1631850C28A2}"/>
              </a:ext>
            </a:extLst>
          </p:cNvPr>
          <p:cNvSpPr/>
          <p:nvPr/>
        </p:nvSpPr>
        <p:spPr>
          <a:xfrm>
            <a:off x="5604322" y="410030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450AD72-7D48-5319-E18C-CFC79B738CA5}"/>
              </a:ext>
            </a:extLst>
          </p:cNvPr>
          <p:cNvSpPr/>
          <p:nvPr/>
        </p:nvSpPr>
        <p:spPr>
          <a:xfrm>
            <a:off x="6112499" y="368610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39EE9C-C35C-C8D8-FE49-65686E76B8E3}"/>
              </a:ext>
            </a:extLst>
          </p:cNvPr>
          <p:cNvSpPr/>
          <p:nvPr/>
        </p:nvSpPr>
        <p:spPr>
          <a:xfrm>
            <a:off x="5967697" y="359384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34A5303-5242-0659-5C8B-AC9B1A9DB316}"/>
              </a:ext>
            </a:extLst>
          </p:cNvPr>
          <p:cNvSpPr/>
          <p:nvPr/>
        </p:nvSpPr>
        <p:spPr>
          <a:xfrm>
            <a:off x="5923668" y="379929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46D7D43-9282-FD2C-B405-BEAE0F135350}"/>
              </a:ext>
            </a:extLst>
          </p:cNvPr>
          <p:cNvSpPr/>
          <p:nvPr/>
        </p:nvSpPr>
        <p:spPr>
          <a:xfrm>
            <a:off x="6139754" y="385360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1EDA229-2346-DAC3-F6EA-8FECC6D00C62}"/>
              </a:ext>
            </a:extLst>
          </p:cNvPr>
          <p:cNvSpPr/>
          <p:nvPr/>
        </p:nvSpPr>
        <p:spPr>
          <a:xfrm>
            <a:off x="5940551" y="3715745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D552B19-8711-80AF-A409-0CA662B4D6EF}"/>
              </a:ext>
            </a:extLst>
          </p:cNvPr>
          <p:cNvSpPr/>
          <p:nvPr/>
        </p:nvSpPr>
        <p:spPr>
          <a:xfrm>
            <a:off x="6097088" y="382796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4D2259D-5A0D-9BC5-A746-48AFAE3A6C4B}"/>
              </a:ext>
            </a:extLst>
          </p:cNvPr>
          <p:cNvSpPr/>
          <p:nvPr/>
        </p:nvSpPr>
        <p:spPr>
          <a:xfrm>
            <a:off x="5892371" y="367190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5478E2-35F4-3130-D701-328475EBEC02}"/>
              </a:ext>
            </a:extLst>
          </p:cNvPr>
          <p:cNvSpPr/>
          <p:nvPr/>
        </p:nvSpPr>
        <p:spPr>
          <a:xfrm>
            <a:off x="5974980" y="408816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B687073-F753-6F3A-4970-A7CB675FE86D}"/>
              </a:ext>
            </a:extLst>
          </p:cNvPr>
          <p:cNvSpPr/>
          <p:nvPr/>
        </p:nvSpPr>
        <p:spPr>
          <a:xfrm>
            <a:off x="5999323" y="3859773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7432093-FE61-0C5D-947B-3601BBBE9A0C}"/>
              </a:ext>
            </a:extLst>
          </p:cNvPr>
          <p:cNvSpPr/>
          <p:nvPr/>
        </p:nvSpPr>
        <p:spPr>
          <a:xfrm>
            <a:off x="6105397" y="383304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2C632DB-9677-A384-F5C3-B8C677F1BA2A}"/>
              </a:ext>
            </a:extLst>
          </p:cNvPr>
          <p:cNvSpPr/>
          <p:nvPr/>
        </p:nvSpPr>
        <p:spPr>
          <a:xfrm>
            <a:off x="6023191" y="389177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0423E02-925C-0F02-5EF0-24E807EE6BD1}"/>
              </a:ext>
            </a:extLst>
          </p:cNvPr>
          <p:cNvSpPr/>
          <p:nvPr/>
        </p:nvSpPr>
        <p:spPr>
          <a:xfrm>
            <a:off x="5925876" y="386728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F792CB3-A684-D675-DB44-785E29E04402}"/>
              </a:ext>
            </a:extLst>
          </p:cNvPr>
          <p:cNvSpPr/>
          <p:nvPr/>
        </p:nvSpPr>
        <p:spPr>
          <a:xfrm>
            <a:off x="6040993" y="377106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A37103B-21AD-1F92-30E4-278147135205}"/>
              </a:ext>
            </a:extLst>
          </p:cNvPr>
          <p:cNvSpPr/>
          <p:nvPr/>
        </p:nvSpPr>
        <p:spPr>
          <a:xfrm>
            <a:off x="6039151" y="387543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EDD08DA-287B-4190-5C89-CA6A04C87305}"/>
              </a:ext>
            </a:extLst>
          </p:cNvPr>
          <p:cNvSpPr/>
          <p:nvPr/>
        </p:nvSpPr>
        <p:spPr>
          <a:xfrm>
            <a:off x="5811375" y="402215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01871A7-977F-6A40-ABE2-D5AEE2E58D08}"/>
              </a:ext>
            </a:extLst>
          </p:cNvPr>
          <p:cNvSpPr/>
          <p:nvPr/>
        </p:nvSpPr>
        <p:spPr>
          <a:xfrm>
            <a:off x="5948112" y="393522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96CD62E-F7E3-ECFA-2149-066C9F1175B7}"/>
              </a:ext>
            </a:extLst>
          </p:cNvPr>
          <p:cNvSpPr/>
          <p:nvPr/>
        </p:nvSpPr>
        <p:spPr>
          <a:xfrm>
            <a:off x="5900208" y="385866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2D8A6C5-7C73-9ED5-B83B-B47CD26C6A87}"/>
              </a:ext>
            </a:extLst>
          </p:cNvPr>
          <p:cNvSpPr/>
          <p:nvPr/>
        </p:nvSpPr>
        <p:spPr>
          <a:xfrm>
            <a:off x="6005070" y="3875431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03E6C6A-5653-0277-5776-CB439FC821E3}"/>
              </a:ext>
            </a:extLst>
          </p:cNvPr>
          <p:cNvSpPr/>
          <p:nvPr/>
        </p:nvSpPr>
        <p:spPr>
          <a:xfrm>
            <a:off x="5779009" y="391792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0EC020-87EC-927B-0C69-CF51C785ABB6}"/>
              </a:ext>
            </a:extLst>
          </p:cNvPr>
          <p:cNvSpPr/>
          <p:nvPr/>
        </p:nvSpPr>
        <p:spPr>
          <a:xfrm>
            <a:off x="6043590" y="366677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A752E27-B292-5A52-F268-3B38E53FBD9E}"/>
              </a:ext>
            </a:extLst>
          </p:cNvPr>
          <p:cNvSpPr/>
          <p:nvPr/>
        </p:nvSpPr>
        <p:spPr>
          <a:xfrm>
            <a:off x="6011680" y="4090890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28679D8-F384-6D95-71B2-804A9235EA70}"/>
              </a:ext>
            </a:extLst>
          </p:cNvPr>
          <p:cNvSpPr/>
          <p:nvPr/>
        </p:nvSpPr>
        <p:spPr>
          <a:xfrm>
            <a:off x="5903831" y="383789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00623A4-0072-4F81-E37E-DA192A6C91EF}"/>
              </a:ext>
            </a:extLst>
          </p:cNvPr>
          <p:cNvSpPr/>
          <p:nvPr/>
        </p:nvSpPr>
        <p:spPr>
          <a:xfrm>
            <a:off x="6207074" y="390874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E8A78B8-83C3-F307-CD5E-7C17A2ABF07F}"/>
              </a:ext>
            </a:extLst>
          </p:cNvPr>
          <p:cNvSpPr/>
          <p:nvPr/>
        </p:nvSpPr>
        <p:spPr>
          <a:xfrm>
            <a:off x="5880080" y="376466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936C838-EE97-38F8-9623-CD5C8A6E2CF3}"/>
              </a:ext>
            </a:extLst>
          </p:cNvPr>
          <p:cNvSpPr/>
          <p:nvPr/>
        </p:nvSpPr>
        <p:spPr>
          <a:xfrm>
            <a:off x="5827693" y="3933088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9B5376B-7348-D7E0-5DDC-51D933BC404A}"/>
              </a:ext>
            </a:extLst>
          </p:cNvPr>
          <p:cNvSpPr/>
          <p:nvPr/>
        </p:nvSpPr>
        <p:spPr>
          <a:xfrm>
            <a:off x="6015753" y="3837892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5230A46-1F68-8F3E-0ABE-4345D3688343}"/>
              </a:ext>
            </a:extLst>
          </p:cNvPr>
          <p:cNvSpPr/>
          <p:nvPr/>
        </p:nvSpPr>
        <p:spPr>
          <a:xfrm>
            <a:off x="6184355" y="3759344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FB7B196-3F1C-8778-B84E-51BFE2E79C59}"/>
              </a:ext>
            </a:extLst>
          </p:cNvPr>
          <p:cNvSpPr/>
          <p:nvPr/>
        </p:nvSpPr>
        <p:spPr>
          <a:xfrm>
            <a:off x="6051630" y="3911689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02A17-67CF-582B-05BC-A9E6612AC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066" y="2746400"/>
            <a:ext cx="1794140" cy="172441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883891A-20C6-E74C-27BC-7F763022F28C}"/>
              </a:ext>
            </a:extLst>
          </p:cNvPr>
          <p:cNvGrpSpPr/>
          <p:nvPr/>
        </p:nvGrpSpPr>
        <p:grpSpPr>
          <a:xfrm>
            <a:off x="5354385" y="3210898"/>
            <a:ext cx="2962331" cy="1683436"/>
            <a:chOff x="6406839" y="4640986"/>
            <a:chExt cx="2962331" cy="16834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58F27E-B98C-77CD-6424-5253E84E6997}"/>
                </a:ext>
              </a:extLst>
            </p:cNvPr>
            <p:cNvGrpSpPr/>
            <p:nvPr/>
          </p:nvGrpSpPr>
          <p:grpSpPr>
            <a:xfrm>
              <a:off x="6406839" y="4640986"/>
              <a:ext cx="1738782" cy="1683436"/>
              <a:chOff x="5504672" y="1032482"/>
              <a:chExt cx="1545777" cy="1683436"/>
            </a:xfrm>
          </p:grpSpPr>
          <p:sp>
            <p:nvSpPr>
              <p:cNvPr id="63" name="Flowchart: Magnetic Disk 62">
                <a:extLst>
                  <a:ext uri="{FF2B5EF4-FFF2-40B4-BE49-F238E27FC236}">
                    <a16:creationId xmlns:a16="http://schemas.microsoft.com/office/drawing/2014/main" id="{8CFF8EA0-9CED-370A-D7E7-53B2CB390270}"/>
                  </a:ext>
                </a:extLst>
              </p:cNvPr>
              <p:cNvSpPr/>
              <p:nvPr/>
            </p:nvSpPr>
            <p:spPr>
              <a:xfrm>
                <a:off x="5509625" y="1674672"/>
                <a:ext cx="1537173" cy="1041246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lowchart: Magnetic Disk 79">
                <a:extLst>
                  <a:ext uri="{FF2B5EF4-FFF2-40B4-BE49-F238E27FC236}">
                    <a16:creationId xmlns:a16="http://schemas.microsoft.com/office/drawing/2014/main" id="{9DFCBC1F-C9A5-5291-4D16-BEC35647B607}"/>
                  </a:ext>
                </a:extLst>
              </p:cNvPr>
              <p:cNvSpPr/>
              <p:nvPr/>
            </p:nvSpPr>
            <p:spPr>
              <a:xfrm>
                <a:off x="5509624" y="1245317"/>
                <a:ext cx="1540825" cy="1041246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81" name="Flowchart: Magnetic Disk 80">
                <a:extLst>
                  <a:ext uri="{FF2B5EF4-FFF2-40B4-BE49-F238E27FC236}">
                    <a16:creationId xmlns:a16="http://schemas.microsoft.com/office/drawing/2014/main" id="{138AF6DF-1E31-02EA-5176-DBF97250C059}"/>
                  </a:ext>
                </a:extLst>
              </p:cNvPr>
              <p:cNvSpPr/>
              <p:nvPr/>
            </p:nvSpPr>
            <p:spPr>
              <a:xfrm>
                <a:off x="5504672" y="1032482"/>
                <a:ext cx="1537172" cy="82889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763EAF2-1B36-F2A3-2E87-4276C127F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901" y="4967519"/>
              <a:ext cx="1556269" cy="1265537"/>
            </a:xfrm>
            <a:prstGeom prst="rect">
              <a:avLst/>
            </a:prstGeom>
          </p:spPr>
        </p:pic>
      </p:grpSp>
      <p:pic>
        <p:nvPicPr>
          <p:cNvPr id="86" name="Picture 85">
            <a:extLst>
              <a:ext uri="{FF2B5EF4-FFF2-40B4-BE49-F238E27FC236}">
                <a16:creationId xmlns:a16="http://schemas.microsoft.com/office/drawing/2014/main" id="{DB2C3673-0621-3894-F2BA-8AB07DCD27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295" y="3610513"/>
            <a:ext cx="989509" cy="952761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D3A25EB-12BD-5162-40D0-864782E68DD2}"/>
              </a:ext>
            </a:extLst>
          </p:cNvPr>
          <p:cNvGrpSpPr/>
          <p:nvPr/>
        </p:nvGrpSpPr>
        <p:grpSpPr>
          <a:xfrm>
            <a:off x="5354384" y="2857747"/>
            <a:ext cx="2962331" cy="2352025"/>
            <a:chOff x="6406839" y="4296856"/>
            <a:chExt cx="2962331" cy="235202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2D3D65C-67B2-B7BB-F226-2E960C177A33}"/>
                </a:ext>
              </a:extLst>
            </p:cNvPr>
            <p:cNvGrpSpPr/>
            <p:nvPr/>
          </p:nvGrpSpPr>
          <p:grpSpPr>
            <a:xfrm>
              <a:off x="6406839" y="4296856"/>
              <a:ext cx="1738782" cy="2352025"/>
              <a:chOff x="5504672" y="688352"/>
              <a:chExt cx="1545777" cy="2352025"/>
            </a:xfrm>
          </p:grpSpPr>
          <p:sp>
            <p:nvSpPr>
              <p:cNvPr id="33" name="Flowchart: Magnetic Disk 32">
                <a:extLst>
                  <a:ext uri="{FF2B5EF4-FFF2-40B4-BE49-F238E27FC236}">
                    <a16:creationId xmlns:a16="http://schemas.microsoft.com/office/drawing/2014/main" id="{2E887215-0C28-6B89-0291-269024196F9E}"/>
                  </a:ext>
                </a:extLst>
              </p:cNvPr>
              <p:cNvSpPr/>
              <p:nvPr/>
            </p:nvSpPr>
            <p:spPr>
              <a:xfrm>
                <a:off x="5509625" y="1999131"/>
                <a:ext cx="1537173" cy="1041246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lowchart: Magnetic Disk 37">
                <a:extLst>
                  <a:ext uri="{FF2B5EF4-FFF2-40B4-BE49-F238E27FC236}">
                    <a16:creationId xmlns:a16="http://schemas.microsoft.com/office/drawing/2014/main" id="{19E11684-FD36-BEEA-EA8B-86E8E1707539}"/>
                  </a:ext>
                </a:extLst>
              </p:cNvPr>
              <p:cNvSpPr/>
              <p:nvPr/>
            </p:nvSpPr>
            <p:spPr>
              <a:xfrm>
                <a:off x="5509624" y="1245317"/>
                <a:ext cx="1540825" cy="1041246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 dirty="0"/>
              </a:p>
            </p:txBody>
          </p:sp>
          <p:sp>
            <p:nvSpPr>
              <p:cNvPr id="82" name="Flowchart: Magnetic Disk 81">
                <a:extLst>
                  <a:ext uri="{FF2B5EF4-FFF2-40B4-BE49-F238E27FC236}">
                    <a16:creationId xmlns:a16="http://schemas.microsoft.com/office/drawing/2014/main" id="{F09951C1-F78B-F471-6AAB-8AD12AB75EC2}"/>
                  </a:ext>
                </a:extLst>
              </p:cNvPr>
              <p:cNvSpPr/>
              <p:nvPr/>
            </p:nvSpPr>
            <p:spPr>
              <a:xfrm>
                <a:off x="5504672" y="688352"/>
                <a:ext cx="1537172" cy="828898"/>
              </a:xfrm>
              <a:prstGeom prst="flowChartMagneticDisk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3A2ACEA-2EE8-D719-B390-B06F5F4DF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2901" y="4967519"/>
              <a:ext cx="1556269" cy="1265537"/>
            </a:xfrm>
            <a:prstGeom prst="rect">
              <a:avLst/>
            </a:prstGeom>
          </p:spPr>
        </p:pic>
      </p:grpSp>
      <p:pic>
        <p:nvPicPr>
          <p:cNvPr id="83" name="Picture 82">
            <a:extLst>
              <a:ext uri="{FF2B5EF4-FFF2-40B4-BE49-F238E27FC236}">
                <a16:creationId xmlns:a16="http://schemas.microsoft.com/office/drawing/2014/main" id="{16D2FC40-88B8-A85D-86E5-1E2403A944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294" y="3601492"/>
            <a:ext cx="989509" cy="952761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214A859-995D-1281-3540-8E7D57305238}"/>
              </a:ext>
            </a:extLst>
          </p:cNvPr>
          <p:cNvGrpSpPr/>
          <p:nvPr/>
        </p:nvGrpSpPr>
        <p:grpSpPr>
          <a:xfrm>
            <a:off x="5072483" y="1088787"/>
            <a:ext cx="3382142" cy="971506"/>
            <a:chOff x="-1479821" y="1415815"/>
            <a:chExt cx="3886295" cy="971506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20A11A7-38AE-48C4-73E0-7460CB27BFD3}"/>
                </a:ext>
              </a:extLst>
            </p:cNvPr>
            <p:cNvSpPr/>
            <p:nvPr/>
          </p:nvSpPr>
          <p:spPr>
            <a:xfrm>
              <a:off x="-1479821" y="1415815"/>
              <a:ext cx="3886295" cy="9715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E14749-F655-C426-E211-85514D11E5BA}"/>
                </a:ext>
              </a:extLst>
            </p:cNvPr>
            <p:cNvSpPr txBox="1"/>
            <p:nvPr/>
          </p:nvSpPr>
          <p:spPr>
            <a:xfrm>
              <a:off x="-1402358" y="1433855"/>
              <a:ext cx="356282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SELECT * From Employee</a:t>
              </a:r>
              <a:b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ORDER By Salary DESC </a:t>
              </a:r>
              <a:b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Limit 1;</a:t>
              </a:r>
              <a:endParaRPr lang="en-US" dirty="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DF7B555-B100-9FC2-FA1B-ECB949D4EB26}"/>
              </a:ext>
            </a:extLst>
          </p:cNvPr>
          <p:cNvGrpSpPr/>
          <p:nvPr/>
        </p:nvGrpSpPr>
        <p:grpSpPr>
          <a:xfrm>
            <a:off x="5072483" y="2248554"/>
            <a:ext cx="3382142" cy="971506"/>
            <a:chOff x="-1479821" y="1415815"/>
            <a:chExt cx="3886295" cy="971506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BF3BDB5-86BF-0BEF-2FE0-E12CC89B6033}"/>
                </a:ext>
              </a:extLst>
            </p:cNvPr>
            <p:cNvSpPr/>
            <p:nvPr/>
          </p:nvSpPr>
          <p:spPr>
            <a:xfrm>
              <a:off x="-1479821" y="1415815"/>
              <a:ext cx="3886295" cy="97150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BA180BC9-2F10-A72D-0256-CCC8EB183DF9}"/>
                </a:ext>
              </a:extLst>
            </p:cNvPr>
            <p:cNvSpPr txBox="1"/>
            <p:nvPr/>
          </p:nvSpPr>
          <p:spPr>
            <a:xfrm>
              <a:off x="-1402358" y="1433855"/>
              <a:ext cx="356282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SELECT * From Employee</a:t>
              </a:r>
              <a:b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ORDER By Absent DESC </a:t>
              </a:r>
              <a:b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b="0" i="0" dirty="0">
                  <a:solidFill>
                    <a:srgbClr val="FFFFFF"/>
                  </a:solidFill>
                  <a:effectLst/>
                  <a:latin typeface="Consolas" panose="020B0609020204030204" pitchFamily="49" charset="0"/>
                </a:rPr>
                <a:t>Limit 1;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8072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-0.23203 -0.1178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02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-0.21602 -0.0916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07" y="-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F7B52C-3020-D44C-CA26-0E21A45F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EF280744-702C-BF83-E82D-701458DC7F04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F9DE44-CC54-5650-89A4-01D141AED3B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1980A18-F702-C4DC-08AF-6F43A2150D9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88D5F34-EB60-BADC-CE75-ECF4E96251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BBF0A96-F8AB-D1BC-5AB3-ECBAEC82A34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A08B059-CFA6-3CF4-A415-753A8CDDFFA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A0AA245-7B23-441D-BC5C-F63A1C43208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D575478-D979-BEAF-7B55-E56259926C2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1685AC0-E751-918A-4E2F-8E0E5C19D1C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4B8037D-C6AE-C2F5-C004-63DEBCD0F96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F059B98-53A5-9D3A-8309-F0F287A12A5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CA312F8-3FEE-7C76-B0C0-970BB990E88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E0B9AC5-0A13-A9F3-DEA4-FE476E10B92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D55563B-EB1B-9F81-0079-BD1E6FA27E6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23E68F7-3EEB-E860-BDC6-9C18E2D0A9D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E57465-E5B3-2D49-7029-7287E94A0E1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6EC00B4-BA88-05CF-83B4-7201D29D1B3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B2A589A-3698-9873-AF19-C9DF4B51582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2E491D09-3DB0-86E1-A868-6BF975F05FB3}"/>
              </a:ext>
            </a:extLst>
          </p:cNvPr>
          <p:cNvSpPr/>
          <p:nvPr/>
        </p:nvSpPr>
        <p:spPr>
          <a:xfrm>
            <a:off x="313827" y="1137984"/>
            <a:ext cx="3799772" cy="581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PostgreSQL : 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289DB98-C605-469F-DA35-896C381F3895}"/>
              </a:ext>
            </a:extLst>
          </p:cNvPr>
          <p:cNvSpPr/>
          <p:nvPr/>
        </p:nvSpPr>
        <p:spPr>
          <a:xfrm>
            <a:off x="313827" y="1936078"/>
            <a:ext cx="3899340" cy="4582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CREATE TABLE Employee (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Id INT AUTO_INCREMENT 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PRIMARY KEY,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Name Varchar(255),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Position Varchar(255),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Salary INT,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Absent INT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7BE1884-0726-5B87-8A41-23A4E36D9B26}"/>
              </a:ext>
            </a:extLst>
          </p:cNvPr>
          <p:cNvSpPr/>
          <p:nvPr/>
        </p:nvSpPr>
        <p:spPr>
          <a:xfrm>
            <a:off x="4331444" y="2414636"/>
            <a:ext cx="4463914" cy="2924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INSERT INTO Employee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(Name, Position, Salary, Absent)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Values</a:t>
            </a:r>
            <a:b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(“John Doe”, “Software Engineer”, 1.400, 0)</a:t>
            </a:r>
          </a:p>
        </p:txBody>
      </p:sp>
    </p:spTree>
    <p:extLst>
      <p:ext uri="{BB962C8B-B14F-4D97-AF65-F5344CB8AC3E}">
        <p14:creationId xmlns:p14="http://schemas.microsoft.com/office/powerpoint/2010/main" val="3297052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0296C-8921-4DCC-69A9-B1C18831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A44C0B6F-ABCC-B71A-3376-25F3D0CE62CE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5972208-4CC8-A0B5-9491-92CB1377FE5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D8D6BED-7A72-B63E-DCB1-B1B6DECDCE7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60B7577-D410-37D4-AAE2-35A42C60E7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70641CA-81DA-F18D-3EAF-3D81A445599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D3745D8-69A4-5FEF-9660-D98E7A8159A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8B81278-88D2-ECF5-9E88-BDF09C42312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AE3FDBB-A3E9-8A69-9019-B8E92B20F5F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A259E44-6202-BB89-C4FC-5ACA6725ED1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AE0B7D9-7F89-25C9-7F43-72F5782AC61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D69E192-4C0F-1154-47C0-ED881D752B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82FFA6-2C54-A7C8-4F03-5A71999C89B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93CB0CF-5837-7F8A-FBC3-EB5FD780521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55046F5-FA72-548B-570C-0AB87D18D44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59B32EE-2962-CB96-BA6B-CC6D9636A3F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6B5D089-E1D0-ED9E-E7BE-78797AB6553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8D70586-74E1-CD30-6A48-C7EBF5AB685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DA4DE73-EA85-A302-3975-CEEC55F6C1C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0419826-D849-B54E-8BE4-2EA04DC0E4D5}"/>
              </a:ext>
            </a:extLst>
          </p:cNvPr>
          <p:cNvSpPr/>
          <p:nvPr/>
        </p:nvSpPr>
        <p:spPr>
          <a:xfrm>
            <a:off x="340786" y="2164109"/>
            <a:ext cx="5146865" cy="25672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UPDATE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Employee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SET Position = “SPV Software Engineer”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Where Name = “John Doe”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9CBE0A-7428-5770-BAA5-69A4BBDB14A3}"/>
              </a:ext>
            </a:extLst>
          </p:cNvPr>
          <p:cNvSpPr/>
          <p:nvPr/>
        </p:nvSpPr>
        <p:spPr>
          <a:xfrm>
            <a:off x="340786" y="1234936"/>
            <a:ext cx="4031743" cy="7732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SELECT * FROM Employee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7DEFFD-600B-1D84-3F07-42096182A024}"/>
              </a:ext>
            </a:extLst>
          </p:cNvPr>
          <p:cNvSpPr/>
          <p:nvPr/>
        </p:nvSpPr>
        <p:spPr>
          <a:xfrm>
            <a:off x="340786" y="4887252"/>
            <a:ext cx="4031743" cy="1366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DELETE FROM Employee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WHERE Name = “John Doe”  </a:t>
            </a:r>
          </a:p>
        </p:txBody>
      </p:sp>
    </p:spTree>
    <p:extLst>
      <p:ext uri="{BB962C8B-B14F-4D97-AF65-F5344CB8AC3E}">
        <p14:creationId xmlns:p14="http://schemas.microsoft.com/office/powerpoint/2010/main" val="117805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2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41550-6444-5459-2CCC-CD78DF53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04FCD207-2976-E20E-50D7-7F3F752B850D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679F721-C8D8-7CE3-3887-B9FD4F73201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A78EF9B-9DE7-B340-594B-62FC0645B46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E8C7C07-5B8D-39DB-8440-183A7FABC8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D26DC4C-DDF9-F264-BE3E-F2D8D439BBD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235F924-C6C5-D28D-C137-D2BD7942AF9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6F90096-7E9C-2AFC-318F-348EF9F5864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4095FF5-8F40-E2FE-A3F5-F02CB4AD9D9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9593797-A619-87BF-80DF-ACA88054422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61BB2FF-C7E9-4A89-3D7F-02E25482EBE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FABC725-DCBF-F1E0-1CF6-0480C631C48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9FC0C6C-F19E-4DFC-D25B-51420AE3F24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E74CAB5-83E7-9B75-AC1F-2E8842A9E26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3D49A38-F7BD-0A59-7CF3-96EA86EC779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8ECEE58-B787-FEC5-B12A-0EE2E48FD11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804A9BA-6255-0802-DA9E-7A1C20B0B71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8BABB5-2D03-C492-E2A4-DB34E70B8DB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9D211BD-93D1-47E3-EA10-7E644DC0790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8DD1D8-4F19-CC17-0931-A0A7FB7C78EF}"/>
              </a:ext>
            </a:extLst>
          </p:cNvPr>
          <p:cNvGrpSpPr/>
          <p:nvPr/>
        </p:nvGrpSpPr>
        <p:grpSpPr>
          <a:xfrm>
            <a:off x="406442" y="2911921"/>
            <a:ext cx="7292216" cy="1079975"/>
            <a:chOff x="378867" y="1166070"/>
            <a:chExt cx="7292216" cy="914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ACB71C-8E25-661F-B9F6-99DFEFE8C659}"/>
                </a:ext>
              </a:extLst>
            </p:cNvPr>
            <p:cNvSpPr/>
            <p:nvPr/>
          </p:nvSpPr>
          <p:spPr>
            <a:xfrm>
              <a:off x="378867" y="1166070"/>
              <a:ext cx="7292216" cy="914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506A3A-F252-0606-4531-58C9B3110E92}"/>
                </a:ext>
              </a:extLst>
            </p:cNvPr>
            <p:cNvSpPr txBox="1"/>
            <p:nvPr/>
          </p:nvSpPr>
          <p:spPr>
            <a:xfrm>
              <a:off x="467439" y="1271472"/>
              <a:ext cx="7076026" cy="703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Prisma is Object-Relational Mapper (ORM) for Node.js and Typescript that simplifies database interactions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49EBCD-355F-32A7-CFBC-AE489D302B98}"/>
              </a:ext>
            </a:extLst>
          </p:cNvPr>
          <p:cNvGrpSpPr/>
          <p:nvPr/>
        </p:nvGrpSpPr>
        <p:grpSpPr>
          <a:xfrm>
            <a:off x="1234597" y="2038769"/>
            <a:ext cx="2415476" cy="716394"/>
            <a:chOff x="378867" y="1159155"/>
            <a:chExt cx="2435081" cy="71639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6940E8-2553-4A34-74BC-23565617F0BF}"/>
                </a:ext>
              </a:extLst>
            </p:cNvPr>
            <p:cNvSpPr/>
            <p:nvPr/>
          </p:nvSpPr>
          <p:spPr>
            <a:xfrm>
              <a:off x="378867" y="1159155"/>
              <a:ext cx="2435081" cy="7163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08CC25-8A15-6C4E-8531-D3E866D63B3E}"/>
                </a:ext>
              </a:extLst>
            </p:cNvPr>
            <p:cNvSpPr txBox="1"/>
            <p:nvPr/>
          </p:nvSpPr>
          <p:spPr>
            <a:xfrm>
              <a:off x="398691" y="1300881"/>
              <a:ext cx="2312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What is Prisma ? 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70D0645-FB1D-5909-1E6E-270E10541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33" y="2024233"/>
            <a:ext cx="730930" cy="7309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2E8D68-EB04-6E2E-98AB-176076392C36}"/>
              </a:ext>
            </a:extLst>
          </p:cNvPr>
          <p:cNvSpPr/>
          <p:nvPr/>
        </p:nvSpPr>
        <p:spPr>
          <a:xfrm flipV="1">
            <a:off x="3027382" y="3428999"/>
            <a:ext cx="1245381" cy="4303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2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DDF59-6BB8-E0A9-E3B8-2E51E46F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B91EAF8-0AE0-8345-3A77-1A7AB8F6FBCF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04FEABB-4384-C179-7546-32175B4CC20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FDA7B8A-B111-E912-E61C-6A5FAA098DC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B04B1D9-3049-7326-137C-E8B7AF4B2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426E64D-B5AB-1D91-CFE3-F7023A0BD9B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5E2B876-76F3-ADE7-E307-19B2CE534ED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997E34D-D4D3-317F-17C1-31AEFC299C2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D344C83-E5FA-CD62-F4CC-44A0AFD45E3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0B14A83-2925-85A5-81A3-09151410FD5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3B1EFE5-8A94-DF54-312D-F83D38DE05C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2299FC8-8258-18A2-8CBF-C119A5EFCBE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6AFCDFE-4A93-6258-BBD7-C6F42A9FE6B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247DD9E-B5AC-46FC-4ACC-B787C92C626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8A55968-97E0-9A0B-E477-BC29739C122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E963A58-DE06-F3B9-45DB-D2B7D8479D2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BBDD611-5709-DC61-7129-60019E8A937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E4336E8-323A-EC21-32ED-D1293E85C45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7213F7C-77C8-84B2-4D64-B8D6E5D9ABD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99BC322-2206-CE58-8F39-C7D1129AE762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Postgresql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B7314-A7B0-1F4D-3B1C-FA1620387E92}"/>
              </a:ext>
            </a:extLst>
          </p:cNvPr>
          <p:cNvSpPr/>
          <p:nvPr/>
        </p:nvSpPr>
        <p:spPr>
          <a:xfrm>
            <a:off x="406441" y="1947158"/>
            <a:ext cx="568612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F0289-3996-9BC6-3DE0-7046B0A2560B}"/>
              </a:ext>
            </a:extLst>
          </p:cNvPr>
          <p:cNvSpPr txBox="1"/>
          <p:nvPr/>
        </p:nvSpPr>
        <p:spPr>
          <a:xfrm>
            <a:off x="428351" y="211292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 TABLE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44DBC-6BE0-CAC6-E100-A0653686A699}"/>
              </a:ext>
            </a:extLst>
          </p:cNvPr>
          <p:cNvSpPr txBox="1"/>
          <p:nvPr/>
        </p:nvSpPr>
        <p:spPr>
          <a:xfrm>
            <a:off x="2146790" y="210624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CF2D12-3975-0E47-F708-EBCF0E63662C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27BE4-C1BF-0408-4F6D-8FFEFF193B0B}"/>
              </a:ext>
            </a:extLst>
          </p:cNvPr>
          <p:cNvSpPr txBox="1"/>
          <p:nvPr/>
        </p:nvSpPr>
        <p:spPr>
          <a:xfrm>
            <a:off x="976461" y="251082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213F4F-2EDE-A940-6001-756A29FECEEF}"/>
              </a:ext>
            </a:extLst>
          </p:cNvPr>
          <p:cNvSpPr txBox="1"/>
          <p:nvPr/>
        </p:nvSpPr>
        <p:spPr>
          <a:xfrm>
            <a:off x="1466369" y="2510824"/>
            <a:ext cx="2307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AUTO_INCREMENT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649AEB-AB8C-FAC8-F4D0-979DD0B5A52E}"/>
              </a:ext>
            </a:extLst>
          </p:cNvPr>
          <p:cNvSpPr txBox="1"/>
          <p:nvPr/>
        </p:nvSpPr>
        <p:spPr>
          <a:xfrm>
            <a:off x="3666803" y="2502010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PRIMARY KEY,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E63B27-843E-85C8-5AE5-BBDEB7E8006E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925FF-A53C-5D88-4CF0-91CAD63FD3F6}"/>
              </a:ext>
            </a:extLst>
          </p:cNvPr>
          <p:cNvSpPr txBox="1"/>
          <p:nvPr/>
        </p:nvSpPr>
        <p:spPr>
          <a:xfrm>
            <a:off x="1431791" y="2914835"/>
            <a:ext cx="20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5F8C7A-D426-ECC0-4907-6F2ADDECB4FE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6AD472-28E7-8E16-D382-D2CEA77B2C67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184DDF-EC6F-6CB1-651B-C92EC351A2E5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6867BD-7210-D454-4BEE-F6A437F81E83}"/>
              </a:ext>
            </a:extLst>
          </p:cNvPr>
          <p:cNvSpPr txBox="1"/>
          <p:nvPr/>
        </p:nvSpPr>
        <p:spPr>
          <a:xfrm>
            <a:off x="13956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9420F9-1955-1A7B-2F64-EAB2EE9DA6FD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D40123-A83C-72FB-7430-1B74744D6793}"/>
              </a:ext>
            </a:extLst>
          </p:cNvPr>
          <p:cNvSpPr txBox="1"/>
          <p:nvPr/>
        </p:nvSpPr>
        <p:spPr>
          <a:xfrm>
            <a:off x="1447339" y="4080447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97508-08B0-9D4B-DB20-E67128715C1A}"/>
              </a:ext>
            </a:extLst>
          </p:cNvPr>
          <p:cNvSpPr txBox="1"/>
          <p:nvPr/>
        </p:nvSpPr>
        <p:spPr>
          <a:xfrm>
            <a:off x="366240" y="4549762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154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B9766-65DD-A40C-7C59-A90CAB80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3E932B5-5A59-B1B7-4E42-EFB360A925FA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FFC2EB-65D9-A54D-5123-475736D80B0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3F64D19-6490-A992-0A63-E12D92B1CD7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953D2DA-3E68-CB1E-C95D-10C42357E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488D117-7C7E-BAB1-1058-39E721F918A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E77094F-25D5-FBE4-C228-AAB44A294AB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7FB215D-BA8E-9C5D-8A1D-3A4AF4F611C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E074010-C5C2-B0B0-E44E-F9168A0D0DB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26B3911-7796-D479-BCAD-81B74F002FD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3699877-13A6-7F9E-1A61-3F42960B33D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3A72635-5318-6F2A-0EFB-0EC2C292F65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F6EA74A-D409-6373-23CF-B601ABFF758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CB38270-09D9-3F3C-22A0-F8C70120B0F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CC0B315-A6E0-6B9C-E7E0-B6A5572CC51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235632D-0D5F-1151-61D0-D727AA6CD62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6D905AB-4BE5-4AFE-593C-A40F54DDD12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2352539-D421-AF5B-55C7-8C612333521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99F84CF-FF4E-6CDE-5EB3-B3E7243358B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1521C53-F916-C30C-D4E1-E954ECCC99E3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DD021-506B-6A7D-8782-2342CF38667F}"/>
              </a:ext>
            </a:extLst>
          </p:cNvPr>
          <p:cNvSpPr/>
          <p:nvPr/>
        </p:nvSpPr>
        <p:spPr>
          <a:xfrm>
            <a:off x="406441" y="1947158"/>
            <a:ext cx="568612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86B1D-D602-3141-2D57-C8F5584360B8}"/>
              </a:ext>
            </a:extLst>
          </p:cNvPr>
          <p:cNvSpPr txBox="1"/>
          <p:nvPr/>
        </p:nvSpPr>
        <p:spPr>
          <a:xfrm>
            <a:off x="586442" y="2102348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104DD-8025-89EB-EB3D-06A9C811DA03}"/>
              </a:ext>
            </a:extLst>
          </p:cNvPr>
          <p:cNvSpPr txBox="1"/>
          <p:nvPr/>
        </p:nvSpPr>
        <p:spPr>
          <a:xfrm>
            <a:off x="2146790" y="210624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C13D9-6CA6-94BE-F915-AAD703CE93B7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50DF18-7835-FBA6-EF6B-CFF7E813F5D0}"/>
              </a:ext>
            </a:extLst>
          </p:cNvPr>
          <p:cNvSpPr txBox="1"/>
          <p:nvPr/>
        </p:nvSpPr>
        <p:spPr>
          <a:xfrm>
            <a:off x="976461" y="251082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C05E7-46ED-9FC2-5229-48422F1BE8A3}"/>
              </a:ext>
            </a:extLst>
          </p:cNvPr>
          <p:cNvSpPr txBox="1"/>
          <p:nvPr/>
        </p:nvSpPr>
        <p:spPr>
          <a:xfrm>
            <a:off x="1466369" y="2510824"/>
            <a:ext cx="2307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AUTO_INCREMENT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7AF63-8102-A31A-1242-8FC6D3A5EB0D}"/>
              </a:ext>
            </a:extLst>
          </p:cNvPr>
          <p:cNvSpPr txBox="1"/>
          <p:nvPr/>
        </p:nvSpPr>
        <p:spPr>
          <a:xfrm>
            <a:off x="3666803" y="2502010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PRIMARY KEY,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A22C42-3B07-0B11-3461-B7918E104759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98EC78-52AF-1C2D-C31B-13B28D8DC161}"/>
              </a:ext>
            </a:extLst>
          </p:cNvPr>
          <p:cNvSpPr txBox="1"/>
          <p:nvPr/>
        </p:nvSpPr>
        <p:spPr>
          <a:xfrm>
            <a:off x="1431791" y="2914835"/>
            <a:ext cx="20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928A0-9317-2F1D-EEFA-40C39A174593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5F5A35-0F02-DCA9-FA7E-9B011FC8FA34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1AB17C-FFF3-FFDE-B8EA-A8337CB40CD8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B9BE76-AEF6-228D-40A4-3D0736EBAFDA}"/>
              </a:ext>
            </a:extLst>
          </p:cNvPr>
          <p:cNvSpPr txBox="1"/>
          <p:nvPr/>
        </p:nvSpPr>
        <p:spPr>
          <a:xfrm>
            <a:off x="13956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559964-1EE7-8E4A-1172-830E42FE327D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1C07B9-DBBB-9CB9-163F-7F571A33949C}"/>
              </a:ext>
            </a:extLst>
          </p:cNvPr>
          <p:cNvSpPr txBox="1"/>
          <p:nvPr/>
        </p:nvSpPr>
        <p:spPr>
          <a:xfrm>
            <a:off x="1447339" y="4080447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5809E5-2DFD-1472-0E27-2CC1232E829E}"/>
              </a:ext>
            </a:extLst>
          </p:cNvPr>
          <p:cNvSpPr txBox="1"/>
          <p:nvPr/>
        </p:nvSpPr>
        <p:spPr>
          <a:xfrm>
            <a:off x="366240" y="4549762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9765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F9715-7EE0-1AC1-3A28-0FCD8691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64A7178-C8E2-3906-463B-E9D81AE19460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171694-98F7-BCA3-0E8F-07F317300E9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BF7A1EF-8769-7035-4DCB-F07D211BD15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230FBDEF-30B7-54F3-DAD9-06F8DB8A4A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622C03E-D2A5-715E-46D4-2D7DD358539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1FEA0DE-D541-08A1-4E48-FE346840116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B79E880-8C83-5400-4082-0FD8036661E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A2A3158-8FD6-BCAE-F763-CE66DB8D8D3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A96EFAC-E237-3DE3-D706-7D5782B889A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F36B02C-B931-53DA-A4F4-AD72B274AC8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C1ED575-62C6-2715-222B-305E88347AA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E81DA-D90A-3AB8-0EFB-4C8202C1C56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2968A0E-E80E-1BA6-4F66-DD3673ADEF8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B2D43BA-F16D-905F-C646-91A38D15263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E991EFE-7D03-4BC8-B521-3A6EAD7FAB5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E7A448-A812-11C6-E59A-597BFAD520E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E222D85-F14A-90A3-6538-1FF25BE1B4C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B64885A-ADED-5EC7-02EE-8089C2503C5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5B2D05-D6C5-0868-B577-2949C66F490D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4F6D0-86E4-7055-D78C-F48E7AACAC6A}"/>
              </a:ext>
            </a:extLst>
          </p:cNvPr>
          <p:cNvSpPr/>
          <p:nvPr/>
        </p:nvSpPr>
        <p:spPr>
          <a:xfrm>
            <a:off x="406441" y="1947158"/>
            <a:ext cx="654496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D8C91-31F3-1F74-62F8-1D94843CFA71}"/>
              </a:ext>
            </a:extLst>
          </p:cNvPr>
          <p:cNvSpPr txBox="1"/>
          <p:nvPr/>
        </p:nvSpPr>
        <p:spPr>
          <a:xfrm>
            <a:off x="586442" y="2102348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A5A4D-93D1-AF3B-B45F-59C9B11FADD6}"/>
              </a:ext>
            </a:extLst>
          </p:cNvPr>
          <p:cNvSpPr txBox="1"/>
          <p:nvPr/>
        </p:nvSpPr>
        <p:spPr>
          <a:xfrm>
            <a:off x="2146790" y="210624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18F66E-62EF-169A-6067-C21AA9B02D80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51F92-C8FC-B0D3-3F34-9661E145D9B1}"/>
              </a:ext>
            </a:extLst>
          </p:cNvPr>
          <p:cNvSpPr txBox="1"/>
          <p:nvPr/>
        </p:nvSpPr>
        <p:spPr>
          <a:xfrm>
            <a:off x="976461" y="251082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DF84C1-1B68-7C76-AB39-1B12159D24FC}"/>
              </a:ext>
            </a:extLst>
          </p:cNvPr>
          <p:cNvSpPr txBox="1"/>
          <p:nvPr/>
        </p:nvSpPr>
        <p:spPr>
          <a:xfrm>
            <a:off x="1466369" y="2510824"/>
            <a:ext cx="3061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@default(autoincrement())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6A649-7CDC-21EF-EEBD-CFE83057067C}"/>
              </a:ext>
            </a:extLst>
          </p:cNvPr>
          <p:cNvSpPr txBox="1"/>
          <p:nvPr/>
        </p:nvSpPr>
        <p:spPr>
          <a:xfrm>
            <a:off x="4477864" y="2527731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PRIMARY KEY,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BC7C8D-9DB6-C470-E482-08BDE71F76A6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854D16-B210-88F9-E3ED-62C3FC4CFF57}"/>
              </a:ext>
            </a:extLst>
          </p:cNvPr>
          <p:cNvSpPr txBox="1"/>
          <p:nvPr/>
        </p:nvSpPr>
        <p:spPr>
          <a:xfrm>
            <a:off x="1431791" y="2914835"/>
            <a:ext cx="20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4A26AB-016C-206D-3866-21FBEA73F7E5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CCAD57-D91A-7922-30CF-F421B35C1BEE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6F79D2-3A4C-89B3-23C6-B88670580158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EB76CD-04AB-3B3E-FF62-8A4B4617DA7F}"/>
              </a:ext>
            </a:extLst>
          </p:cNvPr>
          <p:cNvSpPr txBox="1"/>
          <p:nvPr/>
        </p:nvSpPr>
        <p:spPr>
          <a:xfrm>
            <a:off x="13956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81DD4F-F95C-0005-C569-EBCD174D8676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65F792-C99E-7E81-EF47-4AF0E504A770}"/>
              </a:ext>
            </a:extLst>
          </p:cNvPr>
          <p:cNvSpPr txBox="1"/>
          <p:nvPr/>
        </p:nvSpPr>
        <p:spPr>
          <a:xfrm>
            <a:off x="1447339" y="4080447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AA9166-2248-3BAA-0773-E8549B45EAB2}"/>
              </a:ext>
            </a:extLst>
          </p:cNvPr>
          <p:cNvSpPr txBox="1"/>
          <p:nvPr/>
        </p:nvSpPr>
        <p:spPr>
          <a:xfrm>
            <a:off x="366240" y="4549762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761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B09D1-7594-8943-DF63-3C7FB875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4207BA15-C47D-AE68-4472-E16EB27E96F6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DF42D3-627C-B5D3-E3D5-8636DD97457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4D61C2B-FC3B-711D-F8FB-009094E86EF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7B75EC6-0632-FD9F-141D-9CB25BCEA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96C212-BF4A-438E-0DE5-9A4A39F3DCB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A7F5888-7ECC-60F7-89C8-DACED1761B7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D6EC11A-E411-02F4-D1CD-7B5C7EE5FB3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7C6BEB2-6539-B126-5E01-0AA1313A8BE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C1C2688-619C-D5E7-1121-A6EBB00F297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F9B5E4B-2826-3C5F-A833-8F7F1EFCB48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9181490-82D0-BF14-2A7E-C2AF4F83AB0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AFCCB2A-C275-7653-86CF-85610312EF3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47D85FA-0157-0095-7FF7-0820184E840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4E4C127-7E14-87BC-6A0E-71C8A1C189D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064ED65-2965-3895-9AD1-3E09D83A627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FAF275-F793-2C30-511C-3AB638E9797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A115099-705B-049A-6733-0F82AE26EAA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F7FBD25-47EE-7D7C-7E60-17F22A68401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31813D4-9D55-172B-5624-E383C0BA5C03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66B0D8-5B5B-CF93-F14B-7B1A638B160A}"/>
              </a:ext>
            </a:extLst>
          </p:cNvPr>
          <p:cNvSpPr/>
          <p:nvPr/>
        </p:nvSpPr>
        <p:spPr>
          <a:xfrm>
            <a:off x="406441" y="1947158"/>
            <a:ext cx="654496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AC1D4-D8C1-08F7-C909-C4E4C87CB7B9}"/>
              </a:ext>
            </a:extLst>
          </p:cNvPr>
          <p:cNvSpPr txBox="1"/>
          <p:nvPr/>
        </p:nvSpPr>
        <p:spPr>
          <a:xfrm>
            <a:off x="586442" y="2102348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EB772-99A6-F0D9-7D1D-4DA3C1E3718D}"/>
              </a:ext>
            </a:extLst>
          </p:cNvPr>
          <p:cNvSpPr txBox="1"/>
          <p:nvPr/>
        </p:nvSpPr>
        <p:spPr>
          <a:xfrm>
            <a:off x="2146790" y="210624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28F6C-F1FF-1352-E1EC-A227AEE24919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22D81F-E5D4-626C-D96A-5923BFE897DF}"/>
              </a:ext>
            </a:extLst>
          </p:cNvPr>
          <p:cNvSpPr txBox="1"/>
          <p:nvPr/>
        </p:nvSpPr>
        <p:spPr>
          <a:xfrm>
            <a:off x="976461" y="251082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569AB-5292-06F8-F370-E4F838B55B15}"/>
              </a:ext>
            </a:extLst>
          </p:cNvPr>
          <p:cNvSpPr txBox="1"/>
          <p:nvPr/>
        </p:nvSpPr>
        <p:spPr>
          <a:xfrm>
            <a:off x="1466369" y="2510824"/>
            <a:ext cx="3061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@default(autoincrement())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87FFAA-8602-A076-091C-21C3F56F72DA}"/>
              </a:ext>
            </a:extLst>
          </p:cNvPr>
          <p:cNvSpPr txBox="1"/>
          <p:nvPr/>
        </p:nvSpPr>
        <p:spPr>
          <a:xfrm>
            <a:off x="4450093" y="2539440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B54DD6-2429-1D6C-A8FA-9B47E9221916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120945-72E4-7434-7542-CCE5D3454665}"/>
              </a:ext>
            </a:extLst>
          </p:cNvPr>
          <p:cNvSpPr txBox="1"/>
          <p:nvPr/>
        </p:nvSpPr>
        <p:spPr>
          <a:xfrm>
            <a:off x="1431791" y="2914835"/>
            <a:ext cx="20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31D59-16E3-8CA2-769B-18AE44665D3C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68C67C-2CFB-BDBD-436E-82997425C027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VARCHAR(255),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D898A-A3EF-45B9-A3F5-E442CB2AB4FC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E07C8-81C3-B115-FE42-BC1C0228B08C}"/>
              </a:ext>
            </a:extLst>
          </p:cNvPr>
          <p:cNvSpPr txBox="1"/>
          <p:nvPr/>
        </p:nvSpPr>
        <p:spPr>
          <a:xfrm>
            <a:off x="13956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A8F12A-756D-6816-6DDA-A4FF7F4EBFD6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EA25B9-7794-2D3B-3CE3-31A507D354BE}"/>
              </a:ext>
            </a:extLst>
          </p:cNvPr>
          <p:cNvSpPr txBox="1"/>
          <p:nvPr/>
        </p:nvSpPr>
        <p:spPr>
          <a:xfrm>
            <a:off x="1447339" y="4080447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4650BF-8945-562A-7110-7081A2ED5C35}"/>
              </a:ext>
            </a:extLst>
          </p:cNvPr>
          <p:cNvSpPr txBox="1"/>
          <p:nvPr/>
        </p:nvSpPr>
        <p:spPr>
          <a:xfrm>
            <a:off x="366240" y="4549762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8702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AFE5C-502E-0289-CA27-677F48DD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E240AF02-C5B5-E6FC-72BC-FA8F0F79C1D5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816653-06DA-DFA0-3183-5125AF50483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8DB1236-7207-F848-996C-EA51BBF6FD7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282B465-263C-D8DE-9218-D02C1B215F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74D5666-EE4E-72E2-6E90-142A67FFB5D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7FF78D3-0D9D-96E8-B0BA-39CC453719A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536966D-369E-0CE6-314C-0FE353BD0DF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1E509EF-24A1-A785-CD86-042E088DEB1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93C441C-B8C5-198D-DAC0-C82BC9924CE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994AB5F-750A-E82A-5258-F4B9F6D53E1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C547104-FF78-16DD-BDEA-3DA5B1F165E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F0C5D0F-CA9E-5CE6-1FAF-79699CBF3ED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6942BA7-DB1B-B9A3-73B9-340AC30906D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B237668-771A-EF7A-A40D-34F662A56D5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9DE9824-AE78-2D2D-EF11-9F9539AF2CC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A379A7E-1BA1-1F09-DAEF-E288E1CF248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9EAD312-9075-082B-198B-AE861E694F7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80C592D-4007-53A9-2622-146A6EBE09D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50D260-20A8-132F-CC52-03D83E2BC1ED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BF141-0171-9140-A2A8-00C584ABBF63}"/>
              </a:ext>
            </a:extLst>
          </p:cNvPr>
          <p:cNvSpPr/>
          <p:nvPr/>
        </p:nvSpPr>
        <p:spPr>
          <a:xfrm>
            <a:off x="406441" y="1947158"/>
            <a:ext cx="568612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0C75B-19E8-CDA8-BFB5-1AA2647B7096}"/>
              </a:ext>
            </a:extLst>
          </p:cNvPr>
          <p:cNvSpPr txBox="1"/>
          <p:nvPr/>
        </p:nvSpPr>
        <p:spPr>
          <a:xfrm>
            <a:off x="586442" y="2102348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9C64E-272C-3296-5BE5-88A16E7619AE}"/>
              </a:ext>
            </a:extLst>
          </p:cNvPr>
          <p:cNvSpPr txBox="1"/>
          <p:nvPr/>
        </p:nvSpPr>
        <p:spPr>
          <a:xfrm>
            <a:off x="2146790" y="2106249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422AB4-F37A-BB0D-2F77-BAFD92861E79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36583-A45B-938D-2545-B8CCF5CC09FD}"/>
              </a:ext>
            </a:extLst>
          </p:cNvPr>
          <p:cNvSpPr txBox="1"/>
          <p:nvPr/>
        </p:nvSpPr>
        <p:spPr>
          <a:xfrm>
            <a:off x="976461" y="251082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7CB6E-27B2-9E99-6FAF-F436D34BD3C6}"/>
              </a:ext>
            </a:extLst>
          </p:cNvPr>
          <p:cNvSpPr txBox="1"/>
          <p:nvPr/>
        </p:nvSpPr>
        <p:spPr>
          <a:xfrm>
            <a:off x="1466368" y="2510824"/>
            <a:ext cx="3024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@default(autoincrement())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9E5C2-E991-D895-1B34-5E6D4825EF5B}"/>
              </a:ext>
            </a:extLst>
          </p:cNvPr>
          <p:cNvSpPr txBox="1"/>
          <p:nvPr/>
        </p:nvSpPr>
        <p:spPr>
          <a:xfrm>
            <a:off x="4349589" y="2510824"/>
            <a:ext cx="631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7ECEC3-1AB1-4C2B-19A4-05D02A2C6EA5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731696-BBF7-9345-4C80-32C3D5196258}"/>
              </a:ext>
            </a:extLst>
          </p:cNvPr>
          <p:cNvSpPr txBox="1"/>
          <p:nvPr/>
        </p:nvSpPr>
        <p:spPr>
          <a:xfrm>
            <a:off x="1431791" y="2914835"/>
            <a:ext cx="2095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String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EB2512-5D6B-DE45-9220-1004AB3D758D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4D5F3-E90C-F3B8-CA02-5466C4BA583F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String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090406-C8C7-0184-1855-1094C61410B5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58CCC6-A567-B8DC-7AFF-F1E1E7D6B921}"/>
              </a:ext>
            </a:extLst>
          </p:cNvPr>
          <p:cNvSpPr txBox="1"/>
          <p:nvPr/>
        </p:nvSpPr>
        <p:spPr>
          <a:xfrm>
            <a:off x="13956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CE3502-C3CC-C655-86E5-C60B66EE9E5D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88746F-C3C5-95B1-7A53-E96CFE984C8D}"/>
              </a:ext>
            </a:extLst>
          </p:cNvPr>
          <p:cNvSpPr txBox="1"/>
          <p:nvPr/>
        </p:nvSpPr>
        <p:spPr>
          <a:xfrm>
            <a:off x="1447339" y="4080447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BAE7FD-8EEF-0B5D-2BB4-A66D9B7007AA}"/>
              </a:ext>
            </a:extLst>
          </p:cNvPr>
          <p:cNvSpPr txBox="1"/>
          <p:nvPr/>
        </p:nvSpPr>
        <p:spPr>
          <a:xfrm>
            <a:off x="366240" y="4549762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1922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95A37-6E0C-D751-BDD0-C32ABAA9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5D74E07-9F77-F63C-3A52-26FC8FAE2FDB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D8DBAB-A4A4-08F7-AAB5-402CDAF039A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9F9177E-32B9-EC51-DF50-D02843915B4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D58B305-2AFC-B10C-0382-D1DF6F945B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7D630F3-CAD2-CB44-8257-93AB55C6027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7C3149-2545-2426-AFE7-94C14A33CD5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6D6CE67-29F7-DB85-9848-CD174C0DF68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220CC44-9DE7-668C-A784-538A444C534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EDC5CCE-76E8-DB03-5AB0-47D1C3E40D2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ED447B5-75D3-B85E-8B9C-B93C408663F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CFD4B56-1501-8920-0E4F-D110B4D41DA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B057ED5-256F-F752-6AA2-E5EC1D8B4CF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A39FE58-618C-9241-B5CA-C07EC296CAA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E3496DC-FC78-F0CE-38C6-CE5A12ECABA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BB7562E-8CF3-3273-C890-3F026F0122C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1B7A937-8536-1FB4-D3B8-57B46B2BE30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6294755-EE01-7DAB-9F5E-F4C54C66066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B9F49B-B375-9877-0359-21B92C68614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5CE3A1E-6A47-DDDA-F8C5-0167C6BE6A10}"/>
              </a:ext>
            </a:extLst>
          </p:cNvPr>
          <p:cNvSpPr/>
          <p:nvPr/>
        </p:nvSpPr>
        <p:spPr>
          <a:xfrm>
            <a:off x="406442" y="1216938"/>
            <a:ext cx="2946358" cy="634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25E7D-7C96-F69F-39F5-785AEEBCE9C3}"/>
              </a:ext>
            </a:extLst>
          </p:cNvPr>
          <p:cNvSpPr/>
          <p:nvPr/>
        </p:nvSpPr>
        <p:spPr>
          <a:xfrm>
            <a:off x="406441" y="1947158"/>
            <a:ext cx="5686125" cy="30597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302DA-9C15-B667-7E82-2844D70E8335}"/>
              </a:ext>
            </a:extLst>
          </p:cNvPr>
          <p:cNvSpPr txBox="1"/>
          <p:nvPr/>
        </p:nvSpPr>
        <p:spPr>
          <a:xfrm>
            <a:off x="586442" y="2102348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C8D00-3EAE-47C1-D711-E45E16B0F2AF}"/>
              </a:ext>
            </a:extLst>
          </p:cNvPr>
          <p:cNvSpPr txBox="1"/>
          <p:nvPr/>
        </p:nvSpPr>
        <p:spPr>
          <a:xfrm>
            <a:off x="1437746" y="2085975"/>
            <a:ext cx="185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 (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9ACFE0-0238-7A52-86BB-1CA562BF7B19}"/>
              </a:ext>
            </a:extLst>
          </p:cNvPr>
          <p:cNvSpPr txBox="1"/>
          <p:nvPr/>
        </p:nvSpPr>
        <p:spPr>
          <a:xfrm>
            <a:off x="612535" y="2527731"/>
            <a:ext cx="478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Id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4426E-F1D5-45FB-3DF3-F42883AB377A}"/>
              </a:ext>
            </a:extLst>
          </p:cNvPr>
          <p:cNvSpPr txBox="1"/>
          <p:nvPr/>
        </p:nvSpPr>
        <p:spPr>
          <a:xfrm>
            <a:off x="1522259" y="2529764"/>
            <a:ext cx="56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0EE40-5F32-AAA4-2E88-231F313E8A3B}"/>
              </a:ext>
            </a:extLst>
          </p:cNvPr>
          <p:cNvSpPr txBox="1"/>
          <p:nvPr/>
        </p:nvSpPr>
        <p:spPr>
          <a:xfrm>
            <a:off x="2821484" y="2498816"/>
            <a:ext cx="3024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@default(autoincrement())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9C4BA-487D-8B25-F62C-6F91476FB400}"/>
              </a:ext>
            </a:extLst>
          </p:cNvPr>
          <p:cNvSpPr txBox="1"/>
          <p:nvPr/>
        </p:nvSpPr>
        <p:spPr>
          <a:xfrm>
            <a:off x="2282546" y="2502297"/>
            <a:ext cx="631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@id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684A28-1A86-0AC2-56D7-CCD766ECB080}"/>
              </a:ext>
            </a:extLst>
          </p:cNvPr>
          <p:cNvSpPr txBox="1"/>
          <p:nvPr/>
        </p:nvSpPr>
        <p:spPr>
          <a:xfrm>
            <a:off x="595988" y="2911354"/>
            <a:ext cx="851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25F0EC-BDBD-62E6-3A87-2D5263A31710}"/>
              </a:ext>
            </a:extLst>
          </p:cNvPr>
          <p:cNvSpPr txBox="1"/>
          <p:nvPr/>
        </p:nvSpPr>
        <p:spPr>
          <a:xfrm>
            <a:off x="1522259" y="2914835"/>
            <a:ext cx="801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String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F8E3A2-300F-D875-7915-D70CED3920E8}"/>
              </a:ext>
            </a:extLst>
          </p:cNvPr>
          <p:cNvSpPr txBox="1"/>
          <p:nvPr/>
        </p:nvSpPr>
        <p:spPr>
          <a:xfrm>
            <a:off x="602596" y="3331435"/>
            <a:ext cx="1153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72F5D1-F765-5467-42DB-0986B676D58F}"/>
              </a:ext>
            </a:extLst>
          </p:cNvPr>
          <p:cNvSpPr txBox="1"/>
          <p:nvPr/>
        </p:nvSpPr>
        <p:spPr>
          <a:xfrm>
            <a:off x="1540569" y="3315803"/>
            <a:ext cx="1910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String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26B514-F00F-036C-6711-E59DA6339F87}"/>
              </a:ext>
            </a:extLst>
          </p:cNvPr>
          <p:cNvSpPr txBox="1"/>
          <p:nvPr/>
        </p:nvSpPr>
        <p:spPr>
          <a:xfrm>
            <a:off x="595988" y="3709556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F05A3F-7C1D-3D28-A904-C5EF229E5BE1}"/>
              </a:ext>
            </a:extLst>
          </p:cNvPr>
          <p:cNvSpPr txBox="1"/>
          <p:nvPr/>
        </p:nvSpPr>
        <p:spPr>
          <a:xfrm>
            <a:off x="1567713" y="3690309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45515-49E9-0270-2E19-4030C9FEA855}"/>
              </a:ext>
            </a:extLst>
          </p:cNvPr>
          <p:cNvSpPr txBox="1"/>
          <p:nvPr/>
        </p:nvSpPr>
        <p:spPr>
          <a:xfrm>
            <a:off x="599707" y="4081305"/>
            <a:ext cx="9280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9AB6FF-EF8A-C720-4C2E-751C721A3652}"/>
              </a:ext>
            </a:extLst>
          </p:cNvPr>
          <p:cNvSpPr txBox="1"/>
          <p:nvPr/>
        </p:nvSpPr>
        <p:spPr>
          <a:xfrm>
            <a:off x="1584974" y="4081305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491999-011C-E72A-422D-72CCACBD31E8}"/>
              </a:ext>
            </a:extLst>
          </p:cNvPr>
          <p:cNvSpPr txBox="1"/>
          <p:nvPr/>
        </p:nvSpPr>
        <p:spPr>
          <a:xfrm>
            <a:off x="435764" y="4438118"/>
            <a:ext cx="752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1310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F47E4-5116-C8DB-B96A-DF4984BB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3437D779-47DE-E491-FE7B-8CAF587CFDD9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68C0A7-1203-6EE2-54FD-0ED270F5F54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D06342C-400D-90CF-4050-BE19F5C672B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1DA14AF-9A51-34D1-B628-C0FC7ACAB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CA38B07-F09D-BDC9-87D7-1DAC32A83A2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F99F260-652A-030A-7C80-484574D7705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D79BE3B-92A4-EB93-7EED-DEC39463049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3075ABB-D7AD-DAEC-5633-861A6D6A37A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2F3CCDF-604A-A5A6-0B76-3CAA31A9A75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74FE987-D782-7766-3A52-0182B6A62B5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8695691-3F68-241B-CBDD-3FEB9253B91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8B71D2B-1DA4-0368-D2A1-14FC3F28C0B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0052898-E466-3C5D-1B70-AEFC88C75A9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F280FB9-E092-7713-BC47-4F5BA16A053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8435812-7B7B-EC57-AAD3-5DD3924CBDF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BD5FC89-2606-180F-DBCE-EAE8DE69D52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43E7D21-1A21-1CA0-374F-5864E06EE06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47CBF6B-98DA-C748-F660-6572963F471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9944E58-E411-7628-220B-E5DEB4DB7290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Postgresql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20E22-2957-281E-73AF-52A84D79C8EE}"/>
              </a:ext>
            </a:extLst>
          </p:cNvPr>
          <p:cNvSpPr/>
          <p:nvPr/>
        </p:nvSpPr>
        <p:spPr>
          <a:xfrm>
            <a:off x="406441" y="1966823"/>
            <a:ext cx="5350681" cy="205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4C120-5AC7-EAD4-974C-4E58A57854F7}"/>
              </a:ext>
            </a:extLst>
          </p:cNvPr>
          <p:cNvSpPr txBox="1"/>
          <p:nvPr/>
        </p:nvSpPr>
        <p:spPr>
          <a:xfrm>
            <a:off x="539861" y="2202137"/>
            <a:ext cx="1623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INSERT INTO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B97AF-7D0B-D615-0C3C-35FFCA401008}"/>
              </a:ext>
            </a:extLst>
          </p:cNvPr>
          <p:cNvSpPr txBox="1"/>
          <p:nvPr/>
        </p:nvSpPr>
        <p:spPr>
          <a:xfrm>
            <a:off x="2030408" y="2198696"/>
            <a:ext cx="1258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F58B8-4B8D-549D-2C63-E1367C1CDB80}"/>
              </a:ext>
            </a:extLst>
          </p:cNvPr>
          <p:cNvSpPr txBox="1"/>
          <p:nvPr/>
        </p:nvSpPr>
        <p:spPr>
          <a:xfrm>
            <a:off x="500299" y="2527609"/>
            <a:ext cx="26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59829-9B51-CB5D-87E0-8EB20E8477FA}"/>
              </a:ext>
            </a:extLst>
          </p:cNvPr>
          <p:cNvSpPr txBox="1"/>
          <p:nvPr/>
        </p:nvSpPr>
        <p:spPr>
          <a:xfrm>
            <a:off x="643845" y="2558470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5E406-4908-AEBE-F7BA-BD2586297B72}"/>
              </a:ext>
            </a:extLst>
          </p:cNvPr>
          <p:cNvSpPr txBox="1"/>
          <p:nvPr/>
        </p:nvSpPr>
        <p:spPr>
          <a:xfrm>
            <a:off x="1303627" y="2567162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68F815-4ADE-4CFA-F51C-941765CF3839}"/>
              </a:ext>
            </a:extLst>
          </p:cNvPr>
          <p:cNvSpPr txBox="1"/>
          <p:nvPr/>
        </p:nvSpPr>
        <p:spPr>
          <a:xfrm>
            <a:off x="2279735" y="25621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D9F8C-0C3F-29B5-3C78-2EBB836DBA5B}"/>
              </a:ext>
            </a:extLst>
          </p:cNvPr>
          <p:cNvSpPr txBox="1"/>
          <p:nvPr/>
        </p:nvSpPr>
        <p:spPr>
          <a:xfrm>
            <a:off x="3144027" y="2562110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C54571-9F00-9B9F-481F-DFC4CFD87952}"/>
              </a:ext>
            </a:extLst>
          </p:cNvPr>
          <p:cNvSpPr txBox="1"/>
          <p:nvPr/>
        </p:nvSpPr>
        <p:spPr>
          <a:xfrm>
            <a:off x="4084120" y="2525017"/>
            <a:ext cx="114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D81CF5-1681-D53E-2CF8-69C44C18595C}"/>
              </a:ext>
            </a:extLst>
          </p:cNvPr>
          <p:cNvSpPr txBox="1"/>
          <p:nvPr/>
        </p:nvSpPr>
        <p:spPr>
          <a:xfrm>
            <a:off x="512561" y="2925127"/>
            <a:ext cx="930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C5B36D-28A6-7CD2-D2D5-B631F52F44BD}"/>
              </a:ext>
            </a:extLst>
          </p:cNvPr>
          <p:cNvSpPr txBox="1"/>
          <p:nvPr/>
        </p:nvSpPr>
        <p:spPr>
          <a:xfrm>
            <a:off x="508972" y="3261141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89DB9F-D08E-2376-AFD2-4A77C470324B}"/>
              </a:ext>
            </a:extLst>
          </p:cNvPr>
          <p:cNvSpPr txBox="1"/>
          <p:nvPr/>
        </p:nvSpPr>
        <p:spPr>
          <a:xfrm>
            <a:off x="644955" y="3283443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4119AA-1C36-431A-4653-9833D22A3894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498027-2F94-2342-0F84-48EA4048112A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CADDD8-7445-95D3-C506-DF47996A3DBC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CD47C-DBB6-AEF5-6C48-DF771F4659DF}"/>
              </a:ext>
            </a:extLst>
          </p:cNvPr>
          <p:cNvSpPr txBox="1"/>
          <p:nvPr/>
        </p:nvSpPr>
        <p:spPr>
          <a:xfrm>
            <a:off x="5254579" y="3261141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3359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7F144-F720-C3F4-A2C8-080B4F97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D3122D28-AEF7-B7DB-A540-C7D012240696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072B63A-9286-0A1F-DA4F-4F515BB76F8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85E0593-A378-E56D-6524-241C4F72C93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CC2C53F-A54E-43C7-6EFF-95E16D315A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CD5F6F7-C761-140A-C927-11331696D2C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E533A5E-9C7B-97DF-2ADE-85F5427FC9D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B4AC38B-CC51-101F-7AF5-5E71A359BB8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BBE78C1-D781-F97B-05CF-C8E9B34C082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4268532-9E96-EDE8-AECE-1E0F756F546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38E5A31-7A54-F4A9-140F-90711C6944C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AA4730B-13B2-0770-CC4D-B00B2052BE0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733B7E5-FE24-6D7E-8B98-AF7F69A733C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A65CE12-1CC1-9E1A-B5A8-80F3DB51B54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B058884-E03D-EE86-108E-63EA4675ADF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0277779-50EC-7468-6184-15CEECDFBBC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4836818-CAE6-4371-9524-36B709B8E2C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0F87DC2-4668-A914-231B-73A245D54D6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A83ABAD-76B1-E07B-A36A-0C5597A856D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CA6D4AC-A9C6-F016-A747-D970EB005196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B9BDF-D676-274D-AA7F-88066BEE5A62}"/>
              </a:ext>
            </a:extLst>
          </p:cNvPr>
          <p:cNvSpPr/>
          <p:nvPr/>
        </p:nvSpPr>
        <p:spPr>
          <a:xfrm>
            <a:off x="406441" y="1966823"/>
            <a:ext cx="5350681" cy="205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5EA30-AC70-431E-E98D-3252C1A8BB0C}"/>
              </a:ext>
            </a:extLst>
          </p:cNvPr>
          <p:cNvSpPr txBox="1"/>
          <p:nvPr/>
        </p:nvSpPr>
        <p:spPr>
          <a:xfrm>
            <a:off x="539861" y="2202137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7934A-5A74-6F1B-F644-860C6423BC94}"/>
              </a:ext>
            </a:extLst>
          </p:cNvPr>
          <p:cNvSpPr txBox="1"/>
          <p:nvPr/>
        </p:nvSpPr>
        <p:spPr>
          <a:xfrm>
            <a:off x="1672969" y="2213874"/>
            <a:ext cx="1258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Employee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25AED-20BA-51A5-DB34-1B3BC07A6915}"/>
              </a:ext>
            </a:extLst>
          </p:cNvPr>
          <p:cNvSpPr txBox="1"/>
          <p:nvPr/>
        </p:nvSpPr>
        <p:spPr>
          <a:xfrm>
            <a:off x="500299" y="2527609"/>
            <a:ext cx="26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E293E-9C5C-9FA8-618C-261E743AFB1A}"/>
              </a:ext>
            </a:extLst>
          </p:cNvPr>
          <p:cNvSpPr txBox="1"/>
          <p:nvPr/>
        </p:nvSpPr>
        <p:spPr>
          <a:xfrm>
            <a:off x="643845" y="2558470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75232-2ED5-2409-7BF7-6B08742081EF}"/>
              </a:ext>
            </a:extLst>
          </p:cNvPr>
          <p:cNvSpPr txBox="1"/>
          <p:nvPr/>
        </p:nvSpPr>
        <p:spPr>
          <a:xfrm>
            <a:off x="1303627" y="2567162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F4504-4E9E-4263-7FF8-2E52F6F41BB9}"/>
              </a:ext>
            </a:extLst>
          </p:cNvPr>
          <p:cNvSpPr txBox="1"/>
          <p:nvPr/>
        </p:nvSpPr>
        <p:spPr>
          <a:xfrm>
            <a:off x="2279735" y="25621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A86CB-4CA2-3D42-2BD4-EF5277521245}"/>
              </a:ext>
            </a:extLst>
          </p:cNvPr>
          <p:cNvSpPr txBox="1"/>
          <p:nvPr/>
        </p:nvSpPr>
        <p:spPr>
          <a:xfrm>
            <a:off x="3144027" y="2562110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C607D-335E-FD72-B55A-2F33C2BBE488}"/>
              </a:ext>
            </a:extLst>
          </p:cNvPr>
          <p:cNvSpPr txBox="1"/>
          <p:nvPr/>
        </p:nvSpPr>
        <p:spPr>
          <a:xfrm>
            <a:off x="4084120" y="2525017"/>
            <a:ext cx="114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AC04B4-19E5-2321-DE6E-8B52B335E888}"/>
              </a:ext>
            </a:extLst>
          </p:cNvPr>
          <p:cNvSpPr txBox="1"/>
          <p:nvPr/>
        </p:nvSpPr>
        <p:spPr>
          <a:xfrm>
            <a:off x="512561" y="2925127"/>
            <a:ext cx="930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458865-B6E9-A7AD-E543-B4FC8B18F5ED}"/>
              </a:ext>
            </a:extLst>
          </p:cNvPr>
          <p:cNvSpPr txBox="1"/>
          <p:nvPr/>
        </p:nvSpPr>
        <p:spPr>
          <a:xfrm>
            <a:off x="1195475" y="2209022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02DF7-3671-92F4-3A9D-79F6E8AEA6E8}"/>
              </a:ext>
            </a:extLst>
          </p:cNvPr>
          <p:cNvSpPr txBox="1"/>
          <p:nvPr/>
        </p:nvSpPr>
        <p:spPr>
          <a:xfrm>
            <a:off x="644955" y="3283443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CDF628-C9BE-12CD-1A11-C083DA31D279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06F9B5-65D7-D466-3650-EB2609735787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8699E-4A64-B8EF-3F08-D52C2D7AED97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D30368-CB16-371C-4D7C-1370D6E8952F}"/>
              </a:ext>
            </a:extLst>
          </p:cNvPr>
          <p:cNvSpPr txBox="1"/>
          <p:nvPr/>
        </p:nvSpPr>
        <p:spPr>
          <a:xfrm>
            <a:off x="1500849" y="2219070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F48BA-51CF-EBE3-2DAB-4B0868EEECEE}"/>
              </a:ext>
            </a:extLst>
          </p:cNvPr>
          <p:cNvSpPr txBox="1"/>
          <p:nvPr/>
        </p:nvSpPr>
        <p:spPr>
          <a:xfrm>
            <a:off x="1202952" y="2206140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67E392-CE84-E530-A4CC-A593BC7732B0}"/>
              </a:ext>
            </a:extLst>
          </p:cNvPr>
          <p:cNvSpPr txBox="1"/>
          <p:nvPr/>
        </p:nvSpPr>
        <p:spPr>
          <a:xfrm>
            <a:off x="1306029" y="2201959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8702B4-CBDE-77D5-40E9-4C57B24D8718}"/>
              </a:ext>
            </a:extLst>
          </p:cNvPr>
          <p:cNvSpPr txBox="1"/>
          <p:nvPr/>
        </p:nvSpPr>
        <p:spPr>
          <a:xfrm>
            <a:off x="1419596" y="2205498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640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01794-EE93-BF85-4CF4-71F137EB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719930E-22AC-5117-D5B0-E16721F444C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D939A35-98D4-849D-6670-892A92312BE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A1B4FF7-32D4-566E-B7CA-33224559CCF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902A3C9-6FC4-A935-504C-4B7AADE580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560BE53-7744-D1CC-0E6A-0466CDA0D1BB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3BD1BCF-64C3-E9D6-CB6A-8C95FB90FE0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8BDA53B-EB42-0D7D-293A-3DABBDD670C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DAF034C-0F87-033C-AFE9-BDA8C6DA72B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A1C13C8-300F-F7E0-EF26-2491238119B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D619DBD-BE15-F6EC-4840-F84E92DCA2A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3041FAC-5512-9341-EFD7-379CD05DF5A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3E610AA-6845-1C9C-72CE-C284048A5B9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7A47899-B0BD-D72A-32AB-0BF956189E8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D9CF464-717A-2958-1D56-DA799FEF2F7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806D6FA-B918-DA33-1D93-C64BF42BCAB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7F06920-BD33-FBF8-888F-E029EE78CDE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9EAFCE1-1CB4-F088-B3AB-306BDD1EECB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FD1C3CE-674D-2FB4-31FC-82F4198D619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8D36C34-698A-0200-0AB4-5F8E86D7ACCA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9D1C4B-250E-B075-E027-5139C65D1D44}"/>
              </a:ext>
            </a:extLst>
          </p:cNvPr>
          <p:cNvSpPr/>
          <p:nvPr/>
        </p:nvSpPr>
        <p:spPr>
          <a:xfrm>
            <a:off x="406441" y="1966823"/>
            <a:ext cx="5350681" cy="205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DBB5A-4D50-947A-19F6-6B66E1D88BD5}"/>
              </a:ext>
            </a:extLst>
          </p:cNvPr>
          <p:cNvSpPr txBox="1"/>
          <p:nvPr/>
        </p:nvSpPr>
        <p:spPr>
          <a:xfrm>
            <a:off x="539861" y="2202137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0E51B-3827-61B9-CBD2-7B44859A5110}"/>
              </a:ext>
            </a:extLst>
          </p:cNvPr>
          <p:cNvSpPr txBox="1"/>
          <p:nvPr/>
        </p:nvSpPr>
        <p:spPr>
          <a:xfrm>
            <a:off x="1672970" y="2213874"/>
            <a:ext cx="2027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BE106-57BB-74FB-1A1C-178EB479038A}"/>
              </a:ext>
            </a:extLst>
          </p:cNvPr>
          <p:cNvSpPr txBox="1"/>
          <p:nvPr/>
        </p:nvSpPr>
        <p:spPr>
          <a:xfrm>
            <a:off x="500299" y="2527609"/>
            <a:ext cx="26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126D9-3757-1BC1-8DF8-6CA7DB8ECF7E}"/>
              </a:ext>
            </a:extLst>
          </p:cNvPr>
          <p:cNvSpPr txBox="1"/>
          <p:nvPr/>
        </p:nvSpPr>
        <p:spPr>
          <a:xfrm>
            <a:off x="643845" y="2558470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39074-FE19-93FA-E51A-0B823F6BEA44}"/>
              </a:ext>
            </a:extLst>
          </p:cNvPr>
          <p:cNvSpPr txBox="1"/>
          <p:nvPr/>
        </p:nvSpPr>
        <p:spPr>
          <a:xfrm>
            <a:off x="1303627" y="2567162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0F4BD-C9D9-30A3-896E-AD51FAB4F56A}"/>
              </a:ext>
            </a:extLst>
          </p:cNvPr>
          <p:cNvSpPr txBox="1"/>
          <p:nvPr/>
        </p:nvSpPr>
        <p:spPr>
          <a:xfrm>
            <a:off x="2279735" y="25621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A50725-C8C5-899C-218A-E14505BE8873}"/>
              </a:ext>
            </a:extLst>
          </p:cNvPr>
          <p:cNvSpPr txBox="1"/>
          <p:nvPr/>
        </p:nvSpPr>
        <p:spPr>
          <a:xfrm>
            <a:off x="3144027" y="2562110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5FC13-6176-64F5-AF6D-ABB9C509BC19}"/>
              </a:ext>
            </a:extLst>
          </p:cNvPr>
          <p:cNvSpPr txBox="1"/>
          <p:nvPr/>
        </p:nvSpPr>
        <p:spPr>
          <a:xfrm>
            <a:off x="4084120" y="2525017"/>
            <a:ext cx="114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5C3D75-A26B-2C32-8254-7D3B51D53E00}"/>
              </a:ext>
            </a:extLst>
          </p:cNvPr>
          <p:cNvSpPr txBox="1"/>
          <p:nvPr/>
        </p:nvSpPr>
        <p:spPr>
          <a:xfrm>
            <a:off x="512561" y="2925127"/>
            <a:ext cx="930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CE2D0E-2606-FD86-BC61-9D7781EA3FA4}"/>
              </a:ext>
            </a:extLst>
          </p:cNvPr>
          <p:cNvSpPr txBox="1"/>
          <p:nvPr/>
        </p:nvSpPr>
        <p:spPr>
          <a:xfrm>
            <a:off x="1195475" y="2209022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9700C3-080C-2B68-FEA4-237996706CFC}"/>
              </a:ext>
            </a:extLst>
          </p:cNvPr>
          <p:cNvSpPr txBox="1"/>
          <p:nvPr/>
        </p:nvSpPr>
        <p:spPr>
          <a:xfrm>
            <a:off x="644955" y="3283443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44FB63-FB1C-F3AB-6205-4ACB2776D7EE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743CD3-A25F-9C7B-5E0D-11F7C5E6EE0A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B86B25-AB87-73C4-0F7A-DC845029FDD8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F53076-52CA-5D5E-ADEC-017422F14FBD}"/>
              </a:ext>
            </a:extLst>
          </p:cNvPr>
          <p:cNvSpPr txBox="1"/>
          <p:nvPr/>
        </p:nvSpPr>
        <p:spPr>
          <a:xfrm>
            <a:off x="1500849" y="2219070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5517A-B32F-BA1B-7670-C66C45DC1C84}"/>
              </a:ext>
            </a:extLst>
          </p:cNvPr>
          <p:cNvSpPr txBox="1"/>
          <p:nvPr/>
        </p:nvSpPr>
        <p:spPr>
          <a:xfrm>
            <a:off x="1202952" y="2206140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B48866-1484-6A68-DBB6-2BF989F6955B}"/>
              </a:ext>
            </a:extLst>
          </p:cNvPr>
          <p:cNvSpPr txBox="1"/>
          <p:nvPr/>
        </p:nvSpPr>
        <p:spPr>
          <a:xfrm>
            <a:off x="1306029" y="2201959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3D9CA-1D4A-CF07-4604-2CB7B187F7F2}"/>
              </a:ext>
            </a:extLst>
          </p:cNvPr>
          <p:cNvSpPr txBox="1"/>
          <p:nvPr/>
        </p:nvSpPr>
        <p:spPr>
          <a:xfrm>
            <a:off x="1419596" y="2205498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1928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7D45A-3BC7-273E-8BDB-BC69E6FC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7698E79-F6F9-06A9-E7BC-C30D624AC288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BFB81D5-67B4-F6FB-9C88-99C00DF4E6C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8EE6CB1-A799-ABF9-0B5A-BD74E6D93EC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E004537-60D4-ECE3-78C7-ACE6017AA8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108187-504A-157D-AC17-91B7015A84D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22EA554-F06A-8306-588C-B557B5B6996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2F2A46D-7930-7734-66AF-E8106885CD8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5A4FB56-A41B-7263-52B5-3B67FB15317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1A2EF35-321C-A17C-797D-1B311B351B1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712E608-0CD4-E581-2558-431648C3BC7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70A917F-2A2C-A4A7-8E24-133973E1DB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B05B6A4-76A6-7DFC-E219-252D226DC01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CFF3821-2754-5004-A99F-0240DC20D97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C26CC21-EFEA-01E3-05E6-408D939614C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D78E0D1-E51E-2DC8-9C3C-73FB8E9B1B4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CF9968D-99E3-5174-F3FA-33142813536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33095B6-E923-77FA-1E9C-1545501A349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A1A2105-6411-CBD2-0F9B-4E7AA25759F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E5CE5E-DB5C-98CE-AF5E-903AD8FEF2C8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B03E5-8A05-6EF9-CB8D-97F471D864DE}"/>
              </a:ext>
            </a:extLst>
          </p:cNvPr>
          <p:cNvSpPr/>
          <p:nvPr/>
        </p:nvSpPr>
        <p:spPr>
          <a:xfrm>
            <a:off x="406441" y="1966823"/>
            <a:ext cx="5350681" cy="2056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8EC9A-5C15-0ADC-3779-5A20AD5DDCD1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A2AB8-23E8-E133-EE8E-963A6E5E405E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9AA1-6337-6E4C-6E31-D97DCAF60CAE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D67D43-26C3-A2DA-8ADF-745BD828DC7C}"/>
              </a:ext>
            </a:extLst>
          </p:cNvPr>
          <p:cNvSpPr txBox="1"/>
          <p:nvPr/>
        </p:nvSpPr>
        <p:spPr>
          <a:xfrm>
            <a:off x="3787710" y="218405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1B0960-4CDE-778A-3A54-A8EF41D5967F}"/>
              </a:ext>
            </a:extLst>
          </p:cNvPr>
          <p:cNvSpPr txBox="1"/>
          <p:nvPr/>
        </p:nvSpPr>
        <p:spPr>
          <a:xfrm>
            <a:off x="3898264" y="217699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BA708C-7BEB-B122-7057-4C99577E31DF}"/>
              </a:ext>
            </a:extLst>
          </p:cNvPr>
          <p:cNvSpPr txBox="1"/>
          <p:nvPr/>
        </p:nvSpPr>
        <p:spPr>
          <a:xfrm>
            <a:off x="4011831" y="2180534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DCFFA-E0C9-302F-8C47-20EF53052394}"/>
              </a:ext>
            </a:extLst>
          </p:cNvPr>
          <p:cNvSpPr txBox="1"/>
          <p:nvPr/>
        </p:nvSpPr>
        <p:spPr>
          <a:xfrm>
            <a:off x="4093084" y="2194106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5AE42-C840-1B68-0516-149765AF64E1}"/>
              </a:ext>
            </a:extLst>
          </p:cNvPr>
          <p:cNvSpPr txBox="1"/>
          <p:nvPr/>
        </p:nvSpPr>
        <p:spPr>
          <a:xfrm>
            <a:off x="500299" y="2527609"/>
            <a:ext cx="26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8372C-E0F7-AFC0-4B57-D2E4B64857CE}"/>
              </a:ext>
            </a:extLst>
          </p:cNvPr>
          <p:cNvSpPr txBox="1"/>
          <p:nvPr/>
        </p:nvSpPr>
        <p:spPr>
          <a:xfrm>
            <a:off x="643845" y="2558470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CC292-F705-927C-66C9-034F8B184E31}"/>
              </a:ext>
            </a:extLst>
          </p:cNvPr>
          <p:cNvSpPr txBox="1"/>
          <p:nvPr/>
        </p:nvSpPr>
        <p:spPr>
          <a:xfrm>
            <a:off x="1303627" y="2567162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127E75-7F6B-621D-FDF1-96AB5184E3F7}"/>
              </a:ext>
            </a:extLst>
          </p:cNvPr>
          <p:cNvSpPr txBox="1"/>
          <p:nvPr/>
        </p:nvSpPr>
        <p:spPr>
          <a:xfrm>
            <a:off x="2279735" y="25621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B5042-D96E-8374-F5D7-1A38250346C6}"/>
              </a:ext>
            </a:extLst>
          </p:cNvPr>
          <p:cNvSpPr txBox="1"/>
          <p:nvPr/>
        </p:nvSpPr>
        <p:spPr>
          <a:xfrm>
            <a:off x="3144027" y="2562110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B5637-CC1A-DE40-FC68-38012C402F19}"/>
              </a:ext>
            </a:extLst>
          </p:cNvPr>
          <p:cNvSpPr txBox="1"/>
          <p:nvPr/>
        </p:nvSpPr>
        <p:spPr>
          <a:xfrm>
            <a:off x="4084120" y="2525017"/>
            <a:ext cx="114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FE4FC-8602-3A63-1F3E-53AD4652344C}"/>
              </a:ext>
            </a:extLst>
          </p:cNvPr>
          <p:cNvSpPr txBox="1"/>
          <p:nvPr/>
        </p:nvSpPr>
        <p:spPr>
          <a:xfrm>
            <a:off x="512561" y="2925127"/>
            <a:ext cx="9305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4C5B9-8DB8-BFEE-9EB4-E5CF8E34522E}"/>
              </a:ext>
            </a:extLst>
          </p:cNvPr>
          <p:cNvSpPr txBox="1"/>
          <p:nvPr/>
        </p:nvSpPr>
        <p:spPr>
          <a:xfrm>
            <a:off x="644955" y="3283443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A92C55-EF56-EECB-FCD9-3824531D610E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2F47BD-DEA1-B4B5-3617-C3890CEA0613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2FA7E1-6A97-9FD8-5C26-F0D04B84699A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</p:spTree>
    <p:extLst>
      <p:ext uri="{BB962C8B-B14F-4D97-AF65-F5344CB8AC3E}">
        <p14:creationId xmlns:p14="http://schemas.microsoft.com/office/powerpoint/2010/main" val="139313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2D942-0A09-32E0-7F3D-F1163B59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19A5200-E001-DEA8-76D3-E5F17542CCDC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78FFFE5-89D8-D366-E891-C44E036CFB7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FAD605B-D26F-3EBC-FB7D-0A2DC3FD0DF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355673D-C71D-D45C-8603-CF840EFF7A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D0187F5-64C1-031E-7E45-DDEF0C7F9B6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4E68AAF-F589-A595-30FC-A4624997CD7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229A3FF-DCB7-30C4-607B-C1DA480616E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2E449B3-6679-0884-3C85-EFE449CA904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9ADAFAD-EB76-1984-AB11-75F82AC3E64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07B891E-6862-104A-A07F-8199F743E63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26A6FBC-1399-B2BD-BA23-BE3F6022EC5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9D7445-1ACA-D296-B178-9FFB72BE8F7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E37D7BC-7627-45D9-F424-7B8C339FB04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E102B52-A33E-3F29-EC53-A241995F15D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C4309A7-BD51-DA51-4C66-870C0121967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3088287-6E6A-0F51-4211-40B73DA214F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4266C99-EAB4-2C97-C959-D6E9B0F538B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0F40B5C-470F-B9A0-1B25-A907873D6C3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9941699-4063-F704-3EE8-31C141590A17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104219-B3CE-5C5F-3189-F3B159CAA6E6}"/>
              </a:ext>
            </a:extLst>
          </p:cNvPr>
          <p:cNvSpPr/>
          <p:nvPr/>
        </p:nvSpPr>
        <p:spPr>
          <a:xfrm>
            <a:off x="406441" y="1966822"/>
            <a:ext cx="5350681" cy="21479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B3592-8B54-6F90-4C79-84783D108BA4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75629-02AA-E7B0-922B-00BBAA0FB812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5CBFE-945D-32C0-0D0D-A0519ABF0F7C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F7A59F-042A-6B5E-3B9C-FB7DE1640407}"/>
              </a:ext>
            </a:extLst>
          </p:cNvPr>
          <p:cNvSpPr txBox="1"/>
          <p:nvPr/>
        </p:nvSpPr>
        <p:spPr>
          <a:xfrm>
            <a:off x="3747070" y="216373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2CA2D-5249-B80F-B656-4E66343A0C02}"/>
              </a:ext>
            </a:extLst>
          </p:cNvPr>
          <p:cNvSpPr txBox="1"/>
          <p:nvPr/>
        </p:nvSpPr>
        <p:spPr>
          <a:xfrm>
            <a:off x="3857624" y="215667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018D3-4699-F37A-C4E1-5AF8051ED33E}"/>
              </a:ext>
            </a:extLst>
          </p:cNvPr>
          <p:cNvSpPr txBox="1"/>
          <p:nvPr/>
        </p:nvSpPr>
        <p:spPr>
          <a:xfrm>
            <a:off x="606050" y="2883906"/>
            <a:ext cx="26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2A928-8357-28C2-3975-1DF64E3C0E9F}"/>
              </a:ext>
            </a:extLst>
          </p:cNvPr>
          <p:cNvSpPr txBox="1"/>
          <p:nvPr/>
        </p:nvSpPr>
        <p:spPr>
          <a:xfrm>
            <a:off x="749596" y="2914767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66E3D-175F-6C64-76A5-743E5915B033}"/>
              </a:ext>
            </a:extLst>
          </p:cNvPr>
          <p:cNvSpPr txBox="1"/>
          <p:nvPr/>
        </p:nvSpPr>
        <p:spPr>
          <a:xfrm>
            <a:off x="1409378" y="2923459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C03D71-2D26-8FB2-6537-8DE3DAEEF8C8}"/>
              </a:ext>
            </a:extLst>
          </p:cNvPr>
          <p:cNvSpPr txBox="1"/>
          <p:nvPr/>
        </p:nvSpPr>
        <p:spPr>
          <a:xfrm>
            <a:off x="2385486" y="2918407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05C5C-2B9C-EA5C-C4AA-24ADC7D89418}"/>
              </a:ext>
            </a:extLst>
          </p:cNvPr>
          <p:cNvSpPr txBox="1"/>
          <p:nvPr/>
        </p:nvSpPr>
        <p:spPr>
          <a:xfrm>
            <a:off x="3249778" y="2918407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82A2EA-78EE-7070-ADBD-CBED635961D6}"/>
              </a:ext>
            </a:extLst>
          </p:cNvPr>
          <p:cNvSpPr txBox="1"/>
          <p:nvPr/>
        </p:nvSpPr>
        <p:spPr>
          <a:xfrm>
            <a:off x="4189871" y="2881314"/>
            <a:ext cx="114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032CCB-C9D9-A3F6-D2C9-9562FC18D233}"/>
              </a:ext>
            </a:extLst>
          </p:cNvPr>
          <p:cNvSpPr txBox="1"/>
          <p:nvPr/>
        </p:nvSpPr>
        <p:spPr>
          <a:xfrm>
            <a:off x="535137" y="2552118"/>
            <a:ext cx="1257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data : {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D5971-D861-1B87-E2FA-2AED75294CAF}"/>
              </a:ext>
            </a:extLst>
          </p:cNvPr>
          <p:cNvSpPr txBox="1"/>
          <p:nvPr/>
        </p:nvSpPr>
        <p:spPr>
          <a:xfrm>
            <a:off x="644955" y="3283443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82F52-2E06-AAF4-8EE5-E94AD1AD7320}"/>
              </a:ext>
            </a:extLst>
          </p:cNvPr>
          <p:cNvSpPr txBox="1"/>
          <p:nvPr/>
        </p:nvSpPr>
        <p:spPr>
          <a:xfrm>
            <a:off x="1357819" y="2552118"/>
            <a:ext cx="205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3F06A-CF0F-F673-86A2-E59FCC651C76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D3A9AB-34B3-3BDF-F068-ADE533E9CD06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E41DD-8042-C822-373D-0B2F2A9AAD74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703C3-C92F-D54C-44DF-F49AB8767B04}"/>
              </a:ext>
            </a:extLst>
          </p:cNvPr>
          <p:cNvSpPr txBox="1"/>
          <p:nvPr/>
        </p:nvSpPr>
        <p:spPr>
          <a:xfrm>
            <a:off x="488863" y="3532764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8B750A-AEDF-29D9-99DC-53640A295CF8}"/>
              </a:ext>
            </a:extLst>
          </p:cNvPr>
          <p:cNvSpPr txBox="1"/>
          <p:nvPr/>
        </p:nvSpPr>
        <p:spPr>
          <a:xfrm>
            <a:off x="570116" y="3546336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3180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A79C9-D3EA-1CB6-2CF1-01E3CD95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E81C1A6-0957-B555-3702-44FC92CBBCFD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8C11AC0-D8E4-6CC3-26DC-1F0FAF0EBF9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10A2BC1-8B83-031A-2360-2DE35F6843D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FE73F60-B360-FD6C-8496-F89C03CEE4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7E8DB3C-07E6-BEC0-5872-6A0C197B1E8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212AFDB-F921-6EB0-D135-4C609EC215B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84A0CD6-190F-07CF-2005-A21CAA1DBE7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05CAD0B-3432-7693-C810-09B4CA54527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5221E30-35DF-ABF4-5B0C-0A5700EAF11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FADDED7-E965-44BE-84C2-BE8D9C43B7F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0C396EE-F789-928C-5A9D-6B72112AAEC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6B1E98-5181-CC00-5AA1-3833AC8FEF5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E965B89-D21D-4F60-B416-E725E4C8D66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6E42E31-AFDF-450C-7C4E-57D89371A7E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B15AA8A-B190-D9E1-B800-CE646770228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6F89F35-806B-15EB-43CF-45E34430782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25DD057-5160-72BC-87A1-A79EC028170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55920C5-9BCF-EABA-4469-688B80270D6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3B21E69-402B-975B-BF04-F06C73B0D758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3B1F40-9682-F51C-AF2B-F2E6BAD90F50}"/>
              </a:ext>
            </a:extLst>
          </p:cNvPr>
          <p:cNvSpPr/>
          <p:nvPr/>
        </p:nvSpPr>
        <p:spPr>
          <a:xfrm>
            <a:off x="406441" y="1966822"/>
            <a:ext cx="5350681" cy="30508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731EA-4F15-849C-8896-C567F3BBDB9D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B7284-4E23-40B6-07B6-49272FBE52EB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4ADD0-9D74-9635-2B23-900057F92C76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D4214A-F0DB-D44F-2BC8-5A13348DF9EC}"/>
              </a:ext>
            </a:extLst>
          </p:cNvPr>
          <p:cNvSpPr txBox="1"/>
          <p:nvPr/>
        </p:nvSpPr>
        <p:spPr>
          <a:xfrm>
            <a:off x="3747070" y="216373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51F27D-E703-144B-7717-8CCE9786DFC6}"/>
              </a:ext>
            </a:extLst>
          </p:cNvPr>
          <p:cNvSpPr txBox="1"/>
          <p:nvPr/>
        </p:nvSpPr>
        <p:spPr>
          <a:xfrm>
            <a:off x="3857624" y="215667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6E90A-437C-17B6-FB64-BBC7830CE062}"/>
              </a:ext>
            </a:extLst>
          </p:cNvPr>
          <p:cNvSpPr txBox="1"/>
          <p:nvPr/>
        </p:nvSpPr>
        <p:spPr>
          <a:xfrm>
            <a:off x="535137" y="2552118"/>
            <a:ext cx="1257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data : {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EE72F-1CD2-1A67-107B-B5705A6DBB61}"/>
              </a:ext>
            </a:extLst>
          </p:cNvPr>
          <p:cNvSpPr txBox="1"/>
          <p:nvPr/>
        </p:nvSpPr>
        <p:spPr>
          <a:xfrm>
            <a:off x="626935" y="3692714"/>
            <a:ext cx="205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4AB43-D894-6C8F-A7E9-31CBA43D2F12}"/>
              </a:ext>
            </a:extLst>
          </p:cNvPr>
          <p:cNvSpPr txBox="1"/>
          <p:nvPr/>
        </p:nvSpPr>
        <p:spPr>
          <a:xfrm>
            <a:off x="749596" y="2914767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8322F-109C-AB31-956D-93C0D4223828}"/>
              </a:ext>
            </a:extLst>
          </p:cNvPr>
          <p:cNvSpPr txBox="1"/>
          <p:nvPr/>
        </p:nvSpPr>
        <p:spPr>
          <a:xfrm>
            <a:off x="1579870" y="2943011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32027-E44A-C592-0C80-ABA4A30F14D9}"/>
              </a:ext>
            </a:extLst>
          </p:cNvPr>
          <p:cNvSpPr txBox="1"/>
          <p:nvPr/>
        </p:nvSpPr>
        <p:spPr>
          <a:xfrm>
            <a:off x="686894" y="3311335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B13E65-8373-BABD-B050-F2DB913B8396}"/>
              </a:ext>
            </a:extLst>
          </p:cNvPr>
          <p:cNvSpPr txBox="1"/>
          <p:nvPr/>
        </p:nvSpPr>
        <p:spPr>
          <a:xfrm>
            <a:off x="2813504" y="2939258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730522-2C0B-9069-6011-9B6F1AA2DC09}"/>
              </a:ext>
            </a:extLst>
          </p:cNvPr>
          <p:cNvSpPr txBox="1"/>
          <p:nvPr/>
        </p:nvSpPr>
        <p:spPr>
          <a:xfrm>
            <a:off x="3842862" y="2861126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2584F-6FF4-D7E7-797B-6CBEC0027D5F}"/>
              </a:ext>
            </a:extLst>
          </p:cNvPr>
          <p:cNvSpPr txBox="1"/>
          <p:nvPr/>
        </p:nvSpPr>
        <p:spPr>
          <a:xfrm>
            <a:off x="1916668" y="3292604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9B6635-657E-3B08-C0D3-E692C77C9C07}"/>
              </a:ext>
            </a:extLst>
          </p:cNvPr>
          <p:cNvSpPr txBox="1"/>
          <p:nvPr/>
        </p:nvSpPr>
        <p:spPr>
          <a:xfrm>
            <a:off x="4144354" y="3286037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287B4-E762-6AE2-F971-90C5FBD51ABB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F75438-292C-CE07-36A0-D5901A1F1983}"/>
              </a:ext>
            </a:extLst>
          </p:cNvPr>
          <p:cNvSpPr txBox="1"/>
          <p:nvPr/>
        </p:nvSpPr>
        <p:spPr>
          <a:xfrm>
            <a:off x="424517" y="3943978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1B904C-8B23-5295-9A39-626E4704CB13}"/>
              </a:ext>
            </a:extLst>
          </p:cNvPr>
          <p:cNvSpPr txBox="1"/>
          <p:nvPr/>
        </p:nvSpPr>
        <p:spPr>
          <a:xfrm>
            <a:off x="505770" y="3957550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640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ACC3C-3E2B-EAB6-457B-C86D784DD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F7AFB75-B8B1-7E94-4E09-1C3EFB009FD9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BC9E916-3DA9-833A-51B9-9A61EF31533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17493A0-DAF6-CC5C-B66E-AF8622F2B8D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50A2965-33BE-BFCA-1284-CF972B75DF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252AA86-38FF-6648-04FE-68BFD76DD62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39B7DCB-4BCA-7E6D-F996-6227315F67C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6EF2B37-0EBB-17CE-3CE5-B577A99E68D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DD41C88-883A-AE10-8292-626A67F9010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48C8306-26E2-6A53-D084-FF9C2C37E84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DBED698-77D1-5FB7-CCDE-ABDD6C22D29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8A8E2F0-F118-8755-2EA3-B7F222B91D6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5FB10D5-4F74-61A4-6658-A6ABA87435C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D38902E-98D9-CF4E-3DAE-0FC638F3FBE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B45EF16-96EB-D274-22BF-775E8352991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FF58ACC-3671-788F-550F-C27342EA06F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A442AC2-DDE2-24CE-E69D-E9F101533C6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8F0250E-8035-34F9-D85E-A25189198A3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4A40DFF-493A-BB62-BFB2-9C61F43FE59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B679F80-94B6-5E58-612D-EBF2D841114D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3675AD-88F4-A8CC-C18D-7975025AC263}"/>
              </a:ext>
            </a:extLst>
          </p:cNvPr>
          <p:cNvSpPr/>
          <p:nvPr/>
        </p:nvSpPr>
        <p:spPr>
          <a:xfrm>
            <a:off x="406441" y="1966822"/>
            <a:ext cx="5350681" cy="30508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676F9-9A2F-5E4C-6309-80C7F6ABAA43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0CED9-9353-06BB-EFC6-23C8C4D88C80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7704A-1E10-ECE3-0DD2-5668260DAD79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96F55-F860-ECDA-BAC0-2E16842CA044}"/>
              </a:ext>
            </a:extLst>
          </p:cNvPr>
          <p:cNvSpPr txBox="1"/>
          <p:nvPr/>
        </p:nvSpPr>
        <p:spPr>
          <a:xfrm>
            <a:off x="3747070" y="216373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ED546C-735C-6327-B8BE-C8BF1561C2C9}"/>
              </a:ext>
            </a:extLst>
          </p:cNvPr>
          <p:cNvSpPr txBox="1"/>
          <p:nvPr/>
        </p:nvSpPr>
        <p:spPr>
          <a:xfrm>
            <a:off x="3857624" y="215667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A5FDD-2DA7-7402-3892-E459C7E45605}"/>
              </a:ext>
            </a:extLst>
          </p:cNvPr>
          <p:cNvSpPr txBox="1"/>
          <p:nvPr/>
        </p:nvSpPr>
        <p:spPr>
          <a:xfrm>
            <a:off x="535137" y="2552118"/>
            <a:ext cx="1257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data : {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39CCE-6926-DEFC-D28E-00DA18C74F03}"/>
              </a:ext>
            </a:extLst>
          </p:cNvPr>
          <p:cNvSpPr txBox="1"/>
          <p:nvPr/>
        </p:nvSpPr>
        <p:spPr>
          <a:xfrm>
            <a:off x="535137" y="4048079"/>
            <a:ext cx="205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E4AC0-B55C-84B6-64F9-D8D39B598702}"/>
              </a:ext>
            </a:extLst>
          </p:cNvPr>
          <p:cNvSpPr txBox="1"/>
          <p:nvPr/>
        </p:nvSpPr>
        <p:spPr>
          <a:xfrm>
            <a:off x="749596" y="2914767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3B1437-70B8-B0DD-0ECB-08F293C5A478}"/>
              </a:ext>
            </a:extLst>
          </p:cNvPr>
          <p:cNvSpPr txBox="1"/>
          <p:nvPr/>
        </p:nvSpPr>
        <p:spPr>
          <a:xfrm>
            <a:off x="1579870" y="2943011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9E341-58B2-EF25-F06C-22CB7171C44F}"/>
              </a:ext>
            </a:extLst>
          </p:cNvPr>
          <p:cNvSpPr txBox="1"/>
          <p:nvPr/>
        </p:nvSpPr>
        <p:spPr>
          <a:xfrm>
            <a:off x="654901" y="3312944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0E72A4-955E-4613-EF5D-0CC5C68913B8}"/>
              </a:ext>
            </a:extLst>
          </p:cNvPr>
          <p:cNvSpPr txBox="1"/>
          <p:nvPr/>
        </p:nvSpPr>
        <p:spPr>
          <a:xfrm>
            <a:off x="654901" y="37345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E35BD-4E25-B964-5824-CDD7864416C4}"/>
              </a:ext>
            </a:extLst>
          </p:cNvPr>
          <p:cNvSpPr txBox="1"/>
          <p:nvPr/>
        </p:nvSpPr>
        <p:spPr>
          <a:xfrm>
            <a:off x="3842862" y="2861126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93284-0D18-2CAE-96A9-01E126B04014}"/>
              </a:ext>
            </a:extLst>
          </p:cNvPr>
          <p:cNvSpPr txBox="1"/>
          <p:nvPr/>
        </p:nvSpPr>
        <p:spPr>
          <a:xfrm>
            <a:off x="1708437" y="3323672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C787F6-CF4D-D50C-6F5D-324B651440C4}"/>
              </a:ext>
            </a:extLst>
          </p:cNvPr>
          <p:cNvSpPr txBox="1"/>
          <p:nvPr/>
        </p:nvSpPr>
        <p:spPr>
          <a:xfrm>
            <a:off x="1665227" y="3723513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AAD3C-4EE0-F8F1-745D-1D2938116A41}"/>
              </a:ext>
            </a:extLst>
          </p:cNvPr>
          <p:cNvSpPr txBox="1"/>
          <p:nvPr/>
        </p:nvSpPr>
        <p:spPr>
          <a:xfrm>
            <a:off x="4929751" y="3276973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0E6782-0CF3-4A5A-B65C-579892356452}"/>
              </a:ext>
            </a:extLst>
          </p:cNvPr>
          <p:cNvSpPr txBox="1"/>
          <p:nvPr/>
        </p:nvSpPr>
        <p:spPr>
          <a:xfrm>
            <a:off x="386757" y="4319224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9AF6F3-19E5-D930-72AD-8DDC6030948C}"/>
              </a:ext>
            </a:extLst>
          </p:cNvPr>
          <p:cNvSpPr txBox="1"/>
          <p:nvPr/>
        </p:nvSpPr>
        <p:spPr>
          <a:xfrm>
            <a:off x="468010" y="4332796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356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73397-71E1-4D66-13E4-73EFFA67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FDCB93BB-3EF4-B51A-3E6B-A698ED965E3A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820F0D5-6B99-7D90-67A3-0C7E5BC8E3F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A038AE2-AEB4-218D-4A81-027BF6008D3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287B2B7-DC33-1606-83AD-6B4378BB28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A81EDE6-5CA4-FCBE-203B-E74270C0152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9375215-2308-C1AF-2472-7F8555D9326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AE5399A-4F1C-3195-2CAA-17043BC80B5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917385F-D567-FF6D-8ADA-9B4D394A32E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BD74033-4000-3F37-5773-2E4C38D0BA4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CD82599-8DEA-0EA9-D3A7-B86D182218F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E47DC89-34A7-419D-1022-3DC333FD84A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051496-4435-EC59-EC5C-1F5CFA2731F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F024BD6-DFEE-2640-F1C6-659BDCCC72B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9774E1C-5BBD-C741-E603-C3B2CF7A7FF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533EEDB-076A-738F-1091-3216BB37F9A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949D216-7062-9A42-2095-465EB63A389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87FE540-8FCA-97C0-8CD5-9B3680611A9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FEF92F2-3373-5CD7-6EBC-BDC729E993D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2FC1C56-B9DE-18D5-B116-5D6C7BB5B8B6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5A71E-AAAE-9E81-7167-83CD3551D29B}"/>
              </a:ext>
            </a:extLst>
          </p:cNvPr>
          <p:cNvSpPr/>
          <p:nvPr/>
        </p:nvSpPr>
        <p:spPr>
          <a:xfrm>
            <a:off x="406441" y="1966822"/>
            <a:ext cx="5350681" cy="3230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22169-C531-9621-93A1-16ADAAF79630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EF9ED-47C5-A896-2C02-15170C659338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B1497-A9DC-C887-3DD5-4D5E11C369FD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B427D9-CF4B-E569-A807-93B934D65E5A}"/>
              </a:ext>
            </a:extLst>
          </p:cNvPr>
          <p:cNvSpPr txBox="1"/>
          <p:nvPr/>
        </p:nvSpPr>
        <p:spPr>
          <a:xfrm>
            <a:off x="3747070" y="216373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287B2F-ED5C-7013-F010-663A2CA7EF3E}"/>
              </a:ext>
            </a:extLst>
          </p:cNvPr>
          <p:cNvSpPr txBox="1"/>
          <p:nvPr/>
        </p:nvSpPr>
        <p:spPr>
          <a:xfrm>
            <a:off x="3857624" y="215667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4C761-BCCF-6194-8487-3E5F0F4428CC}"/>
              </a:ext>
            </a:extLst>
          </p:cNvPr>
          <p:cNvSpPr txBox="1"/>
          <p:nvPr/>
        </p:nvSpPr>
        <p:spPr>
          <a:xfrm>
            <a:off x="535137" y="2552118"/>
            <a:ext cx="1257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data : {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82CD8-7CAD-CFDF-97FD-DC772644D48E}"/>
              </a:ext>
            </a:extLst>
          </p:cNvPr>
          <p:cNvSpPr txBox="1"/>
          <p:nvPr/>
        </p:nvSpPr>
        <p:spPr>
          <a:xfrm>
            <a:off x="552009" y="4381523"/>
            <a:ext cx="205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37BAE-4DDC-0D8B-F703-DEF2A0A243E6}"/>
              </a:ext>
            </a:extLst>
          </p:cNvPr>
          <p:cNvSpPr txBox="1"/>
          <p:nvPr/>
        </p:nvSpPr>
        <p:spPr>
          <a:xfrm>
            <a:off x="749596" y="2914767"/>
            <a:ext cx="861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A1C8CF-0AB7-1564-92A9-4D8F8EBF1D21}"/>
              </a:ext>
            </a:extLst>
          </p:cNvPr>
          <p:cNvSpPr txBox="1"/>
          <p:nvPr/>
        </p:nvSpPr>
        <p:spPr>
          <a:xfrm>
            <a:off x="1579870" y="2943011"/>
            <a:ext cx="137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58DD7-8C51-825B-691B-B9957193668C}"/>
              </a:ext>
            </a:extLst>
          </p:cNvPr>
          <p:cNvSpPr txBox="1"/>
          <p:nvPr/>
        </p:nvSpPr>
        <p:spPr>
          <a:xfrm>
            <a:off x="654901" y="3312944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74FE8-1009-B92C-7E6C-196DA03817D7}"/>
              </a:ext>
            </a:extLst>
          </p:cNvPr>
          <p:cNvSpPr txBox="1"/>
          <p:nvPr/>
        </p:nvSpPr>
        <p:spPr>
          <a:xfrm>
            <a:off x="654901" y="3734510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Salary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E7CD9-9142-4871-DA48-7BFE733B8827}"/>
              </a:ext>
            </a:extLst>
          </p:cNvPr>
          <p:cNvSpPr txBox="1"/>
          <p:nvPr/>
        </p:nvSpPr>
        <p:spPr>
          <a:xfrm>
            <a:off x="662164" y="4102945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Absent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79AB93-9350-D1DE-7BEC-E77CA6E85571}"/>
              </a:ext>
            </a:extLst>
          </p:cNvPr>
          <p:cNvSpPr txBox="1"/>
          <p:nvPr/>
        </p:nvSpPr>
        <p:spPr>
          <a:xfrm>
            <a:off x="1708437" y="3323672"/>
            <a:ext cx="236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,“Software Engineer”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8E39DF-1694-EE89-7074-0CE9692CA39C}"/>
              </a:ext>
            </a:extLst>
          </p:cNvPr>
          <p:cNvSpPr txBox="1"/>
          <p:nvPr/>
        </p:nvSpPr>
        <p:spPr>
          <a:xfrm>
            <a:off x="1665227" y="3723513"/>
            <a:ext cx="862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1.400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977C38-7908-01CB-5C16-A8D79898671C}"/>
              </a:ext>
            </a:extLst>
          </p:cNvPr>
          <p:cNvSpPr txBox="1"/>
          <p:nvPr/>
        </p:nvSpPr>
        <p:spPr>
          <a:xfrm>
            <a:off x="1706871" y="4110008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77C1C0-50D1-8621-B03C-3EA6DF8F54E1}"/>
              </a:ext>
            </a:extLst>
          </p:cNvPr>
          <p:cNvSpPr txBox="1"/>
          <p:nvPr/>
        </p:nvSpPr>
        <p:spPr>
          <a:xfrm>
            <a:off x="403629" y="4652668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DC28B-7A9D-381A-E2AE-33110802B1CD}"/>
              </a:ext>
            </a:extLst>
          </p:cNvPr>
          <p:cNvSpPr txBox="1"/>
          <p:nvPr/>
        </p:nvSpPr>
        <p:spPr>
          <a:xfrm>
            <a:off x="484882" y="4666240"/>
            <a:ext cx="24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2774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E493B-A578-201C-FF97-31139C80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8B9620F0-CA85-335A-13FA-057F77E9643F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940B4B6-EF62-A9D0-83AF-9C025BC394D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26DEDAA-6CC9-64A2-3C20-EDE601953E4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D24E172-00C9-1912-25B8-66284F29B9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E06B449-8B13-B6B5-DE4B-128102A2602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08E42B7-0DCB-D2D5-5152-242928E5D2F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01EFBC5-2DE8-FE43-D178-C6FE7CC83AD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C4B5AE3-E4B3-AEB0-7C7A-8190AB369A4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A9AB460-9729-5DB1-5F51-A344F00D741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E5C2451-CD73-07D1-FDC5-E10AEA7EFD1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E82D2E6-2F6D-7C82-A862-076C39A069F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DD28911-0408-642A-E700-F448F246553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F8A0C03-76B5-9D06-B435-268F6631C61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8450BAE-6F83-2053-436D-BC47D6369C9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A628D8F-F441-55E5-F0AB-EFE77A8082D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AEE2AAA-99C9-61A8-C6A1-FCB42A733BA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90C37CA-E659-8655-7CC7-4A5211D8639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79F8762-28C8-0B27-3089-539A3DFD711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C8990DC-C9DF-8F82-CA9C-649DBF35B56E}"/>
              </a:ext>
            </a:extLst>
          </p:cNvPr>
          <p:cNvSpPr/>
          <p:nvPr/>
        </p:nvSpPr>
        <p:spPr>
          <a:xfrm>
            <a:off x="406442" y="1216938"/>
            <a:ext cx="2946358" cy="623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F5700E-A968-F97E-5B86-C7A2D080BF73}"/>
              </a:ext>
            </a:extLst>
          </p:cNvPr>
          <p:cNvSpPr/>
          <p:nvPr/>
        </p:nvSpPr>
        <p:spPr>
          <a:xfrm>
            <a:off x="406441" y="1966822"/>
            <a:ext cx="5350681" cy="3230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CE559-630E-BAAA-B4D9-84AF5C5CDAAB}"/>
              </a:ext>
            </a:extLst>
          </p:cNvPr>
          <p:cNvSpPr txBox="1"/>
          <p:nvPr/>
        </p:nvSpPr>
        <p:spPr>
          <a:xfrm>
            <a:off x="488863" y="2213874"/>
            <a:ext cx="813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await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86C28-5A5F-861A-6A33-8EDB0AF610F8}"/>
              </a:ext>
            </a:extLst>
          </p:cNvPr>
          <p:cNvSpPr txBox="1"/>
          <p:nvPr/>
        </p:nvSpPr>
        <p:spPr>
          <a:xfrm>
            <a:off x="1243982" y="2183519"/>
            <a:ext cx="2046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prisma.employee</a:t>
            </a:r>
            <a:r>
              <a:rPr lang="en-US" sz="2000" dirty="0">
                <a:latin typeface="Berlin Sans FB" panose="020E0602020502020306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D8AFE-F59A-5BBD-EFCF-04F54F4AEF20}"/>
              </a:ext>
            </a:extLst>
          </p:cNvPr>
          <p:cNvSpPr txBox="1"/>
          <p:nvPr/>
        </p:nvSpPr>
        <p:spPr>
          <a:xfrm>
            <a:off x="3091412" y="2177526"/>
            <a:ext cx="86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create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3245C1-4C34-1AC1-55FC-AD64B4179CD9}"/>
              </a:ext>
            </a:extLst>
          </p:cNvPr>
          <p:cNvSpPr txBox="1"/>
          <p:nvPr/>
        </p:nvSpPr>
        <p:spPr>
          <a:xfrm>
            <a:off x="3747070" y="2163738"/>
            <a:ext cx="257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6F1629-921A-70E4-05D2-BC0099295E73}"/>
              </a:ext>
            </a:extLst>
          </p:cNvPr>
          <p:cNvSpPr txBox="1"/>
          <p:nvPr/>
        </p:nvSpPr>
        <p:spPr>
          <a:xfrm>
            <a:off x="3857624" y="2156675"/>
            <a:ext cx="3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68CC6-2B7F-E510-198F-22497A735B61}"/>
              </a:ext>
            </a:extLst>
          </p:cNvPr>
          <p:cNvSpPr txBox="1"/>
          <p:nvPr/>
        </p:nvSpPr>
        <p:spPr>
          <a:xfrm>
            <a:off x="606073" y="2572610"/>
            <a:ext cx="1257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data : {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F3496-D117-C489-4814-F54865E23FA5}"/>
              </a:ext>
            </a:extLst>
          </p:cNvPr>
          <p:cNvSpPr txBox="1"/>
          <p:nvPr/>
        </p:nvSpPr>
        <p:spPr>
          <a:xfrm>
            <a:off x="595236" y="4170146"/>
            <a:ext cx="205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BC30C-2310-1BB2-497E-E414098430E6}"/>
              </a:ext>
            </a:extLst>
          </p:cNvPr>
          <p:cNvSpPr txBox="1"/>
          <p:nvPr/>
        </p:nvSpPr>
        <p:spPr>
          <a:xfrm>
            <a:off x="800396" y="2924927"/>
            <a:ext cx="1042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name :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8AAF6F-723C-5F98-1FF7-05B56CD8E2C5}"/>
              </a:ext>
            </a:extLst>
          </p:cNvPr>
          <p:cNvSpPr txBox="1"/>
          <p:nvPr/>
        </p:nvSpPr>
        <p:spPr>
          <a:xfrm>
            <a:off x="1663316" y="2913930"/>
            <a:ext cx="147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“John Doe”,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67E70-47CA-9E7E-DB7A-CFD9F151ED91}"/>
              </a:ext>
            </a:extLst>
          </p:cNvPr>
          <p:cNvSpPr txBox="1"/>
          <p:nvPr/>
        </p:nvSpPr>
        <p:spPr>
          <a:xfrm>
            <a:off x="796139" y="3252307"/>
            <a:ext cx="1163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position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10FD1-2D56-4B2D-48E5-0A75A96AF1CE}"/>
              </a:ext>
            </a:extLst>
          </p:cNvPr>
          <p:cNvSpPr txBox="1"/>
          <p:nvPr/>
        </p:nvSpPr>
        <p:spPr>
          <a:xfrm>
            <a:off x="807240" y="3578989"/>
            <a:ext cx="1010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salary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9610EF-6912-2E1A-D517-F972D8A56BB7}"/>
              </a:ext>
            </a:extLst>
          </p:cNvPr>
          <p:cNvSpPr txBox="1"/>
          <p:nvPr/>
        </p:nvSpPr>
        <p:spPr>
          <a:xfrm>
            <a:off x="771876" y="3909872"/>
            <a:ext cx="1003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absent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7D30D0-4906-2736-30B3-6C2235D8DBBD}"/>
              </a:ext>
            </a:extLst>
          </p:cNvPr>
          <p:cNvSpPr txBox="1"/>
          <p:nvPr/>
        </p:nvSpPr>
        <p:spPr>
          <a:xfrm>
            <a:off x="1728757" y="3262712"/>
            <a:ext cx="2592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“Software Engineer” ,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A98490-A2B1-F9DE-1B92-87D1A49D40F2}"/>
              </a:ext>
            </a:extLst>
          </p:cNvPr>
          <p:cNvSpPr txBox="1"/>
          <p:nvPr/>
        </p:nvSpPr>
        <p:spPr>
          <a:xfrm>
            <a:off x="1674478" y="3631519"/>
            <a:ext cx="1003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1.400,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86885-CA46-18CC-F87B-4AD1596EE6C2}"/>
              </a:ext>
            </a:extLst>
          </p:cNvPr>
          <p:cNvSpPr txBox="1"/>
          <p:nvPr/>
        </p:nvSpPr>
        <p:spPr>
          <a:xfrm>
            <a:off x="1676851" y="3938001"/>
            <a:ext cx="502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32D61-C747-5BA3-5874-365A836255E8}"/>
              </a:ext>
            </a:extLst>
          </p:cNvPr>
          <p:cNvSpPr txBox="1"/>
          <p:nvPr/>
        </p:nvSpPr>
        <p:spPr>
          <a:xfrm>
            <a:off x="485801" y="4466740"/>
            <a:ext cx="134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B1A4F-3FFA-A17D-DE6A-9E96C2372F0B}"/>
              </a:ext>
            </a:extLst>
          </p:cNvPr>
          <p:cNvSpPr txBox="1"/>
          <p:nvPr/>
        </p:nvSpPr>
        <p:spPr>
          <a:xfrm>
            <a:off x="581629" y="4476900"/>
            <a:ext cx="3445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57302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53BCA-E72D-2F2E-4D30-FE933E4D7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A7DF223-EF36-F86B-3A07-9644A05D54F8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FDCDD6-8757-3610-B401-3FB3FCC1EC2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03F0023-E586-CCF7-84FA-CFF3CB3D3EF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0490E28-6A1B-6457-E5E2-20B65BD464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1F3A5AF-9F13-843C-323D-058853AC2CE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08B8AA4-0F57-E331-E067-A929398DC47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6CBF54C-577F-74B4-DDB1-1854859FA63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B8245CC-51BB-A630-78AE-DEC7025808C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3D23BFD-5465-0102-92DA-3183F77E0AA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ED064A3-1FD3-D517-6EB0-42C085FFFF2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B5DCA33-520E-AC7B-631F-5F40FA34548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7DD446F-3AE2-CF11-82D3-4095DE35317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7EEDD6D-E6FC-41E5-7830-0159E9A74E7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BBF9C5E-BDB7-AD7F-14F9-0217E3D903D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3B60A8A-F7F6-2F8A-AAE2-0442F6E123A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ED18D19-8DF3-D039-0C45-3873DCE40C3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335DB6D-1348-AE6E-E8AB-A41E552DDF0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90C9517-3485-03D3-8B0D-720B90C13A5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73A4F02-1841-C12E-5361-1BEC152897B9}"/>
              </a:ext>
            </a:extLst>
          </p:cNvPr>
          <p:cNvSpPr/>
          <p:nvPr/>
        </p:nvSpPr>
        <p:spPr>
          <a:xfrm>
            <a:off x="406442" y="1216938"/>
            <a:ext cx="2946358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</a:t>
            </a:r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Postgresql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: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F9BA71-1328-521F-F65A-586C0DD854FE}"/>
              </a:ext>
            </a:extLst>
          </p:cNvPr>
          <p:cNvGrpSpPr/>
          <p:nvPr/>
        </p:nvGrpSpPr>
        <p:grpSpPr>
          <a:xfrm>
            <a:off x="406443" y="2054384"/>
            <a:ext cx="3934926" cy="873335"/>
            <a:chOff x="406443" y="2054384"/>
            <a:chExt cx="3934926" cy="8733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2BD18B-3E67-3EAE-7CA4-93D5F69948B7}"/>
                </a:ext>
              </a:extLst>
            </p:cNvPr>
            <p:cNvSpPr/>
            <p:nvPr/>
          </p:nvSpPr>
          <p:spPr>
            <a:xfrm>
              <a:off x="406443" y="2054384"/>
              <a:ext cx="3934926" cy="87333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5C49F6-0B7D-75D8-06C7-32B4A6777C50}"/>
                </a:ext>
              </a:extLst>
            </p:cNvPr>
            <p:cNvSpPr txBox="1"/>
            <p:nvPr/>
          </p:nvSpPr>
          <p:spPr>
            <a:xfrm>
              <a:off x="455602" y="2264859"/>
              <a:ext cx="36457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SELECT * FROM Employee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81B8E61-C653-D143-DB33-17362C3339E5}"/>
              </a:ext>
            </a:extLst>
          </p:cNvPr>
          <p:cNvGrpSpPr/>
          <p:nvPr/>
        </p:nvGrpSpPr>
        <p:grpSpPr>
          <a:xfrm>
            <a:off x="406442" y="3117553"/>
            <a:ext cx="5325766" cy="1842822"/>
            <a:chOff x="406443" y="2201302"/>
            <a:chExt cx="5325766" cy="203002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E845B-16AF-ADB5-4844-582BE72C45F9}"/>
                </a:ext>
              </a:extLst>
            </p:cNvPr>
            <p:cNvSpPr/>
            <p:nvPr/>
          </p:nvSpPr>
          <p:spPr>
            <a:xfrm>
              <a:off x="406443" y="2201302"/>
              <a:ext cx="5325766" cy="203002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BB0CEC-528D-5095-EE6C-75A587B985B6}"/>
                </a:ext>
              </a:extLst>
            </p:cNvPr>
            <p:cNvSpPr txBox="1"/>
            <p:nvPr/>
          </p:nvSpPr>
          <p:spPr>
            <a:xfrm>
              <a:off x="455601" y="2264859"/>
              <a:ext cx="5146865" cy="1684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Berlin Sans FB" panose="020E0602020502020306" pitchFamily="34" charset="0"/>
                </a:rPr>
                <a:t>UPDATE Employee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Berlin Sans FB" panose="020E0602020502020306" pitchFamily="34" charset="0"/>
                </a:rPr>
                <a:t>SET Position = “SPV Software Engineer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Berlin Sans FB" panose="020E0602020502020306" pitchFamily="34" charset="0"/>
                </a:rPr>
                <a:t>WHERE Name = “John Doe”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7056CAF-B1C0-AE95-A1C5-AD3E3584692D}"/>
              </a:ext>
            </a:extLst>
          </p:cNvPr>
          <p:cNvSpPr/>
          <p:nvPr/>
        </p:nvSpPr>
        <p:spPr>
          <a:xfrm>
            <a:off x="406442" y="5150209"/>
            <a:ext cx="4031743" cy="136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DELETE FROM Employee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WHERE Name = “John Doe”  </a:t>
            </a:r>
          </a:p>
        </p:txBody>
      </p:sp>
    </p:spTree>
    <p:extLst>
      <p:ext uri="{BB962C8B-B14F-4D97-AF65-F5344CB8AC3E}">
        <p14:creationId xmlns:p14="http://schemas.microsoft.com/office/powerpoint/2010/main" val="376337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491234-CFAA-5580-95D6-13189CE1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D208C41-25FB-1EF6-3F8A-02369D276CAA}"/>
              </a:ext>
            </a:extLst>
          </p:cNvPr>
          <p:cNvGrpSpPr/>
          <p:nvPr/>
        </p:nvGrpSpPr>
        <p:grpSpPr>
          <a:xfrm>
            <a:off x="138677" y="0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8285D1C-B943-DB95-922C-55F2153ED8B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AC8422F-4DA2-4ECD-CAC5-FAFE9DC3BCD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12421B4-C71C-54F5-694E-F12A51318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E86FB55-E27A-E287-932E-5227953877D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63E9DA5-6C2A-77EC-07A9-1A3AAB5F970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B60ED01-AE34-D7A2-A522-B2FB071C685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10265C1-AC70-B70D-9B9C-E1723543708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0EFB1FF-E44A-6F12-C969-E13B1570A04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8C487D7-B8C1-4B39-A262-32DD4D26C72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955B362-C017-E48A-8C53-CA167DCD66D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1A2163F-DC7A-E845-49F3-B2BC9A49689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3E6F6CC-7FFA-0756-A8F7-AB1A0BEFE18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4C8D31D-B6BA-F48B-C796-2CEFB829A64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826ACF8-0FC7-33E9-4276-070D71665EE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C3ADA85-EF7C-E912-411A-D166F195490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1904892-55C4-D25A-C491-909DA73954C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FCA93B-DB4F-D5C5-8D5F-695F2D42007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256898-9709-362F-EC76-D8029CC01DC7}"/>
              </a:ext>
            </a:extLst>
          </p:cNvPr>
          <p:cNvSpPr/>
          <p:nvPr/>
        </p:nvSpPr>
        <p:spPr>
          <a:xfrm>
            <a:off x="406442" y="866952"/>
            <a:ext cx="2946358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Prisma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4297B-859A-4480-CE19-ABD7E7799173}"/>
              </a:ext>
            </a:extLst>
          </p:cNvPr>
          <p:cNvSpPr/>
          <p:nvPr/>
        </p:nvSpPr>
        <p:spPr>
          <a:xfrm>
            <a:off x="413772" y="1675322"/>
            <a:ext cx="4110092" cy="608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({})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B8CA11-FF11-E72E-659C-DDC0F57BCEEC}"/>
              </a:ext>
            </a:extLst>
          </p:cNvPr>
          <p:cNvGrpSpPr/>
          <p:nvPr/>
        </p:nvGrpSpPr>
        <p:grpSpPr>
          <a:xfrm>
            <a:off x="413772" y="2384321"/>
            <a:ext cx="4313175" cy="2089358"/>
            <a:chOff x="406443" y="2201301"/>
            <a:chExt cx="4110092" cy="224155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F6D900-04AE-6BC9-8196-91952C4497F9}"/>
                </a:ext>
              </a:extLst>
            </p:cNvPr>
            <p:cNvSpPr/>
            <p:nvPr/>
          </p:nvSpPr>
          <p:spPr>
            <a:xfrm>
              <a:off x="406443" y="2201301"/>
              <a:ext cx="4110092" cy="22415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8A9847-5203-0F30-8D6A-EAC42FB731EA}"/>
                </a:ext>
              </a:extLst>
            </p:cNvPr>
            <p:cNvSpPr txBox="1"/>
            <p:nvPr/>
          </p:nvSpPr>
          <p:spPr>
            <a:xfrm>
              <a:off x="459781" y="2284425"/>
              <a:ext cx="3860625" cy="20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await </a:t>
              </a:r>
              <a:r>
                <a:rPr lang="en-US" sz="2000" dirty="0" err="1">
                  <a:latin typeface="Berlin Sans FB" panose="020E0602020502020306" pitchFamily="34" charset="0"/>
                </a:rPr>
                <a:t>prisma.employee.update</a:t>
              </a:r>
              <a:r>
                <a:rPr lang="en-US" sz="2000" dirty="0">
                  <a:latin typeface="Berlin Sans FB" panose="020E0602020502020306" pitchFamily="34" charset="0"/>
                </a:rPr>
                <a:t>({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where: { name: “John Doe” }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data: {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 position: “</a:t>
              </a:r>
              <a:r>
                <a:rPr lang="en-US" sz="2000" dirty="0" err="1">
                  <a:latin typeface="Berlin Sans FB" panose="020E0602020502020306" pitchFamily="34" charset="0"/>
                </a:rPr>
                <a:t>Spv</a:t>
              </a:r>
              <a:r>
                <a:rPr lang="en-US" sz="2000" dirty="0">
                  <a:latin typeface="Berlin Sans FB" panose="020E0602020502020306" pitchFamily="34" charset="0"/>
                </a:rPr>
                <a:t> Software Engineer”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}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})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76BD4D79-9618-0A8E-4D70-C2ED71E5E263}"/>
              </a:ext>
            </a:extLst>
          </p:cNvPr>
          <p:cNvSpPr/>
          <p:nvPr/>
        </p:nvSpPr>
        <p:spPr>
          <a:xfrm>
            <a:off x="413772" y="4630437"/>
            <a:ext cx="4031743" cy="1221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prisma.employee.delete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</a:t>
            </a:r>
          </a:p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where : { name : “John Doe” } </a:t>
            </a:r>
          </a:p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893281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CF193-EA66-264E-2D9B-081B991B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DB513D28-E690-1A02-541D-35FD03B10499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EA180DB-BF7E-9028-7738-CB01729260B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2EE69D2-F19A-0D9C-70F3-7CC811F3FAB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A72583A-9CA0-0F93-E69A-A727714D83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426F380-FBB7-9A10-F9D5-5BCAE6A649D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C8849E8-26DB-9BAB-93C3-CE4E05D167F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F1ED3B5-0D5F-8754-BFEC-6425A9ED83B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9D40642-2D1A-39CB-4E09-5C45EADF431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3DB0363-A6B0-60ED-1E03-B5C0C293795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1505B41-7FC7-B44E-8EAD-DBE4537A335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99EE852-6AE7-47CF-400F-A2F222D4B61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5CA95A6-3185-BBA2-1F55-C45D3F2BDA3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B372DD5-AE2E-C775-C68C-07E560DF73B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8ED769A-3C6E-A7FD-F8DD-49B29B4F1BA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1383680-CCDD-3DFE-CFF5-49336130308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615C0C7-345A-1F6C-1D82-3F680BF7871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FD0CDBF-D579-C53D-CF83-1A9328681C4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74A49E6-43CA-041E-964B-B6431435AB3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6007C9-4A27-88AA-13AA-682CFA01A156}"/>
              </a:ext>
            </a:extLst>
          </p:cNvPr>
          <p:cNvSpPr/>
          <p:nvPr/>
        </p:nvSpPr>
        <p:spPr>
          <a:xfrm>
            <a:off x="340786" y="1141465"/>
            <a:ext cx="3606758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CRUD Prisma :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9DE5CFA-3AEE-69BD-54A8-27BBEAAABC2F}"/>
              </a:ext>
            </a:extLst>
          </p:cNvPr>
          <p:cNvGrpSpPr/>
          <p:nvPr/>
        </p:nvGrpSpPr>
        <p:grpSpPr>
          <a:xfrm>
            <a:off x="406442" y="1965832"/>
            <a:ext cx="5506678" cy="3070015"/>
            <a:chOff x="406442" y="1965832"/>
            <a:chExt cx="5506678" cy="30700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CDB298-D221-7898-9DBA-883F0F99222E}"/>
                </a:ext>
              </a:extLst>
            </p:cNvPr>
            <p:cNvSpPr/>
            <p:nvPr/>
          </p:nvSpPr>
          <p:spPr>
            <a:xfrm>
              <a:off x="406442" y="1965832"/>
              <a:ext cx="5506678" cy="307001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99A57DC-3C68-A1DE-F57A-97B6B4516A30}"/>
                </a:ext>
              </a:extLst>
            </p:cNvPr>
            <p:cNvGrpSpPr/>
            <p:nvPr/>
          </p:nvGrpSpPr>
          <p:grpSpPr>
            <a:xfrm>
              <a:off x="529940" y="2114001"/>
              <a:ext cx="5259682" cy="2795550"/>
              <a:chOff x="586442" y="2085975"/>
              <a:chExt cx="5259682" cy="279555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3C8CBC-C590-98E0-11F5-93A7338DB164}"/>
                  </a:ext>
                </a:extLst>
              </p:cNvPr>
              <p:cNvSpPr txBox="1"/>
              <p:nvPr/>
            </p:nvSpPr>
            <p:spPr>
              <a:xfrm>
                <a:off x="586442" y="2102348"/>
                <a:ext cx="1851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model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6519ED-032D-3C17-E4ED-9B1B4F41A09C}"/>
                  </a:ext>
                </a:extLst>
              </p:cNvPr>
              <p:cNvSpPr txBox="1"/>
              <p:nvPr/>
            </p:nvSpPr>
            <p:spPr>
              <a:xfrm>
                <a:off x="1437746" y="2085975"/>
                <a:ext cx="1851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Employee (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D18EA9-9D11-D582-F1E3-F4B50FA3C6F4}"/>
                  </a:ext>
                </a:extLst>
              </p:cNvPr>
              <p:cNvSpPr txBox="1"/>
              <p:nvPr/>
            </p:nvSpPr>
            <p:spPr>
              <a:xfrm>
                <a:off x="612535" y="2527731"/>
                <a:ext cx="4781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Id 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562B7-D4D6-D197-6483-78B1BEE817A8}"/>
                  </a:ext>
                </a:extLst>
              </p:cNvPr>
              <p:cNvSpPr txBox="1"/>
              <p:nvPr/>
            </p:nvSpPr>
            <p:spPr>
              <a:xfrm>
                <a:off x="1522259" y="2529764"/>
                <a:ext cx="564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78EBFE-5A71-73E3-95C2-77CCDF9FA03E}"/>
                  </a:ext>
                </a:extLst>
              </p:cNvPr>
              <p:cNvSpPr txBox="1"/>
              <p:nvPr/>
            </p:nvSpPr>
            <p:spPr>
              <a:xfrm>
                <a:off x="2821484" y="2498816"/>
                <a:ext cx="3024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@default(autoincrement())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8D6CDA-DFC8-EC3A-AF17-CE08B6BC247D}"/>
                  </a:ext>
                </a:extLst>
              </p:cNvPr>
              <p:cNvSpPr txBox="1"/>
              <p:nvPr/>
            </p:nvSpPr>
            <p:spPr>
              <a:xfrm>
                <a:off x="2282546" y="2502297"/>
                <a:ext cx="6313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@id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8F9CCB-933D-F8E9-2DF4-57382C96D9E1}"/>
                  </a:ext>
                </a:extLst>
              </p:cNvPr>
              <p:cNvSpPr txBox="1"/>
              <p:nvPr/>
            </p:nvSpPr>
            <p:spPr>
              <a:xfrm>
                <a:off x="595988" y="2911354"/>
                <a:ext cx="8513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name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7ED65F-BB50-3748-7088-1E4CF937CBBF}"/>
                  </a:ext>
                </a:extLst>
              </p:cNvPr>
              <p:cNvSpPr txBox="1"/>
              <p:nvPr/>
            </p:nvSpPr>
            <p:spPr>
              <a:xfrm>
                <a:off x="1522259" y="2914835"/>
                <a:ext cx="8014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String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65900F-20A2-577B-3BC3-BE5437F75A76}"/>
                  </a:ext>
                </a:extLst>
              </p:cNvPr>
              <p:cNvSpPr txBox="1"/>
              <p:nvPr/>
            </p:nvSpPr>
            <p:spPr>
              <a:xfrm>
                <a:off x="602596" y="3331435"/>
                <a:ext cx="11531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position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D0E87B-4163-83D6-211C-F26DE8A4099E}"/>
                  </a:ext>
                </a:extLst>
              </p:cNvPr>
              <p:cNvSpPr txBox="1"/>
              <p:nvPr/>
            </p:nvSpPr>
            <p:spPr>
              <a:xfrm>
                <a:off x="1540569" y="3315803"/>
                <a:ext cx="19103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String 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005F56-C6E4-5C1F-E281-30DF894C4AD6}"/>
                  </a:ext>
                </a:extLst>
              </p:cNvPr>
              <p:cNvSpPr txBox="1"/>
              <p:nvPr/>
            </p:nvSpPr>
            <p:spPr>
              <a:xfrm>
                <a:off x="595988" y="3709556"/>
                <a:ext cx="9280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salary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47C614-B326-3E0D-4089-04140C29A8BC}"/>
                  </a:ext>
                </a:extLst>
              </p:cNvPr>
              <p:cNvSpPr txBox="1"/>
              <p:nvPr/>
            </p:nvSpPr>
            <p:spPr>
              <a:xfrm>
                <a:off x="1567713" y="3690309"/>
                <a:ext cx="9280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26CF29-5D25-C678-2858-1D9C95BA4080}"/>
                  </a:ext>
                </a:extLst>
              </p:cNvPr>
              <p:cNvSpPr txBox="1"/>
              <p:nvPr/>
            </p:nvSpPr>
            <p:spPr>
              <a:xfrm>
                <a:off x="599707" y="4081305"/>
                <a:ext cx="9280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absent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8927F8-469B-56CF-D65B-EAF92672D3F9}"/>
                  </a:ext>
                </a:extLst>
              </p:cNvPr>
              <p:cNvSpPr txBox="1"/>
              <p:nvPr/>
            </p:nvSpPr>
            <p:spPr>
              <a:xfrm>
                <a:off x="1584974" y="4081305"/>
                <a:ext cx="7526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INT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013648F-E2BD-A486-5474-B6B63B617876}"/>
                  </a:ext>
                </a:extLst>
              </p:cNvPr>
              <p:cNvSpPr txBox="1"/>
              <p:nvPr/>
            </p:nvSpPr>
            <p:spPr>
              <a:xfrm>
                <a:off x="631186" y="4481415"/>
                <a:ext cx="7526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Berlin Sans FB" panose="020E0602020502020306" pitchFamily="34" charset="0"/>
                  </a:rPr>
                  <a:t>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683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14E0D-CABB-81FC-205B-7B33BF26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F29BBBB-06C1-B3E7-BB47-045F489DA352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E9B268E-0339-88BC-657E-D3E9A608270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64BDCB3-8F19-1905-FBFE-AE9E97C1BA0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FC07277-F664-3B59-32FD-9C2A84F6A6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62E1AAA-94CE-AA96-E0A5-3AF6770702E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98537BD-B75F-D186-278F-BE669DE2CFC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F51B271-0696-A937-4243-A3944650E2E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940E569-4EE7-F42E-F67D-682165096F5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8B35597-117C-61D1-2AAB-7B8A4E557E4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D03285E-3983-CDDA-D947-CDB1982B0E0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10578F1-BB8C-0825-E39A-696C454C716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191B27-91E8-0F4E-A06D-7422E377836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4F9D9DB-B13E-A97D-12BA-9E32B41157A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2A7472C-F4FC-A5E4-0312-80F742B327E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D1ABC1C-89C1-40BE-E296-B2F4E2BDF63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8A95FCB-1063-F20D-459A-EAD87B904D8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62CC924-04DE-D62B-5655-84D97267507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936E016-091B-9111-BE4F-87F458AD7CF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54A88C-E84A-B3BA-F37A-BDB2C64429AD}"/>
              </a:ext>
            </a:extLst>
          </p:cNvPr>
          <p:cNvSpPr/>
          <p:nvPr/>
        </p:nvSpPr>
        <p:spPr>
          <a:xfrm>
            <a:off x="340786" y="1141465"/>
            <a:ext cx="3606758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C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RUD Prisma :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A1BF619-A71C-3A27-9B5A-E378211B8F07}"/>
              </a:ext>
            </a:extLst>
          </p:cNvPr>
          <p:cNvGrpSpPr/>
          <p:nvPr/>
        </p:nvGrpSpPr>
        <p:grpSpPr>
          <a:xfrm>
            <a:off x="406442" y="1978911"/>
            <a:ext cx="5350681" cy="3230106"/>
            <a:chOff x="406441" y="1966822"/>
            <a:chExt cx="5350681" cy="32301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8A2D77-A6C7-06F4-3B3F-4AD36C13ED67}"/>
                </a:ext>
              </a:extLst>
            </p:cNvPr>
            <p:cNvSpPr/>
            <p:nvPr/>
          </p:nvSpPr>
          <p:spPr>
            <a:xfrm>
              <a:off x="406441" y="1966822"/>
              <a:ext cx="5350681" cy="32301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3CAF2A-003E-9BD1-8D38-35ADC654DCD6}"/>
                </a:ext>
              </a:extLst>
            </p:cNvPr>
            <p:cNvSpPr txBox="1"/>
            <p:nvPr/>
          </p:nvSpPr>
          <p:spPr>
            <a:xfrm>
              <a:off x="488863" y="2213874"/>
              <a:ext cx="813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await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D30D1C-77EB-D409-1BE7-7CA10BB8CFEE}"/>
                </a:ext>
              </a:extLst>
            </p:cNvPr>
            <p:cNvSpPr txBox="1"/>
            <p:nvPr/>
          </p:nvSpPr>
          <p:spPr>
            <a:xfrm>
              <a:off x="1243982" y="2183519"/>
              <a:ext cx="2046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Berlin Sans FB" panose="020E0602020502020306" pitchFamily="34" charset="0"/>
                </a:rPr>
                <a:t>prisma.employee</a:t>
              </a:r>
              <a:r>
                <a:rPr lang="en-US" sz="2000" dirty="0">
                  <a:latin typeface="Berlin Sans FB" panose="020E0602020502020306" pitchFamily="34" charset="0"/>
                </a:rPr>
                <a:t>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61967D-DE81-B746-249A-25F9D1225E02}"/>
                </a:ext>
              </a:extLst>
            </p:cNvPr>
            <p:cNvSpPr txBox="1"/>
            <p:nvPr/>
          </p:nvSpPr>
          <p:spPr>
            <a:xfrm>
              <a:off x="3091412" y="2177526"/>
              <a:ext cx="8615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highlight>
                    <a:srgbClr val="FFFF00"/>
                  </a:highlight>
                  <a:latin typeface="Berlin Sans FB" panose="020E0602020502020306" pitchFamily="34" charset="0"/>
                </a:rPr>
                <a:t>create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A50444-5411-4C0F-0A04-67182F526995}"/>
                </a:ext>
              </a:extLst>
            </p:cNvPr>
            <p:cNvSpPr txBox="1"/>
            <p:nvPr/>
          </p:nvSpPr>
          <p:spPr>
            <a:xfrm>
              <a:off x="3747070" y="2163738"/>
              <a:ext cx="2574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(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403BC4-0B80-AC7E-972B-022DCA03CD4D}"/>
                </a:ext>
              </a:extLst>
            </p:cNvPr>
            <p:cNvSpPr txBox="1"/>
            <p:nvPr/>
          </p:nvSpPr>
          <p:spPr>
            <a:xfrm>
              <a:off x="3857624" y="2156675"/>
              <a:ext cx="3024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{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F614F47-8CDE-7062-8726-BC92CE5617EE}"/>
                </a:ext>
              </a:extLst>
            </p:cNvPr>
            <p:cNvSpPr txBox="1"/>
            <p:nvPr/>
          </p:nvSpPr>
          <p:spPr>
            <a:xfrm>
              <a:off x="606073" y="2572610"/>
              <a:ext cx="12570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data : {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8D583F-F153-C0F1-37B8-FA948F5E6C4E}"/>
                </a:ext>
              </a:extLst>
            </p:cNvPr>
            <p:cNvSpPr txBox="1"/>
            <p:nvPr/>
          </p:nvSpPr>
          <p:spPr>
            <a:xfrm>
              <a:off x="595236" y="4170146"/>
              <a:ext cx="20550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C8FBA0-3C26-39A5-C207-B3F3F4AAF9B6}"/>
                </a:ext>
              </a:extLst>
            </p:cNvPr>
            <p:cNvSpPr txBox="1"/>
            <p:nvPr/>
          </p:nvSpPr>
          <p:spPr>
            <a:xfrm>
              <a:off x="800396" y="2924927"/>
              <a:ext cx="10425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name :</a:t>
              </a:r>
              <a:endParaRPr lang="en-US" sz="2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F5D041-14EE-2AEC-8E08-54BB02D42301}"/>
                </a:ext>
              </a:extLst>
            </p:cNvPr>
            <p:cNvSpPr txBox="1"/>
            <p:nvPr/>
          </p:nvSpPr>
          <p:spPr>
            <a:xfrm>
              <a:off x="1663316" y="2913930"/>
              <a:ext cx="14788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“John Doe”,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580A63-6933-C52A-98FA-DFA6D47C1BC1}"/>
                </a:ext>
              </a:extLst>
            </p:cNvPr>
            <p:cNvSpPr txBox="1"/>
            <p:nvPr/>
          </p:nvSpPr>
          <p:spPr>
            <a:xfrm>
              <a:off x="796139" y="3252307"/>
              <a:ext cx="11636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position :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D121427-D378-0392-B676-F9FCD92CAC01}"/>
                </a:ext>
              </a:extLst>
            </p:cNvPr>
            <p:cNvSpPr txBox="1"/>
            <p:nvPr/>
          </p:nvSpPr>
          <p:spPr>
            <a:xfrm>
              <a:off x="807240" y="3578989"/>
              <a:ext cx="10103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salary 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D5297CE-4562-4EF1-5E99-FA0749BBD291}"/>
                </a:ext>
              </a:extLst>
            </p:cNvPr>
            <p:cNvSpPr txBox="1"/>
            <p:nvPr/>
          </p:nvSpPr>
          <p:spPr>
            <a:xfrm>
              <a:off x="771876" y="3909872"/>
              <a:ext cx="10030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absent :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BD184E-8101-E321-ECC2-908D7EF84610}"/>
                </a:ext>
              </a:extLst>
            </p:cNvPr>
            <p:cNvSpPr txBox="1"/>
            <p:nvPr/>
          </p:nvSpPr>
          <p:spPr>
            <a:xfrm>
              <a:off x="1728757" y="3262712"/>
              <a:ext cx="259283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 “Software Engineer” ,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AEFCC3D-ED43-AF65-DB3B-BA278500B6F0}"/>
                </a:ext>
              </a:extLst>
            </p:cNvPr>
            <p:cNvSpPr txBox="1"/>
            <p:nvPr/>
          </p:nvSpPr>
          <p:spPr>
            <a:xfrm>
              <a:off x="1674478" y="3631519"/>
              <a:ext cx="10030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1.400,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AF6F97-4491-20B2-7725-B84494B2A823}"/>
                </a:ext>
              </a:extLst>
            </p:cNvPr>
            <p:cNvSpPr txBox="1"/>
            <p:nvPr/>
          </p:nvSpPr>
          <p:spPr>
            <a:xfrm>
              <a:off x="1676851" y="3938001"/>
              <a:ext cx="50254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 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6D71EF-C5FA-17A7-6BEF-73B0ED5FA17B}"/>
                </a:ext>
              </a:extLst>
            </p:cNvPr>
            <p:cNvSpPr txBox="1"/>
            <p:nvPr/>
          </p:nvSpPr>
          <p:spPr>
            <a:xfrm>
              <a:off x="485801" y="4466740"/>
              <a:ext cx="134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}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933B8B-DFFC-CE92-9576-577D9ADF600B}"/>
                </a:ext>
              </a:extLst>
            </p:cNvPr>
            <p:cNvSpPr txBox="1"/>
            <p:nvPr/>
          </p:nvSpPr>
          <p:spPr>
            <a:xfrm>
              <a:off x="581629" y="4476900"/>
              <a:ext cx="3445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3935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7DBD4-62B4-E22A-FA6D-58CAE840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BCC6E50F-A578-D43E-0BFF-F408299DBB5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551EE6B-6DCB-D5F6-E643-29F2E557F93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CAFF5F2-7A46-40E3-84D5-AA1803C1039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AF05AC2-07C2-32E6-98CF-CB334D9D45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602353D-767D-A5B0-3D3F-F3B6D9F1F74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02B017D-4C1C-B08C-8951-77B411ECC4C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1A7D474-4D73-7D2C-3070-167B0B1CC42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13C03AC-CC73-A40F-E6E5-C7609785377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D1B822C-755D-F85D-B7DE-451ACDC7109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396D87A-A54B-839D-ECFE-7504565978E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04D72CD-C438-0EBB-7350-D66DC6AE080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1CC2CBB-433F-960D-D39B-CE309F7F71D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B9B60BA-8D71-8C7E-FA67-D37A8ABE77F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496B1FD-BB4C-524B-7EAE-D5306C0B71C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637438F-DA0C-78CB-2CA0-95450F1CDA6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90B57C2-ED05-CD24-25C9-3A37A9DF957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7F75A0F-71E0-9291-20C0-1776FDA15D9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BCA66F3-DE1F-F98D-87C9-EC28D7B931A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B3266E9-4D1D-B4CF-4E9F-9E3E71CDDA15}"/>
              </a:ext>
            </a:extLst>
          </p:cNvPr>
          <p:cNvSpPr/>
          <p:nvPr/>
        </p:nvSpPr>
        <p:spPr>
          <a:xfrm>
            <a:off x="340786" y="1141465"/>
            <a:ext cx="3606758" cy="68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Syntax C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RUD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Prisma 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59DD7-A074-D229-B8E8-DB2D0C7D49B3}"/>
              </a:ext>
            </a:extLst>
          </p:cNvPr>
          <p:cNvSpPr/>
          <p:nvPr/>
        </p:nvSpPr>
        <p:spPr>
          <a:xfrm>
            <a:off x="406442" y="2167595"/>
            <a:ext cx="4110092" cy="608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({})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7BEF51-AC1E-E771-28CE-0034D4BE1D98}"/>
              </a:ext>
            </a:extLst>
          </p:cNvPr>
          <p:cNvGrpSpPr/>
          <p:nvPr/>
        </p:nvGrpSpPr>
        <p:grpSpPr>
          <a:xfrm>
            <a:off x="406442" y="2927719"/>
            <a:ext cx="4313175" cy="2089358"/>
            <a:chOff x="406443" y="2201301"/>
            <a:chExt cx="4110092" cy="22415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BFD691-91DC-B893-77D3-3D86CF43CEE0}"/>
                </a:ext>
              </a:extLst>
            </p:cNvPr>
            <p:cNvSpPr/>
            <p:nvPr/>
          </p:nvSpPr>
          <p:spPr>
            <a:xfrm>
              <a:off x="406443" y="2201301"/>
              <a:ext cx="4110092" cy="22415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223E9-4CF4-5E16-C387-4AA4512A09EC}"/>
                </a:ext>
              </a:extLst>
            </p:cNvPr>
            <p:cNvSpPr txBox="1"/>
            <p:nvPr/>
          </p:nvSpPr>
          <p:spPr>
            <a:xfrm>
              <a:off x="459781" y="2284425"/>
              <a:ext cx="3860625" cy="20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erlin Sans FB" panose="020E0602020502020306" pitchFamily="34" charset="0"/>
                </a:rPr>
                <a:t>await </a:t>
              </a:r>
              <a:r>
                <a:rPr lang="en-US" sz="2000" dirty="0" err="1">
                  <a:latin typeface="Berlin Sans FB" panose="020E0602020502020306" pitchFamily="34" charset="0"/>
                </a:rPr>
                <a:t>prisma.employee.update</a:t>
              </a:r>
              <a:r>
                <a:rPr lang="en-US" sz="2000" dirty="0">
                  <a:latin typeface="Berlin Sans FB" panose="020E0602020502020306" pitchFamily="34" charset="0"/>
                </a:rPr>
                <a:t>({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where: { name: “John Doe” }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data: {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 position: “</a:t>
              </a:r>
              <a:r>
                <a:rPr lang="en-US" sz="2000" dirty="0" err="1">
                  <a:latin typeface="Berlin Sans FB" panose="020E0602020502020306" pitchFamily="34" charset="0"/>
                </a:rPr>
                <a:t>Spv</a:t>
              </a:r>
              <a:r>
                <a:rPr lang="en-US" sz="2000" dirty="0">
                  <a:latin typeface="Berlin Sans FB" panose="020E0602020502020306" pitchFamily="34" charset="0"/>
                </a:rPr>
                <a:t> Software Engineer”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 }</a:t>
              </a:r>
            </a:p>
            <a:p>
              <a:r>
                <a:rPr lang="en-US" sz="2000" dirty="0">
                  <a:latin typeface="Berlin Sans FB" panose="020E0602020502020306" pitchFamily="34" charset="0"/>
                </a:rPr>
                <a:t>})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63408F9-DD21-D0B3-7FF9-71FA37BA34E2}"/>
              </a:ext>
            </a:extLst>
          </p:cNvPr>
          <p:cNvSpPr/>
          <p:nvPr/>
        </p:nvSpPr>
        <p:spPr>
          <a:xfrm>
            <a:off x="406442" y="5173835"/>
            <a:ext cx="4031743" cy="1221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prisma.employee.delete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</a:t>
            </a:r>
          </a:p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where : { name : “John Doe” } </a:t>
            </a:r>
          </a:p>
          <a:p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360438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6BB26-C328-0BE0-0372-3BFA53DE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5EB26E4B-BEC5-13F7-8B31-D91E8711680A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F0B92C-FB6C-B7CE-42D0-D44309BB079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D3D3A88-348A-4681-F5E2-68116817A0E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927F2AF-B024-A307-94F2-4312C1772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6D1160F-ADF0-6F83-210B-06133F0217C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AB59829-E2E5-A556-EC8D-AD23A09E85F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9FC22E8-6A35-63F8-64FA-8896566187D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467A8F6-C598-E954-365C-D3B6A1A1C36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270AB72-D0CE-DF42-3A99-9C7E4D2A81F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56B1126-097F-C24C-8ACD-56995019E48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129C810-079C-597F-AA9A-873CAEC6313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E4373FE-0BA8-68BF-E817-584B50745E7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339F939-DD46-45BC-18F5-C8890149E68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DE9CD72-CA56-4905-739A-DA861483778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94FA39A-FD27-7168-47E1-FBD17D6B2B3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0EFB901-073A-3630-83EB-1DD12752F80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4D6843B-FEDE-4E89-767A-99AC381CDAF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381DC2C-28A0-09AA-C869-3094AD0A566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FC3D523-02C5-84E6-AFA2-1EA350FAF008}"/>
              </a:ext>
            </a:extLst>
          </p:cNvPr>
          <p:cNvSpPr/>
          <p:nvPr/>
        </p:nvSpPr>
        <p:spPr>
          <a:xfrm>
            <a:off x="4974463" y="1844507"/>
            <a:ext cx="45719" cy="442713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BE6A213-A3C4-255A-23B3-48C19BB77AF8}"/>
              </a:ext>
            </a:extLst>
          </p:cNvPr>
          <p:cNvGrpSpPr/>
          <p:nvPr/>
        </p:nvGrpSpPr>
        <p:grpSpPr>
          <a:xfrm>
            <a:off x="988074" y="5319108"/>
            <a:ext cx="2694169" cy="1267303"/>
            <a:chOff x="988074" y="5319108"/>
            <a:chExt cx="2694169" cy="12673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1BFC8F-212F-C1E0-BC7C-124E14FCDE31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F2366C-970E-AA3C-6519-78BC79EF5413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0A4259F-366D-93B2-5861-3264272DE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D439F7F-42C6-BDEA-896A-BE9F7FA8C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C6A0EF8-41D9-F3D7-408B-CF577E8CB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7A7F951-EEB1-8C34-F888-72ECB7EE8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C4BEEB4-75FB-45AC-D9F1-B458579D4F5C}"/>
              </a:ext>
            </a:extLst>
          </p:cNvPr>
          <p:cNvGrpSpPr/>
          <p:nvPr/>
        </p:nvGrpSpPr>
        <p:grpSpPr>
          <a:xfrm>
            <a:off x="6476365" y="2755896"/>
            <a:ext cx="1419191" cy="1651705"/>
            <a:chOff x="5504672" y="820134"/>
            <a:chExt cx="1176475" cy="1467186"/>
          </a:xfrm>
        </p:grpSpPr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D28BD952-CB88-CCFB-ED71-C2715FD29DF3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CA9AC925-3B30-5415-490C-DE824151E6E4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CA488CA2-18F4-C105-D55A-E849F9FC703E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FDAE277-E70A-8BEE-F22A-67AAF463EB7C}"/>
              </a:ext>
            </a:extLst>
          </p:cNvPr>
          <p:cNvGrpSpPr/>
          <p:nvPr/>
        </p:nvGrpSpPr>
        <p:grpSpPr>
          <a:xfrm>
            <a:off x="5757288" y="5206535"/>
            <a:ext cx="2519829" cy="1357494"/>
            <a:chOff x="5757288" y="5206535"/>
            <a:chExt cx="2519829" cy="13574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3FCF0C-ED22-4E9C-78E5-9AC9DDF89BDA}"/>
                </a:ext>
              </a:extLst>
            </p:cNvPr>
            <p:cNvSpPr txBox="1"/>
            <p:nvPr/>
          </p:nvSpPr>
          <p:spPr>
            <a:xfrm>
              <a:off x="5757288" y="5979254"/>
              <a:ext cx="25198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98EAE0-1787-2310-12BB-88EFABF7999B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65B7304-1583-27BC-728F-8F2B62BB90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9704B4B-FE03-C00B-2778-AF29C8FCDEF5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975C94D6-BE54-568D-5A67-2A6341A3E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4A026CB8-6108-34AD-6E76-FA85C5615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C52493-0BF7-1F03-B3C9-D46F09B5798A}"/>
              </a:ext>
            </a:extLst>
          </p:cNvPr>
          <p:cNvGrpSpPr/>
          <p:nvPr/>
        </p:nvGrpSpPr>
        <p:grpSpPr>
          <a:xfrm>
            <a:off x="988308" y="2165407"/>
            <a:ext cx="2841265" cy="2792348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398BE14-E3E1-87EC-0F5E-1792C1B963A1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5D58147-0C0A-1861-F033-716753516503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016AD8D0-6618-8F94-AF8C-EB62A9C96454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D8F6423-5683-19F7-10E4-782D2117C3A1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F5347BE-49D3-5D55-E25A-5577844D351D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AEA2593-26D7-E8B8-EA2D-A45027CC17C7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08ABC6AF-9C61-AE7A-235D-F10557F2606E}"/>
              </a:ext>
            </a:extLst>
          </p:cNvPr>
          <p:cNvSpPr/>
          <p:nvPr/>
        </p:nvSpPr>
        <p:spPr>
          <a:xfrm>
            <a:off x="2866087" y="1103476"/>
            <a:ext cx="4110092" cy="608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({})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B4285D5-5596-C896-7132-E3DF8673FF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61" y="2775069"/>
            <a:ext cx="782218" cy="782218"/>
          </a:xfrm>
          <a:prstGeom prst="rect">
            <a:avLst/>
          </a:prstGeom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692B818A-FF95-F67D-2A82-3403718E2A07}"/>
              </a:ext>
            </a:extLst>
          </p:cNvPr>
          <p:cNvSpPr/>
          <p:nvPr/>
        </p:nvSpPr>
        <p:spPr>
          <a:xfrm>
            <a:off x="4265847" y="2550154"/>
            <a:ext cx="161146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B9262BD-5617-7D7E-853D-CC9804462A9C}"/>
              </a:ext>
            </a:extLst>
          </p:cNvPr>
          <p:cNvSpPr/>
          <p:nvPr/>
        </p:nvSpPr>
        <p:spPr>
          <a:xfrm flipH="1">
            <a:off x="4259036" y="3740432"/>
            <a:ext cx="1611467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902F8E-DF02-8FA1-C1BB-87AEE54CF134}"/>
              </a:ext>
            </a:extLst>
          </p:cNvPr>
          <p:cNvSpPr/>
          <p:nvPr/>
        </p:nvSpPr>
        <p:spPr>
          <a:xfrm>
            <a:off x="6697588" y="308920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026A91-A98D-7716-E476-36393947A4D4}"/>
              </a:ext>
            </a:extLst>
          </p:cNvPr>
          <p:cNvSpPr/>
          <p:nvPr/>
        </p:nvSpPr>
        <p:spPr>
          <a:xfrm>
            <a:off x="6911803" y="3477567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349B445-5EC7-AB5C-C3DD-C9B0B7E626AE}"/>
              </a:ext>
            </a:extLst>
          </p:cNvPr>
          <p:cNvSpPr/>
          <p:nvPr/>
        </p:nvSpPr>
        <p:spPr>
          <a:xfrm>
            <a:off x="7188948" y="3831246"/>
            <a:ext cx="388010" cy="453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" dirty="0">
                <a:solidFill>
                  <a:schemeClr val="tx1"/>
                </a:solidFill>
              </a:rPr>
              <a:t>Namkfsadmfkdsasssssssssssssssssssssssssssssssssssssssssssssssssssssssssssssssssssssssssssssssssssssssssssssssssssssssssssssssssssssssssssss</a:t>
            </a: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Fsdfasdfasd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Fasdddddddddddddddd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200" dirty="0" err="1">
                <a:solidFill>
                  <a:schemeClr val="tx1"/>
                </a:solidFill>
              </a:rPr>
              <a:t>Sdafdsafdsasadddddd</a:t>
            </a:r>
            <a:endParaRPr lang="en-US" sz="200" dirty="0">
              <a:solidFill>
                <a:schemeClr val="tx1"/>
              </a:solidFill>
            </a:endParaRPr>
          </a:p>
          <a:p>
            <a:r>
              <a:rPr lang="en-US" sz="200" dirty="0" err="1">
                <a:solidFill>
                  <a:schemeClr val="tx1"/>
                </a:solidFill>
              </a:rPr>
              <a:t>sdafssssssssssssssssssss</a:t>
            </a:r>
            <a:endParaRPr lang="en-US" sz="200" dirty="0">
              <a:solidFill>
                <a:schemeClr val="tx1"/>
              </a:solidFill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B9E5126-D2E1-5C83-6CF2-FA4029756C8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07" y="2759921"/>
            <a:ext cx="782218" cy="78221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A9503AE-87DA-D6A3-2B0A-24ABD5492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523" y="2793220"/>
            <a:ext cx="782218" cy="782218"/>
          </a:xfrm>
          <a:prstGeom prst="rect">
            <a:avLst/>
          </a:prstGeom>
        </p:spPr>
      </p:pic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7334140-48DC-3104-B422-260C448AE8E6}"/>
              </a:ext>
            </a:extLst>
          </p:cNvPr>
          <p:cNvGrpSpPr/>
          <p:nvPr/>
        </p:nvGrpSpPr>
        <p:grpSpPr>
          <a:xfrm>
            <a:off x="6210596" y="2476129"/>
            <a:ext cx="2091848" cy="2023715"/>
            <a:chOff x="6210596" y="2476129"/>
            <a:chExt cx="2091848" cy="202371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3E4A45B-A977-4234-02BE-70464434AA14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388010-AD89-7859-54E1-C9154AB7E22E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D40F6AF-F584-CBC9-E3B6-05291016CFB2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5BC9BC8-51BE-B700-C93B-3BBA83E113D5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C0C530-0162-2903-8228-904FA8230984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3A40B57-3F59-EB55-15C2-932EE48820E8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DB39550-C818-F7A0-A18F-3EDB93DC09E0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8C104DC-33AC-BCFA-4CEC-96B34AB0A64D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DE85EF6-E17F-9CF1-6E64-1D4EFA0B5A88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21A5065-0E9D-40B5-D029-E2625B1A6EEE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9A45F0A-C721-6A99-71D2-2077565DFA4F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EC11AE0-6766-C931-2793-3353E6100642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ACAFB4D-B8BF-AEC7-7AA1-F4F62D3286AE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AA39ED0-B5AC-499B-4654-4D01B399E98B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0775FED-C8E0-5A38-BE9B-B13DC2213E87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D895EF1-2BF7-2AEB-E707-4BB2AD7AA37F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57123F6-ADEB-BE6F-2425-1B5F6747EC2F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1F0A6C8-7E90-770F-0E11-899F7EB7DCBE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5C80FFE-C291-B9DB-7E71-F02688998F42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3404EBE-0956-B528-5636-35B1D79CAC25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85C7561-5703-159C-8B45-435FC618830F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EAE8AC-4DF8-1F28-46CE-2D3E08416C4B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2B05F83-C750-5F49-8119-C02E1B6817F3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CABDC2D-2541-E018-0CD0-21DCDDA25B3B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5B6619C-2891-A3B8-16DF-F22D2E1C77DD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FB6EE89-8D40-5995-9208-6E60C4E49188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84F010C-5629-085F-102B-A656F0E0885D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AA48334-34C0-FF70-2545-0656CF58DB2C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655A6DD-FAA6-E02C-CC0C-FAFCAB55E7BE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2DF87C4-A47D-7D5F-480C-4C361EFBA197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C5AF3D0-AC56-B067-A193-40705D8DACF8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B24B97D-5FEF-8F75-4F19-E29C2D231EEA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6B9A4D7-8757-485F-4519-65A94F5E565D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BA7A08F-5675-528D-C006-DD7EACE1B3CA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53F6321-0014-999D-F487-2B35CA23E2DB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5893203-EBA9-9B8E-06A9-BA2BB0043D53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53D8703-AB30-9ADC-625A-EBFD1E3EFC1D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B511257-1CBD-A1DC-020A-75BBAD6267B8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514568C-47DE-6B77-9F9E-00EBFFBF26DF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4F68937-CCD9-1ADA-8AD6-A97A0D5712ED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A4E04C1-299C-CFFA-4726-3686DB576134}"/>
              </a:ext>
            </a:extLst>
          </p:cNvPr>
          <p:cNvGrpSpPr/>
          <p:nvPr/>
        </p:nvGrpSpPr>
        <p:grpSpPr>
          <a:xfrm>
            <a:off x="5865879" y="2702101"/>
            <a:ext cx="2091848" cy="2023715"/>
            <a:chOff x="6210596" y="2476129"/>
            <a:chExt cx="2091848" cy="2023715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3C01579-D7DC-0202-E56D-AC89BDAC151E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033CB9B-2366-D0B3-93E9-813B7F361C51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2464F0C-76BB-397B-34E6-050977F0E82D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44753E5-FC37-B45D-EF77-7AB048AF8502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5CBDE53-DCC9-1C30-4D79-A5CBA0E1FE55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53CB7303-00D1-D6F3-CEA8-27D2A4808871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2BE8264-4D1E-405C-2610-F547DBCC4FD2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282E455-C1E3-476D-8336-C62F968A6565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1549BE3-0EAC-DDAB-CB66-3FA5CD4165FF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43E6FC9-EF47-C3F8-997A-1C0F4B2333D8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47D80A1-9F56-B7C8-2D0C-556427791AED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9492C0E6-19DA-91F2-677B-3A55A010FFC9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018C172-EF0A-209E-28A8-B608C6F2C741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8996E81-B9F9-CBAD-F63C-C4CDBD9CFC5F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AF9D192-6032-B31A-7D57-EF5D7A7CB0C3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D33F64C-E121-0108-D398-949007B2D364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C338782-A812-04B2-3DAB-BA65A49296CF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E4A8C660-D76F-2932-E1D3-CF059197F7A7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90F638F-917A-0553-6B4E-87EBEC80F82A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E2CA622-C515-2757-261E-F2148E06D480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0F5B548-DD2B-3273-12B8-D56027A595EA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E37F0A4-CA24-C78B-8F67-34A0C1D9C48E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7E9E30F-44F4-5FE1-1E44-505855D2FF85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3696BE69-F64E-16BA-3002-5B9B2FCD7DA3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56F5DA6-1E21-73B2-42C9-84564C2C3A6F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CB4F03D-582F-55C0-5263-0606D79F2A94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A7867E6-C4DE-497F-9FBC-3CF5B1ABE5E6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DC2C174-6016-2361-0DBF-0B4B4D385091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3320D37C-10DB-30AB-313C-5412D31C3D9F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0725A299-7F8C-4067-0657-430D0EDEAFC8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F68AC973-F3C1-9FBC-F351-6C441AD8A630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C5D18E2-3C43-D303-571B-15AEDF47F69C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A9E6EA6C-CB49-159F-BA95-D2327F1A2CCE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86475A68-B1D1-1ADF-747A-DD340ADC35BC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C33AAF5-228D-1B50-3323-CC70C417BDBA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675B77C-ECBE-A41F-4D4D-1782383BD949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3A95409A-E820-86EA-11CF-F256AE1811DA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C60EFFFD-8AE9-04E1-FE57-F21B790F33EE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5EB9D77-A751-D951-BFB9-91AD11387EF0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33E7614-9021-43B0-FE3E-1567D7F67489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EB5FFE75-F3FB-C66F-C012-79585A56EAEF}"/>
              </a:ext>
            </a:extLst>
          </p:cNvPr>
          <p:cNvGrpSpPr/>
          <p:nvPr/>
        </p:nvGrpSpPr>
        <p:grpSpPr>
          <a:xfrm>
            <a:off x="6018279" y="2854501"/>
            <a:ext cx="2091848" cy="2023715"/>
            <a:chOff x="6210596" y="2476129"/>
            <a:chExt cx="2091848" cy="2023715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480D1C8-1E2E-B728-0391-516C02F28E9E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5C6C626-DF26-5E48-3EEA-86DF2CD8A8B0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A7550078-61F5-37C1-A92F-34F09BAC7EE8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3D84D7A8-D14B-17A9-F4D6-5F2479DAC060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BCDB08C-AD64-1D83-890E-887A51BFED05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8682A41D-7EBF-83FC-605A-8C7158CCF9DA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05BF0A3-E5B6-4151-06F0-15BB150CD6F5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02BBCD9-AED4-C589-596C-9059030422D2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1D2FCC3-9227-F848-0049-598773E82A6B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75495DD4-3F2F-4EAB-CE60-66192105136E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29D01CEC-7C46-ACB2-1A87-B8CF9B7F260C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D10B169C-407F-FC6E-8CC6-52671ABFF570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35A8EA2D-59A9-FD5F-E678-136B5ED58088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E01AE5-3CBE-6EC9-8BDF-BFC021C63CC4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01BEE22-D2E3-DE52-0BBB-54010625E853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0956164-EACB-85E5-4096-0E52AB176039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07E069E-D800-5540-7F03-A62812336895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E3E13C5-8145-BD73-46E9-E89B81D2F248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4315320B-18BE-22A0-4C3C-9BAC8D139432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AD24FF1-AEDA-75DB-E3A2-C554A31FCC79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57A9CFF-42B3-0F65-797A-9D24F40414C5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0A38BD18-08E8-3955-A4FA-BB948FB10E9F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8C912D87-792D-29B2-B486-9269B006B301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80CE822-4A09-0178-80EC-715B3CD15CE9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0DA7258-20B7-1B28-D65A-76CC10AE336F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35DEA4FF-82E9-456B-4ED9-E6D80F35343D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1130E5B0-559D-73A8-0C42-028818AF3777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E35D7EF-94F0-E289-E45C-61CFF4A30015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DE8E786-5F90-111A-52EB-7F27F25F7CD3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C54DAD8-B7DF-A002-7AB5-004CF8CFEE60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FF1BFDD-DBE4-7577-F1B7-9DDA33B2A50A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61BD28E-1F7F-EBD8-6E06-E82BE3B8B962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1E0E8F0-D2D2-F767-1C4F-720BA146A9F9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C36F47F7-9B3A-5270-8CEA-6020020C3F9E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5AF6C2E-A9CD-5ACC-E532-3CED397AD867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4606C82-BBE2-9183-8C47-208F69AE2E59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7E0D7B6-6259-893A-BD45-ED2E9680E05E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33D7D5F6-20B4-D286-9151-94C13A2752F5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31B34ACE-A299-1B1B-33D3-6565174DD105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58EA6A48-A90F-7982-9541-EF4DB7D9BD1B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01B4579-7CDB-9361-6132-94933B1165EB}"/>
              </a:ext>
            </a:extLst>
          </p:cNvPr>
          <p:cNvGrpSpPr/>
          <p:nvPr/>
        </p:nvGrpSpPr>
        <p:grpSpPr>
          <a:xfrm>
            <a:off x="6579119" y="2563580"/>
            <a:ext cx="2091848" cy="2023715"/>
            <a:chOff x="6210596" y="2476129"/>
            <a:chExt cx="2091848" cy="2023715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F7DFF08-B6E5-E6FF-EE4A-289CBA5F05AE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D7EEEF6-1B6A-0363-D383-B4680AE4CD76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E012F3F4-AA3F-D823-8AD3-553DA280D437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2833E53-D4A3-D859-47DB-ED7D15EEA907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08525F2-B37D-B0D8-C78A-C3BEA5BC3304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B4476E7-193D-ECEA-736F-2AF9344E61D8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AFF15C24-E865-BA35-CDD3-96824A6CC07A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2E9A442B-7B50-38C3-F27E-F4132462E1F9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318B832-6077-2784-A755-EB24015E5DF8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933946D8-5E6E-08AC-D451-D034EF1706BD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E9E2D8C-E7DD-EAE0-A686-E05DD2484EA8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0EF53BE3-E5E9-C329-4ED8-B27659FDEB97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19E36916-82EB-116E-745D-6E95095CAA4E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2385520-690F-1F8C-E8DE-E0DCF26A0D2B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3BED0FE3-297E-5650-8473-3396F10DDF17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CB53CC48-C1CA-3A42-CEAC-2F4E25DBDA7D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472E8454-02F5-E2D4-5D74-B0ACF9DB539C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F5683A26-A20F-8847-2BF2-281ACD1149BF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47D7783-E797-4E99-397E-F69A123254F9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1EC35B9F-B644-0973-E720-F01389AA158E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357A480A-667A-F615-852C-7217CDA5F491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9D709EA5-7033-22A4-EECE-D76C9712AF67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F6DB3338-0BAD-408C-643D-A96637141747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E968558-AFC4-21E8-DF81-D556198D78D5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2359B9B3-C8FE-643C-4BD2-302167E9BA41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AE5683BE-C4EF-246E-4E65-6637B4B2C332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7175B65B-AA9D-E3B0-6BE2-8CBB39CC6F0B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D587B0F2-B2C1-221B-A37F-E6AB01EE3645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B1774F7F-8EDC-B054-25CD-0DE31B7C4201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EB572BCF-F176-0F9A-98D6-C3F200734066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96969A7E-D4FD-37D2-6715-5D66A03E93AF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5B6A1E40-D021-2D9E-A0C3-DD7394D30E6A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ABA9873B-8172-D7BC-65D3-9B5D132CD16B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3E0CEA55-CFB2-6434-C5F2-FCBB6F4C4116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7AFE95B-D47E-A5F8-F5B6-6BD2BBA88B5B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8AB93AD1-D618-9B11-B809-3B9F5C4CF068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43669E4A-B595-696D-4F53-DBD6F6EB021B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55AF38DA-AB15-6D16-118F-D976AAF40962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26CD9421-9220-DA1C-BB7F-ABD396B285D8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44108229-FB20-120A-10F1-402046437A40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95F33C2-98F7-F399-208E-FBC5E18189A4}"/>
              </a:ext>
            </a:extLst>
          </p:cNvPr>
          <p:cNvGrpSpPr/>
          <p:nvPr/>
        </p:nvGrpSpPr>
        <p:grpSpPr>
          <a:xfrm>
            <a:off x="6614420" y="2970890"/>
            <a:ext cx="2091848" cy="2023715"/>
            <a:chOff x="6210596" y="2476129"/>
            <a:chExt cx="2091848" cy="2023715"/>
          </a:xfrm>
        </p:grpSpPr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A4D9F1E-E558-BE0B-468B-07DDC59E0EE1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074ADB4B-E07F-1435-AF7F-0A617C3B5BC7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F5B025C7-F13E-61DA-53F8-0B9A9C922F80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A371AD6-2423-AB48-9D27-34E79386A124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7F6FDAD0-312F-4089-5243-D6CA77CC2CE0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0266E084-86E8-568D-0B62-0FB3580AAADF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84400579-588B-A566-A2A1-033D4025F896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DE808073-7BA2-1D8A-281B-763705921D41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2ABB55D-D856-5B00-7098-8D9CDEF2F13B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4A026BBD-E3F7-FD8A-915A-E2CD54088777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FC0F3AB2-0E5D-294F-37CC-B1AEF1423854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A163D623-7969-7E0E-72F7-179A3376BD7E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454D34A8-2CCA-6723-7E1A-A887AEA9563A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621F0574-2123-C4BA-ED60-F7EF566D658A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62B20851-002E-3904-CC95-6358E4FD7218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20C58013-B563-9C2F-EEC1-83CABAAB2FC8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72537E78-8324-1689-EDA7-6A3653476250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543CFE45-5DD8-D54C-3B2D-38C3BD378499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6286C23D-2094-CAF6-F29A-32D538747519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98B28E9-2694-012F-2E04-DD391C9C0AB4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65102AF5-A980-D5B3-A824-9F4CB237148E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FFA70F8-4646-89B5-725B-7863790EC53E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3EE16449-56D1-DCE9-81FC-9B75DA621998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5BA8FF28-DA74-4E10-5FFA-2192CCAF69BE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1B87FAD0-C85C-4760-76DE-FC92F42F37F5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40EDF11-88B4-8B25-AE2B-A7A5B22ADE95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FC4902FE-8823-2AA3-65FB-2AC3935DCB03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B819BDCD-138A-2780-AE89-C80003F35662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BC981D7-F10F-1BBF-5D16-9268D7C68DAB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5AF07171-6AED-3388-E715-4094A662E5FC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D0058A71-DE75-D27D-B4C9-9D72CB3F539F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3CAD349F-7483-145D-D399-40B63382BE7F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D6D4886-BD26-E566-D8DF-D81E60308D05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2BA4F5D6-9761-1432-316D-C24A405CF4B4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D9BCA257-B8C7-4765-EBC2-43886D19AC19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1000453D-D8D0-39A6-F6CB-93C218BEFA9A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C9553773-CE13-CF22-8433-084C5133AF53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D3A3FAC-6C79-ED1B-E2CC-A447EE365179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43AED0F-14B7-94EA-3664-8B844984B9A9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81A3CEEF-D358-CD56-6C4F-DB50E5F80848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D6C91303-6AA2-6B78-4E25-47886D8EBA5F}"/>
              </a:ext>
            </a:extLst>
          </p:cNvPr>
          <p:cNvGrpSpPr/>
          <p:nvPr/>
        </p:nvGrpSpPr>
        <p:grpSpPr>
          <a:xfrm>
            <a:off x="6096000" y="2077349"/>
            <a:ext cx="2091848" cy="2023715"/>
            <a:chOff x="6210596" y="2476129"/>
            <a:chExt cx="2091848" cy="2023715"/>
          </a:xfrm>
        </p:grpSpPr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C7FDFC5-62CC-38AB-BD5A-D9E5B6C7C4CF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0B7427FD-103A-CAB4-E12C-238E07655F94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B55E4D0-8AF2-DDFD-0D88-3A9BF4E68111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DDBD82BD-87B8-8425-2982-F46302E3FEFA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51673AC-EFB5-383C-9A55-835BFD1E39A7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D2EE077F-B419-FE35-96FF-733F447D9021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7A56171B-DF84-7F8D-9D93-04EEEDD30DCC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EAE8D655-1954-9C8E-93F3-C9E6686C2BE7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8F6A26A4-F5A3-A883-C56A-A308B1EE498A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CAB2428-0A62-7696-D394-107B0DAA3627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B49992A8-B553-21FB-203B-5D499FFAD5C4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E9C4ACA-0D9E-DE62-7921-D8E36F843A53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47D9627-F9DD-C7C5-1DC6-745934989010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DF3830AE-BE54-E1C9-3D37-0DE7153B7639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C671992E-3D72-6A85-1196-944465D60938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73D78748-FEEA-C4CC-C4B4-1BA21C39566B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A102A1DA-0119-D9E1-73F8-D4C98B59DF8B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1C0B8D17-BF85-6DD9-8DDA-064F4D6C5568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D40FF6F-A7E4-44C8-6A0A-8AAFEE543230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93854442-F7FE-D919-16B7-1A0773180E17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45C2B2E2-0699-DEFE-5510-B46890A2EBC9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7041474-901A-F103-5BE2-D16337BF3155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B7AD297C-D022-AE4E-2099-4DD6007F9ED8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535B1FF-8E3A-F757-F952-D2DFE046B80E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A2CE1F52-85C1-6856-F22F-1A52605E2DDB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3816F429-954A-B469-8E64-236942094609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D4DAA86B-9440-7145-777B-C59EE98132E6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A4FBB723-230B-A8D6-F924-2120025DAA38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B8A1721C-6E37-F90B-9D36-633D94812210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D696A0F2-14AF-6054-D675-CD52131E68B2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E027A475-C80B-D60C-EF2E-C34D1E381E08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8B490727-7ED3-B029-5A16-4EFA5221E3EA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719AB4BF-94A7-97D4-E04C-2C5B2745D166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CBC6E64B-1FD8-21B7-F7E8-81C4A05E0306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681F881D-8F19-F569-7CD3-B14E2A89AD92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ECA91566-53DD-E5B6-31B5-C53ADB06E42A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E8081016-7823-1DF3-B12E-916C722DCE73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104A88B2-58F2-E3C6-208F-DFCB9BC1BA8A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10F9BC2F-9B6C-5FDE-9DC7-AA2ADF55273A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FE9E0975-35D1-B74A-FED5-7739222ECA0A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4265CDE5-4D63-CBF9-F65B-10F028D963BE}"/>
              </a:ext>
            </a:extLst>
          </p:cNvPr>
          <p:cNvGrpSpPr/>
          <p:nvPr/>
        </p:nvGrpSpPr>
        <p:grpSpPr>
          <a:xfrm>
            <a:off x="6697588" y="2261187"/>
            <a:ext cx="2091848" cy="2023715"/>
            <a:chOff x="6210596" y="2476129"/>
            <a:chExt cx="2091848" cy="2023715"/>
          </a:xfrm>
        </p:grpSpPr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5C0B16F4-7C9E-90E7-3680-A1374FE82A8D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677EC4ED-9C50-FF60-9FF3-3E64BA0BFBF5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38189B27-2028-75CE-0BAC-3A1BF60AE0AF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705F3911-8281-FBA2-8C49-FECC2CCF2286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A8941D5C-4D7E-2914-524B-313A99C39739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763E5459-CA2A-FE07-789C-817C5C2EC9CE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0286F7D7-ED2C-E944-AF93-B5320D5AF6D5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1FAE295-927C-8735-F818-CE79388E58B7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4074F186-2689-F55C-7848-7804A7460213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B4B0DA6C-5B2B-8C85-FBB3-B0808C0A0894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2EF3FD6E-7D5D-AB0F-2ABF-E1C8C046F707}"/>
                </a:ext>
              </a:extLst>
            </p:cNvPr>
            <p:cNvSpPr/>
            <p:nvPr/>
          </p:nvSpPr>
          <p:spPr>
            <a:xfrm>
              <a:off x="6233215" y="32711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0027407F-9460-04B7-EF2A-BC482F1B9A36}"/>
                </a:ext>
              </a:extLst>
            </p:cNvPr>
            <p:cNvSpPr/>
            <p:nvPr/>
          </p:nvSpPr>
          <p:spPr>
            <a:xfrm>
              <a:off x="665856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19F5B7BD-5A7A-AD9C-E839-14BBBAB5656D}"/>
                </a:ext>
              </a:extLst>
            </p:cNvPr>
            <p:cNvSpPr/>
            <p:nvPr/>
          </p:nvSpPr>
          <p:spPr>
            <a:xfrm>
              <a:off x="7079185" y="327256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F543A9C2-1503-F595-493C-50FB033E79AC}"/>
                </a:ext>
              </a:extLst>
            </p:cNvPr>
            <p:cNvSpPr/>
            <p:nvPr/>
          </p:nvSpPr>
          <p:spPr>
            <a:xfrm>
              <a:off x="7481521" y="326646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624DF851-A2B9-CEF5-A8CA-E442D72D5EF8}"/>
                </a:ext>
              </a:extLst>
            </p:cNvPr>
            <p:cNvSpPr/>
            <p:nvPr/>
          </p:nvSpPr>
          <p:spPr>
            <a:xfrm>
              <a:off x="7902145" y="32786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DE9F9BD0-850E-80EC-00DF-2BF437DDBD63}"/>
                </a:ext>
              </a:extLst>
            </p:cNvPr>
            <p:cNvSpPr/>
            <p:nvPr/>
          </p:nvSpPr>
          <p:spPr>
            <a:xfrm>
              <a:off x="6245504" y="378389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1380540A-74E6-D1A1-3498-1A122ECE81C9}"/>
                </a:ext>
              </a:extLst>
            </p:cNvPr>
            <p:cNvSpPr/>
            <p:nvPr/>
          </p:nvSpPr>
          <p:spPr>
            <a:xfrm>
              <a:off x="667085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4C9BF92A-0D87-801D-27ED-085CE4B13A2F}"/>
                </a:ext>
              </a:extLst>
            </p:cNvPr>
            <p:cNvSpPr/>
            <p:nvPr/>
          </p:nvSpPr>
          <p:spPr>
            <a:xfrm>
              <a:off x="7091474" y="378534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1DD6798E-522D-2D9E-29C2-A59085026346}"/>
                </a:ext>
              </a:extLst>
            </p:cNvPr>
            <p:cNvSpPr/>
            <p:nvPr/>
          </p:nvSpPr>
          <p:spPr>
            <a:xfrm>
              <a:off x="7493810" y="377925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8720AFBF-DDA6-201A-452A-B2C204E45D49}"/>
                </a:ext>
              </a:extLst>
            </p:cNvPr>
            <p:cNvSpPr/>
            <p:nvPr/>
          </p:nvSpPr>
          <p:spPr>
            <a:xfrm>
              <a:off x="7914434" y="379144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9B3C65A-AECE-1322-A14C-2593049D00DE}"/>
                </a:ext>
              </a:extLst>
            </p:cNvPr>
            <p:cNvSpPr/>
            <p:nvPr/>
          </p:nvSpPr>
          <p:spPr>
            <a:xfrm>
              <a:off x="6242594" y="403864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F588AF2A-1450-5B85-F333-2363D9D3F7D3}"/>
                </a:ext>
              </a:extLst>
            </p:cNvPr>
            <p:cNvSpPr/>
            <p:nvPr/>
          </p:nvSpPr>
          <p:spPr>
            <a:xfrm>
              <a:off x="666794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4A93B1BE-539E-476E-913C-568708D3369C}"/>
                </a:ext>
              </a:extLst>
            </p:cNvPr>
            <p:cNvSpPr/>
            <p:nvPr/>
          </p:nvSpPr>
          <p:spPr>
            <a:xfrm>
              <a:off x="7088564" y="404009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4C585C19-D0D0-0DFF-6B0F-30FC3A3E6602}"/>
                </a:ext>
              </a:extLst>
            </p:cNvPr>
            <p:cNvSpPr/>
            <p:nvPr/>
          </p:nvSpPr>
          <p:spPr>
            <a:xfrm>
              <a:off x="7490900" y="403399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83C5B6EA-6791-1880-34F8-A1A502BCF87A}"/>
                </a:ext>
              </a:extLst>
            </p:cNvPr>
            <p:cNvSpPr/>
            <p:nvPr/>
          </p:nvSpPr>
          <p:spPr>
            <a:xfrm>
              <a:off x="7911524" y="404618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2F5298B3-6B9B-E791-2B6F-2DB30D1A9BB8}"/>
                </a:ext>
              </a:extLst>
            </p:cNvPr>
            <p:cNvSpPr/>
            <p:nvPr/>
          </p:nvSpPr>
          <p:spPr>
            <a:xfrm>
              <a:off x="6233215" y="26557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53EC5F-EFDC-6DFC-BE72-4FDAF32D5555}"/>
                </a:ext>
              </a:extLst>
            </p:cNvPr>
            <p:cNvSpPr/>
            <p:nvPr/>
          </p:nvSpPr>
          <p:spPr>
            <a:xfrm>
              <a:off x="665856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D958382-A682-1345-19AD-C58A7359640D}"/>
                </a:ext>
              </a:extLst>
            </p:cNvPr>
            <p:cNvSpPr/>
            <p:nvPr/>
          </p:nvSpPr>
          <p:spPr>
            <a:xfrm>
              <a:off x="7079185" y="265716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F35A525C-8AB6-588A-0638-F3854D7590AF}"/>
                </a:ext>
              </a:extLst>
            </p:cNvPr>
            <p:cNvSpPr/>
            <p:nvPr/>
          </p:nvSpPr>
          <p:spPr>
            <a:xfrm>
              <a:off x="7481521" y="2651066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D0FC2925-75D2-5601-55D8-BEFBDD563E81}"/>
                </a:ext>
              </a:extLst>
            </p:cNvPr>
            <p:cNvSpPr/>
            <p:nvPr/>
          </p:nvSpPr>
          <p:spPr>
            <a:xfrm>
              <a:off x="7902145" y="266325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68604030-9DB8-9432-F08C-EDAEA7881ECF}"/>
                </a:ext>
              </a:extLst>
            </p:cNvPr>
            <p:cNvSpPr/>
            <p:nvPr/>
          </p:nvSpPr>
          <p:spPr>
            <a:xfrm>
              <a:off x="6230305" y="2910457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7CF6F36A-4FDA-1DFB-AF25-7903002E753D}"/>
                </a:ext>
              </a:extLst>
            </p:cNvPr>
            <p:cNvSpPr/>
            <p:nvPr/>
          </p:nvSpPr>
          <p:spPr>
            <a:xfrm>
              <a:off x="665565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A71BF9B9-C117-CAD3-0E20-36F683C371A2}"/>
                </a:ext>
              </a:extLst>
            </p:cNvPr>
            <p:cNvSpPr/>
            <p:nvPr/>
          </p:nvSpPr>
          <p:spPr>
            <a:xfrm>
              <a:off x="7076275" y="291190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F93E5397-3422-DD7A-2F16-A3BE266DAB70}"/>
                </a:ext>
              </a:extLst>
            </p:cNvPr>
            <p:cNvSpPr/>
            <p:nvPr/>
          </p:nvSpPr>
          <p:spPr>
            <a:xfrm>
              <a:off x="7478611" y="2905812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021FE625-9AC8-5A3B-9F88-AA47EE7A5DA4}"/>
                </a:ext>
              </a:extLst>
            </p:cNvPr>
            <p:cNvSpPr/>
            <p:nvPr/>
          </p:nvSpPr>
          <p:spPr>
            <a:xfrm>
              <a:off x="7899235" y="291800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01CF47D3-E996-8B8F-FCAA-53C5816EE420}"/>
                </a:ext>
              </a:extLst>
            </p:cNvPr>
            <p:cNvSpPr/>
            <p:nvPr/>
          </p:nvSpPr>
          <p:spPr>
            <a:xfrm>
              <a:off x="6210596" y="349883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7B10C2BB-C6BC-2B01-4D2D-2B8E2807FA30}"/>
                </a:ext>
              </a:extLst>
            </p:cNvPr>
            <p:cNvSpPr/>
            <p:nvPr/>
          </p:nvSpPr>
          <p:spPr>
            <a:xfrm>
              <a:off x="663594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AD7102EC-3ECE-1EC7-E91C-4BBF6B3BD91F}"/>
                </a:ext>
              </a:extLst>
            </p:cNvPr>
            <p:cNvSpPr/>
            <p:nvPr/>
          </p:nvSpPr>
          <p:spPr>
            <a:xfrm>
              <a:off x="7056566" y="350028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5B08080E-0F5F-C13C-854B-7021E2ED8829}"/>
                </a:ext>
              </a:extLst>
            </p:cNvPr>
            <p:cNvSpPr/>
            <p:nvPr/>
          </p:nvSpPr>
          <p:spPr>
            <a:xfrm>
              <a:off x="7458902" y="349419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CCDC5ED4-39BF-1E33-81D8-A352961C5178}"/>
                </a:ext>
              </a:extLst>
            </p:cNvPr>
            <p:cNvSpPr/>
            <p:nvPr/>
          </p:nvSpPr>
          <p:spPr>
            <a:xfrm>
              <a:off x="7879526" y="350638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4" name="Rectangle 393">
            <a:extLst>
              <a:ext uri="{FF2B5EF4-FFF2-40B4-BE49-F238E27FC236}">
                <a16:creationId xmlns:a16="http://schemas.microsoft.com/office/drawing/2014/main" id="{D036F562-34B5-A373-CC66-8AF32E03D283}"/>
              </a:ext>
            </a:extLst>
          </p:cNvPr>
          <p:cNvSpPr/>
          <p:nvPr/>
        </p:nvSpPr>
        <p:spPr>
          <a:xfrm>
            <a:off x="1135978" y="2345429"/>
            <a:ext cx="2547024" cy="15959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Error ………</a:t>
            </a:r>
          </a:p>
        </p:txBody>
      </p:sp>
    </p:spTree>
    <p:extLst>
      <p:ext uri="{BB962C8B-B14F-4D97-AF65-F5344CB8AC3E}">
        <p14:creationId xmlns:p14="http://schemas.microsoft.com/office/powerpoint/2010/main" val="996775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36432 -0.01875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16" y="-949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34349 0.0444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74" y="2222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-0.41823 -0.08311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11" y="-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81481E-6 L -0.46523 -0.01458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68" y="-741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4.81481E-6 L -0.31107 -0.04862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60" y="-2431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59259E-6 L -0.37032 -0.13704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16" y="-6852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0" dur="2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44444E-6 L -0.4099 -0.06621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95" y="-331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44444E-6 L -0.43073 -0.08149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36" y="-4074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-0.43711 -0.00486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62" y="-255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-0.39271 -0.01527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35" y="-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25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40" grpId="0" animBg="1"/>
      <p:bldP spid="42" grpId="0" animBg="1"/>
      <p:bldP spid="46" grpId="0" animBg="1"/>
      <p:bldP spid="46" grpId="1" animBg="1"/>
      <p:bldP spid="46" grpId="2" animBg="1"/>
      <p:bldP spid="39" grpId="0" animBg="1"/>
      <p:bldP spid="39" grpId="1" animBg="1"/>
      <p:bldP spid="39" grpId="2" animBg="1"/>
      <p:bldP spid="59" grpId="0" animBg="1"/>
      <p:bldP spid="59" grpId="1" animBg="1"/>
      <p:bldP spid="59" grpId="2" animBg="1"/>
      <p:bldP spid="39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10B06-4521-BDF4-81CC-9051D8CB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EBB5BB75-9793-DAFB-1A6F-3D5C9364252F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BA5A2E3-7FBE-6343-FC5C-71962441718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1E89934-A6AC-04EB-DC30-EFD28CA4088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56B7454-4F14-6A27-11BB-B842BBA39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B952C65-69E9-4044-DA14-253C6242F5E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93CAFD0-C0A4-00A5-8EBB-666E488948D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ABAD53-252A-EAAF-EF35-F0B235709DD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2845B7E-B354-7587-80E6-3564AA0540E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2FF604E-DB3B-E6C7-EBD4-5607C5F7CF1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714132E-958C-4F47-B478-2E7675BADBE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B33DB7D-2838-CC8F-F4D6-68657B0C56D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EFF5F24-406B-9EC3-BC31-53F91DCFBF9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760046-A512-2831-5BB9-3C556D8589D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A2EAB3F-5CFE-87EB-EABB-8CB45B35ADF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D1B6D6D-53E6-3E1A-36DB-08C7B4608B4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3FEBCAF-BFBA-7516-F9AB-5DD3089DA13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46BB08C-1CC3-B007-437E-1B38EAB4B4B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DE7A62D-AED6-8866-E253-3986FE068EF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86836F3-07F4-BAEA-E290-D45A859BB9B0}"/>
              </a:ext>
            </a:extLst>
          </p:cNvPr>
          <p:cNvGrpSpPr/>
          <p:nvPr/>
        </p:nvGrpSpPr>
        <p:grpSpPr>
          <a:xfrm>
            <a:off x="806709" y="2216825"/>
            <a:ext cx="2694169" cy="3805373"/>
            <a:chOff x="1702752" y="2282813"/>
            <a:chExt cx="2694169" cy="3805373"/>
          </a:xfrm>
        </p:grpSpPr>
        <p:grpSp>
          <p:nvGrpSpPr>
            <p:cNvPr id="2" name="customer">
              <a:extLst>
                <a:ext uri="{FF2B5EF4-FFF2-40B4-BE49-F238E27FC236}">
                  <a16:creationId xmlns:a16="http://schemas.microsoft.com/office/drawing/2014/main" id="{3BF4816C-A450-DD30-EC3A-C685E8984ADF}"/>
                </a:ext>
              </a:extLst>
            </p:cNvPr>
            <p:cNvGrpSpPr/>
            <p:nvPr/>
          </p:nvGrpSpPr>
          <p:grpSpPr>
            <a:xfrm>
              <a:off x="1824552" y="2282813"/>
              <a:ext cx="2257428" cy="2142586"/>
              <a:chOff x="367349" y="2837880"/>
              <a:chExt cx="1695193" cy="161169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81DF298-7843-B65B-5192-C91509AE25B0}"/>
                  </a:ext>
                </a:extLst>
              </p:cNvPr>
              <p:cNvSpPr/>
              <p:nvPr/>
            </p:nvSpPr>
            <p:spPr>
              <a:xfrm>
                <a:off x="634044" y="3691751"/>
                <a:ext cx="1222319" cy="748236"/>
              </a:xfrm>
              <a:custGeom>
                <a:avLst/>
                <a:gdLst>
                  <a:gd name="csX0" fmla="*/ 114030 w 1709920"/>
                  <a:gd name="csY0" fmla="*/ 321584 h 1025691"/>
                  <a:gd name="csX1" fmla="*/ 125460 w 1709920"/>
                  <a:gd name="csY1" fmla="*/ 89174 h 1025691"/>
                  <a:gd name="csX2" fmla="*/ 369300 w 1709920"/>
                  <a:gd name="csY2" fmla="*/ 16784 h 1025691"/>
                  <a:gd name="csX3" fmla="*/ 403590 w 1709920"/>
                  <a:gd name="csY3" fmla="*/ 203474 h 1025691"/>
                  <a:gd name="csX4" fmla="*/ 552180 w 1709920"/>
                  <a:gd name="csY4" fmla="*/ 294914 h 1025691"/>
                  <a:gd name="csX5" fmla="*/ 716010 w 1709920"/>
                  <a:gd name="csY5" fmla="*/ 553994 h 1025691"/>
                  <a:gd name="csX6" fmla="*/ 898890 w 1709920"/>
                  <a:gd name="csY6" fmla="*/ 275864 h 1025691"/>
                  <a:gd name="csX7" fmla="*/ 1062720 w 1709920"/>
                  <a:gd name="csY7" fmla="*/ 264434 h 1025691"/>
                  <a:gd name="csX8" fmla="*/ 1108440 w 1709920"/>
                  <a:gd name="csY8" fmla="*/ 54884 h 1025691"/>
                  <a:gd name="csX9" fmla="*/ 1218930 w 1709920"/>
                  <a:gd name="csY9" fmla="*/ 77744 h 1025691"/>
                  <a:gd name="csX10" fmla="*/ 1672320 w 1709920"/>
                  <a:gd name="csY10" fmla="*/ 896894 h 1025691"/>
                  <a:gd name="csX11" fmla="*/ 117840 w 1709920"/>
                  <a:gd name="csY11" fmla="*/ 965474 h 1025691"/>
                  <a:gd name="csX12" fmla="*/ 114030 w 1709920"/>
                  <a:gd name="csY12" fmla="*/ 321584 h 1025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709920" h="1025691">
                    <a:moveTo>
                      <a:pt x="114030" y="321584"/>
                    </a:moveTo>
                    <a:cubicBezTo>
                      <a:pt x="115300" y="175534"/>
                      <a:pt x="82915" y="139974"/>
                      <a:pt x="125460" y="89174"/>
                    </a:cubicBezTo>
                    <a:cubicBezTo>
                      <a:pt x="168005" y="38374"/>
                      <a:pt x="322945" y="-2266"/>
                      <a:pt x="369300" y="16784"/>
                    </a:cubicBezTo>
                    <a:cubicBezTo>
                      <a:pt x="415655" y="35834"/>
                      <a:pt x="373110" y="157119"/>
                      <a:pt x="403590" y="203474"/>
                    </a:cubicBezTo>
                    <a:cubicBezTo>
                      <a:pt x="434070" y="249829"/>
                      <a:pt x="500110" y="236494"/>
                      <a:pt x="552180" y="294914"/>
                    </a:cubicBezTo>
                    <a:cubicBezTo>
                      <a:pt x="604250" y="353334"/>
                      <a:pt x="658225" y="557169"/>
                      <a:pt x="716010" y="553994"/>
                    </a:cubicBezTo>
                    <a:cubicBezTo>
                      <a:pt x="773795" y="550819"/>
                      <a:pt x="841105" y="324124"/>
                      <a:pt x="898890" y="275864"/>
                    </a:cubicBezTo>
                    <a:cubicBezTo>
                      <a:pt x="956675" y="227604"/>
                      <a:pt x="1027795" y="301264"/>
                      <a:pt x="1062720" y="264434"/>
                    </a:cubicBezTo>
                    <a:cubicBezTo>
                      <a:pt x="1097645" y="227604"/>
                      <a:pt x="1082405" y="85999"/>
                      <a:pt x="1108440" y="54884"/>
                    </a:cubicBezTo>
                    <a:cubicBezTo>
                      <a:pt x="1134475" y="23769"/>
                      <a:pt x="1124950" y="-62591"/>
                      <a:pt x="1218930" y="77744"/>
                    </a:cubicBezTo>
                    <a:cubicBezTo>
                      <a:pt x="1312910" y="218079"/>
                      <a:pt x="1855835" y="748939"/>
                      <a:pt x="1672320" y="896894"/>
                    </a:cubicBezTo>
                    <a:cubicBezTo>
                      <a:pt x="1488805" y="1044849"/>
                      <a:pt x="380095" y="1061994"/>
                      <a:pt x="117840" y="965474"/>
                    </a:cubicBezTo>
                    <a:cubicBezTo>
                      <a:pt x="-144415" y="868954"/>
                      <a:pt x="112760" y="467634"/>
                      <a:pt x="114030" y="321584"/>
                    </a:cubicBezTo>
                    <a:close/>
                  </a:path>
                </a:pathLst>
              </a:cu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12D9880-5141-A8B6-1495-5DEDB7DDD55E}"/>
                  </a:ext>
                </a:extLst>
              </p:cNvPr>
              <p:cNvSpPr/>
              <p:nvPr/>
            </p:nvSpPr>
            <p:spPr>
              <a:xfrm>
                <a:off x="367349" y="4348592"/>
                <a:ext cx="1646702" cy="100986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1371">
                <a:extLst>
                  <a:ext uri="{FF2B5EF4-FFF2-40B4-BE49-F238E27FC236}">
                    <a16:creationId xmlns:a16="http://schemas.microsoft.com/office/drawing/2014/main" id="{F4E1C4D2-6114-DC65-7B5B-87DC941EF269}"/>
                  </a:ext>
                </a:extLst>
              </p:cNvPr>
              <p:cNvSpPr/>
              <p:nvPr/>
            </p:nvSpPr>
            <p:spPr>
              <a:xfrm>
                <a:off x="551191" y="3514915"/>
                <a:ext cx="196011" cy="307686"/>
              </a:xfrm>
              <a:custGeom>
                <a:avLst/>
                <a:gdLst>
                  <a:gd name="csX0" fmla="*/ 0 w 282166"/>
                  <a:gd name="csY0" fmla="*/ 210347 h 420693"/>
                  <a:gd name="csX1" fmla="*/ 141083 w 282166"/>
                  <a:gd name="csY1" fmla="*/ 0 h 420693"/>
                  <a:gd name="csX2" fmla="*/ 282166 w 282166"/>
                  <a:gd name="csY2" fmla="*/ 210347 h 420693"/>
                  <a:gd name="csX3" fmla="*/ 141083 w 282166"/>
                  <a:gd name="csY3" fmla="*/ 420694 h 420693"/>
                  <a:gd name="csX4" fmla="*/ 0 w 282166"/>
                  <a:gd name="csY4" fmla="*/ 210347 h 420693"/>
                  <a:gd name="csX0" fmla="*/ 0 w 228826"/>
                  <a:gd name="csY0" fmla="*/ 256469 h 421780"/>
                  <a:gd name="csX1" fmla="*/ 87743 w 228826"/>
                  <a:gd name="csY1" fmla="*/ 402 h 421780"/>
                  <a:gd name="csX2" fmla="*/ 228826 w 228826"/>
                  <a:gd name="csY2" fmla="*/ 210749 h 421780"/>
                  <a:gd name="csX3" fmla="*/ 87743 w 228826"/>
                  <a:gd name="csY3" fmla="*/ 421096 h 421780"/>
                  <a:gd name="csX4" fmla="*/ 0 w 228826"/>
                  <a:gd name="csY4" fmla="*/ 256469 h 4217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8826" h="421780">
                    <a:moveTo>
                      <a:pt x="0" y="256469"/>
                    </a:moveTo>
                    <a:cubicBezTo>
                      <a:pt x="0" y="140298"/>
                      <a:pt x="49605" y="8022"/>
                      <a:pt x="87743" y="402"/>
                    </a:cubicBezTo>
                    <a:cubicBezTo>
                      <a:pt x="125881" y="-7218"/>
                      <a:pt x="228826" y="94578"/>
                      <a:pt x="228826" y="210749"/>
                    </a:cubicBezTo>
                    <a:cubicBezTo>
                      <a:pt x="228826" y="326920"/>
                      <a:pt x="125881" y="413476"/>
                      <a:pt x="87743" y="421096"/>
                    </a:cubicBezTo>
                    <a:cubicBezTo>
                      <a:pt x="49605" y="428716"/>
                      <a:pt x="0" y="372640"/>
                      <a:pt x="0" y="256469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0D281EC-CA9B-E410-68B6-E1D7EC693103}"/>
                  </a:ext>
                </a:extLst>
              </p:cNvPr>
              <p:cNvSpPr/>
              <p:nvPr/>
            </p:nvSpPr>
            <p:spPr>
              <a:xfrm>
                <a:off x="531378" y="3716486"/>
                <a:ext cx="241125" cy="667050"/>
              </a:xfrm>
              <a:prstGeom prst="round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1C82F411-A3B6-1E80-147C-76DDE37804C4}"/>
                  </a:ext>
                </a:extLst>
              </p:cNvPr>
              <p:cNvSpPr/>
              <p:nvPr/>
            </p:nvSpPr>
            <p:spPr>
              <a:xfrm>
                <a:off x="1541971" y="3638366"/>
                <a:ext cx="429021" cy="4366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BB6ED9A-248D-7049-84CF-AD7F5194375E}"/>
                  </a:ext>
                </a:extLst>
              </p:cNvPr>
              <p:cNvSpPr/>
              <p:nvPr/>
            </p:nvSpPr>
            <p:spPr>
              <a:xfrm>
                <a:off x="1614923" y="3667671"/>
                <a:ext cx="251665" cy="262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D74BE365-5493-3C7C-53AD-8F628912FE82}"/>
                  </a:ext>
                </a:extLst>
              </p:cNvPr>
              <p:cNvSpPr/>
              <p:nvPr/>
            </p:nvSpPr>
            <p:spPr>
              <a:xfrm>
                <a:off x="1408893" y="3725099"/>
                <a:ext cx="653649" cy="667050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13E59C53-FFC2-DC25-18BF-A0D16162018F}"/>
                  </a:ext>
                </a:extLst>
              </p:cNvPr>
              <p:cNvSpPr/>
              <p:nvPr/>
            </p:nvSpPr>
            <p:spPr>
              <a:xfrm>
                <a:off x="1537225" y="3849462"/>
                <a:ext cx="424009" cy="45548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CD67FF19-324F-00A5-2CD0-1E8B6173B88C}"/>
                  </a:ext>
                </a:extLst>
              </p:cNvPr>
              <p:cNvSpPr/>
              <p:nvPr/>
            </p:nvSpPr>
            <p:spPr>
              <a:xfrm>
                <a:off x="1595941" y="3903823"/>
                <a:ext cx="310268" cy="357374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1F006F71-3333-20D2-ED4B-92371842701D}"/>
                  </a:ext>
                </a:extLst>
              </p:cNvPr>
              <p:cNvSpPr/>
              <p:nvPr/>
            </p:nvSpPr>
            <p:spPr>
              <a:xfrm>
                <a:off x="812473" y="2837880"/>
                <a:ext cx="746464" cy="903072"/>
              </a:xfrm>
              <a:prstGeom prst="roundRect">
                <a:avLst>
                  <a:gd name="adj" fmla="val 30667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Isosceles Triangle 90">
                <a:extLst>
                  <a:ext uri="{FF2B5EF4-FFF2-40B4-BE49-F238E27FC236}">
                    <a16:creationId xmlns:a16="http://schemas.microsoft.com/office/drawing/2014/main" id="{0E601821-2E22-691E-FA09-A5094A9AA094}"/>
                  </a:ext>
                </a:extLst>
              </p:cNvPr>
              <p:cNvSpPr/>
              <p:nvPr/>
            </p:nvSpPr>
            <p:spPr>
              <a:xfrm flipV="1">
                <a:off x="885993" y="3435344"/>
                <a:ext cx="579298" cy="508526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CE59664-A80B-F367-8C18-7E2DB57CA548}"/>
                  </a:ext>
                </a:extLst>
              </p:cNvPr>
              <p:cNvGrpSpPr/>
              <p:nvPr/>
            </p:nvGrpSpPr>
            <p:grpSpPr>
              <a:xfrm>
                <a:off x="800797" y="3227751"/>
                <a:ext cx="753578" cy="239432"/>
                <a:chOff x="4459806" y="3418439"/>
                <a:chExt cx="1054192" cy="544883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C72923B5-0DF8-0591-2C1B-8128299595A4}"/>
                    </a:ext>
                  </a:extLst>
                </p:cNvPr>
                <p:cNvSpPr/>
                <p:nvPr/>
              </p:nvSpPr>
              <p:spPr>
                <a:xfrm>
                  <a:off x="4459806" y="3443796"/>
                  <a:ext cx="443797" cy="5195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F2291EA9-B4D3-32F6-CA3C-4257F7589980}"/>
                    </a:ext>
                  </a:extLst>
                </p:cNvPr>
                <p:cNvSpPr/>
                <p:nvPr/>
              </p:nvSpPr>
              <p:spPr>
                <a:xfrm>
                  <a:off x="5070201" y="3418439"/>
                  <a:ext cx="443797" cy="5195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C2B0803B-C3D8-8C66-3441-59E2CBCC21D7}"/>
                  </a:ext>
                </a:extLst>
              </p:cNvPr>
              <p:cNvSpPr/>
              <p:nvPr/>
            </p:nvSpPr>
            <p:spPr>
              <a:xfrm>
                <a:off x="848610" y="2991787"/>
                <a:ext cx="653649" cy="66705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1DE1DA7-9BA4-7075-5E6A-E344D27903FA}"/>
                  </a:ext>
                </a:extLst>
              </p:cNvPr>
              <p:cNvGrpSpPr/>
              <p:nvPr/>
            </p:nvGrpSpPr>
            <p:grpSpPr>
              <a:xfrm>
                <a:off x="1001579" y="3188507"/>
                <a:ext cx="351643" cy="114408"/>
                <a:chOff x="4709482" y="3477328"/>
                <a:chExt cx="491919" cy="205345"/>
              </a:xfrm>
              <a:solidFill>
                <a:schemeClr val="tx1"/>
              </a:solidFill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472523A9-03B6-2982-1D4F-E5B2E0F1B37C}"/>
                    </a:ext>
                  </a:extLst>
                </p:cNvPr>
                <p:cNvSpPr/>
                <p:nvPr/>
              </p:nvSpPr>
              <p:spPr>
                <a:xfrm>
                  <a:off x="4709482" y="3477328"/>
                  <a:ext cx="116734" cy="1998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4E7F2665-C872-89F1-94C1-DC4C4B67E329}"/>
                    </a:ext>
                  </a:extLst>
                </p:cNvPr>
                <p:cNvSpPr/>
                <p:nvPr/>
              </p:nvSpPr>
              <p:spPr>
                <a:xfrm>
                  <a:off x="5084667" y="3482847"/>
                  <a:ext cx="116734" cy="199826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F351B39-FE0B-CADB-1318-C50DD02A0255}"/>
                  </a:ext>
                </a:extLst>
              </p:cNvPr>
              <p:cNvSpPr/>
              <p:nvPr/>
            </p:nvSpPr>
            <p:spPr>
              <a:xfrm>
                <a:off x="1084732" y="3477562"/>
                <a:ext cx="165757" cy="46846"/>
              </a:xfrm>
              <a:custGeom>
                <a:avLst/>
                <a:gdLst>
                  <a:gd name="csX0" fmla="*/ 1540 w 289500"/>
                  <a:gd name="csY0" fmla="*/ 15129 h 167670"/>
                  <a:gd name="csX1" fmla="*/ 283480 w 289500"/>
                  <a:gd name="csY1" fmla="*/ 22749 h 167670"/>
                  <a:gd name="csX2" fmla="*/ 176800 w 289500"/>
                  <a:gd name="csY2" fmla="*/ 167529 h 167670"/>
                  <a:gd name="csX3" fmla="*/ 1540 w 289500"/>
                  <a:gd name="csY3" fmla="*/ 15129 h 167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9500" h="167670">
                    <a:moveTo>
                      <a:pt x="1540" y="15129"/>
                    </a:moveTo>
                    <a:cubicBezTo>
                      <a:pt x="19320" y="-9001"/>
                      <a:pt x="254270" y="-2651"/>
                      <a:pt x="283480" y="22749"/>
                    </a:cubicBezTo>
                    <a:cubicBezTo>
                      <a:pt x="312690" y="48149"/>
                      <a:pt x="228870" y="162449"/>
                      <a:pt x="176800" y="167529"/>
                    </a:cubicBezTo>
                    <a:cubicBezTo>
                      <a:pt x="124730" y="172609"/>
                      <a:pt x="-16240" y="39259"/>
                      <a:pt x="1540" y="15129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BF890E7-BA82-34CC-3015-F01FB37C305A}"/>
                </a:ext>
              </a:extLst>
            </p:cNvPr>
            <p:cNvSpPr txBox="1"/>
            <p:nvPr/>
          </p:nvSpPr>
          <p:spPr>
            <a:xfrm>
              <a:off x="1702752" y="5503411"/>
              <a:ext cx="2694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487941E4-DFC7-BAAF-2330-C2ECA341F2EC}"/>
              </a:ext>
            </a:extLst>
          </p:cNvPr>
          <p:cNvSpPr txBox="1"/>
          <p:nvPr/>
        </p:nvSpPr>
        <p:spPr>
          <a:xfrm>
            <a:off x="5778440" y="5361740"/>
            <a:ext cx="2475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highlight>
                  <a:srgbClr val="FFFF00"/>
                </a:highlight>
                <a:latin typeface="Gill Sans MT" panose="020B0502020104020203" pitchFamily="34" charset="0"/>
              </a:rPr>
              <a:t>BACK-END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1ABFAAE3-A966-DF34-C69B-384D709D4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137" y="2237441"/>
            <a:ext cx="2093887" cy="2093887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FDE50D60-50C1-2785-F973-4482AA3BC5B1}"/>
              </a:ext>
            </a:extLst>
          </p:cNvPr>
          <p:cNvSpPr/>
          <p:nvPr/>
        </p:nvSpPr>
        <p:spPr>
          <a:xfrm flipH="1">
            <a:off x="4471561" y="1687355"/>
            <a:ext cx="45719" cy="4095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F63FA1-6FA2-95DE-1F4A-4B04AFBD0642}"/>
              </a:ext>
            </a:extLst>
          </p:cNvPr>
          <p:cNvGrpSpPr/>
          <p:nvPr/>
        </p:nvGrpSpPr>
        <p:grpSpPr>
          <a:xfrm>
            <a:off x="6176365" y="3146982"/>
            <a:ext cx="1084630" cy="972530"/>
            <a:chOff x="1749085" y="3335736"/>
            <a:chExt cx="1084630" cy="9725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948807-2048-070D-52E3-816EA07FEF88}"/>
                </a:ext>
              </a:extLst>
            </p:cNvPr>
            <p:cNvGrpSpPr/>
            <p:nvPr/>
          </p:nvGrpSpPr>
          <p:grpSpPr>
            <a:xfrm>
              <a:off x="2233283" y="3335736"/>
              <a:ext cx="470284" cy="697177"/>
              <a:chOff x="2192888" y="3357289"/>
              <a:chExt cx="470284" cy="697177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B5F0E47-BF41-7E03-F209-853FB5059546}"/>
                  </a:ext>
                </a:extLst>
              </p:cNvPr>
              <p:cNvSpPr/>
              <p:nvPr/>
            </p:nvSpPr>
            <p:spPr>
              <a:xfrm rot="1022227">
                <a:off x="2367988" y="3357289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54279A18-12EF-5210-C6C4-668E6E259E6D}"/>
                  </a:ext>
                </a:extLst>
              </p:cNvPr>
              <p:cNvSpPr/>
              <p:nvPr/>
            </p:nvSpPr>
            <p:spPr>
              <a:xfrm rot="20882135">
                <a:off x="2296796" y="3392661"/>
                <a:ext cx="127070" cy="382673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94044227-FF7F-B0C2-607D-71E19E79E380}"/>
                  </a:ext>
                </a:extLst>
              </p:cNvPr>
              <p:cNvSpPr/>
              <p:nvPr/>
            </p:nvSpPr>
            <p:spPr>
              <a:xfrm>
                <a:off x="2192888" y="3472270"/>
                <a:ext cx="470284" cy="5821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1C7C472-9842-2D3E-8754-F2E1C6922780}"/>
                </a:ext>
              </a:extLst>
            </p:cNvPr>
            <p:cNvGrpSpPr/>
            <p:nvPr/>
          </p:nvGrpSpPr>
          <p:grpSpPr>
            <a:xfrm>
              <a:off x="1759875" y="3346975"/>
              <a:ext cx="470284" cy="707491"/>
              <a:chOff x="1759875" y="3346975"/>
              <a:chExt cx="470284" cy="707491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5A96478-7FEA-8198-A3FA-90BA94B0CC96}"/>
                  </a:ext>
                </a:extLst>
              </p:cNvPr>
              <p:cNvSpPr/>
              <p:nvPr/>
            </p:nvSpPr>
            <p:spPr>
              <a:xfrm>
                <a:off x="1759875" y="3472270"/>
                <a:ext cx="470284" cy="582196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E778A0DA-544B-A17A-54F9-57E7B59F08C2}"/>
                  </a:ext>
                </a:extLst>
              </p:cNvPr>
              <p:cNvSpPr/>
              <p:nvPr/>
            </p:nvSpPr>
            <p:spPr>
              <a:xfrm rot="18541303">
                <a:off x="1945121" y="3458755"/>
                <a:ext cx="327216" cy="103655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7806F26-D5DC-C108-2719-DB4A1CC638B9}"/>
                </a:ext>
              </a:extLst>
            </p:cNvPr>
            <p:cNvGrpSpPr/>
            <p:nvPr/>
          </p:nvGrpSpPr>
          <p:grpSpPr>
            <a:xfrm>
              <a:off x="1983116" y="3530300"/>
              <a:ext cx="247043" cy="391313"/>
              <a:chOff x="1983116" y="3530300"/>
              <a:chExt cx="247043" cy="391313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C2C4915D-B614-3934-1B05-682429F84001}"/>
                  </a:ext>
                </a:extLst>
              </p:cNvPr>
              <p:cNvSpPr/>
              <p:nvPr/>
            </p:nvSpPr>
            <p:spPr>
              <a:xfrm>
                <a:off x="2103089" y="353894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A85989E8-9D77-2C4E-67B2-24508584192C}"/>
                  </a:ext>
                </a:extLst>
              </p:cNvPr>
              <p:cNvSpPr/>
              <p:nvPr/>
            </p:nvSpPr>
            <p:spPr>
              <a:xfrm>
                <a:off x="1983116" y="3530300"/>
                <a:ext cx="127070" cy="382673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B7A3A8-8BDB-AA1C-5A4B-2DC80AAC059A}"/>
                </a:ext>
              </a:extLst>
            </p:cNvPr>
            <p:cNvGrpSpPr/>
            <p:nvPr/>
          </p:nvGrpSpPr>
          <p:grpSpPr>
            <a:xfrm>
              <a:off x="1749085" y="3781447"/>
              <a:ext cx="1084630" cy="526819"/>
              <a:chOff x="1749085" y="3781447"/>
              <a:chExt cx="1084630" cy="526819"/>
            </a:xfrm>
          </p:grpSpPr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BA884F85-72E0-D4F1-DF33-8661C2B145A5}"/>
                  </a:ext>
                </a:extLst>
              </p:cNvPr>
              <p:cNvSpPr/>
              <p:nvPr/>
            </p:nvSpPr>
            <p:spPr>
              <a:xfrm>
                <a:off x="1759875" y="3800665"/>
                <a:ext cx="1073840" cy="5076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E69A45B1-BBCF-29E0-FA4F-2C9095480996}"/>
                  </a:ext>
                </a:extLst>
              </p:cNvPr>
              <p:cNvSpPr/>
              <p:nvPr/>
            </p:nvSpPr>
            <p:spPr>
              <a:xfrm flipV="1">
                <a:off x="1749085" y="3781447"/>
                <a:ext cx="1073840" cy="1155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35034A32-8C73-6911-07F6-A68C1D248FCF}"/>
              </a:ext>
            </a:extLst>
          </p:cNvPr>
          <p:cNvSpPr/>
          <p:nvPr/>
        </p:nvSpPr>
        <p:spPr>
          <a:xfrm>
            <a:off x="3824439" y="2801106"/>
            <a:ext cx="15383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E200F1A7-FD55-200B-FDCE-61ED1344F637}"/>
              </a:ext>
            </a:extLst>
          </p:cNvPr>
          <p:cNvSpPr/>
          <p:nvPr/>
        </p:nvSpPr>
        <p:spPr>
          <a:xfrm flipH="1">
            <a:off x="3836010" y="3953022"/>
            <a:ext cx="1538339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11" name="Group 1810" hidden="1">
            <a:extLst>
              <a:ext uri="{FF2B5EF4-FFF2-40B4-BE49-F238E27FC236}">
                <a16:creationId xmlns:a16="http://schemas.microsoft.com/office/drawing/2014/main" id="{D1229237-C2C9-C0A9-12E7-6597575F3D8D}"/>
              </a:ext>
            </a:extLst>
          </p:cNvPr>
          <p:cNvGrpSpPr/>
          <p:nvPr/>
        </p:nvGrpSpPr>
        <p:grpSpPr>
          <a:xfrm>
            <a:off x="5778925" y="2054014"/>
            <a:ext cx="2314184" cy="2561022"/>
            <a:chOff x="5778925" y="2054014"/>
            <a:chExt cx="2314184" cy="2561022"/>
          </a:xfrm>
        </p:grpSpPr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B2E5BAE7-5213-3665-9420-922290C7DC4D}"/>
                </a:ext>
              </a:extLst>
            </p:cNvPr>
            <p:cNvGrpSpPr/>
            <p:nvPr/>
          </p:nvGrpSpPr>
          <p:grpSpPr>
            <a:xfrm>
              <a:off x="5881450" y="2069218"/>
              <a:ext cx="1203678" cy="1169668"/>
              <a:chOff x="5881450" y="2069218"/>
              <a:chExt cx="2397152" cy="2488324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8B8BDEB6-660E-9F43-9A8C-9D324E6341EE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797FE385-E243-9499-8807-1D468260CB0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84532C36-131B-B058-A1EC-12DA8E583E0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Oval 132">
                    <a:extLst>
                      <a:ext uri="{FF2B5EF4-FFF2-40B4-BE49-F238E27FC236}">
                        <a16:creationId xmlns:a16="http://schemas.microsoft.com/office/drawing/2014/main" id="{91A055F4-3881-884A-46C5-56B47C63A20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EF68D8E7-633B-8BAE-5AC2-7AED1A3DC21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96A4E79F-9D20-1069-226A-1FEE224F414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0" name="Oval 129">
                    <a:extLst>
                      <a:ext uri="{FF2B5EF4-FFF2-40B4-BE49-F238E27FC236}">
                        <a16:creationId xmlns:a16="http://schemas.microsoft.com/office/drawing/2014/main" id="{0335D8D4-80D4-7315-2C0F-59D2FD51E9A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16C3EC29-F9E9-08F0-0A58-7C494A4B531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1E350A19-23FA-87DC-4F7B-4F794ED1E1D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E3F5B283-7B00-732B-BAFF-50161E85B3F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5D0F3340-C6AA-B0BB-E8EF-F3796F20CCA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E9DC9F1-AAA1-C14B-D0C1-1A227CC1E47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4" name="Rectangle: Rounded Corners 103">
                    <a:extLst>
                      <a:ext uri="{FF2B5EF4-FFF2-40B4-BE49-F238E27FC236}">
                        <a16:creationId xmlns:a16="http://schemas.microsoft.com/office/drawing/2014/main" id="{D1720567-2DAA-C897-B841-7EFAE1B8DD7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BB021AC6-036C-02E1-87FB-E40AB04F2FB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A5DCC6C1-8E11-0B1E-0C7D-775DC0F6E1A5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EB90777B-9875-A931-A4BE-C16DBE8C781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6" name="Oval 145">
                    <a:extLst>
                      <a:ext uri="{FF2B5EF4-FFF2-40B4-BE49-F238E27FC236}">
                        <a16:creationId xmlns:a16="http://schemas.microsoft.com/office/drawing/2014/main" id="{C18D30E5-ACF2-B22D-B4E8-AEBAE9778C2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60D3ADF6-54CD-C50E-9CC0-2FB88511ABD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C4EAFBDE-6C55-0BC3-0FC8-F47710125EF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D2FB18C7-93A5-F8A0-666D-BED1AA57BC3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442A2B2D-1686-0B46-E1F4-3DE674E7405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225BCDF0-C014-887A-B6C3-ADE26CCADF0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FC9AEB38-C465-88D1-9506-EE401359676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32B5FF80-3DF0-D1FE-51F6-B0E457EEE35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D273D1E7-E65C-6B28-EABA-0E1D994C2DB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E9DA9F4C-D8C1-5149-EAF3-21BEB67C0B7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0" name="Rectangle: Rounded Corners 139">
                    <a:extLst>
                      <a:ext uri="{FF2B5EF4-FFF2-40B4-BE49-F238E27FC236}">
                        <a16:creationId xmlns:a16="http://schemas.microsoft.com/office/drawing/2014/main" id="{52565BD8-3A84-831A-66D2-493951150AA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AF47BED4-DEC0-D747-CFAA-1C264D4E0CE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F5FE8253-5E13-7BFE-5628-D05CE838ACB8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F1A0F945-7302-E193-C6AB-777BC2E4D62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B56A191B-AFDF-52ED-FCE1-0B9E83E6B3F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BA445D84-B345-5551-E99C-C3AA834DC0D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FE4FF688-1E10-8094-4BC9-63FC6A68DFE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4E1B7426-3EB1-5E6D-272B-2D7F7234B99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BF3243F9-7C0C-5978-D7D5-C7B726D39C8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61BB04D5-E052-9B7A-62AF-94B5ACE62933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B077D47E-0724-5514-1C7E-5E258230289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6" name="Oval 155">
                    <a:extLst>
                      <a:ext uri="{FF2B5EF4-FFF2-40B4-BE49-F238E27FC236}">
                        <a16:creationId xmlns:a16="http://schemas.microsoft.com/office/drawing/2014/main" id="{9EA79EFF-BD11-8C2F-9432-E333A4E926A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" name="Oval 156">
                    <a:extLst>
                      <a:ext uri="{FF2B5EF4-FFF2-40B4-BE49-F238E27FC236}">
                        <a16:creationId xmlns:a16="http://schemas.microsoft.com/office/drawing/2014/main" id="{CA54F04B-5BA7-E0FC-5A96-4C6A44B779D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7A338367-984C-1774-69A8-C202D3662C9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4" name="Rectangle: Rounded Corners 153">
                    <a:extLst>
                      <a:ext uri="{FF2B5EF4-FFF2-40B4-BE49-F238E27FC236}">
                        <a16:creationId xmlns:a16="http://schemas.microsoft.com/office/drawing/2014/main" id="{E513E9F7-ACBF-7059-E43E-88CF4B159D3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307CCFB8-50A5-3571-0583-1A7C132B404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F783E7D5-3B3D-1F0F-8732-D9A4C6987611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D654D911-57AB-7546-7739-506CB820251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423C9B64-656B-3C8A-D158-6EF1047168C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99506F02-3507-B97A-CA95-6D46BFA9B69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B8CF44A6-6F73-C387-9550-E4A8B5F88A2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35C401D6-17DB-34FC-C955-35DBB9170736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2" name="Oval 171">
                    <a:extLst>
                      <a:ext uri="{FF2B5EF4-FFF2-40B4-BE49-F238E27FC236}">
                        <a16:creationId xmlns:a16="http://schemas.microsoft.com/office/drawing/2014/main" id="{07760E63-DEE1-4826-EDED-4107640A250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" name="Oval 172">
                    <a:extLst>
                      <a:ext uri="{FF2B5EF4-FFF2-40B4-BE49-F238E27FC236}">
                        <a16:creationId xmlns:a16="http://schemas.microsoft.com/office/drawing/2014/main" id="{4C86F376-6DA9-F6F3-5B09-9F063E6CAE5C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E626BF-9930-F872-15F0-0EA2691BFDE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0" name="Oval 169">
                    <a:extLst>
                      <a:ext uri="{FF2B5EF4-FFF2-40B4-BE49-F238E27FC236}">
                        <a16:creationId xmlns:a16="http://schemas.microsoft.com/office/drawing/2014/main" id="{039F3CA9-EA19-C9F7-9656-F18609A2FF6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822DB13F-AF56-2F76-94F7-33F9943CE52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9452C9EA-098A-B82C-CFA9-276CC5D19E9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8" name="Rectangle: Rounded Corners 167">
                    <a:extLst>
                      <a:ext uri="{FF2B5EF4-FFF2-40B4-BE49-F238E27FC236}">
                        <a16:creationId xmlns:a16="http://schemas.microsoft.com/office/drawing/2014/main" id="{89DBAC46-EA45-95CE-997C-1B9E7C2BC6F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E7C22BCF-8386-D650-360E-CA86D3EB9DE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BFE81292-54CB-6B13-61D8-9F64071C9B0C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AB932D5F-95E1-4A44-EEB2-37EB3901238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88" name="Oval 187">
                    <a:extLst>
                      <a:ext uri="{FF2B5EF4-FFF2-40B4-BE49-F238E27FC236}">
                        <a16:creationId xmlns:a16="http://schemas.microsoft.com/office/drawing/2014/main" id="{79E52DAF-6472-B359-418F-8FDF808F1BC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8961877E-E0BE-0A56-909F-B970D2C4D52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99B3D0F6-D991-4212-8F03-4171DA41EC2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30404E2C-2059-734F-F845-98B21D3CEA7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9F763B3D-04B9-BD13-7EAD-A0E6E62D211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7F943EFA-458D-B626-E01A-B60EBC4D944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8F99D35D-BA77-77EF-2FA1-C959DFC5D72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84" name="Oval 183">
                    <a:extLst>
                      <a:ext uri="{FF2B5EF4-FFF2-40B4-BE49-F238E27FC236}">
                        <a16:creationId xmlns:a16="http://schemas.microsoft.com/office/drawing/2014/main" id="{A8A65541-ECC0-A4CC-4C46-22799020EBB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979D08DB-EBD2-FA61-28AD-8F6F69C42559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753743A6-60A9-76B3-2EF2-39CD35F539D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82" name="Rectangle: Rounded Corners 181">
                    <a:extLst>
                      <a:ext uri="{FF2B5EF4-FFF2-40B4-BE49-F238E27FC236}">
                        <a16:creationId xmlns:a16="http://schemas.microsoft.com/office/drawing/2014/main" id="{3A8B4FA4-53F9-DD39-6D24-804CB0AE560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Oval 182">
                    <a:extLst>
                      <a:ext uri="{FF2B5EF4-FFF2-40B4-BE49-F238E27FC236}">
                        <a16:creationId xmlns:a16="http://schemas.microsoft.com/office/drawing/2014/main" id="{CBC8275F-FE93-0550-92CA-CE7A996E089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914034C1-EE2F-D740-1761-07A835794052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E0F0D7AE-D5BD-829E-CCA9-046B3671521C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02" name="Oval 201">
                    <a:extLst>
                      <a:ext uri="{FF2B5EF4-FFF2-40B4-BE49-F238E27FC236}">
                        <a16:creationId xmlns:a16="http://schemas.microsoft.com/office/drawing/2014/main" id="{1CA5B1FA-C962-3BCB-D9C1-A44802D8417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472C905C-0DB4-E8C3-04DE-E6B58CD574B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D0D07159-CA8A-785E-C490-1506ED60BC6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00AC3B87-41FD-1F36-55A6-574AAB684A7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3F9B0104-5971-0566-8EB2-CDF56CCC8EF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Oval 200">
                    <a:extLst>
                      <a:ext uri="{FF2B5EF4-FFF2-40B4-BE49-F238E27FC236}">
                        <a16:creationId xmlns:a16="http://schemas.microsoft.com/office/drawing/2014/main" id="{6DD4FFE4-8765-DE99-D26F-5F3A662794E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7D358E34-D1E0-C9B3-9C96-F01659058B7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6DCA23E2-12AB-33BA-7C1F-4FC149857DB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CA6BD472-956F-5C9F-36BA-2543565BE824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2D74B611-0178-B74C-A1A8-DED2E65541DE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96" name="Rectangle: Rounded Corners 195">
                    <a:extLst>
                      <a:ext uri="{FF2B5EF4-FFF2-40B4-BE49-F238E27FC236}">
                        <a16:creationId xmlns:a16="http://schemas.microsoft.com/office/drawing/2014/main" id="{8B1BBFA1-E16E-D245-56B3-317C03B865E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3D26D42D-A70A-67E9-3711-624258CDA22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5046E0DD-D4E8-1798-4867-ABA73751D542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307CD3DB-3FFF-34B7-750D-F282953E8E6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7F872DE1-C1DE-E419-7910-83CEEAADB6B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7" name="Oval 216">
                    <a:extLst>
                      <a:ext uri="{FF2B5EF4-FFF2-40B4-BE49-F238E27FC236}">
                        <a16:creationId xmlns:a16="http://schemas.microsoft.com/office/drawing/2014/main" id="{E6B46867-93FC-F984-BB6C-022152DE55E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3B7B7341-A035-0B5D-802D-48581B5F985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EF00AF22-1D26-0ABC-02E8-1BC9C0B122D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14" name="Oval 213">
                    <a:extLst>
                      <a:ext uri="{FF2B5EF4-FFF2-40B4-BE49-F238E27FC236}">
                        <a16:creationId xmlns:a16="http://schemas.microsoft.com/office/drawing/2014/main" id="{71D22B04-8989-9C4F-EBFE-CED2A6768B6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5" name="Oval 214">
                    <a:extLst>
                      <a:ext uri="{FF2B5EF4-FFF2-40B4-BE49-F238E27FC236}">
                        <a16:creationId xmlns:a16="http://schemas.microsoft.com/office/drawing/2014/main" id="{F2200252-8DA9-9B3E-8672-4EC0A8AF7AF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8" name="Group 207">
                  <a:extLst>
                    <a:ext uri="{FF2B5EF4-FFF2-40B4-BE49-F238E27FC236}">
                      <a16:creationId xmlns:a16="http://schemas.microsoft.com/office/drawing/2014/main" id="{18088FC3-7A20-8CFE-7E89-A967DB588AC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12" name="Oval 211">
                    <a:extLst>
                      <a:ext uri="{FF2B5EF4-FFF2-40B4-BE49-F238E27FC236}">
                        <a16:creationId xmlns:a16="http://schemas.microsoft.com/office/drawing/2014/main" id="{D272F415-A32B-9DA2-6804-2C7DDB297A6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9BD0F373-A8F7-D7B6-4B84-DB28A65BD96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7A6A05D2-A7AD-B316-7547-3F181EB8D76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10" name="Rectangle: Rounded Corners 209">
                    <a:extLst>
                      <a:ext uri="{FF2B5EF4-FFF2-40B4-BE49-F238E27FC236}">
                        <a16:creationId xmlns:a16="http://schemas.microsoft.com/office/drawing/2014/main" id="{CB74370E-08F5-7EC7-67F7-12C8B2D56D0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1" name="Oval 210">
                    <a:extLst>
                      <a:ext uri="{FF2B5EF4-FFF2-40B4-BE49-F238E27FC236}">
                        <a16:creationId xmlns:a16="http://schemas.microsoft.com/office/drawing/2014/main" id="{A5CCA318-D753-3821-11BB-54D773CD230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38B6B7D0-EA8C-B8BD-B8AB-87078EE1368C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15600FD1-3217-01D7-9700-72F3A9770A3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30" name="Oval 229">
                    <a:extLst>
                      <a:ext uri="{FF2B5EF4-FFF2-40B4-BE49-F238E27FC236}">
                        <a16:creationId xmlns:a16="http://schemas.microsoft.com/office/drawing/2014/main" id="{29CACEE8-1F3F-EE0E-2B3B-5887F618416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1" name="Oval 230">
                    <a:extLst>
                      <a:ext uri="{FF2B5EF4-FFF2-40B4-BE49-F238E27FC236}">
                        <a16:creationId xmlns:a16="http://schemas.microsoft.com/office/drawing/2014/main" id="{00D68DBD-5008-9985-3704-8F84D5AA04C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2" name="Oval 231">
                    <a:extLst>
                      <a:ext uri="{FF2B5EF4-FFF2-40B4-BE49-F238E27FC236}">
                        <a16:creationId xmlns:a16="http://schemas.microsoft.com/office/drawing/2014/main" id="{B982935D-883C-89C6-CBD3-80C3F3A42010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5E1E69B3-B110-1732-852A-395213969B7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28" name="Oval 227">
                    <a:extLst>
                      <a:ext uri="{FF2B5EF4-FFF2-40B4-BE49-F238E27FC236}">
                        <a16:creationId xmlns:a16="http://schemas.microsoft.com/office/drawing/2014/main" id="{A75A5C34-7A4A-0A40-7F14-80DDA87FA9F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9" name="Oval 228">
                    <a:extLst>
                      <a:ext uri="{FF2B5EF4-FFF2-40B4-BE49-F238E27FC236}">
                        <a16:creationId xmlns:a16="http://schemas.microsoft.com/office/drawing/2014/main" id="{CB4E0AA1-5BD3-66E7-A8F3-88BF74DF819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2" name="Group 221">
                  <a:extLst>
                    <a:ext uri="{FF2B5EF4-FFF2-40B4-BE49-F238E27FC236}">
                      <a16:creationId xmlns:a16="http://schemas.microsoft.com/office/drawing/2014/main" id="{60D39E1E-80E9-F011-3001-2FBDF343CC5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26" name="Oval 225">
                    <a:extLst>
                      <a:ext uri="{FF2B5EF4-FFF2-40B4-BE49-F238E27FC236}">
                        <a16:creationId xmlns:a16="http://schemas.microsoft.com/office/drawing/2014/main" id="{6658BC44-A921-5CE8-4BD4-030D205B2C7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7" name="Oval 226">
                    <a:extLst>
                      <a:ext uri="{FF2B5EF4-FFF2-40B4-BE49-F238E27FC236}">
                        <a16:creationId xmlns:a16="http://schemas.microsoft.com/office/drawing/2014/main" id="{FDD844E1-88A3-E677-103D-75B73BCB510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C747FCCF-EC0A-F234-BBDB-03384E39850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24" name="Rectangle: Rounded Corners 223">
                    <a:extLst>
                      <a:ext uri="{FF2B5EF4-FFF2-40B4-BE49-F238E27FC236}">
                        <a16:creationId xmlns:a16="http://schemas.microsoft.com/office/drawing/2014/main" id="{41B221BE-AE5B-8686-2D42-6A002C31E93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5" name="Oval 224">
                    <a:extLst>
                      <a:ext uri="{FF2B5EF4-FFF2-40B4-BE49-F238E27FC236}">
                        <a16:creationId xmlns:a16="http://schemas.microsoft.com/office/drawing/2014/main" id="{1DAC9592-87C6-BE3D-9552-EE9C41F3A79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97B41812-A725-C314-7DF1-48E03AAA0346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DB6A38A8-38B0-F7E2-370C-25A233E3C75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D575B2C1-8A8F-DBED-4A3A-87B424B96F29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Oval 244">
                    <a:extLst>
                      <a:ext uri="{FF2B5EF4-FFF2-40B4-BE49-F238E27FC236}">
                        <a16:creationId xmlns:a16="http://schemas.microsoft.com/office/drawing/2014/main" id="{EACFB16C-EE2A-36B8-CE9A-AD6BC7E5E4E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6EFA7F6D-E165-71C6-CECA-5F6DF1E42DD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7FE72AE-86D4-9744-CD27-74A8DA49B04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42" name="Oval 241">
                    <a:extLst>
                      <a:ext uri="{FF2B5EF4-FFF2-40B4-BE49-F238E27FC236}">
                        <a16:creationId xmlns:a16="http://schemas.microsoft.com/office/drawing/2014/main" id="{2C4F9A90-1766-00A7-7C2E-E0053E81A4E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3" name="Oval 242">
                    <a:extLst>
                      <a:ext uri="{FF2B5EF4-FFF2-40B4-BE49-F238E27FC236}">
                        <a16:creationId xmlns:a16="http://schemas.microsoft.com/office/drawing/2014/main" id="{EB5C3254-3055-6116-B52F-41A77FE2E95D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3C761096-8535-1371-4C81-BEBEF1CAF3D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40" name="Oval 239">
                    <a:extLst>
                      <a:ext uri="{FF2B5EF4-FFF2-40B4-BE49-F238E27FC236}">
                        <a16:creationId xmlns:a16="http://schemas.microsoft.com/office/drawing/2014/main" id="{563AB2C7-9A5B-1BFF-5DDF-63A6131C3FD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1" name="Oval 240">
                    <a:extLst>
                      <a:ext uri="{FF2B5EF4-FFF2-40B4-BE49-F238E27FC236}">
                        <a16:creationId xmlns:a16="http://schemas.microsoft.com/office/drawing/2014/main" id="{936A5B49-8430-EB38-3471-48379771457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F4457B20-6351-C310-0865-1224845219B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38" name="Rectangle: Rounded Corners 237">
                    <a:extLst>
                      <a:ext uri="{FF2B5EF4-FFF2-40B4-BE49-F238E27FC236}">
                        <a16:creationId xmlns:a16="http://schemas.microsoft.com/office/drawing/2014/main" id="{6BA19078-C594-BD2E-3B95-7EEA9B54202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73664117-20ED-3981-4B14-6E6CD7F2D5B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5B57E7D4-F155-610F-AFF4-1BBB504A77E4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220271BE-774C-0C81-E295-F23F5E006F7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58" name="Oval 257">
                    <a:extLst>
                      <a:ext uri="{FF2B5EF4-FFF2-40B4-BE49-F238E27FC236}">
                        <a16:creationId xmlns:a16="http://schemas.microsoft.com/office/drawing/2014/main" id="{B46C7B12-016A-C4BF-6364-26268BB9091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" name="Oval 258">
                    <a:extLst>
                      <a:ext uri="{FF2B5EF4-FFF2-40B4-BE49-F238E27FC236}">
                        <a16:creationId xmlns:a16="http://schemas.microsoft.com/office/drawing/2014/main" id="{8F35F5A2-AE8D-8E65-DC77-5BA5CBBA91F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0" name="Oval 259">
                    <a:extLst>
                      <a:ext uri="{FF2B5EF4-FFF2-40B4-BE49-F238E27FC236}">
                        <a16:creationId xmlns:a16="http://schemas.microsoft.com/office/drawing/2014/main" id="{EEBD29EE-647C-1005-0458-C6765416EB9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FB55D578-11C6-4056-96E3-AFB364D2640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56" name="Oval 255">
                    <a:extLst>
                      <a:ext uri="{FF2B5EF4-FFF2-40B4-BE49-F238E27FC236}">
                        <a16:creationId xmlns:a16="http://schemas.microsoft.com/office/drawing/2014/main" id="{E51C3001-C631-35E3-FE18-8AA36DFBE10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Oval 256">
                    <a:extLst>
                      <a:ext uri="{FF2B5EF4-FFF2-40B4-BE49-F238E27FC236}">
                        <a16:creationId xmlns:a16="http://schemas.microsoft.com/office/drawing/2014/main" id="{14DA71FD-8281-13A5-171B-DBD8DCA4456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0" name="Group 249">
                  <a:extLst>
                    <a:ext uri="{FF2B5EF4-FFF2-40B4-BE49-F238E27FC236}">
                      <a16:creationId xmlns:a16="http://schemas.microsoft.com/office/drawing/2014/main" id="{0543B5C5-3DD4-2B6C-7188-E67107AF071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BB8BB973-F6A1-7153-6742-4B97B5E2C82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CB4D34E8-8FFC-393F-D001-F897DD3DF9B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97481B96-6171-885D-EFA0-6794FC624C9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52" name="Rectangle: Rounded Corners 251">
                    <a:extLst>
                      <a:ext uri="{FF2B5EF4-FFF2-40B4-BE49-F238E27FC236}">
                        <a16:creationId xmlns:a16="http://schemas.microsoft.com/office/drawing/2014/main" id="{AE956A67-ED4E-31EF-9AB4-96369FF62FC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C74B4A72-32A2-FE11-0F68-870D34043D7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3CA14BC2-97C8-4C22-D96D-6AD14751B13A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62" name="Group 261">
                  <a:extLst>
                    <a:ext uri="{FF2B5EF4-FFF2-40B4-BE49-F238E27FC236}">
                      <a16:creationId xmlns:a16="http://schemas.microsoft.com/office/drawing/2014/main" id="{C0FEF289-07CA-E15D-A77F-B9FB32C07D1A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72" name="Oval 271">
                    <a:extLst>
                      <a:ext uri="{FF2B5EF4-FFF2-40B4-BE49-F238E27FC236}">
                        <a16:creationId xmlns:a16="http://schemas.microsoft.com/office/drawing/2014/main" id="{1040F303-6751-CAA8-626B-E59E975A9D8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Oval 272">
                    <a:extLst>
                      <a:ext uri="{FF2B5EF4-FFF2-40B4-BE49-F238E27FC236}">
                        <a16:creationId xmlns:a16="http://schemas.microsoft.com/office/drawing/2014/main" id="{EBA465D0-AFA3-9020-C680-02497D08709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Oval 273">
                    <a:extLst>
                      <a:ext uri="{FF2B5EF4-FFF2-40B4-BE49-F238E27FC236}">
                        <a16:creationId xmlns:a16="http://schemas.microsoft.com/office/drawing/2014/main" id="{E783AD1F-818F-6ECC-FDB1-59C05FC8EC1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9F132732-2776-BD51-15C9-AD9101614C8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70" name="Oval 269">
                    <a:extLst>
                      <a:ext uri="{FF2B5EF4-FFF2-40B4-BE49-F238E27FC236}">
                        <a16:creationId xmlns:a16="http://schemas.microsoft.com/office/drawing/2014/main" id="{9799D962-E127-9D69-918D-582B13EB022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1" name="Oval 270">
                    <a:extLst>
                      <a:ext uri="{FF2B5EF4-FFF2-40B4-BE49-F238E27FC236}">
                        <a16:creationId xmlns:a16="http://schemas.microsoft.com/office/drawing/2014/main" id="{2C47EA66-B14B-F91C-1E2E-CF279E0F20C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5D4A973E-14B7-BA1E-D6C2-0F89F5F4F77F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68" name="Oval 267">
                    <a:extLst>
                      <a:ext uri="{FF2B5EF4-FFF2-40B4-BE49-F238E27FC236}">
                        <a16:creationId xmlns:a16="http://schemas.microsoft.com/office/drawing/2014/main" id="{14A8B229-56BA-4987-143B-2E87C62DC5F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9" name="Oval 268">
                    <a:extLst>
                      <a:ext uri="{FF2B5EF4-FFF2-40B4-BE49-F238E27FC236}">
                        <a16:creationId xmlns:a16="http://schemas.microsoft.com/office/drawing/2014/main" id="{F4F93240-76C0-0A18-92AD-8A32CDB5C17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17E40ACE-ADEF-2DA9-2439-92BFAA13A30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66" name="Rectangle: Rounded Corners 265">
                    <a:extLst>
                      <a:ext uri="{FF2B5EF4-FFF2-40B4-BE49-F238E27FC236}">
                        <a16:creationId xmlns:a16="http://schemas.microsoft.com/office/drawing/2014/main" id="{41CD1848-AF8E-ABC8-764D-82BB1FDCDFF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7" name="Oval 266">
                    <a:extLst>
                      <a:ext uri="{FF2B5EF4-FFF2-40B4-BE49-F238E27FC236}">
                        <a16:creationId xmlns:a16="http://schemas.microsoft.com/office/drawing/2014/main" id="{1732B43F-E194-0819-7B9D-A337E86B99D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C0091BB1-3F87-9D28-7077-2BDC23F99AAB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276" name="Group 275">
                  <a:extLst>
                    <a:ext uri="{FF2B5EF4-FFF2-40B4-BE49-F238E27FC236}">
                      <a16:creationId xmlns:a16="http://schemas.microsoft.com/office/drawing/2014/main" id="{5522C866-6BAD-18CB-F183-19D6FA1ADA4E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286" name="Oval 285">
                    <a:extLst>
                      <a:ext uri="{FF2B5EF4-FFF2-40B4-BE49-F238E27FC236}">
                        <a16:creationId xmlns:a16="http://schemas.microsoft.com/office/drawing/2014/main" id="{D08F4FAF-8180-9F48-640D-C67B9E9B8717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7" name="Oval 286">
                    <a:extLst>
                      <a:ext uri="{FF2B5EF4-FFF2-40B4-BE49-F238E27FC236}">
                        <a16:creationId xmlns:a16="http://schemas.microsoft.com/office/drawing/2014/main" id="{BF5B95EC-42A7-6AAA-34DE-2473FDD69193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8" name="Oval 287">
                    <a:extLst>
                      <a:ext uri="{FF2B5EF4-FFF2-40B4-BE49-F238E27FC236}">
                        <a16:creationId xmlns:a16="http://schemas.microsoft.com/office/drawing/2014/main" id="{C2F59AC4-785C-6EDC-A763-E2882A253F0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7" name="Group 276">
                  <a:extLst>
                    <a:ext uri="{FF2B5EF4-FFF2-40B4-BE49-F238E27FC236}">
                      <a16:creationId xmlns:a16="http://schemas.microsoft.com/office/drawing/2014/main" id="{69152ADA-A2B5-D923-F52C-E5E0FAC8C46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284" name="Oval 283">
                    <a:extLst>
                      <a:ext uri="{FF2B5EF4-FFF2-40B4-BE49-F238E27FC236}">
                        <a16:creationId xmlns:a16="http://schemas.microsoft.com/office/drawing/2014/main" id="{2050D0DA-C01F-677F-4433-49B6C986496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5" name="Oval 284">
                    <a:extLst>
                      <a:ext uri="{FF2B5EF4-FFF2-40B4-BE49-F238E27FC236}">
                        <a16:creationId xmlns:a16="http://schemas.microsoft.com/office/drawing/2014/main" id="{798FE438-E263-D1C5-5365-CE762D2AED45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17605421-0F09-3858-C8F4-6ABF06F8536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282" name="Oval 281">
                    <a:extLst>
                      <a:ext uri="{FF2B5EF4-FFF2-40B4-BE49-F238E27FC236}">
                        <a16:creationId xmlns:a16="http://schemas.microsoft.com/office/drawing/2014/main" id="{5D6FE47A-F872-16F3-7D17-3A39FF375EF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3" name="Oval 282">
                    <a:extLst>
                      <a:ext uri="{FF2B5EF4-FFF2-40B4-BE49-F238E27FC236}">
                        <a16:creationId xmlns:a16="http://schemas.microsoft.com/office/drawing/2014/main" id="{7C040D31-D461-03B3-41CF-030751609A4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E72F77B1-FB95-B216-749F-B2BF0C56DF4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280" name="Rectangle: Rounded Corners 279">
                    <a:extLst>
                      <a:ext uri="{FF2B5EF4-FFF2-40B4-BE49-F238E27FC236}">
                        <a16:creationId xmlns:a16="http://schemas.microsoft.com/office/drawing/2014/main" id="{6AFA7AC5-62FF-D669-1A06-6C84B0E5CE5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1" name="Oval 280">
                    <a:extLst>
                      <a:ext uri="{FF2B5EF4-FFF2-40B4-BE49-F238E27FC236}">
                        <a16:creationId xmlns:a16="http://schemas.microsoft.com/office/drawing/2014/main" id="{13B12A2A-A697-88DD-FDAD-DC1BE4D9939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99A29101-D0D5-1E8E-2F2B-6170C13494E7}"/>
                </a:ext>
              </a:extLst>
            </p:cNvPr>
            <p:cNvGrpSpPr/>
            <p:nvPr/>
          </p:nvGrpSpPr>
          <p:grpSpPr>
            <a:xfrm>
              <a:off x="6880700" y="2054014"/>
              <a:ext cx="1203678" cy="1169668"/>
              <a:chOff x="5881450" y="2069218"/>
              <a:chExt cx="2397152" cy="2488324"/>
            </a:xfrm>
          </p:grpSpPr>
          <p:grpSp>
            <p:nvGrpSpPr>
              <p:cNvPr id="291" name="Group 290">
                <a:extLst>
                  <a:ext uri="{FF2B5EF4-FFF2-40B4-BE49-F238E27FC236}">
                    <a16:creationId xmlns:a16="http://schemas.microsoft.com/office/drawing/2014/main" id="{EB2BB92E-1C5B-EDC2-C048-39AF3B298B2E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46" name="Group 445">
                  <a:extLst>
                    <a:ext uri="{FF2B5EF4-FFF2-40B4-BE49-F238E27FC236}">
                      <a16:creationId xmlns:a16="http://schemas.microsoft.com/office/drawing/2014/main" id="{22D9CA22-AA6B-0F75-9608-ABA18E6F134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56" name="Oval 455">
                    <a:extLst>
                      <a:ext uri="{FF2B5EF4-FFF2-40B4-BE49-F238E27FC236}">
                        <a16:creationId xmlns:a16="http://schemas.microsoft.com/office/drawing/2014/main" id="{541D20C6-AF74-33EE-88F8-9C529E7825D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7" name="Oval 456">
                    <a:extLst>
                      <a:ext uri="{FF2B5EF4-FFF2-40B4-BE49-F238E27FC236}">
                        <a16:creationId xmlns:a16="http://schemas.microsoft.com/office/drawing/2014/main" id="{F29A0496-FFF0-6D19-AC82-996CC627171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8" name="Oval 457">
                    <a:extLst>
                      <a:ext uri="{FF2B5EF4-FFF2-40B4-BE49-F238E27FC236}">
                        <a16:creationId xmlns:a16="http://schemas.microsoft.com/office/drawing/2014/main" id="{CEF0564F-30FE-1D84-48EC-26F5CF943C8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7" name="Group 446">
                  <a:extLst>
                    <a:ext uri="{FF2B5EF4-FFF2-40B4-BE49-F238E27FC236}">
                      <a16:creationId xmlns:a16="http://schemas.microsoft.com/office/drawing/2014/main" id="{931C0E8E-F9CE-307D-70F8-E6962ACE967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54" name="Oval 453">
                    <a:extLst>
                      <a:ext uri="{FF2B5EF4-FFF2-40B4-BE49-F238E27FC236}">
                        <a16:creationId xmlns:a16="http://schemas.microsoft.com/office/drawing/2014/main" id="{6CC5DABE-DC19-8E39-47D8-746DBF76CE7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5" name="Oval 454">
                    <a:extLst>
                      <a:ext uri="{FF2B5EF4-FFF2-40B4-BE49-F238E27FC236}">
                        <a16:creationId xmlns:a16="http://schemas.microsoft.com/office/drawing/2014/main" id="{F538D159-AFC8-640F-EC97-54331CB4E57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8" name="Group 447">
                  <a:extLst>
                    <a:ext uri="{FF2B5EF4-FFF2-40B4-BE49-F238E27FC236}">
                      <a16:creationId xmlns:a16="http://schemas.microsoft.com/office/drawing/2014/main" id="{80A1088F-1378-029D-973B-D3D4A681DC9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52" name="Oval 451">
                    <a:extLst>
                      <a:ext uri="{FF2B5EF4-FFF2-40B4-BE49-F238E27FC236}">
                        <a16:creationId xmlns:a16="http://schemas.microsoft.com/office/drawing/2014/main" id="{7B0D872D-6B97-9D54-612C-C14DA608395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3" name="Oval 452">
                    <a:extLst>
                      <a:ext uri="{FF2B5EF4-FFF2-40B4-BE49-F238E27FC236}">
                        <a16:creationId xmlns:a16="http://schemas.microsoft.com/office/drawing/2014/main" id="{6D0D8D11-905F-2EFE-3A1E-507C477B7F0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9" name="Group 448">
                  <a:extLst>
                    <a:ext uri="{FF2B5EF4-FFF2-40B4-BE49-F238E27FC236}">
                      <a16:creationId xmlns:a16="http://schemas.microsoft.com/office/drawing/2014/main" id="{89723AC5-DDCB-A2DA-6BE2-DFB2358C745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50" name="Rectangle: Rounded Corners 449">
                    <a:extLst>
                      <a:ext uri="{FF2B5EF4-FFF2-40B4-BE49-F238E27FC236}">
                        <a16:creationId xmlns:a16="http://schemas.microsoft.com/office/drawing/2014/main" id="{38F5F254-8911-0FA8-AF65-EE5ED11A944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1" name="Oval 450">
                    <a:extLst>
                      <a:ext uri="{FF2B5EF4-FFF2-40B4-BE49-F238E27FC236}">
                        <a16:creationId xmlns:a16="http://schemas.microsoft.com/office/drawing/2014/main" id="{6FD525BC-F798-143B-DDF0-EC08522E734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2" name="Group 291">
                <a:extLst>
                  <a:ext uri="{FF2B5EF4-FFF2-40B4-BE49-F238E27FC236}">
                    <a16:creationId xmlns:a16="http://schemas.microsoft.com/office/drawing/2014/main" id="{BF4FB957-9020-A4DA-8B61-F575575A4173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33" name="Group 432">
                  <a:extLst>
                    <a:ext uri="{FF2B5EF4-FFF2-40B4-BE49-F238E27FC236}">
                      <a16:creationId xmlns:a16="http://schemas.microsoft.com/office/drawing/2014/main" id="{9C4A9601-6863-4932-AA27-AB066734C39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43" name="Oval 442">
                    <a:extLst>
                      <a:ext uri="{FF2B5EF4-FFF2-40B4-BE49-F238E27FC236}">
                        <a16:creationId xmlns:a16="http://schemas.microsoft.com/office/drawing/2014/main" id="{D0B640A1-F03D-4264-84FB-F133B266573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4" name="Oval 443">
                    <a:extLst>
                      <a:ext uri="{FF2B5EF4-FFF2-40B4-BE49-F238E27FC236}">
                        <a16:creationId xmlns:a16="http://schemas.microsoft.com/office/drawing/2014/main" id="{843C8B47-BD02-E1E6-BE57-8FCCE884923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5" name="Oval 444">
                    <a:extLst>
                      <a:ext uri="{FF2B5EF4-FFF2-40B4-BE49-F238E27FC236}">
                        <a16:creationId xmlns:a16="http://schemas.microsoft.com/office/drawing/2014/main" id="{DD7E260C-5DF1-5436-3F32-64005CC2384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4" name="Group 433">
                  <a:extLst>
                    <a:ext uri="{FF2B5EF4-FFF2-40B4-BE49-F238E27FC236}">
                      <a16:creationId xmlns:a16="http://schemas.microsoft.com/office/drawing/2014/main" id="{F01F2F97-EDAA-24F6-778B-4A247CD536E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41" name="Oval 440">
                    <a:extLst>
                      <a:ext uri="{FF2B5EF4-FFF2-40B4-BE49-F238E27FC236}">
                        <a16:creationId xmlns:a16="http://schemas.microsoft.com/office/drawing/2014/main" id="{A8A9C75A-E503-FAFC-2519-56D2BACB86F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2" name="Oval 441">
                    <a:extLst>
                      <a:ext uri="{FF2B5EF4-FFF2-40B4-BE49-F238E27FC236}">
                        <a16:creationId xmlns:a16="http://schemas.microsoft.com/office/drawing/2014/main" id="{47661263-E9CD-2D80-A151-977F4C0774B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5" name="Group 434">
                  <a:extLst>
                    <a:ext uri="{FF2B5EF4-FFF2-40B4-BE49-F238E27FC236}">
                      <a16:creationId xmlns:a16="http://schemas.microsoft.com/office/drawing/2014/main" id="{9887ACB4-AA8C-8329-A2F5-16030AFDE35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39" name="Oval 438">
                    <a:extLst>
                      <a:ext uri="{FF2B5EF4-FFF2-40B4-BE49-F238E27FC236}">
                        <a16:creationId xmlns:a16="http://schemas.microsoft.com/office/drawing/2014/main" id="{8B9DD3EA-DE7C-6697-4AC1-3B7BEF21CCA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0" name="Oval 439">
                    <a:extLst>
                      <a:ext uri="{FF2B5EF4-FFF2-40B4-BE49-F238E27FC236}">
                        <a16:creationId xmlns:a16="http://schemas.microsoft.com/office/drawing/2014/main" id="{FB3A51CF-DA14-EE3B-4B0E-8AD0F878E6B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6" name="Group 435">
                  <a:extLst>
                    <a:ext uri="{FF2B5EF4-FFF2-40B4-BE49-F238E27FC236}">
                      <a16:creationId xmlns:a16="http://schemas.microsoft.com/office/drawing/2014/main" id="{F455C621-1728-1612-CE10-02A837D4082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37" name="Rectangle: Rounded Corners 436">
                    <a:extLst>
                      <a:ext uri="{FF2B5EF4-FFF2-40B4-BE49-F238E27FC236}">
                        <a16:creationId xmlns:a16="http://schemas.microsoft.com/office/drawing/2014/main" id="{E845D70D-F96F-DBD1-502B-C241CC536C1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8" name="Oval 437">
                    <a:extLst>
                      <a:ext uri="{FF2B5EF4-FFF2-40B4-BE49-F238E27FC236}">
                        <a16:creationId xmlns:a16="http://schemas.microsoft.com/office/drawing/2014/main" id="{B2BC4A58-ECBB-1647-546E-347EE8F8EA2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1319CD16-CFF1-65C3-43E6-3CE7AFE47071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20" name="Group 419">
                  <a:extLst>
                    <a:ext uri="{FF2B5EF4-FFF2-40B4-BE49-F238E27FC236}">
                      <a16:creationId xmlns:a16="http://schemas.microsoft.com/office/drawing/2014/main" id="{77F34E85-8B1F-744B-8AA6-4F1998441DEA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30" name="Oval 429">
                    <a:extLst>
                      <a:ext uri="{FF2B5EF4-FFF2-40B4-BE49-F238E27FC236}">
                        <a16:creationId xmlns:a16="http://schemas.microsoft.com/office/drawing/2014/main" id="{8A2E6E5E-61C4-7723-8D2E-44A036D28F9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1" name="Oval 430">
                    <a:extLst>
                      <a:ext uri="{FF2B5EF4-FFF2-40B4-BE49-F238E27FC236}">
                        <a16:creationId xmlns:a16="http://schemas.microsoft.com/office/drawing/2014/main" id="{804B2B72-D7C9-BFF2-D2A1-95D5EA60837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2" name="Oval 431">
                    <a:extLst>
                      <a:ext uri="{FF2B5EF4-FFF2-40B4-BE49-F238E27FC236}">
                        <a16:creationId xmlns:a16="http://schemas.microsoft.com/office/drawing/2014/main" id="{E9F041DA-5266-4C97-C384-D766BC58D3D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21" name="Group 420">
                  <a:extLst>
                    <a:ext uri="{FF2B5EF4-FFF2-40B4-BE49-F238E27FC236}">
                      <a16:creationId xmlns:a16="http://schemas.microsoft.com/office/drawing/2014/main" id="{62E872E9-1E50-29EA-B4CD-A483A3103536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28" name="Oval 427">
                    <a:extLst>
                      <a:ext uri="{FF2B5EF4-FFF2-40B4-BE49-F238E27FC236}">
                        <a16:creationId xmlns:a16="http://schemas.microsoft.com/office/drawing/2014/main" id="{1ABC2CB2-BB3F-8289-401F-543010DC403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9" name="Oval 428">
                    <a:extLst>
                      <a:ext uri="{FF2B5EF4-FFF2-40B4-BE49-F238E27FC236}">
                        <a16:creationId xmlns:a16="http://schemas.microsoft.com/office/drawing/2014/main" id="{FD372E2E-A076-EA9F-9C9A-3AB4673DCE8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22" name="Group 421">
                  <a:extLst>
                    <a:ext uri="{FF2B5EF4-FFF2-40B4-BE49-F238E27FC236}">
                      <a16:creationId xmlns:a16="http://schemas.microsoft.com/office/drawing/2014/main" id="{2586A5E7-7AB1-7AB3-F356-BA6BCEBC08A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26" name="Oval 425">
                    <a:extLst>
                      <a:ext uri="{FF2B5EF4-FFF2-40B4-BE49-F238E27FC236}">
                        <a16:creationId xmlns:a16="http://schemas.microsoft.com/office/drawing/2014/main" id="{D57924D2-2208-7910-33ED-34F998D651B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7" name="Oval 426">
                    <a:extLst>
                      <a:ext uri="{FF2B5EF4-FFF2-40B4-BE49-F238E27FC236}">
                        <a16:creationId xmlns:a16="http://schemas.microsoft.com/office/drawing/2014/main" id="{E0ACA169-6654-649B-8730-EA79BC2181C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23" name="Group 422">
                  <a:extLst>
                    <a:ext uri="{FF2B5EF4-FFF2-40B4-BE49-F238E27FC236}">
                      <a16:creationId xmlns:a16="http://schemas.microsoft.com/office/drawing/2014/main" id="{D603E765-7288-CF9A-8CD5-8275554BC3E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24" name="Rectangle: Rounded Corners 423">
                    <a:extLst>
                      <a:ext uri="{FF2B5EF4-FFF2-40B4-BE49-F238E27FC236}">
                        <a16:creationId xmlns:a16="http://schemas.microsoft.com/office/drawing/2014/main" id="{ED653963-C9D0-F884-06A8-ECC3FF9E665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5" name="Oval 424">
                    <a:extLst>
                      <a:ext uri="{FF2B5EF4-FFF2-40B4-BE49-F238E27FC236}">
                        <a16:creationId xmlns:a16="http://schemas.microsoft.com/office/drawing/2014/main" id="{55D45C2B-27C6-57DF-F704-8FEA35FB5D6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C42C6B9-A080-8776-7774-15E9419B8176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07" name="Group 406">
                  <a:extLst>
                    <a:ext uri="{FF2B5EF4-FFF2-40B4-BE49-F238E27FC236}">
                      <a16:creationId xmlns:a16="http://schemas.microsoft.com/office/drawing/2014/main" id="{1E8CDEFB-72BB-D35E-3415-39C52999075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8CFCEBE1-1AE4-B7EE-6DB5-0B1656776E1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8" name="Oval 417">
                    <a:extLst>
                      <a:ext uri="{FF2B5EF4-FFF2-40B4-BE49-F238E27FC236}">
                        <a16:creationId xmlns:a16="http://schemas.microsoft.com/office/drawing/2014/main" id="{D8E08D67-25A5-9B76-E00D-F635057E38A2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9" name="Oval 418">
                    <a:extLst>
                      <a:ext uri="{FF2B5EF4-FFF2-40B4-BE49-F238E27FC236}">
                        <a16:creationId xmlns:a16="http://schemas.microsoft.com/office/drawing/2014/main" id="{C5BA8850-12CD-6395-28AE-596FEE65044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08" name="Group 407">
                  <a:extLst>
                    <a:ext uri="{FF2B5EF4-FFF2-40B4-BE49-F238E27FC236}">
                      <a16:creationId xmlns:a16="http://schemas.microsoft.com/office/drawing/2014/main" id="{7DEAF600-DEDC-8E71-F701-72D7BE4AB7A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15" name="Oval 414">
                    <a:extLst>
                      <a:ext uri="{FF2B5EF4-FFF2-40B4-BE49-F238E27FC236}">
                        <a16:creationId xmlns:a16="http://schemas.microsoft.com/office/drawing/2014/main" id="{47A096D2-53D5-49F2-8F3A-844F0C406EB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6" name="Oval 415">
                    <a:extLst>
                      <a:ext uri="{FF2B5EF4-FFF2-40B4-BE49-F238E27FC236}">
                        <a16:creationId xmlns:a16="http://schemas.microsoft.com/office/drawing/2014/main" id="{E229A74C-01AC-E2DF-D8E7-8F1D951C864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09" name="Group 408">
                  <a:extLst>
                    <a:ext uri="{FF2B5EF4-FFF2-40B4-BE49-F238E27FC236}">
                      <a16:creationId xmlns:a16="http://schemas.microsoft.com/office/drawing/2014/main" id="{ECD51586-3729-EE50-879B-B1A0BAF92AD5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13" name="Oval 412">
                    <a:extLst>
                      <a:ext uri="{FF2B5EF4-FFF2-40B4-BE49-F238E27FC236}">
                        <a16:creationId xmlns:a16="http://schemas.microsoft.com/office/drawing/2014/main" id="{5154B5F1-968C-42B0-D2BE-0F1C097D43D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4" name="Oval 413">
                    <a:extLst>
                      <a:ext uri="{FF2B5EF4-FFF2-40B4-BE49-F238E27FC236}">
                        <a16:creationId xmlns:a16="http://schemas.microsoft.com/office/drawing/2014/main" id="{B469A710-ECF7-9013-09BC-5EFE845FB8B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0" name="Group 409">
                  <a:extLst>
                    <a:ext uri="{FF2B5EF4-FFF2-40B4-BE49-F238E27FC236}">
                      <a16:creationId xmlns:a16="http://schemas.microsoft.com/office/drawing/2014/main" id="{2F2F0FA8-9110-B836-A649-31E697866EB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11" name="Rectangle: Rounded Corners 410">
                    <a:extLst>
                      <a:ext uri="{FF2B5EF4-FFF2-40B4-BE49-F238E27FC236}">
                        <a16:creationId xmlns:a16="http://schemas.microsoft.com/office/drawing/2014/main" id="{C8B83911-37A5-004D-A932-449EDD2F51B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2" name="Oval 411">
                    <a:extLst>
                      <a:ext uri="{FF2B5EF4-FFF2-40B4-BE49-F238E27FC236}">
                        <a16:creationId xmlns:a16="http://schemas.microsoft.com/office/drawing/2014/main" id="{32EFC7FB-5491-1592-49A0-08DAFEE2C18E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66C7056A-FDAE-CCF0-BB5F-B95D35D302A5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94" name="Group 393">
                  <a:extLst>
                    <a:ext uri="{FF2B5EF4-FFF2-40B4-BE49-F238E27FC236}">
                      <a16:creationId xmlns:a16="http://schemas.microsoft.com/office/drawing/2014/main" id="{7F269599-AC58-D8D5-8630-1AE7C6F503D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04" name="Oval 403">
                    <a:extLst>
                      <a:ext uri="{FF2B5EF4-FFF2-40B4-BE49-F238E27FC236}">
                        <a16:creationId xmlns:a16="http://schemas.microsoft.com/office/drawing/2014/main" id="{51AA494A-0F51-FE2C-952C-6B692EA8CCD5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5" name="Oval 404">
                    <a:extLst>
                      <a:ext uri="{FF2B5EF4-FFF2-40B4-BE49-F238E27FC236}">
                        <a16:creationId xmlns:a16="http://schemas.microsoft.com/office/drawing/2014/main" id="{F0BCEB19-80B9-E7CB-1E56-98C503F0775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6" name="Oval 405">
                    <a:extLst>
                      <a:ext uri="{FF2B5EF4-FFF2-40B4-BE49-F238E27FC236}">
                        <a16:creationId xmlns:a16="http://schemas.microsoft.com/office/drawing/2014/main" id="{BAC2D7C9-0701-320E-1FF1-3C422CA92F94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BE42BFBA-9FAD-50BD-9A35-C9853616C37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02" name="Oval 401">
                    <a:extLst>
                      <a:ext uri="{FF2B5EF4-FFF2-40B4-BE49-F238E27FC236}">
                        <a16:creationId xmlns:a16="http://schemas.microsoft.com/office/drawing/2014/main" id="{04E3B9CF-8FB4-F453-7D31-DA107EFD284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3" name="Oval 402">
                    <a:extLst>
                      <a:ext uri="{FF2B5EF4-FFF2-40B4-BE49-F238E27FC236}">
                        <a16:creationId xmlns:a16="http://schemas.microsoft.com/office/drawing/2014/main" id="{BA408FAF-6DE8-C3E3-53F6-8B4B12CFF1C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6" name="Group 395">
                  <a:extLst>
                    <a:ext uri="{FF2B5EF4-FFF2-40B4-BE49-F238E27FC236}">
                      <a16:creationId xmlns:a16="http://schemas.microsoft.com/office/drawing/2014/main" id="{8C36BD51-37BC-F504-7DF0-82A79486276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00" name="Oval 399">
                    <a:extLst>
                      <a:ext uri="{FF2B5EF4-FFF2-40B4-BE49-F238E27FC236}">
                        <a16:creationId xmlns:a16="http://schemas.microsoft.com/office/drawing/2014/main" id="{C1E3E77C-3085-5E8E-E789-C000B1A26B9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1" name="Oval 400">
                    <a:extLst>
                      <a:ext uri="{FF2B5EF4-FFF2-40B4-BE49-F238E27FC236}">
                        <a16:creationId xmlns:a16="http://schemas.microsoft.com/office/drawing/2014/main" id="{19DB8BB5-8F9B-F9C0-4D65-07D1AC3370F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7" name="Group 396">
                  <a:extLst>
                    <a:ext uri="{FF2B5EF4-FFF2-40B4-BE49-F238E27FC236}">
                      <a16:creationId xmlns:a16="http://schemas.microsoft.com/office/drawing/2014/main" id="{62F73B24-5B19-6BD3-77D5-B882A947250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98" name="Rectangle: Rounded Corners 397">
                    <a:extLst>
                      <a:ext uri="{FF2B5EF4-FFF2-40B4-BE49-F238E27FC236}">
                        <a16:creationId xmlns:a16="http://schemas.microsoft.com/office/drawing/2014/main" id="{00348785-883D-C7E3-746B-A4570864E20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9" name="Oval 398">
                    <a:extLst>
                      <a:ext uri="{FF2B5EF4-FFF2-40B4-BE49-F238E27FC236}">
                        <a16:creationId xmlns:a16="http://schemas.microsoft.com/office/drawing/2014/main" id="{32D5ECEA-5A96-B4FB-64A4-EB08D598759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612906BB-06CB-075C-A394-D6110EB09666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81" name="Group 380">
                  <a:extLst>
                    <a:ext uri="{FF2B5EF4-FFF2-40B4-BE49-F238E27FC236}">
                      <a16:creationId xmlns:a16="http://schemas.microsoft.com/office/drawing/2014/main" id="{4F551E2E-1051-03D9-0EBF-7263E39FBF2E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91" name="Oval 390">
                    <a:extLst>
                      <a:ext uri="{FF2B5EF4-FFF2-40B4-BE49-F238E27FC236}">
                        <a16:creationId xmlns:a16="http://schemas.microsoft.com/office/drawing/2014/main" id="{277DA9A8-F4EC-CDCB-845A-B9D11FB5EA7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2" name="Oval 391">
                    <a:extLst>
                      <a:ext uri="{FF2B5EF4-FFF2-40B4-BE49-F238E27FC236}">
                        <a16:creationId xmlns:a16="http://schemas.microsoft.com/office/drawing/2014/main" id="{852013F2-F16F-0B25-80B3-FBC4BD90788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3" name="Oval 392">
                    <a:extLst>
                      <a:ext uri="{FF2B5EF4-FFF2-40B4-BE49-F238E27FC236}">
                        <a16:creationId xmlns:a16="http://schemas.microsoft.com/office/drawing/2014/main" id="{0AC46053-1C0B-263E-CFC9-D82027E0A9E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82" name="Group 381">
                  <a:extLst>
                    <a:ext uri="{FF2B5EF4-FFF2-40B4-BE49-F238E27FC236}">
                      <a16:creationId xmlns:a16="http://schemas.microsoft.com/office/drawing/2014/main" id="{7AAE2039-A3B6-C79F-FB9F-89320F542B5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89" name="Oval 388">
                    <a:extLst>
                      <a:ext uri="{FF2B5EF4-FFF2-40B4-BE49-F238E27FC236}">
                        <a16:creationId xmlns:a16="http://schemas.microsoft.com/office/drawing/2014/main" id="{4B99D738-5589-0064-0E14-98C83B2F1F7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0" name="Oval 389">
                    <a:extLst>
                      <a:ext uri="{FF2B5EF4-FFF2-40B4-BE49-F238E27FC236}">
                        <a16:creationId xmlns:a16="http://schemas.microsoft.com/office/drawing/2014/main" id="{D34F4A75-1906-118C-6E77-78761C8253A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83" name="Group 382">
                  <a:extLst>
                    <a:ext uri="{FF2B5EF4-FFF2-40B4-BE49-F238E27FC236}">
                      <a16:creationId xmlns:a16="http://schemas.microsoft.com/office/drawing/2014/main" id="{1589BE7A-3B2D-9E1F-283E-0416B4214DF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87" name="Oval 386">
                    <a:extLst>
                      <a:ext uri="{FF2B5EF4-FFF2-40B4-BE49-F238E27FC236}">
                        <a16:creationId xmlns:a16="http://schemas.microsoft.com/office/drawing/2014/main" id="{58C8FE73-A6A5-CDD7-ABA4-563C0F782D5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8" name="Oval 387">
                    <a:extLst>
                      <a:ext uri="{FF2B5EF4-FFF2-40B4-BE49-F238E27FC236}">
                        <a16:creationId xmlns:a16="http://schemas.microsoft.com/office/drawing/2014/main" id="{3EFFF190-6F62-7D87-56A7-3DDD10FC949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13668076-D48F-0459-7641-56D908648AD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85" name="Rectangle: Rounded Corners 384">
                    <a:extLst>
                      <a:ext uri="{FF2B5EF4-FFF2-40B4-BE49-F238E27FC236}">
                        <a16:creationId xmlns:a16="http://schemas.microsoft.com/office/drawing/2014/main" id="{DA017F14-8C98-6EAC-E29B-322739D6F6A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6" name="Oval 385">
                    <a:extLst>
                      <a:ext uri="{FF2B5EF4-FFF2-40B4-BE49-F238E27FC236}">
                        <a16:creationId xmlns:a16="http://schemas.microsoft.com/office/drawing/2014/main" id="{15B9FBA6-DAC4-8EE6-D4BE-34317333D4D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6BB262C2-FF5A-EE05-F286-FE76FC8BBB2F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68" name="Group 367">
                  <a:extLst>
                    <a:ext uri="{FF2B5EF4-FFF2-40B4-BE49-F238E27FC236}">
                      <a16:creationId xmlns:a16="http://schemas.microsoft.com/office/drawing/2014/main" id="{AFF2083A-2670-0CFE-C4A7-E2B927D491F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78" name="Oval 377">
                    <a:extLst>
                      <a:ext uri="{FF2B5EF4-FFF2-40B4-BE49-F238E27FC236}">
                        <a16:creationId xmlns:a16="http://schemas.microsoft.com/office/drawing/2014/main" id="{B982BC68-5239-BFD8-8A85-5A6820C94A98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9" name="Oval 378">
                    <a:extLst>
                      <a:ext uri="{FF2B5EF4-FFF2-40B4-BE49-F238E27FC236}">
                        <a16:creationId xmlns:a16="http://schemas.microsoft.com/office/drawing/2014/main" id="{0D7C10D2-3918-F50F-BBF4-C670AFCF47A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0" name="Oval 379">
                    <a:extLst>
                      <a:ext uri="{FF2B5EF4-FFF2-40B4-BE49-F238E27FC236}">
                        <a16:creationId xmlns:a16="http://schemas.microsoft.com/office/drawing/2014/main" id="{35BD2EC9-CDAC-4802-472E-B258BD22C0F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9" name="Group 368">
                  <a:extLst>
                    <a:ext uri="{FF2B5EF4-FFF2-40B4-BE49-F238E27FC236}">
                      <a16:creationId xmlns:a16="http://schemas.microsoft.com/office/drawing/2014/main" id="{661F51F5-E773-6202-E73D-2236E5D22C2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76" name="Oval 375">
                    <a:extLst>
                      <a:ext uri="{FF2B5EF4-FFF2-40B4-BE49-F238E27FC236}">
                        <a16:creationId xmlns:a16="http://schemas.microsoft.com/office/drawing/2014/main" id="{FABB9CE5-08E3-F87C-99E7-B4C0186A9BB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BE891402-BA1F-15D7-D29E-4CBE97CC1C0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0" name="Group 369">
                  <a:extLst>
                    <a:ext uri="{FF2B5EF4-FFF2-40B4-BE49-F238E27FC236}">
                      <a16:creationId xmlns:a16="http://schemas.microsoft.com/office/drawing/2014/main" id="{F21F82E2-4C57-229B-0089-DD22F629208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74" name="Oval 373">
                    <a:extLst>
                      <a:ext uri="{FF2B5EF4-FFF2-40B4-BE49-F238E27FC236}">
                        <a16:creationId xmlns:a16="http://schemas.microsoft.com/office/drawing/2014/main" id="{DBD945FC-E2C9-C8C6-331F-DA4AED8F288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Oval 374">
                    <a:extLst>
                      <a:ext uri="{FF2B5EF4-FFF2-40B4-BE49-F238E27FC236}">
                        <a16:creationId xmlns:a16="http://schemas.microsoft.com/office/drawing/2014/main" id="{5AECDCE6-3BEE-5DB7-0DBC-D93B959EF49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120250ED-DBCD-201D-2FF9-030F895DB3B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72" name="Rectangle: Rounded Corners 371">
                    <a:extLst>
                      <a:ext uri="{FF2B5EF4-FFF2-40B4-BE49-F238E27FC236}">
                        <a16:creationId xmlns:a16="http://schemas.microsoft.com/office/drawing/2014/main" id="{281D10AF-D0FC-3545-2672-CDCE51EDB20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3" name="Oval 372">
                    <a:extLst>
                      <a:ext uri="{FF2B5EF4-FFF2-40B4-BE49-F238E27FC236}">
                        <a16:creationId xmlns:a16="http://schemas.microsoft.com/office/drawing/2014/main" id="{928CA25C-A55F-6ABA-D53A-1E23DF0E7DE9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4D80C145-4387-EC90-D3BB-46EF3D61390C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55" name="Group 354">
                  <a:extLst>
                    <a:ext uri="{FF2B5EF4-FFF2-40B4-BE49-F238E27FC236}">
                      <a16:creationId xmlns:a16="http://schemas.microsoft.com/office/drawing/2014/main" id="{BAA38CB1-DEDC-2F5B-DA65-BB8B3119ED3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65" name="Oval 364">
                    <a:extLst>
                      <a:ext uri="{FF2B5EF4-FFF2-40B4-BE49-F238E27FC236}">
                        <a16:creationId xmlns:a16="http://schemas.microsoft.com/office/drawing/2014/main" id="{656340B5-6D4B-73AF-FD49-F31140E8D0A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6" name="Oval 365">
                    <a:extLst>
                      <a:ext uri="{FF2B5EF4-FFF2-40B4-BE49-F238E27FC236}">
                        <a16:creationId xmlns:a16="http://schemas.microsoft.com/office/drawing/2014/main" id="{24151C8A-3194-F22D-3EAD-E13A2F9BA2F0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7" name="Oval 366">
                    <a:extLst>
                      <a:ext uri="{FF2B5EF4-FFF2-40B4-BE49-F238E27FC236}">
                        <a16:creationId xmlns:a16="http://schemas.microsoft.com/office/drawing/2014/main" id="{DD0DF669-0A23-9632-C2F1-35C496D401D3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6" name="Group 355">
                  <a:extLst>
                    <a:ext uri="{FF2B5EF4-FFF2-40B4-BE49-F238E27FC236}">
                      <a16:creationId xmlns:a16="http://schemas.microsoft.com/office/drawing/2014/main" id="{FF632659-623C-BD65-853A-8EFF2A890A2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63" name="Oval 362">
                    <a:extLst>
                      <a:ext uri="{FF2B5EF4-FFF2-40B4-BE49-F238E27FC236}">
                        <a16:creationId xmlns:a16="http://schemas.microsoft.com/office/drawing/2014/main" id="{2FC683B1-BC6E-1C2E-D16C-92777C70D7C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4" name="Oval 363">
                    <a:extLst>
                      <a:ext uri="{FF2B5EF4-FFF2-40B4-BE49-F238E27FC236}">
                        <a16:creationId xmlns:a16="http://schemas.microsoft.com/office/drawing/2014/main" id="{6C10B931-F21E-B444-E9F2-41C38587505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7" name="Group 356">
                  <a:extLst>
                    <a:ext uri="{FF2B5EF4-FFF2-40B4-BE49-F238E27FC236}">
                      <a16:creationId xmlns:a16="http://schemas.microsoft.com/office/drawing/2014/main" id="{FFD58309-D632-1A20-2BA4-FF804691F04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61" name="Oval 360">
                    <a:extLst>
                      <a:ext uri="{FF2B5EF4-FFF2-40B4-BE49-F238E27FC236}">
                        <a16:creationId xmlns:a16="http://schemas.microsoft.com/office/drawing/2014/main" id="{D098F357-176B-F2B0-426D-418E6BFBF3F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2" name="Oval 361">
                    <a:extLst>
                      <a:ext uri="{FF2B5EF4-FFF2-40B4-BE49-F238E27FC236}">
                        <a16:creationId xmlns:a16="http://schemas.microsoft.com/office/drawing/2014/main" id="{52E3C9E2-0300-870E-D303-F2B6BE235F4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58" name="Group 357">
                  <a:extLst>
                    <a:ext uri="{FF2B5EF4-FFF2-40B4-BE49-F238E27FC236}">
                      <a16:creationId xmlns:a16="http://schemas.microsoft.com/office/drawing/2014/main" id="{4722E536-2022-0070-BB41-1152D076A9E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59" name="Rectangle: Rounded Corners 358">
                    <a:extLst>
                      <a:ext uri="{FF2B5EF4-FFF2-40B4-BE49-F238E27FC236}">
                        <a16:creationId xmlns:a16="http://schemas.microsoft.com/office/drawing/2014/main" id="{1C2F81D7-2DE6-9B1A-4B95-49ED86CD188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0" name="Oval 359">
                    <a:extLst>
                      <a:ext uri="{FF2B5EF4-FFF2-40B4-BE49-F238E27FC236}">
                        <a16:creationId xmlns:a16="http://schemas.microsoft.com/office/drawing/2014/main" id="{C90F3FA4-9030-520B-3E81-5EB2D398A80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id="{FB061EBC-0517-3790-2E31-C7EA54001150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42" name="Group 341">
                  <a:extLst>
                    <a:ext uri="{FF2B5EF4-FFF2-40B4-BE49-F238E27FC236}">
                      <a16:creationId xmlns:a16="http://schemas.microsoft.com/office/drawing/2014/main" id="{281F5967-8F28-86C6-B331-2D188CD9FDC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52" name="Oval 351">
                    <a:extLst>
                      <a:ext uri="{FF2B5EF4-FFF2-40B4-BE49-F238E27FC236}">
                        <a16:creationId xmlns:a16="http://schemas.microsoft.com/office/drawing/2014/main" id="{CC9CC3A5-3651-BE29-0030-4C16CD1D58C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3" name="Oval 352">
                    <a:extLst>
                      <a:ext uri="{FF2B5EF4-FFF2-40B4-BE49-F238E27FC236}">
                        <a16:creationId xmlns:a16="http://schemas.microsoft.com/office/drawing/2014/main" id="{EA175C5A-2836-249F-49FA-212E8AB30E8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4" name="Oval 353">
                    <a:extLst>
                      <a:ext uri="{FF2B5EF4-FFF2-40B4-BE49-F238E27FC236}">
                        <a16:creationId xmlns:a16="http://schemas.microsoft.com/office/drawing/2014/main" id="{1582B5B1-6541-7B76-811B-6FCE28A3D94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3" name="Group 342">
                  <a:extLst>
                    <a:ext uri="{FF2B5EF4-FFF2-40B4-BE49-F238E27FC236}">
                      <a16:creationId xmlns:a16="http://schemas.microsoft.com/office/drawing/2014/main" id="{5ADBC09B-5A91-3CC0-2C86-B1293BFA60F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50" name="Oval 349">
                    <a:extLst>
                      <a:ext uri="{FF2B5EF4-FFF2-40B4-BE49-F238E27FC236}">
                        <a16:creationId xmlns:a16="http://schemas.microsoft.com/office/drawing/2014/main" id="{6B3E1804-3CF4-5704-09FB-902AD5572EB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1" name="Oval 350">
                    <a:extLst>
                      <a:ext uri="{FF2B5EF4-FFF2-40B4-BE49-F238E27FC236}">
                        <a16:creationId xmlns:a16="http://schemas.microsoft.com/office/drawing/2014/main" id="{8E9640BB-22C7-BBAA-EBD8-47E90BB64022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4" name="Group 343">
                  <a:extLst>
                    <a:ext uri="{FF2B5EF4-FFF2-40B4-BE49-F238E27FC236}">
                      <a16:creationId xmlns:a16="http://schemas.microsoft.com/office/drawing/2014/main" id="{AAA93FBC-9343-C1E4-D17C-5C3683B97C7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48" name="Oval 347">
                    <a:extLst>
                      <a:ext uri="{FF2B5EF4-FFF2-40B4-BE49-F238E27FC236}">
                        <a16:creationId xmlns:a16="http://schemas.microsoft.com/office/drawing/2014/main" id="{468DEB4E-BEC4-98E5-67E6-30F4D64F2E6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9" name="Oval 348">
                    <a:extLst>
                      <a:ext uri="{FF2B5EF4-FFF2-40B4-BE49-F238E27FC236}">
                        <a16:creationId xmlns:a16="http://schemas.microsoft.com/office/drawing/2014/main" id="{D5C4C370-4498-CA1A-1798-4DD417B4E29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5" name="Group 344">
                  <a:extLst>
                    <a:ext uri="{FF2B5EF4-FFF2-40B4-BE49-F238E27FC236}">
                      <a16:creationId xmlns:a16="http://schemas.microsoft.com/office/drawing/2014/main" id="{15399286-F765-AB5B-95EC-3BD95641E26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46" name="Rectangle: Rounded Corners 345">
                    <a:extLst>
                      <a:ext uri="{FF2B5EF4-FFF2-40B4-BE49-F238E27FC236}">
                        <a16:creationId xmlns:a16="http://schemas.microsoft.com/office/drawing/2014/main" id="{38BB595A-C589-BD0A-5A23-9E5F6AD71B8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43979A3D-4110-5FF6-3914-41E35500C3A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37135D47-8683-902E-C90D-7455BE544BA8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29" name="Group 328">
                  <a:extLst>
                    <a:ext uri="{FF2B5EF4-FFF2-40B4-BE49-F238E27FC236}">
                      <a16:creationId xmlns:a16="http://schemas.microsoft.com/office/drawing/2014/main" id="{2ED33B85-E45D-34D7-31AD-6B984E526A1C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39" name="Oval 338">
                    <a:extLst>
                      <a:ext uri="{FF2B5EF4-FFF2-40B4-BE49-F238E27FC236}">
                        <a16:creationId xmlns:a16="http://schemas.microsoft.com/office/drawing/2014/main" id="{0FF41863-21BF-3D66-6BD4-CCC1BE06D29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0" name="Oval 339">
                    <a:extLst>
                      <a:ext uri="{FF2B5EF4-FFF2-40B4-BE49-F238E27FC236}">
                        <a16:creationId xmlns:a16="http://schemas.microsoft.com/office/drawing/2014/main" id="{D4AAF294-258C-49D7-3B3E-6B44947FF82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1" name="Oval 340">
                    <a:extLst>
                      <a:ext uri="{FF2B5EF4-FFF2-40B4-BE49-F238E27FC236}">
                        <a16:creationId xmlns:a16="http://schemas.microsoft.com/office/drawing/2014/main" id="{9A15D00D-4D6B-007B-8851-5B9405D3453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8CA88DDE-69D5-8BE1-79CA-E21A38C2DA5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37" name="Oval 336">
                    <a:extLst>
                      <a:ext uri="{FF2B5EF4-FFF2-40B4-BE49-F238E27FC236}">
                        <a16:creationId xmlns:a16="http://schemas.microsoft.com/office/drawing/2014/main" id="{6C2D81B7-0340-6D49-29AC-FC6CF51FA03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8" name="Oval 337">
                    <a:extLst>
                      <a:ext uri="{FF2B5EF4-FFF2-40B4-BE49-F238E27FC236}">
                        <a16:creationId xmlns:a16="http://schemas.microsoft.com/office/drawing/2014/main" id="{AEA4EDFD-28CB-8D28-D639-6AC59FCB2C2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EF8AABA9-C910-AF8A-B284-AE0F227FA42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35" name="Oval 334">
                    <a:extLst>
                      <a:ext uri="{FF2B5EF4-FFF2-40B4-BE49-F238E27FC236}">
                        <a16:creationId xmlns:a16="http://schemas.microsoft.com/office/drawing/2014/main" id="{A62B4CCA-3A81-E677-9B75-E383607643C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6" name="Oval 335">
                    <a:extLst>
                      <a:ext uri="{FF2B5EF4-FFF2-40B4-BE49-F238E27FC236}">
                        <a16:creationId xmlns:a16="http://schemas.microsoft.com/office/drawing/2014/main" id="{682C7167-F3F0-BAB0-B9D4-B4A3E45CB31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2" name="Group 331">
                  <a:extLst>
                    <a:ext uri="{FF2B5EF4-FFF2-40B4-BE49-F238E27FC236}">
                      <a16:creationId xmlns:a16="http://schemas.microsoft.com/office/drawing/2014/main" id="{90BF595C-52A8-A1E3-E7AF-1869DB49A2D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33" name="Rectangle: Rounded Corners 332">
                    <a:extLst>
                      <a:ext uri="{FF2B5EF4-FFF2-40B4-BE49-F238E27FC236}">
                        <a16:creationId xmlns:a16="http://schemas.microsoft.com/office/drawing/2014/main" id="{7C2A9D70-B78A-C6A2-B521-5C15A49E728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4" name="Oval 333">
                    <a:extLst>
                      <a:ext uri="{FF2B5EF4-FFF2-40B4-BE49-F238E27FC236}">
                        <a16:creationId xmlns:a16="http://schemas.microsoft.com/office/drawing/2014/main" id="{AC6000F1-E5C1-3E5D-AFD4-B903E438AD0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F8DB12ED-6292-4A1A-F476-F019091A1555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16" name="Group 315">
                  <a:extLst>
                    <a:ext uri="{FF2B5EF4-FFF2-40B4-BE49-F238E27FC236}">
                      <a16:creationId xmlns:a16="http://schemas.microsoft.com/office/drawing/2014/main" id="{1EB94C54-C93E-2966-CA92-1509CABC68F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26" name="Oval 325">
                    <a:extLst>
                      <a:ext uri="{FF2B5EF4-FFF2-40B4-BE49-F238E27FC236}">
                        <a16:creationId xmlns:a16="http://schemas.microsoft.com/office/drawing/2014/main" id="{EB96FBD7-60CE-5FE0-891F-B597C18289B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7" name="Oval 326">
                    <a:extLst>
                      <a:ext uri="{FF2B5EF4-FFF2-40B4-BE49-F238E27FC236}">
                        <a16:creationId xmlns:a16="http://schemas.microsoft.com/office/drawing/2014/main" id="{91C0C642-7919-9F0E-6D5E-6F92AB5659E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8" name="Oval 327">
                    <a:extLst>
                      <a:ext uri="{FF2B5EF4-FFF2-40B4-BE49-F238E27FC236}">
                        <a16:creationId xmlns:a16="http://schemas.microsoft.com/office/drawing/2014/main" id="{7BE6A739-A000-7D44-3D1D-E57F3517A18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7" name="Group 316">
                  <a:extLst>
                    <a:ext uri="{FF2B5EF4-FFF2-40B4-BE49-F238E27FC236}">
                      <a16:creationId xmlns:a16="http://schemas.microsoft.com/office/drawing/2014/main" id="{01023A76-9A7F-D632-5A14-9CEC1335CB06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24" name="Oval 323">
                    <a:extLst>
                      <a:ext uri="{FF2B5EF4-FFF2-40B4-BE49-F238E27FC236}">
                        <a16:creationId xmlns:a16="http://schemas.microsoft.com/office/drawing/2014/main" id="{DE4FAB9F-C2ED-F679-BEE4-0F027AD2607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5" name="Oval 324">
                    <a:extLst>
                      <a:ext uri="{FF2B5EF4-FFF2-40B4-BE49-F238E27FC236}">
                        <a16:creationId xmlns:a16="http://schemas.microsoft.com/office/drawing/2014/main" id="{F724529D-A64D-9E4B-AFCB-48083C3CE12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26F86BF2-C3B5-A79B-0CD2-099F768959D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22" name="Oval 321">
                    <a:extLst>
                      <a:ext uri="{FF2B5EF4-FFF2-40B4-BE49-F238E27FC236}">
                        <a16:creationId xmlns:a16="http://schemas.microsoft.com/office/drawing/2014/main" id="{632CF74F-537B-56AE-8C30-07D8E211097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3" name="Oval 322">
                    <a:extLst>
                      <a:ext uri="{FF2B5EF4-FFF2-40B4-BE49-F238E27FC236}">
                        <a16:creationId xmlns:a16="http://schemas.microsoft.com/office/drawing/2014/main" id="{ED79C2D9-2A8A-2459-399E-58FC8791429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9" name="Group 318">
                  <a:extLst>
                    <a:ext uri="{FF2B5EF4-FFF2-40B4-BE49-F238E27FC236}">
                      <a16:creationId xmlns:a16="http://schemas.microsoft.com/office/drawing/2014/main" id="{4E60F134-8A63-3893-46DC-159D3CB587B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20" name="Rectangle: Rounded Corners 319">
                    <a:extLst>
                      <a:ext uri="{FF2B5EF4-FFF2-40B4-BE49-F238E27FC236}">
                        <a16:creationId xmlns:a16="http://schemas.microsoft.com/office/drawing/2014/main" id="{655BED9D-A65A-5F1A-BA81-654BE785C9A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1" name="Oval 320">
                    <a:extLst>
                      <a:ext uri="{FF2B5EF4-FFF2-40B4-BE49-F238E27FC236}">
                        <a16:creationId xmlns:a16="http://schemas.microsoft.com/office/drawing/2014/main" id="{4470829F-1BC3-32BE-2AE0-BB1B5E52B0F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02" name="Group 301">
                <a:extLst>
                  <a:ext uri="{FF2B5EF4-FFF2-40B4-BE49-F238E27FC236}">
                    <a16:creationId xmlns:a16="http://schemas.microsoft.com/office/drawing/2014/main" id="{CB1910A2-3B49-83C2-2855-8772E6A24F6A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303" name="Group 302">
                  <a:extLst>
                    <a:ext uri="{FF2B5EF4-FFF2-40B4-BE49-F238E27FC236}">
                      <a16:creationId xmlns:a16="http://schemas.microsoft.com/office/drawing/2014/main" id="{7777856D-0E3F-E86B-4BDC-09EF95D5A7C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F8BCD21B-AFBC-CDC3-A246-CCC9C2C9B10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4" name="Oval 313">
                    <a:extLst>
                      <a:ext uri="{FF2B5EF4-FFF2-40B4-BE49-F238E27FC236}">
                        <a16:creationId xmlns:a16="http://schemas.microsoft.com/office/drawing/2014/main" id="{8DB93CE9-4821-7BB7-CA03-28AA895681A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1FCDD536-0A0E-4ECC-9B33-86BB8FD8E974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4" name="Group 303">
                  <a:extLst>
                    <a:ext uri="{FF2B5EF4-FFF2-40B4-BE49-F238E27FC236}">
                      <a16:creationId xmlns:a16="http://schemas.microsoft.com/office/drawing/2014/main" id="{E62D8F4F-2703-A822-88C2-726BFDF2B66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311" name="Oval 310">
                    <a:extLst>
                      <a:ext uri="{FF2B5EF4-FFF2-40B4-BE49-F238E27FC236}">
                        <a16:creationId xmlns:a16="http://schemas.microsoft.com/office/drawing/2014/main" id="{95C102AB-E975-8DD0-39E4-456F1985B5D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2" name="Oval 311">
                    <a:extLst>
                      <a:ext uri="{FF2B5EF4-FFF2-40B4-BE49-F238E27FC236}">
                        <a16:creationId xmlns:a16="http://schemas.microsoft.com/office/drawing/2014/main" id="{7DEFE0E4-404E-BE8F-323F-8DDC1CE0D78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AF218A73-5895-4080-3D80-F1644E160AE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309" name="Oval 308">
                    <a:extLst>
                      <a:ext uri="{FF2B5EF4-FFF2-40B4-BE49-F238E27FC236}">
                        <a16:creationId xmlns:a16="http://schemas.microsoft.com/office/drawing/2014/main" id="{A3A0FB54-B834-4F8F-DD12-F59F485B957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0" name="Oval 309">
                    <a:extLst>
                      <a:ext uri="{FF2B5EF4-FFF2-40B4-BE49-F238E27FC236}">
                        <a16:creationId xmlns:a16="http://schemas.microsoft.com/office/drawing/2014/main" id="{CF49E19F-6D2F-49A1-9AB1-C1254B847D3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6" name="Group 305">
                  <a:extLst>
                    <a:ext uri="{FF2B5EF4-FFF2-40B4-BE49-F238E27FC236}">
                      <a16:creationId xmlns:a16="http://schemas.microsoft.com/office/drawing/2014/main" id="{193B54C0-80C0-8DCF-6C87-593ADADD19E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307" name="Rectangle: Rounded Corners 306">
                    <a:extLst>
                      <a:ext uri="{FF2B5EF4-FFF2-40B4-BE49-F238E27FC236}">
                        <a16:creationId xmlns:a16="http://schemas.microsoft.com/office/drawing/2014/main" id="{A9B53C02-A43A-A2A1-B350-0703C2E59BE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8" name="Oval 307">
                    <a:extLst>
                      <a:ext uri="{FF2B5EF4-FFF2-40B4-BE49-F238E27FC236}">
                        <a16:creationId xmlns:a16="http://schemas.microsoft.com/office/drawing/2014/main" id="{0B623FA1-EC7F-C6C3-3E9A-2A8E1EDC838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F4636433-4625-A7F8-9052-4D8733D42FEB}"/>
                </a:ext>
              </a:extLst>
            </p:cNvPr>
            <p:cNvGrpSpPr/>
            <p:nvPr/>
          </p:nvGrpSpPr>
          <p:grpSpPr>
            <a:xfrm>
              <a:off x="5890789" y="2823870"/>
              <a:ext cx="1203678" cy="1169668"/>
              <a:chOff x="5881450" y="2069218"/>
              <a:chExt cx="2397152" cy="2488324"/>
            </a:xfrm>
          </p:grpSpPr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BFF5C329-59B4-1D67-2523-1E5C51BB1B0E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15" name="Group 614">
                  <a:extLst>
                    <a:ext uri="{FF2B5EF4-FFF2-40B4-BE49-F238E27FC236}">
                      <a16:creationId xmlns:a16="http://schemas.microsoft.com/office/drawing/2014/main" id="{9976D895-B507-DE5D-D80C-232EA856972E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25" name="Oval 624">
                    <a:extLst>
                      <a:ext uri="{FF2B5EF4-FFF2-40B4-BE49-F238E27FC236}">
                        <a16:creationId xmlns:a16="http://schemas.microsoft.com/office/drawing/2014/main" id="{71226779-FE7D-3EF3-1618-7EA1A30E7A4F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6" name="Oval 625">
                    <a:extLst>
                      <a:ext uri="{FF2B5EF4-FFF2-40B4-BE49-F238E27FC236}">
                        <a16:creationId xmlns:a16="http://schemas.microsoft.com/office/drawing/2014/main" id="{E4685D4B-7ECF-ECD0-AFC8-FB65C91B007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7" name="Oval 626">
                    <a:extLst>
                      <a:ext uri="{FF2B5EF4-FFF2-40B4-BE49-F238E27FC236}">
                        <a16:creationId xmlns:a16="http://schemas.microsoft.com/office/drawing/2014/main" id="{1FD8EE96-CAEE-026F-8FBC-823AF93A72E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16" name="Group 615">
                  <a:extLst>
                    <a:ext uri="{FF2B5EF4-FFF2-40B4-BE49-F238E27FC236}">
                      <a16:creationId xmlns:a16="http://schemas.microsoft.com/office/drawing/2014/main" id="{923AD374-994F-4980-E061-61CCF69600C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23" name="Oval 622">
                    <a:extLst>
                      <a:ext uri="{FF2B5EF4-FFF2-40B4-BE49-F238E27FC236}">
                        <a16:creationId xmlns:a16="http://schemas.microsoft.com/office/drawing/2014/main" id="{995FE99A-40AE-18FA-441A-AB6891559FB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4" name="Oval 623">
                    <a:extLst>
                      <a:ext uri="{FF2B5EF4-FFF2-40B4-BE49-F238E27FC236}">
                        <a16:creationId xmlns:a16="http://schemas.microsoft.com/office/drawing/2014/main" id="{434EE5DD-77C9-8C31-A0C4-B1BD9B708CE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17" name="Group 616">
                  <a:extLst>
                    <a:ext uri="{FF2B5EF4-FFF2-40B4-BE49-F238E27FC236}">
                      <a16:creationId xmlns:a16="http://schemas.microsoft.com/office/drawing/2014/main" id="{B84879BE-EB4F-66CD-678C-245820C94A2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21" name="Oval 620">
                    <a:extLst>
                      <a:ext uri="{FF2B5EF4-FFF2-40B4-BE49-F238E27FC236}">
                        <a16:creationId xmlns:a16="http://schemas.microsoft.com/office/drawing/2014/main" id="{9E78DDF6-267A-396E-04C9-B32F67E48A0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2" name="Oval 621">
                    <a:extLst>
                      <a:ext uri="{FF2B5EF4-FFF2-40B4-BE49-F238E27FC236}">
                        <a16:creationId xmlns:a16="http://schemas.microsoft.com/office/drawing/2014/main" id="{15FB2D2F-FD01-F39A-E7E0-28F69E91C94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18" name="Group 617">
                  <a:extLst>
                    <a:ext uri="{FF2B5EF4-FFF2-40B4-BE49-F238E27FC236}">
                      <a16:creationId xmlns:a16="http://schemas.microsoft.com/office/drawing/2014/main" id="{6EF89EA5-CD86-3DA3-8B87-6651D7E82F8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19" name="Rectangle: Rounded Corners 618">
                    <a:extLst>
                      <a:ext uri="{FF2B5EF4-FFF2-40B4-BE49-F238E27FC236}">
                        <a16:creationId xmlns:a16="http://schemas.microsoft.com/office/drawing/2014/main" id="{E9A19AE5-1B5A-340C-0DD2-017FF45F8E2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0" name="Oval 619">
                    <a:extLst>
                      <a:ext uri="{FF2B5EF4-FFF2-40B4-BE49-F238E27FC236}">
                        <a16:creationId xmlns:a16="http://schemas.microsoft.com/office/drawing/2014/main" id="{401822FA-9C39-8A37-8B71-43AE6093132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D42D0E90-95B2-E3C1-B5D2-6D780DC9EBB0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02" name="Group 601">
                  <a:extLst>
                    <a:ext uri="{FF2B5EF4-FFF2-40B4-BE49-F238E27FC236}">
                      <a16:creationId xmlns:a16="http://schemas.microsoft.com/office/drawing/2014/main" id="{5692D178-DDBF-00EE-037C-48C97DAB681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12" name="Oval 611">
                    <a:extLst>
                      <a:ext uri="{FF2B5EF4-FFF2-40B4-BE49-F238E27FC236}">
                        <a16:creationId xmlns:a16="http://schemas.microsoft.com/office/drawing/2014/main" id="{C9926FF1-9C66-8527-7748-040A4ABE571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3" name="Oval 612">
                    <a:extLst>
                      <a:ext uri="{FF2B5EF4-FFF2-40B4-BE49-F238E27FC236}">
                        <a16:creationId xmlns:a16="http://schemas.microsoft.com/office/drawing/2014/main" id="{1842BCC5-6BC0-7EED-E420-2326F3BB9C03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4" name="Oval 613">
                    <a:extLst>
                      <a:ext uri="{FF2B5EF4-FFF2-40B4-BE49-F238E27FC236}">
                        <a16:creationId xmlns:a16="http://schemas.microsoft.com/office/drawing/2014/main" id="{6B76411F-1B2E-38F1-4DCC-86B2F4F1C5B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3" name="Group 602">
                  <a:extLst>
                    <a:ext uri="{FF2B5EF4-FFF2-40B4-BE49-F238E27FC236}">
                      <a16:creationId xmlns:a16="http://schemas.microsoft.com/office/drawing/2014/main" id="{52EA4F28-228D-A1A5-4E3B-0BC2B501373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10" name="Oval 609">
                    <a:extLst>
                      <a:ext uri="{FF2B5EF4-FFF2-40B4-BE49-F238E27FC236}">
                        <a16:creationId xmlns:a16="http://schemas.microsoft.com/office/drawing/2014/main" id="{6C1B0461-1E4B-6F0A-4F0F-4F4594813E8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1" name="Oval 610">
                    <a:extLst>
                      <a:ext uri="{FF2B5EF4-FFF2-40B4-BE49-F238E27FC236}">
                        <a16:creationId xmlns:a16="http://schemas.microsoft.com/office/drawing/2014/main" id="{8527D771-3056-2011-D0E5-BCA44AC65AF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4" name="Group 603">
                  <a:extLst>
                    <a:ext uri="{FF2B5EF4-FFF2-40B4-BE49-F238E27FC236}">
                      <a16:creationId xmlns:a16="http://schemas.microsoft.com/office/drawing/2014/main" id="{841E703D-D39C-C012-F712-7CACA144A2E5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08" name="Oval 607">
                    <a:extLst>
                      <a:ext uri="{FF2B5EF4-FFF2-40B4-BE49-F238E27FC236}">
                        <a16:creationId xmlns:a16="http://schemas.microsoft.com/office/drawing/2014/main" id="{21F81A9D-CA58-3A00-729A-1E9619C5674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9" name="Oval 608">
                    <a:extLst>
                      <a:ext uri="{FF2B5EF4-FFF2-40B4-BE49-F238E27FC236}">
                        <a16:creationId xmlns:a16="http://schemas.microsoft.com/office/drawing/2014/main" id="{B181FD30-4EED-2026-1D43-254B928A55C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5" name="Group 604">
                  <a:extLst>
                    <a:ext uri="{FF2B5EF4-FFF2-40B4-BE49-F238E27FC236}">
                      <a16:creationId xmlns:a16="http://schemas.microsoft.com/office/drawing/2014/main" id="{6082F526-75C3-4F86-DE31-B786BE9BD21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06" name="Rectangle: Rounded Corners 605">
                    <a:extLst>
                      <a:ext uri="{FF2B5EF4-FFF2-40B4-BE49-F238E27FC236}">
                        <a16:creationId xmlns:a16="http://schemas.microsoft.com/office/drawing/2014/main" id="{FC57EE0D-D826-4823-C11C-A67675F7EAB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7" name="Oval 606">
                    <a:extLst>
                      <a:ext uri="{FF2B5EF4-FFF2-40B4-BE49-F238E27FC236}">
                        <a16:creationId xmlns:a16="http://schemas.microsoft.com/office/drawing/2014/main" id="{70C945A9-743B-B1E7-5C6D-623961E87F4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2" name="Group 461">
                <a:extLst>
                  <a:ext uri="{FF2B5EF4-FFF2-40B4-BE49-F238E27FC236}">
                    <a16:creationId xmlns:a16="http://schemas.microsoft.com/office/drawing/2014/main" id="{1448E0B2-EB14-BBF3-DF1A-CE967B7E02F9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89" name="Group 588">
                  <a:extLst>
                    <a:ext uri="{FF2B5EF4-FFF2-40B4-BE49-F238E27FC236}">
                      <a16:creationId xmlns:a16="http://schemas.microsoft.com/office/drawing/2014/main" id="{3A662575-A25E-132D-1919-17651BAB351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99" name="Oval 598">
                    <a:extLst>
                      <a:ext uri="{FF2B5EF4-FFF2-40B4-BE49-F238E27FC236}">
                        <a16:creationId xmlns:a16="http://schemas.microsoft.com/office/drawing/2014/main" id="{CAF15AB6-10C1-5315-F0FC-8C5FD5C35235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0" name="Oval 599">
                    <a:extLst>
                      <a:ext uri="{FF2B5EF4-FFF2-40B4-BE49-F238E27FC236}">
                        <a16:creationId xmlns:a16="http://schemas.microsoft.com/office/drawing/2014/main" id="{F287DFA1-23F1-12C7-0AD9-D5C7A1B2FD3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1" name="Oval 600">
                    <a:extLst>
                      <a:ext uri="{FF2B5EF4-FFF2-40B4-BE49-F238E27FC236}">
                        <a16:creationId xmlns:a16="http://schemas.microsoft.com/office/drawing/2014/main" id="{9BF1EC54-1848-344E-6A6F-C2279FB62E04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0" name="Group 589">
                  <a:extLst>
                    <a:ext uri="{FF2B5EF4-FFF2-40B4-BE49-F238E27FC236}">
                      <a16:creationId xmlns:a16="http://schemas.microsoft.com/office/drawing/2014/main" id="{635EAE99-A03A-3946-EBCE-D9FEC0131F7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97" name="Oval 596">
                    <a:extLst>
                      <a:ext uri="{FF2B5EF4-FFF2-40B4-BE49-F238E27FC236}">
                        <a16:creationId xmlns:a16="http://schemas.microsoft.com/office/drawing/2014/main" id="{95D192F8-F60A-1721-2194-3ADE7BD83F0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8" name="Oval 597">
                    <a:extLst>
                      <a:ext uri="{FF2B5EF4-FFF2-40B4-BE49-F238E27FC236}">
                        <a16:creationId xmlns:a16="http://schemas.microsoft.com/office/drawing/2014/main" id="{1EFABDD7-223E-2582-CB59-6FB38D77721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1" name="Group 590">
                  <a:extLst>
                    <a:ext uri="{FF2B5EF4-FFF2-40B4-BE49-F238E27FC236}">
                      <a16:creationId xmlns:a16="http://schemas.microsoft.com/office/drawing/2014/main" id="{1A86A3CE-794A-0092-9DD1-3F13E95064F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95" name="Oval 594">
                    <a:extLst>
                      <a:ext uri="{FF2B5EF4-FFF2-40B4-BE49-F238E27FC236}">
                        <a16:creationId xmlns:a16="http://schemas.microsoft.com/office/drawing/2014/main" id="{11FCC84B-696C-80A1-5CEC-59606D8FD27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6" name="Oval 595">
                    <a:extLst>
                      <a:ext uri="{FF2B5EF4-FFF2-40B4-BE49-F238E27FC236}">
                        <a16:creationId xmlns:a16="http://schemas.microsoft.com/office/drawing/2014/main" id="{6FA449E2-49E9-A418-9266-EFDBE94328F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2" name="Group 591">
                  <a:extLst>
                    <a:ext uri="{FF2B5EF4-FFF2-40B4-BE49-F238E27FC236}">
                      <a16:creationId xmlns:a16="http://schemas.microsoft.com/office/drawing/2014/main" id="{41EB730D-B039-9012-5CF8-A99B25DC1EA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93" name="Rectangle: Rounded Corners 592">
                    <a:extLst>
                      <a:ext uri="{FF2B5EF4-FFF2-40B4-BE49-F238E27FC236}">
                        <a16:creationId xmlns:a16="http://schemas.microsoft.com/office/drawing/2014/main" id="{B3C13301-C6E2-365E-E513-BF9ED5D33BA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4" name="Oval 593">
                    <a:extLst>
                      <a:ext uri="{FF2B5EF4-FFF2-40B4-BE49-F238E27FC236}">
                        <a16:creationId xmlns:a16="http://schemas.microsoft.com/office/drawing/2014/main" id="{DDA225E1-8347-1636-E8C8-D3BF35DCD38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434D2BEE-EE82-A72F-A9C2-F2144D23AC27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76" name="Group 575">
                  <a:extLst>
                    <a:ext uri="{FF2B5EF4-FFF2-40B4-BE49-F238E27FC236}">
                      <a16:creationId xmlns:a16="http://schemas.microsoft.com/office/drawing/2014/main" id="{F5AF0DA7-95BE-A4D9-D2C9-D2F7A376122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86" name="Oval 585">
                    <a:extLst>
                      <a:ext uri="{FF2B5EF4-FFF2-40B4-BE49-F238E27FC236}">
                        <a16:creationId xmlns:a16="http://schemas.microsoft.com/office/drawing/2014/main" id="{F06FDD12-5A64-3285-3C33-7EB10E02482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7" name="Oval 586">
                    <a:extLst>
                      <a:ext uri="{FF2B5EF4-FFF2-40B4-BE49-F238E27FC236}">
                        <a16:creationId xmlns:a16="http://schemas.microsoft.com/office/drawing/2014/main" id="{82CBA95C-2854-5855-0EFD-A48DDC447F7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8" name="Oval 587">
                    <a:extLst>
                      <a:ext uri="{FF2B5EF4-FFF2-40B4-BE49-F238E27FC236}">
                        <a16:creationId xmlns:a16="http://schemas.microsoft.com/office/drawing/2014/main" id="{F95C0A62-84B0-4F12-1F6C-835B7CD9610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7" name="Group 576">
                  <a:extLst>
                    <a:ext uri="{FF2B5EF4-FFF2-40B4-BE49-F238E27FC236}">
                      <a16:creationId xmlns:a16="http://schemas.microsoft.com/office/drawing/2014/main" id="{724D30C8-83BA-D330-1716-24776561938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84" name="Oval 583">
                    <a:extLst>
                      <a:ext uri="{FF2B5EF4-FFF2-40B4-BE49-F238E27FC236}">
                        <a16:creationId xmlns:a16="http://schemas.microsoft.com/office/drawing/2014/main" id="{44471C12-2E1C-7D7B-D560-6F6E698AEF4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9BEA908D-2DD5-229D-06C1-6B5B3F7207F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8" name="Group 577">
                  <a:extLst>
                    <a:ext uri="{FF2B5EF4-FFF2-40B4-BE49-F238E27FC236}">
                      <a16:creationId xmlns:a16="http://schemas.microsoft.com/office/drawing/2014/main" id="{948DB47E-7CF5-8DAA-C4A4-8B059FBF889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82" name="Oval 581">
                    <a:extLst>
                      <a:ext uri="{FF2B5EF4-FFF2-40B4-BE49-F238E27FC236}">
                        <a16:creationId xmlns:a16="http://schemas.microsoft.com/office/drawing/2014/main" id="{E55A8AFE-4193-D99B-BBB4-5F573A2A576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3" name="Oval 582">
                    <a:extLst>
                      <a:ext uri="{FF2B5EF4-FFF2-40B4-BE49-F238E27FC236}">
                        <a16:creationId xmlns:a16="http://schemas.microsoft.com/office/drawing/2014/main" id="{CE99AAAF-A9D1-5FFC-F4D2-0C16782D95D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9" name="Group 578">
                  <a:extLst>
                    <a:ext uri="{FF2B5EF4-FFF2-40B4-BE49-F238E27FC236}">
                      <a16:creationId xmlns:a16="http://schemas.microsoft.com/office/drawing/2014/main" id="{63CD79B0-506A-141A-849A-97579A4949F4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80" name="Rectangle: Rounded Corners 579">
                    <a:extLst>
                      <a:ext uri="{FF2B5EF4-FFF2-40B4-BE49-F238E27FC236}">
                        <a16:creationId xmlns:a16="http://schemas.microsoft.com/office/drawing/2014/main" id="{A908EDC0-5808-73F7-61FD-5612351351E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1" name="Oval 580">
                    <a:extLst>
                      <a:ext uri="{FF2B5EF4-FFF2-40B4-BE49-F238E27FC236}">
                        <a16:creationId xmlns:a16="http://schemas.microsoft.com/office/drawing/2014/main" id="{8D402EC8-82DF-5E99-C42D-6A4065CC6F4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4" name="Group 463">
                <a:extLst>
                  <a:ext uri="{FF2B5EF4-FFF2-40B4-BE49-F238E27FC236}">
                    <a16:creationId xmlns:a16="http://schemas.microsoft.com/office/drawing/2014/main" id="{E51858D4-48C4-420F-D724-FC1FF5EC07FD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63" name="Group 562">
                  <a:extLst>
                    <a:ext uri="{FF2B5EF4-FFF2-40B4-BE49-F238E27FC236}">
                      <a16:creationId xmlns:a16="http://schemas.microsoft.com/office/drawing/2014/main" id="{CB6EDDBA-E333-2615-E2FE-2E3BEC62187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73" name="Oval 572">
                    <a:extLst>
                      <a:ext uri="{FF2B5EF4-FFF2-40B4-BE49-F238E27FC236}">
                        <a16:creationId xmlns:a16="http://schemas.microsoft.com/office/drawing/2014/main" id="{31602541-BABF-4C12-7E12-895CAA5F06E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4" name="Oval 573">
                    <a:extLst>
                      <a:ext uri="{FF2B5EF4-FFF2-40B4-BE49-F238E27FC236}">
                        <a16:creationId xmlns:a16="http://schemas.microsoft.com/office/drawing/2014/main" id="{DA5EAAD9-968D-8C7B-8331-FAFE7315D2CB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5" name="Oval 574">
                    <a:extLst>
                      <a:ext uri="{FF2B5EF4-FFF2-40B4-BE49-F238E27FC236}">
                        <a16:creationId xmlns:a16="http://schemas.microsoft.com/office/drawing/2014/main" id="{501C093B-CE03-E60A-CAD5-6C83603A025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4" name="Group 563">
                  <a:extLst>
                    <a:ext uri="{FF2B5EF4-FFF2-40B4-BE49-F238E27FC236}">
                      <a16:creationId xmlns:a16="http://schemas.microsoft.com/office/drawing/2014/main" id="{1B97999C-1171-EC59-826D-CBE832501B0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71" name="Oval 570">
                    <a:extLst>
                      <a:ext uri="{FF2B5EF4-FFF2-40B4-BE49-F238E27FC236}">
                        <a16:creationId xmlns:a16="http://schemas.microsoft.com/office/drawing/2014/main" id="{6BA7A31F-A39D-F450-3BB7-BE62828C56A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2" name="Oval 571">
                    <a:extLst>
                      <a:ext uri="{FF2B5EF4-FFF2-40B4-BE49-F238E27FC236}">
                        <a16:creationId xmlns:a16="http://schemas.microsoft.com/office/drawing/2014/main" id="{4A6FA79C-6867-B2FC-D134-A8144D2B646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5" name="Group 564">
                  <a:extLst>
                    <a:ext uri="{FF2B5EF4-FFF2-40B4-BE49-F238E27FC236}">
                      <a16:creationId xmlns:a16="http://schemas.microsoft.com/office/drawing/2014/main" id="{4D6528A8-B726-5EE7-73F3-E82BDDD8C8CF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69" name="Oval 568">
                    <a:extLst>
                      <a:ext uri="{FF2B5EF4-FFF2-40B4-BE49-F238E27FC236}">
                        <a16:creationId xmlns:a16="http://schemas.microsoft.com/office/drawing/2014/main" id="{B2CD7068-6044-1989-4FD7-6B10CC68CAB5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0" name="Oval 569">
                    <a:extLst>
                      <a:ext uri="{FF2B5EF4-FFF2-40B4-BE49-F238E27FC236}">
                        <a16:creationId xmlns:a16="http://schemas.microsoft.com/office/drawing/2014/main" id="{06439E7D-3B7F-3F84-7D0B-81BD60ABB0B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6" name="Group 565">
                  <a:extLst>
                    <a:ext uri="{FF2B5EF4-FFF2-40B4-BE49-F238E27FC236}">
                      <a16:creationId xmlns:a16="http://schemas.microsoft.com/office/drawing/2014/main" id="{C67B3AD3-6E0B-CFF3-EA79-B0956370D85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67" name="Rectangle: Rounded Corners 566">
                    <a:extLst>
                      <a:ext uri="{FF2B5EF4-FFF2-40B4-BE49-F238E27FC236}">
                        <a16:creationId xmlns:a16="http://schemas.microsoft.com/office/drawing/2014/main" id="{DEA51374-CFCD-F07E-DBAF-C90BBB5E089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8" name="Oval 567">
                    <a:extLst>
                      <a:ext uri="{FF2B5EF4-FFF2-40B4-BE49-F238E27FC236}">
                        <a16:creationId xmlns:a16="http://schemas.microsoft.com/office/drawing/2014/main" id="{A146E7BD-F738-D140-3EF5-34FC3E68250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5" name="Group 464">
                <a:extLst>
                  <a:ext uri="{FF2B5EF4-FFF2-40B4-BE49-F238E27FC236}">
                    <a16:creationId xmlns:a16="http://schemas.microsoft.com/office/drawing/2014/main" id="{C3530147-C8E0-623B-F4C4-BC81D137EF7B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50" name="Group 549">
                  <a:extLst>
                    <a:ext uri="{FF2B5EF4-FFF2-40B4-BE49-F238E27FC236}">
                      <a16:creationId xmlns:a16="http://schemas.microsoft.com/office/drawing/2014/main" id="{164463EC-317F-DB33-6F35-93E93020300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60" name="Oval 559">
                    <a:extLst>
                      <a:ext uri="{FF2B5EF4-FFF2-40B4-BE49-F238E27FC236}">
                        <a16:creationId xmlns:a16="http://schemas.microsoft.com/office/drawing/2014/main" id="{43028276-97C1-A2A4-AFF8-2E24FAADE61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1" name="Oval 560">
                    <a:extLst>
                      <a:ext uri="{FF2B5EF4-FFF2-40B4-BE49-F238E27FC236}">
                        <a16:creationId xmlns:a16="http://schemas.microsoft.com/office/drawing/2014/main" id="{36A7B388-6616-06CD-AB98-9D2079A8F2F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2" name="Oval 561">
                    <a:extLst>
                      <a:ext uri="{FF2B5EF4-FFF2-40B4-BE49-F238E27FC236}">
                        <a16:creationId xmlns:a16="http://schemas.microsoft.com/office/drawing/2014/main" id="{BEDF5B1A-D564-EEF2-5AB6-BA6D61CB6824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51" name="Group 550">
                  <a:extLst>
                    <a:ext uri="{FF2B5EF4-FFF2-40B4-BE49-F238E27FC236}">
                      <a16:creationId xmlns:a16="http://schemas.microsoft.com/office/drawing/2014/main" id="{566AA985-A910-03FD-E5B6-F0ED637A003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58" name="Oval 557">
                    <a:extLst>
                      <a:ext uri="{FF2B5EF4-FFF2-40B4-BE49-F238E27FC236}">
                        <a16:creationId xmlns:a16="http://schemas.microsoft.com/office/drawing/2014/main" id="{3ED7DBF3-7B6A-210E-0CC8-DC7B0B6AAF3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9" name="Oval 558">
                    <a:extLst>
                      <a:ext uri="{FF2B5EF4-FFF2-40B4-BE49-F238E27FC236}">
                        <a16:creationId xmlns:a16="http://schemas.microsoft.com/office/drawing/2014/main" id="{F32C51D4-16B2-B3E3-20BF-EC0C68EFE9A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52" name="Group 551">
                  <a:extLst>
                    <a:ext uri="{FF2B5EF4-FFF2-40B4-BE49-F238E27FC236}">
                      <a16:creationId xmlns:a16="http://schemas.microsoft.com/office/drawing/2014/main" id="{5E6B48FC-E347-CF15-6B76-78D38EF814A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56" name="Oval 555">
                    <a:extLst>
                      <a:ext uri="{FF2B5EF4-FFF2-40B4-BE49-F238E27FC236}">
                        <a16:creationId xmlns:a16="http://schemas.microsoft.com/office/drawing/2014/main" id="{675D3746-67E7-AB7C-D624-18B4290BFA5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7" name="Oval 556">
                    <a:extLst>
                      <a:ext uri="{FF2B5EF4-FFF2-40B4-BE49-F238E27FC236}">
                        <a16:creationId xmlns:a16="http://schemas.microsoft.com/office/drawing/2014/main" id="{5B7DAEE1-3B8D-B41D-02AE-1AF847ECF891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53" name="Group 552">
                  <a:extLst>
                    <a:ext uri="{FF2B5EF4-FFF2-40B4-BE49-F238E27FC236}">
                      <a16:creationId xmlns:a16="http://schemas.microsoft.com/office/drawing/2014/main" id="{B039F2F3-2718-EF41-79ED-1B4CCFA8040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54" name="Rectangle: Rounded Corners 553">
                    <a:extLst>
                      <a:ext uri="{FF2B5EF4-FFF2-40B4-BE49-F238E27FC236}">
                        <a16:creationId xmlns:a16="http://schemas.microsoft.com/office/drawing/2014/main" id="{69E0045B-EE41-3B19-596D-CC379D6F2A6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5" name="Oval 554">
                    <a:extLst>
                      <a:ext uri="{FF2B5EF4-FFF2-40B4-BE49-F238E27FC236}">
                        <a16:creationId xmlns:a16="http://schemas.microsoft.com/office/drawing/2014/main" id="{8E2AD838-0226-34CD-21BC-045AC707D3B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3B844D67-CC67-273C-B869-B61976274E30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37" name="Group 536">
                  <a:extLst>
                    <a:ext uri="{FF2B5EF4-FFF2-40B4-BE49-F238E27FC236}">
                      <a16:creationId xmlns:a16="http://schemas.microsoft.com/office/drawing/2014/main" id="{8BFB90B3-F19B-8D03-BA69-8030DC90088C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47" name="Oval 546">
                    <a:extLst>
                      <a:ext uri="{FF2B5EF4-FFF2-40B4-BE49-F238E27FC236}">
                        <a16:creationId xmlns:a16="http://schemas.microsoft.com/office/drawing/2014/main" id="{CA709261-2D97-BA68-5012-9816704D064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8" name="Oval 547">
                    <a:extLst>
                      <a:ext uri="{FF2B5EF4-FFF2-40B4-BE49-F238E27FC236}">
                        <a16:creationId xmlns:a16="http://schemas.microsoft.com/office/drawing/2014/main" id="{A2E32068-51DC-A445-721E-D49347B760A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9" name="Oval 548">
                    <a:extLst>
                      <a:ext uri="{FF2B5EF4-FFF2-40B4-BE49-F238E27FC236}">
                        <a16:creationId xmlns:a16="http://schemas.microsoft.com/office/drawing/2014/main" id="{15A6B6C1-0611-2FBF-1F92-B29BDAF05D7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38" name="Group 537">
                  <a:extLst>
                    <a:ext uri="{FF2B5EF4-FFF2-40B4-BE49-F238E27FC236}">
                      <a16:creationId xmlns:a16="http://schemas.microsoft.com/office/drawing/2014/main" id="{9D1D7DA3-CD2B-7FE9-83E0-098AF61AEF7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45" name="Oval 544">
                    <a:extLst>
                      <a:ext uri="{FF2B5EF4-FFF2-40B4-BE49-F238E27FC236}">
                        <a16:creationId xmlns:a16="http://schemas.microsoft.com/office/drawing/2014/main" id="{7923545E-FB7D-17DB-6587-0FB05EB18DD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6" name="Oval 545">
                    <a:extLst>
                      <a:ext uri="{FF2B5EF4-FFF2-40B4-BE49-F238E27FC236}">
                        <a16:creationId xmlns:a16="http://schemas.microsoft.com/office/drawing/2014/main" id="{CB298B88-30BB-420B-38E5-ED4C34FF605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39" name="Group 538">
                  <a:extLst>
                    <a:ext uri="{FF2B5EF4-FFF2-40B4-BE49-F238E27FC236}">
                      <a16:creationId xmlns:a16="http://schemas.microsoft.com/office/drawing/2014/main" id="{8578066A-8FC7-6790-E250-A86DF73F86C5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43" name="Oval 542">
                    <a:extLst>
                      <a:ext uri="{FF2B5EF4-FFF2-40B4-BE49-F238E27FC236}">
                        <a16:creationId xmlns:a16="http://schemas.microsoft.com/office/drawing/2014/main" id="{86ACFD4D-2582-1B9A-7A63-971544502FC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4" name="Oval 543">
                    <a:extLst>
                      <a:ext uri="{FF2B5EF4-FFF2-40B4-BE49-F238E27FC236}">
                        <a16:creationId xmlns:a16="http://schemas.microsoft.com/office/drawing/2014/main" id="{A54404A5-D167-EC0C-9239-87A89502D09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40" name="Group 539">
                  <a:extLst>
                    <a:ext uri="{FF2B5EF4-FFF2-40B4-BE49-F238E27FC236}">
                      <a16:creationId xmlns:a16="http://schemas.microsoft.com/office/drawing/2014/main" id="{964290A6-896A-0D5B-35B5-CA452732733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41" name="Rectangle: Rounded Corners 540">
                    <a:extLst>
                      <a:ext uri="{FF2B5EF4-FFF2-40B4-BE49-F238E27FC236}">
                        <a16:creationId xmlns:a16="http://schemas.microsoft.com/office/drawing/2014/main" id="{E4AD3512-960D-6670-5CF7-0E0C6B9E405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2" name="Oval 541">
                    <a:extLst>
                      <a:ext uri="{FF2B5EF4-FFF2-40B4-BE49-F238E27FC236}">
                        <a16:creationId xmlns:a16="http://schemas.microsoft.com/office/drawing/2014/main" id="{79137ADE-FCA7-C332-F88E-C52DA083674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7773DC8F-68CD-93D9-91E5-0D9ED05F38BD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BCFB1583-8AD1-3C66-6BD7-0CE32D8D31D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34" name="Oval 533">
                    <a:extLst>
                      <a:ext uri="{FF2B5EF4-FFF2-40B4-BE49-F238E27FC236}">
                        <a16:creationId xmlns:a16="http://schemas.microsoft.com/office/drawing/2014/main" id="{13547072-AC75-38C4-882C-B66224D4E1A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5" name="Oval 534">
                    <a:extLst>
                      <a:ext uri="{FF2B5EF4-FFF2-40B4-BE49-F238E27FC236}">
                        <a16:creationId xmlns:a16="http://schemas.microsoft.com/office/drawing/2014/main" id="{6FA2C27A-DF13-7A3D-FCFD-5D502B859ADB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6" name="Oval 535">
                    <a:extLst>
                      <a:ext uri="{FF2B5EF4-FFF2-40B4-BE49-F238E27FC236}">
                        <a16:creationId xmlns:a16="http://schemas.microsoft.com/office/drawing/2014/main" id="{9DEF666D-089A-B2CC-88DC-F0B8C1E606B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25" name="Group 524">
                  <a:extLst>
                    <a:ext uri="{FF2B5EF4-FFF2-40B4-BE49-F238E27FC236}">
                      <a16:creationId xmlns:a16="http://schemas.microsoft.com/office/drawing/2014/main" id="{B2501A7A-9F8C-E7A1-5AE1-C2E290E4CFA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32" name="Oval 531">
                    <a:extLst>
                      <a:ext uri="{FF2B5EF4-FFF2-40B4-BE49-F238E27FC236}">
                        <a16:creationId xmlns:a16="http://schemas.microsoft.com/office/drawing/2014/main" id="{03FBEFE8-4C50-12B0-14C8-745FC5A78D3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45B8C8C5-AD1C-1933-47C9-DC087623D0D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26" name="Group 525">
                  <a:extLst>
                    <a:ext uri="{FF2B5EF4-FFF2-40B4-BE49-F238E27FC236}">
                      <a16:creationId xmlns:a16="http://schemas.microsoft.com/office/drawing/2014/main" id="{5F7E7FBB-926A-0ABA-BA61-2FF1886AB82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30" name="Oval 529">
                    <a:extLst>
                      <a:ext uri="{FF2B5EF4-FFF2-40B4-BE49-F238E27FC236}">
                        <a16:creationId xmlns:a16="http://schemas.microsoft.com/office/drawing/2014/main" id="{2F0119BA-C2D3-3B3C-F93C-9DC2FE1848F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1" name="Oval 530">
                    <a:extLst>
                      <a:ext uri="{FF2B5EF4-FFF2-40B4-BE49-F238E27FC236}">
                        <a16:creationId xmlns:a16="http://schemas.microsoft.com/office/drawing/2014/main" id="{4B115682-6FB6-AE04-2A4D-5218E311F46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27" name="Group 526">
                  <a:extLst>
                    <a:ext uri="{FF2B5EF4-FFF2-40B4-BE49-F238E27FC236}">
                      <a16:creationId xmlns:a16="http://schemas.microsoft.com/office/drawing/2014/main" id="{378ED92E-AE0D-6B21-6826-8671F74A20E1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28" name="Rectangle: Rounded Corners 527">
                    <a:extLst>
                      <a:ext uri="{FF2B5EF4-FFF2-40B4-BE49-F238E27FC236}">
                        <a16:creationId xmlns:a16="http://schemas.microsoft.com/office/drawing/2014/main" id="{30BE9B36-3C7E-99C4-62DA-DA3CDBC6BFE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9" name="Oval 528">
                    <a:extLst>
                      <a:ext uri="{FF2B5EF4-FFF2-40B4-BE49-F238E27FC236}">
                        <a16:creationId xmlns:a16="http://schemas.microsoft.com/office/drawing/2014/main" id="{C83E4D46-1AF7-A3E5-4CC5-253419CFB6E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8" name="Group 467">
                <a:extLst>
                  <a:ext uri="{FF2B5EF4-FFF2-40B4-BE49-F238E27FC236}">
                    <a16:creationId xmlns:a16="http://schemas.microsoft.com/office/drawing/2014/main" id="{4C40FDE7-6B48-C657-32AF-59E2C6FA36F2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511" name="Group 510">
                  <a:extLst>
                    <a:ext uri="{FF2B5EF4-FFF2-40B4-BE49-F238E27FC236}">
                      <a16:creationId xmlns:a16="http://schemas.microsoft.com/office/drawing/2014/main" id="{2D88C1D7-E7EA-466F-E429-03A1BD155F0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21" name="Oval 520">
                    <a:extLst>
                      <a:ext uri="{FF2B5EF4-FFF2-40B4-BE49-F238E27FC236}">
                        <a16:creationId xmlns:a16="http://schemas.microsoft.com/office/drawing/2014/main" id="{6B7D44C0-128E-4828-85E5-A78CADC8A1E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2" name="Oval 521">
                    <a:extLst>
                      <a:ext uri="{FF2B5EF4-FFF2-40B4-BE49-F238E27FC236}">
                        <a16:creationId xmlns:a16="http://schemas.microsoft.com/office/drawing/2014/main" id="{ACA7FE27-BEF9-1EF7-4F24-3ED0A535793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3" name="Oval 522">
                    <a:extLst>
                      <a:ext uri="{FF2B5EF4-FFF2-40B4-BE49-F238E27FC236}">
                        <a16:creationId xmlns:a16="http://schemas.microsoft.com/office/drawing/2014/main" id="{5EAA68AC-3781-BA06-2777-5CFB5CF008C4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2" name="Group 511">
                  <a:extLst>
                    <a:ext uri="{FF2B5EF4-FFF2-40B4-BE49-F238E27FC236}">
                      <a16:creationId xmlns:a16="http://schemas.microsoft.com/office/drawing/2014/main" id="{95ACBB42-C21A-AFC2-F12A-AA66410DA0D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19" name="Oval 518">
                    <a:extLst>
                      <a:ext uri="{FF2B5EF4-FFF2-40B4-BE49-F238E27FC236}">
                        <a16:creationId xmlns:a16="http://schemas.microsoft.com/office/drawing/2014/main" id="{4AE14FCE-9ED8-F025-429F-5920E275DFD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0" name="Oval 519">
                    <a:extLst>
                      <a:ext uri="{FF2B5EF4-FFF2-40B4-BE49-F238E27FC236}">
                        <a16:creationId xmlns:a16="http://schemas.microsoft.com/office/drawing/2014/main" id="{9AE25B72-1E5B-BA59-7A2C-D45956259E2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3" name="Group 512">
                  <a:extLst>
                    <a:ext uri="{FF2B5EF4-FFF2-40B4-BE49-F238E27FC236}">
                      <a16:creationId xmlns:a16="http://schemas.microsoft.com/office/drawing/2014/main" id="{DA3C4EA3-4BB3-27CA-97BA-465BCCD1F66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17" name="Oval 516">
                    <a:extLst>
                      <a:ext uri="{FF2B5EF4-FFF2-40B4-BE49-F238E27FC236}">
                        <a16:creationId xmlns:a16="http://schemas.microsoft.com/office/drawing/2014/main" id="{26DB3886-ECA9-D559-3D2D-F02074BABF40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E2114-FED1-AB4A-AB3D-E4071804253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4" name="Group 513">
                  <a:extLst>
                    <a:ext uri="{FF2B5EF4-FFF2-40B4-BE49-F238E27FC236}">
                      <a16:creationId xmlns:a16="http://schemas.microsoft.com/office/drawing/2014/main" id="{68671BD3-2375-8E09-8B28-DEAB437C3F8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15" name="Rectangle: Rounded Corners 514">
                    <a:extLst>
                      <a:ext uri="{FF2B5EF4-FFF2-40B4-BE49-F238E27FC236}">
                        <a16:creationId xmlns:a16="http://schemas.microsoft.com/office/drawing/2014/main" id="{7A845809-DFB3-1A6C-3472-9CFE6CFA066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6" name="Oval 515">
                    <a:extLst>
                      <a:ext uri="{FF2B5EF4-FFF2-40B4-BE49-F238E27FC236}">
                        <a16:creationId xmlns:a16="http://schemas.microsoft.com/office/drawing/2014/main" id="{5574C9D7-AB4D-78B5-17C5-02DBAC0DFEC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69" name="Group 468">
                <a:extLst>
                  <a:ext uri="{FF2B5EF4-FFF2-40B4-BE49-F238E27FC236}">
                    <a16:creationId xmlns:a16="http://schemas.microsoft.com/office/drawing/2014/main" id="{267D23DB-92C5-E3D4-701B-B02160787709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98" name="Group 497">
                  <a:extLst>
                    <a:ext uri="{FF2B5EF4-FFF2-40B4-BE49-F238E27FC236}">
                      <a16:creationId xmlns:a16="http://schemas.microsoft.com/office/drawing/2014/main" id="{4C5BC3F9-5525-7C54-8125-CA6E61A3511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508" name="Oval 507">
                    <a:extLst>
                      <a:ext uri="{FF2B5EF4-FFF2-40B4-BE49-F238E27FC236}">
                        <a16:creationId xmlns:a16="http://schemas.microsoft.com/office/drawing/2014/main" id="{4ABDC8BD-3621-DEFA-1116-33BCE543648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9" name="Oval 508">
                    <a:extLst>
                      <a:ext uri="{FF2B5EF4-FFF2-40B4-BE49-F238E27FC236}">
                        <a16:creationId xmlns:a16="http://schemas.microsoft.com/office/drawing/2014/main" id="{ABCDC5ED-43D6-D131-AD98-DEBEAE8BCA7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0" name="Oval 509">
                    <a:extLst>
                      <a:ext uri="{FF2B5EF4-FFF2-40B4-BE49-F238E27FC236}">
                        <a16:creationId xmlns:a16="http://schemas.microsoft.com/office/drawing/2014/main" id="{193A63E7-62FF-B32C-6E57-976A0031E91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99" name="Group 498">
                  <a:extLst>
                    <a:ext uri="{FF2B5EF4-FFF2-40B4-BE49-F238E27FC236}">
                      <a16:creationId xmlns:a16="http://schemas.microsoft.com/office/drawing/2014/main" id="{82E61762-F29D-A505-6574-34C996AA289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506" name="Oval 505">
                    <a:extLst>
                      <a:ext uri="{FF2B5EF4-FFF2-40B4-BE49-F238E27FC236}">
                        <a16:creationId xmlns:a16="http://schemas.microsoft.com/office/drawing/2014/main" id="{5ECE89EB-E00C-D780-D3E6-575E1E5F978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7" name="Oval 506">
                    <a:extLst>
                      <a:ext uri="{FF2B5EF4-FFF2-40B4-BE49-F238E27FC236}">
                        <a16:creationId xmlns:a16="http://schemas.microsoft.com/office/drawing/2014/main" id="{F4A114C2-C09C-2600-610E-50CBC8DE996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00" name="Group 499">
                  <a:extLst>
                    <a:ext uri="{FF2B5EF4-FFF2-40B4-BE49-F238E27FC236}">
                      <a16:creationId xmlns:a16="http://schemas.microsoft.com/office/drawing/2014/main" id="{722E8514-1073-768D-5278-85940035B47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504" name="Oval 503">
                    <a:extLst>
                      <a:ext uri="{FF2B5EF4-FFF2-40B4-BE49-F238E27FC236}">
                        <a16:creationId xmlns:a16="http://schemas.microsoft.com/office/drawing/2014/main" id="{DD8BA31A-C19D-B139-9A7E-CD7249CD988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5" name="Oval 504">
                    <a:extLst>
                      <a:ext uri="{FF2B5EF4-FFF2-40B4-BE49-F238E27FC236}">
                        <a16:creationId xmlns:a16="http://schemas.microsoft.com/office/drawing/2014/main" id="{68C09D2A-F768-8016-1357-A59E5D87B3B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01" name="Group 500">
                  <a:extLst>
                    <a:ext uri="{FF2B5EF4-FFF2-40B4-BE49-F238E27FC236}">
                      <a16:creationId xmlns:a16="http://schemas.microsoft.com/office/drawing/2014/main" id="{789DB303-9F94-AFA5-AF56-6BE88C2872E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502" name="Rectangle: Rounded Corners 501">
                    <a:extLst>
                      <a:ext uri="{FF2B5EF4-FFF2-40B4-BE49-F238E27FC236}">
                        <a16:creationId xmlns:a16="http://schemas.microsoft.com/office/drawing/2014/main" id="{C3121537-669D-8551-F5AC-E016A733DA1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3" name="Oval 502">
                    <a:extLst>
                      <a:ext uri="{FF2B5EF4-FFF2-40B4-BE49-F238E27FC236}">
                        <a16:creationId xmlns:a16="http://schemas.microsoft.com/office/drawing/2014/main" id="{0224EC5D-E89D-C41F-A008-F1047128CDC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42703765-BFEC-BB42-E49A-C5BFF2178108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85" name="Group 484">
                  <a:extLst>
                    <a:ext uri="{FF2B5EF4-FFF2-40B4-BE49-F238E27FC236}">
                      <a16:creationId xmlns:a16="http://schemas.microsoft.com/office/drawing/2014/main" id="{A34862EC-2378-F430-A48E-392C358F7AE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95" name="Oval 494">
                    <a:extLst>
                      <a:ext uri="{FF2B5EF4-FFF2-40B4-BE49-F238E27FC236}">
                        <a16:creationId xmlns:a16="http://schemas.microsoft.com/office/drawing/2014/main" id="{13CD12C4-8552-4948-EB88-6985819D88D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6" name="Oval 495">
                    <a:extLst>
                      <a:ext uri="{FF2B5EF4-FFF2-40B4-BE49-F238E27FC236}">
                        <a16:creationId xmlns:a16="http://schemas.microsoft.com/office/drawing/2014/main" id="{89F95A79-C549-E03B-FCCA-E9F55007531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7" name="Oval 496">
                    <a:extLst>
                      <a:ext uri="{FF2B5EF4-FFF2-40B4-BE49-F238E27FC236}">
                        <a16:creationId xmlns:a16="http://schemas.microsoft.com/office/drawing/2014/main" id="{52DCD532-8FFA-FBAD-0FFD-92FED36DF3D5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86" name="Group 485">
                  <a:extLst>
                    <a:ext uri="{FF2B5EF4-FFF2-40B4-BE49-F238E27FC236}">
                      <a16:creationId xmlns:a16="http://schemas.microsoft.com/office/drawing/2014/main" id="{B1D8DCC5-E930-902D-402E-3A9F72A72C0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93" name="Oval 492">
                    <a:extLst>
                      <a:ext uri="{FF2B5EF4-FFF2-40B4-BE49-F238E27FC236}">
                        <a16:creationId xmlns:a16="http://schemas.microsoft.com/office/drawing/2014/main" id="{CAB45EDE-BD8A-3050-B276-91278B8ECA5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4" name="Oval 493">
                    <a:extLst>
                      <a:ext uri="{FF2B5EF4-FFF2-40B4-BE49-F238E27FC236}">
                        <a16:creationId xmlns:a16="http://schemas.microsoft.com/office/drawing/2014/main" id="{AC5A4E75-8D3C-1823-68F1-179AEBB6529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87" name="Group 486">
                  <a:extLst>
                    <a:ext uri="{FF2B5EF4-FFF2-40B4-BE49-F238E27FC236}">
                      <a16:creationId xmlns:a16="http://schemas.microsoft.com/office/drawing/2014/main" id="{5C2858AB-6B47-F1EB-3C34-248FBB56DA7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91" name="Oval 490">
                    <a:extLst>
                      <a:ext uri="{FF2B5EF4-FFF2-40B4-BE49-F238E27FC236}">
                        <a16:creationId xmlns:a16="http://schemas.microsoft.com/office/drawing/2014/main" id="{8919F1B7-4764-1F0B-AFAF-973F1999216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2" name="Oval 491">
                    <a:extLst>
                      <a:ext uri="{FF2B5EF4-FFF2-40B4-BE49-F238E27FC236}">
                        <a16:creationId xmlns:a16="http://schemas.microsoft.com/office/drawing/2014/main" id="{B0E977AD-640B-C373-1EA3-D4071176F1F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88" name="Group 487">
                  <a:extLst>
                    <a:ext uri="{FF2B5EF4-FFF2-40B4-BE49-F238E27FC236}">
                      <a16:creationId xmlns:a16="http://schemas.microsoft.com/office/drawing/2014/main" id="{7DAA9A56-2A2C-9DA8-279E-FA4C26A4504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89" name="Rectangle: Rounded Corners 488">
                    <a:extLst>
                      <a:ext uri="{FF2B5EF4-FFF2-40B4-BE49-F238E27FC236}">
                        <a16:creationId xmlns:a16="http://schemas.microsoft.com/office/drawing/2014/main" id="{E956A051-D7FB-3B3E-7A8F-BAB2E28368B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0" name="Oval 489">
                    <a:extLst>
                      <a:ext uri="{FF2B5EF4-FFF2-40B4-BE49-F238E27FC236}">
                        <a16:creationId xmlns:a16="http://schemas.microsoft.com/office/drawing/2014/main" id="{0D834B86-55F7-2EC0-A7F5-5F08EDD34C6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D2A2C6BD-8C17-7970-B76A-32BAA540CD05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472" name="Group 471">
                  <a:extLst>
                    <a:ext uri="{FF2B5EF4-FFF2-40B4-BE49-F238E27FC236}">
                      <a16:creationId xmlns:a16="http://schemas.microsoft.com/office/drawing/2014/main" id="{8CC214AF-8417-F18B-8E9A-A113111F8F5E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482" name="Oval 481">
                    <a:extLst>
                      <a:ext uri="{FF2B5EF4-FFF2-40B4-BE49-F238E27FC236}">
                        <a16:creationId xmlns:a16="http://schemas.microsoft.com/office/drawing/2014/main" id="{BC65523D-D752-D8FF-4728-1F5380A3080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3" name="Oval 482">
                    <a:extLst>
                      <a:ext uri="{FF2B5EF4-FFF2-40B4-BE49-F238E27FC236}">
                        <a16:creationId xmlns:a16="http://schemas.microsoft.com/office/drawing/2014/main" id="{58E07775-B3B2-4204-D286-320E47EB2EE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4" name="Oval 483">
                    <a:extLst>
                      <a:ext uri="{FF2B5EF4-FFF2-40B4-BE49-F238E27FC236}">
                        <a16:creationId xmlns:a16="http://schemas.microsoft.com/office/drawing/2014/main" id="{7BF06425-9796-90A5-CBD1-BCAD864BE94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73" name="Group 472">
                  <a:extLst>
                    <a:ext uri="{FF2B5EF4-FFF2-40B4-BE49-F238E27FC236}">
                      <a16:creationId xmlns:a16="http://schemas.microsoft.com/office/drawing/2014/main" id="{0299FCB8-19B9-5547-BA09-C8BD609061E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480" name="Oval 479">
                    <a:extLst>
                      <a:ext uri="{FF2B5EF4-FFF2-40B4-BE49-F238E27FC236}">
                        <a16:creationId xmlns:a16="http://schemas.microsoft.com/office/drawing/2014/main" id="{F641B06F-9566-2536-73F4-5F6A3BAC8EE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1" name="Oval 480">
                    <a:extLst>
                      <a:ext uri="{FF2B5EF4-FFF2-40B4-BE49-F238E27FC236}">
                        <a16:creationId xmlns:a16="http://schemas.microsoft.com/office/drawing/2014/main" id="{B2F9DAC9-32D0-38DD-65EA-1B99EBE9CA2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74" name="Group 473">
                  <a:extLst>
                    <a:ext uri="{FF2B5EF4-FFF2-40B4-BE49-F238E27FC236}">
                      <a16:creationId xmlns:a16="http://schemas.microsoft.com/office/drawing/2014/main" id="{8057A387-2502-7122-ADDB-7320671E073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478" name="Oval 477">
                    <a:extLst>
                      <a:ext uri="{FF2B5EF4-FFF2-40B4-BE49-F238E27FC236}">
                        <a16:creationId xmlns:a16="http://schemas.microsoft.com/office/drawing/2014/main" id="{54210088-55AF-66E1-EF7D-DE4302099D9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9" name="Oval 478">
                    <a:extLst>
                      <a:ext uri="{FF2B5EF4-FFF2-40B4-BE49-F238E27FC236}">
                        <a16:creationId xmlns:a16="http://schemas.microsoft.com/office/drawing/2014/main" id="{FEB9C7EF-64D0-30A8-D4F4-6A7FF26B82F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75" name="Group 474">
                  <a:extLst>
                    <a:ext uri="{FF2B5EF4-FFF2-40B4-BE49-F238E27FC236}">
                      <a16:creationId xmlns:a16="http://schemas.microsoft.com/office/drawing/2014/main" id="{D0D0FC2E-4C37-9AC1-843E-9D49A262E95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476" name="Rectangle: Rounded Corners 475">
                    <a:extLst>
                      <a:ext uri="{FF2B5EF4-FFF2-40B4-BE49-F238E27FC236}">
                        <a16:creationId xmlns:a16="http://schemas.microsoft.com/office/drawing/2014/main" id="{5BCD98BC-4EE8-5E6F-55D9-CB13EE347B2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7" name="Oval 476">
                    <a:extLst>
                      <a:ext uri="{FF2B5EF4-FFF2-40B4-BE49-F238E27FC236}">
                        <a16:creationId xmlns:a16="http://schemas.microsoft.com/office/drawing/2014/main" id="{8887DBC1-3C78-F536-0792-36033554D49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628" name="Group 627">
              <a:extLst>
                <a:ext uri="{FF2B5EF4-FFF2-40B4-BE49-F238E27FC236}">
                  <a16:creationId xmlns:a16="http://schemas.microsoft.com/office/drawing/2014/main" id="{2DFDB5F9-5A52-2976-9DB1-80CB631BC24B}"/>
                </a:ext>
              </a:extLst>
            </p:cNvPr>
            <p:cNvGrpSpPr/>
            <p:nvPr/>
          </p:nvGrpSpPr>
          <p:grpSpPr>
            <a:xfrm>
              <a:off x="6836206" y="2832532"/>
              <a:ext cx="1203678" cy="1169668"/>
              <a:chOff x="5881450" y="2069218"/>
              <a:chExt cx="2397152" cy="2488324"/>
            </a:xfrm>
          </p:grpSpPr>
          <p:grpSp>
            <p:nvGrpSpPr>
              <p:cNvPr id="629" name="Group 628">
                <a:extLst>
                  <a:ext uri="{FF2B5EF4-FFF2-40B4-BE49-F238E27FC236}">
                    <a16:creationId xmlns:a16="http://schemas.microsoft.com/office/drawing/2014/main" id="{2EE14E29-D203-25DC-6EF6-6F15EA9AD620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84" name="Group 783">
                  <a:extLst>
                    <a:ext uri="{FF2B5EF4-FFF2-40B4-BE49-F238E27FC236}">
                      <a16:creationId xmlns:a16="http://schemas.microsoft.com/office/drawing/2014/main" id="{F5E7877E-F996-3237-45FD-D51D97E6006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94" name="Oval 793">
                    <a:extLst>
                      <a:ext uri="{FF2B5EF4-FFF2-40B4-BE49-F238E27FC236}">
                        <a16:creationId xmlns:a16="http://schemas.microsoft.com/office/drawing/2014/main" id="{DC3803A1-C216-EDD8-461C-F66AD8ECFCF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5" name="Oval 794">
                    <a:extLst>
                      <a:ext uri="{FF2B5EF4-FFF2-40B4-BE49-F238E27FC236}">
                        <a16:creationId xmlns:a16="http://schemas.microsoft.com/office/drawing/2014/main" id="{BA356CCB-B214-3A74-E31C-A509C37D31C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6" name="Oval 795">
                    <a:extLst>
                      <a:ext uri="{FF2B5EF4-FFF2-40B4-BE49-F238E27FC236}">
                        <a16:creationId xmlns:a16="http://schemas.microsoft.com/office/drawing/2014/main" id="{7E9A04B9-EE85-07A5-40CE-7C0A7935211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85" name="Group 784">
                  <a:extLst>
                    <a:ext uri="{FF2B5EF4-FFF2-40B4-BE49-F238E27FC236}">
                      <a16:creationId xmlns:a16="http://schemas.microsoft.com/office/drawing/2014/main" id="{50986223-32A0-4DD6-9F9D-615B05BEB03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92" name="Oval 791">
                    <a:extLst>
                      <a:ext uri="{FF2B5EF4-FFF2-40B4-BE49-F238E27FC236}">
                        <a16:creationId xmlns:a16="http://schemas.microsoft.com/office/drawing/2014/main" id="{AE127075-930A-5BC8-A288-F6DDB6BC178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A8C9C245-51A2-CAAD-62F4-B386A26B02C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86" name="Group 785">
                  <a:extLst>
                    <a:ext uri="{FF2B5EF4-FFF2-40B4-BE49-F238E27FC236}">
                      <a16:creationId xmlns:a16="http://schemas.microsoft.com/office/drawing/2014/main" id="{DBF6DC4C-7989-4F3A-E444-0CAF25E7076D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90" name="Oval 789">
                    <a:extLst>
                      <a:ext uri="{FF2B5EF4-FFF2-40B4-BE49-F238E27FC236}">
                        <a16:creationId xmlns:a16="http://schemas.microsoft.com/office/drawing/2014/main" id="{D3FF5803-87CA-A4D1-0359-101DC2BD0B7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1" name="Oval 790">
                    <a:extLst>
                      <a:ext uri="{FF2B5EF4-FFF2-40B4-BE49-F238E27FC236}">
                        <a16:creationId xmlns:a16="http://schemas.microsoft.com/office/drawing/2014/main" id="{09091242-E825-E46B-58E0-868BC4DD359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87" name="Group 786">
                  <a:extLst>
                    <a:ext uri="{FF2B5EF4-FFF2-40B4-BE49-F238E27FC236}">
                      <a16:creationId xmlns:a16="http://schemas.microsoft.com/office/drawing/2014/main" id="{0F5C9BD3-FB38-0E23-D5B9-9BD30E0779C1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88" name="Rectangle: Rounded Corners 787">
                    <a:extLst>
                      <a:ext uri="{FF2B5EF4-FFF2-40B4-BE49-F238E27FC236}">
                        <a16:creationId xmlns:a16="http://schemas.microsoft.com/office/drawing/2014/main" id="{24038AAF-BEEE-EEC4-C7B8-63F5972F298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9" name="Oval 788">
                    <a:extLst>
                      <a:ext uri="{FF2B5EF4-FFF2-40B4-BE49-F238E27FC236}">
                        <a16:creationId xmlns:a16="http://schemas.microsoft.com/office/drawing/2014/main" id="{5C22A11F-511E-D3EF-2274-F74D76522A9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0" name="Group 629">
                <a:extLst>
                  <a:ext uri="{FF2B5EF4-FFF2-40B4-BE49-F238E27FC236}">
                    <a16:creationId xmlns:a16="http://schemas.microsoft.com/office/drawing/2014/main" id="{AEFB45A0-6563-7644-5B8E-6667EA2EB827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71" name="Group 770">
                  <a:extLst>
                    <a:ext uri="{FF2B5EF4-FFF2-40B4-BE49-F238E27FC236}">
                      <a16:creationId xmlns:a16="http://schemas.microsoft.com/office/drawing/2014/main" id="{AD76BC0B-FE7C-1C07-6763-9526D0393BA3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81" name="Oval 780">
                    <a:extLst>
                      <a:ext uri="{FF2B5EF4-FFF2-40B4-BE49-F238E27FC236}">
                        <a16:creationId xmlns:a16="http://schemas.microsoft.com/office/drawing/2014/main" id="{4B9C9BE1-E3D9-C432-6721-9C452B93D4FE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2" name="Oval 781">
                    <a:extLst>
                      <a:ext uri="{FF2B5EF4-FFF2-40B4-BE49-F238E27FC236}">
                        <a16:creationId xmlns:a16="http://schemas.microsoft.com/office/drawing/2014/main" id="{F3721DAA-3B6D-6329-E727-09D07165712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3" name="Oval 782">
                    <a:extLst>
                      <a:ext uri="{FF2B5EF4-FFF2-40B4-BE49-F238E27FC236}">
                        <a16:creationId xmlns:a16="http://schemas.microsoft.com/office/drawing/2014/main" id="{22AC6596-9EEB-BF8E-FCDE-5E798878EF4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72" name="Group 771">
                  <a:extLst>
                    <a:ext uri="{FF2B5EF4-FFF2-40B4-BE49-F238E27FC236}">
                      <a16:creationId xmlns:a16="http://schemas.microsoft.com/office/drawing/2014/main" id="{FC8099F1-BB6D-044B-9BB3-F9C316A6648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79" name="Oval 778">
                    <a:extLst>
                      <a:ext uri="{FF2B5EF4-FFF2-40B4-BE49-F238E27FC236}">
                        <a16:creationId xmlns:a16="http://schemas.microsoft.com/office/drawing/2014/main" id="{BA1BE992-FBAC-C230-8EA5-685E25E65C3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0" name="Oval 779">
                    <a:extLst>
                      <a:ext uri="{FF2B5EF4-FFF2-40B4-BE49-F238E27FC236}">
                        <a16:creationId xmlns:a16="http://schemas.microsoft.com/office/drawing/2014/main" id="{518D2A9D-7A0D-C45D-D049-6F32315A039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73" name="Group 772">
                  <a:extLst>
                    <a:ext uri="{FF2B5EF4-FFF2-40B4-BE49-F238E27FC236}">
                      <a16:creationId xmlns:a16="http://schemas.microsoft.com/office/drawing/2014/main" id="{5CF3832C-F64C-1882-ACF5-82111266B17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77" name="Oval 776">
                    <a:extLst>
                      <a:ext uri="{FF2B5EF4-FFF2-40B4-BE49-F238E27FC236}">
                        <a16:creationId xmlns:a16="http://schemas.microsoft.com/office/drawing/2014/main" id="{E2367B12-3329-5EF8-9621-9EC94B5C658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8" name="Oval 777">
                    <a:extLst>
                      <a:ext uri="{FF2B5EF4-FFF2-40B4-BE49-F238E27FC236}">
                        <a16:creationId xmlns:a16="http://schemas.microsoft.com/office/drawing/2014/main" id="{34C0F7D2-5473-63E3-7729-45E924B752D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74" name="Group 773">
                  <a:extLst>
                    <a:ext uri="{FF2B5EF4-FFF2-40B4-BE49-F238E27FC236}">
                      <a16:creationId xmlns:a16="http://schemas.microsoft.com/office/drawing/2014/main" id="{27BF8992-E6B8-7215-E918-B88DC188821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75" name="Rectangle: Rounded Corners 774">
                    <a:extLst>
                      <a:ext uri="{FF2B5EF4-FFF2-40B4-BE49-F238E27FC236}">
                        <a16:creationId xmlns:a16="http://schemas.microsoft.com/office/drawing/2014/main" id="{67A866E2-FB1E-32C8-D070-99DD24111B5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6" name="Oval 775">
                    <a:extLst>
                      <a:ext uri="{FF2B5EF4-FFF2-40B4-BE49-F238E27FC236}">
                        <a16:creationId xmlns:a16="http://schemas.microsoft.com/office/drawing/2014/main" id="{46DA1379-5A13-C26D-0E0E-57967F42950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1" name="Group 630">
                <a:extLst>
                  <a:ext uri="{FF2B5EF4-FFF2-40B4-BE49-F238E27FC236}">
                    <a16:creationId xmlns:a16="http://schemas.microsoft.com/office/drawing/2014/main" id="{7955317E-8AB7-53DA-B129-95F78D813B6D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58" name="Group 757">
                  <a:extLst>
                    <a:ext uri="{FF2B5EF4-FFF2-40B4-BE49-F238E27FC236}">
                      <a16:creationId xmlns:a16="http://schemas.microsoft.com/office/drawing/2014/main" id="{2FF160C8-8AC4-0F1C-C0B0-8399BD40AE9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68" name="Oval 767">
                    <a:extLst>
                      <a:ext uri="{FF2B5EF4-FFF2-40B4-BE49-F238E27FC236}">
                        <a16:creationId xmlns:a16="http://schemas.microsoft.com/office/drawing/2014/main" id="{F612F99D-5CEB-B574-EA8F-89C465A3AD1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9" name="Oval 768">
                    <a:extLst>
                      <a:ext uri="{FF2B5EF4-FFF2-40B4-BE49-F238E27FC236}">
                        <a16:creationId xmlns:a16="http://schemas.microsoft.com/office/drawing/2014/main" id="{08D67E85-4908-AF43-79CB-E785582431E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0" name="Oval 769">
                    <a:extLst>
                      <a:ext uri="{FF2B5EF4-FFF2-40B4-BE49-F238E27FC236}">
                        <a16:creationId xmlns:a16="http://schemas.microsoft.com/office/drawing/2014/main" id="{F430F0C4-588E-0D88-D358-D1CC2FA9DC3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59" name="Group 758">
                  <a:extLst>
                    <a:ext uri="{FF2B5EF4-FFF2-40B4-BE49-F238E27FC236}">
                      <a16:creationId xmlns:a16="http://schemas.microsoft.com/office/drawing/2014/main" id="{ADD2CA4A-975E-6237-6FA6-3F2BD1E5F2F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66" name="Oval 765">
                    <a:extLst>
                      <a:ext uri="{FF2B5EF4-FFF2-40B4-BE49-F238E27FC236}">
                        <a16:creationId xmlns:a16="http://schemas.microsoft.com/office/drawing/2014/main" id="{5964D17D-84E1-179F-881B-79F5B1268A9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7" name="Oval 766">
                    <a:extLst>
                      <a:ext uri="{FF2B5EF4-FFF2-40B4-BE49-F238E27FC236}">
                        <a16:creationId xmlns:a16="http://schemas.microsoft.com/office/drawing/2014/main" id="{2F9F6A54-F9CB-ED4E-84F1-BAE6E2293C2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60" name="Group 759">
                  <a:extLst>
                    <a:ext uri="{FF2B5EF4-FFF2-40B4-BE49-F238E27FC236}">
                      <a16:creationId xmlns:a16="http://schemas.microsoft.com/office/drawing/2014/main" id="{D3F46594-7FF0-536C-8585-A02D5B1E8BF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64" name="Oval 763">
                    <a:extLst>
                      <a:ext uri="{FF2B5EF4-FFF2-40B4-BE49-F238E27FC236}">
                        <a16:creationId xmlns:a16="http://schemas.microsoft.com/office/drawing/2014/main" id="{E0AE6098-C7C7-80DC-7046-38158257168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5" name="Oval 764">
                    <a:extLst>
                      <a:ext uri="{FF2B5EF4-FFF2-40B4-BE49-F238E27FC236}">
                        <a16:creationId xmlns:a16="http://schemas.microsoft.com/office/drawing/2014/main" id="{5A723123-6E65-C7CD-2685-128757B9ED6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61" name="Group 760">
                  <a:extLst>
                    <a:ext uri="{FF2B5EF4-FFF2-40B4-BE49-F238E27FC236}">
                      <a16:creationId xmlns:a16="http://schemas.microsoft.com/office/drawing/2014/main" id="{3E82DD58-ECE6-6A77-56CE-CF4FAE24D65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62" name="Rectangle: Rounded Corners 761">
                    <a:extLst>
                      <a:ext uri="{FF2B5EF4-FFF2-40B4-BE49-F238E27FC236}">
                        <a16:creationId xmlns:a16="http://schemas.microsoft.com/office/drawing/2014/main" id="{322EBF77-BDE2-E3FD-A0AF-96CDBD49F17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3" name="Oval 762">
                    <a:extLst>
                      <a:ext uri="{FF2B5EF4-FFF2-40B4-BE49-F238E27FC236}">
                        <a16:creationId xmlns:a16="http://schemas.microsoft.com/office/drawing/2014/main" id="{2B2A99ED-EF76-261F-3A29-F9FAECFC9029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2" name="Group 631">
                <a:extLst>
                  <a:ext uri="{FF2B5EF4-FFF2-40B4-BE49-F238E27FC236}">
                    <a16:creationId xmlns:a16="http://schemas.microsoft.com/office/drawing/2014/main" id="{94C33587-4629-38AC-3AD0-864AED2149EB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45" name="Group 744">
                  <a:extLst>
                    <a:ext uri="{FF2B5EF4-FFF2-40B4-BE49-F238E27FC236}">
                      <a16:creationId xmlns:a16="http://schemas.microsoft.com/office/drawing/2014/main" id="{C4AFF65D-EF34-8EDA-4E00-4E8BED4647D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55" name="Oval 754">
                    <a:extLst>
                      <a:ext uri="{FF2B5EF4-FFF2-40B4-BE49-F238E27FC236}">
                        <a16:creationId xmlns:a16="http://schemas.microsoft.com/office/drawing/2014/main" id="{543F4690-201E-890A-29FC-44087C713178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6" name="Oval 755">
                    <a:extLst>
                      <a:ext uri="{FF2B5EF4-FFF2-40B4-BE49-F238E27FC236}">
                        <a16:creationId xmlns:a16="http://schemas.microsoft.com/office/drawing/2014/main" id="{58FAA4CA-50B5-3A29-B4D8-2832DD387F20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7" name="Oval 756">
                    <a:extLst>
                      <a:ext uri="{FF2B5EF4-FFF2-40B4-BE49-F238E27FC236}">
                        <a16:creationId xmlns:a16="http://schemas.microsoft.com/office/drawing/2014/main" id="{56047B07-A24D-FD05-5B21-3C2AA956A1A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6" name="Group 745">
                  <a:extLst>
                    <a:ext uri="{FF2B5EF4-FFF2-40B4-BE49-F238E27FC236}">
                      <a16:creationId xmlns:a16="http://schemas.microsoft.com/office/drawing/2014/main" id="{212B2EB2-F189-D2E2-8EAF-9FA11C36ED5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53" name="Oval 752">
                    <a:extLst>
                      <a:ext uri="{FF2B5EF4-FFF2-40B4-BE49-F238E27FC236}">
                        <a16:creationId xmlns:a16="http://schemas.microsoft.com/office/drawing/2014/main" id="{C6F07EAD-F28D-0B0F-73F1-E98F6E72519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4" name="Oval 753">
                    <a:extLst>
                      <a:ext uri="{FF2B5EF4-FFF2-40B4-BE49-F238E27FC236}">
                        <a16:creationId xmlns:a16="http://schemas.microsoft.com/office/drawing/2014/main" id="{24846A29-20B9-4485-D2A9-E663234A258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7" name="Group 746">
                  <a:extLst>
                    <a:ext uri="{FF2B5EF4-FFF2-40B4-BE49-F238E27FC236}">
                      <a16:creationId xmlns:a16="http://schemas.microsoft.com/office/drawing/2014/main" id="{D958E251-68DB-02F0-2505-08F740B6654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51" name="Oval 750">
                    <a:extLst>
                      <a:ext uri="{FF2B5EF4-FFF2-40B4-BE49-F238E27FC236}">
                        <a16:creationId xmlns:a16="http://schemas.microsoft.com/office/drawing/2014/main" id="{AB56E3AC-E159-FAEC-FC03-D9757DFB995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2" name="Oval 751">
                    <a:extLst>
                      <a:ext uri="{FF2B5EF4-FFF2-40B4-BE49-F238E27FC236}">
                        <a16:creationId xmlns:a16="http://schemas.microsoft.com/office/drawing/2014/main" id="{979E207D-8B60-247E-54BE-CB3A50827B39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5A1AEA27-FE5F-6004-38D3-20C2336B0EC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49" name="Rectangle: Rounded Corners 748">
                    <a:extLst>
                      <a:ext uri="{FF2B5EF4-FFF2-40B4-BE49-F238E27FC236}">
                        <a16:creationId xmlns:a16="http://schemas.microsoft.com/office/drawing/2014/main" id="{70D4169F-9926-47B2-9C90-21754A7D5C7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0" name="Oval 749">
                    <a:extLst>
                      <a:ext uri="{FF2B5EF4-FFF2-40B4-BE49-F238E27FC236}">
                        <a16:creationId xmlns:a16="http://schemas.microsoft.com/office/drawing/2014/main" id="{3857D227-C373-6EB4-C996-9F74BA3453B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3" name="Group 632">
                <a:extLst>
                  <a:ext uri="{FF2B5EF4-FFF2-40B4-BE49-F238E27FC236}">
                    <a16:creationId xmlns:a16="http://schemas.microsoft.com/office/drawing/2014/main" id="{7582F074-22FF-F1C7-7CFB-DE84B98FDEE3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08F6C9E1-3963-E133-2B2C-16F7804AB26A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42" name="Oval 741">
                    <a:extLst>
                      <a:ext uri="{FF2B5EF4-FFF2-40B4-BE49-F238E27FC236}">
                        <a16:creationId xmlns:a16="http://schemas.microsoft.com/office/drawing/2014/main" id="{F0707748-6897-4A9F-A2A2-61BC7A024389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3" name="Oval 742">
                    <a:extLst>
                      <a:ext uri="{FF2B5EF4-FFF2-40B4-BE49-F238E27FC236}">
                        <a16:creationId xmlns:a16="http://schemas.microsoft.com/office/drawing/2014/main" id="{78BC6B87-D43B-3C61-54A0-CBB87B2E2E6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4" name="Oval 743">
                    <a:extLst>
                      <a:ext uri="{FF2B5EF4-FFF2-40B4-BE49-F238E27FC236}">
                        <a16:creationId xmlns:a16="http://schemas.microsoft.com/office/drawing/2014/main" id="{6B9C424A-5753-9464-9C28-A00CE49CBEF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33" name="Group 732">
                  <a:extLst>
                    <a:ext uri="{FF2B5EF4-FFF2-40B4-BE49-F238E27FC236}">
                      <a16:creationId xmlns:a16="http://schemas.microsoft.com/office/drawing/2014/main" id="{70EC5BAF-2E51-CD90-1441-A1A0FF5B71D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40" name="Oval 739">
                    <a:extLst>
                      <a:ext uri="{FF2B5EF4-FFF2-40B4-BE49-F238E27FC236}">
                        <a16:creationId xmlns:a16="http://schemas.microsoft.com/office/drawing/2014/main" id="{2CE0D0B5-157D-5F80-B525-FFB8CD3618C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1" name="Oval 740">
                    <a:extLst>
                      <a:ext uri="{FF2B5EF4-FFF2-40B4-BE49-F238E27FC236}">
                        <a16:creationId xmlns:a16="http://schemas.microsoft.com/office/drawing/2014/main" id="{69FEE30B-DBD7-1044-72FC-A635DC9F4BF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34" name="Group 733">
                  <a:extLst>
                    <a:ext uri="{FF2B5EF4-FFF2-40B4-BE49-F238E27FC236}">
                      <a16:creationId xmlns:a16="http://schemas.microsoft.com/office/drawing/2014/main" id="{479155C9-8295-4D8E-9ED1-265378C8A20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38" name="Oval 737">
                    <a:extLst>
                      <a:ext uri="{FF2B5EF4-FFF2-40B4-BE49-F238E27FC236}">
                        <a16:creationId xmlns:a16="http://schemas.microsoft.com/office/drawing/2014/main" id="{CB82BD8F-7C66-02D1-EFE1-E897CE5FC60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9" name="Oval 738">
                    <a:extLst>
                      <a:ext uri="{FF2B5EF4-FFF2-40B4-BE49-F238E27FC236}">
                        <a16:creationId xmlns:a16="http://schemas.microsoft.com/office/drawing/2014/main" id="{92A4B5A6-A229-408C-9D24-2CCE2AE3D82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35" name="Group 734">
                  <a:extLst>
                    <a:ext uri="{FF2B5EF4-FFF2-40B4-BE49-F238E27FC236}">
                      <a16:creationId xmlns:a16="http://schemas.microsoft.com/office/drawing/2014/main" id="{1A953D60-FF06-7AD1-78D9-7041B2126F2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36" name="Rectangle: Rounded Corners 735">
                    <a:extLst>
                      <a:ext uri="{FF2B5EF4-FFF2-40B4-BE49-F238E27FC236}">
                        <a16:creationId xmlns:a16="http://schemas.microsoft.com/office/drawing/2014/main" id="{22A6E65A-24CA-E9E3-3600-6CBCEBDDBE7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7" name="Oval 736">
                    <a:extLst>
                      <a:ext uri="{FF2B5EF4-FFF2-40B4-BE49-F238E27FC236}">
                        <a16:creationId xmlns:a16="http://schemas.microsoft.com/office/drawing/2014/main" id="{2B52DD6C-8E73-B847-8F8E-FD217B4FA8B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4" name="Group 633">
                <a:extLst>
                  <a:ext uri="{FF2B5EF4-FFF2-40B4-BE49-F238E27FC236}">
                    <a16:creationId xmlns:a16="http://schemas.microsoft.com/office/drawing/2014/main" id="{74365979-22AF-55BD-0C45-93D3482FDE4C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19" name="Group 718">
                  <a:extLst>
                    <a:ext uri="{FF2B5EF4-FFF2-40B4-BE49-F238E27FC236}">
                      <a16:creationId xmlns:a16="http://schemas.microsoft.com/office/drawing/2014/main" id="{2198895A-4286-3EE9-2D0F-1170D983051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29" name="Oval 728">
                    <a:extLst>
                      <a:ext uri="{FF2B5EF4-FFF2-40B4-BE49-F238E27FC236}">
                        <a16:creationId xmlns:a16="http://schemas.microsoft.com/office/drawing/2014/main" id="{73B5AD5E-C4FB-FCF3-C7E1-89CF0377238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0" name="Oval 729">
                    <a:extLst>
                      <a:ext uri="{FF2B5EF4-FFF2-40B4-BE49-F238E27FC236}">
                        <a16:creationId xmlns:a16="http://schemas.microsoft.com/office/drawing/2014/main" id="{8108E187-4D63-CC3F-6246-DC629353A5B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1" name="Oval 730">
                    <a:extLst>
                      <a:ext uri="{FF2B5EF4-FFF2-40B4-BE49-F238E27FC236}">
                        <a16:creationId xmlns:a16="http://schemas.microsoft.com/office/drawing/2014/main" id="{6E48C9E4-5031-AFA0-93A7-8828AA3C64E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0" name="Group 719">
                  <a:extLst>
                    <a:ext uri="{FF2B5EF4-FFF2-40B4-BE49-F238E27FC236}">
                      <a16:creationId xmlns:a16="http://schemas.microsoft.com/office/drawing/2014/main" id="{72B04B50-C088-BFD1-1373-7ABD1A33D68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27" name="Oval 726">
                    <a:extLst>
                      <a:ext uri="{FF2B5EF4-FFF2-40B4-BE49-F238E27FC236}">
                        <a16:creationId xmlns:a16="http://schemas.microsoft.com/office/drawing/2014/main" id="{C6B67860-677D-0BF7-899F-4DA5CB4B6C7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8" name="Oval 727">
                    <a:extLst>
                      <a:ext uri="{FF2B5EF4-FFF2-40B4-BE49-F238E27FC236}">
                        <a16:creationId xmlns:a16="http://schemas.microsoft.com/office/drawing/2014/main" id="{97AEB757-C96F-92A1-F40C-712BB73749C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1" name="Group 720">
                  <a:extLst>
                    <a:ext uri="{FF2B5EF4-FFF2-40B4-BE49-F238E27FC236}">
                      <a16:creationId xmlns:a16="http://schemas.microsoft.com/office/drawing/2014/main" id="{61572628-795D-B2D9-9C65-A6843403AF4E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25" name="Oval 724">
                    <a:extLst>
                      <a:ext uri="{FF2B5EF4-FFF2-40B4-BE49-F238E27FC236}">
                        <a16:creationId xmlns:a16="http://schemas.microsoft.com/office/drawing/2014/main" id="{86B0897E-6BC8-7EFC-CD2A-A688BBCA38B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6" name="Oval 725">
                    <a:extLst>
                      <a:ext uri="{FF2B5EF4-FFF2-40B4-BE49-F238E27FC236}">
                        <a16:creationId xmlns:a16="http://schemas.microsoft.com/office/drawing/2014/main" id="{E02C8FD9-B4E4-8A8C-1137-2C03761D17D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2" name="Group 721">
                  <a:extLst>
                    <a:ext uri="{FF2B5EF4-FFF2-40B4-BE49-F238E27FC236}">
                      <a16:creationId xmlns:a16="http://schemas.microsoft.com/office/drawing/2014/main" id="{D3C0201F-21CE-F459-2E9B-5BE695508EA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23" name="Rectangle: Rounded Corners 722">
                    <a:extLst>
                      <a:ext uri="{FF2B5EF4-FFF2-40B4-BE49-F238E27FC236}">
                        <a16:creationId xmlns:a16="http://schemas.microsoft.com/office/drawing/2014/main" id="{588933BA-8E95-CDB6-96CF-C6F8DBE4FAF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4" name="Oval 723">
                    <a:extLst>
                      <a:ext uri="{FF2B5EF4-FFF2-40B4-BE49-F238E27FC236}">
                        <a16:creationId xmlns:a16="http://schemas.microsoft.com/office/drawing/2014/main" id="{E929F184-349E-4A91-D9D0-E02595FD144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5" name="Group 634">
                <a:extLst>
                  <a:ext uri="{FF2B5EF4-FFF2-40B4-BE49-F238E27FC236}">
                    <a16:creationId xmlns:a16="http://schemas.microsoft.com/office/drawing/2014/main" id="{D93636C2-372A-3859-CE5A-E35E9391E3AC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706" name="Group 705">
                  <a:extLst>
                    <a:ext uri="{FF2B5EF4-FFF2-40B4-BE49-F238E27FC236}">
                      <a16:creationId xmlns:a16="http://schemas.microsoft.com/office/drawing/2014/main" id="{D97A2824-C863-68AE-223A-5FC2D62905D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16" name="Oval 715">
                    <a:extLst>
                      <a:ext uri="{FF2B5EF4-FFF2-40B4-BE49-F238E27FC236}">
                        <a16:creationId xmlns:a16="http://schemas.microsoft.com/office/drawing/2014/main" id="{A7757102-C789-1025-D245-696E58EDEC3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7" name="Oval 716">
                    <a:extLst>
                      <a:ext uri="{FF2B5EF4-FFF2-40B4-BE49-F238E27FC236}">
                        <a16:creationId xmlns:a16="http://schemas.microsoft.com/office/drawing/2014/main" id="{8E8DE4A1-B372-2122-6C25-4FC94BC14D53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8" name="Oval 717">
                    <a:extLst>
                      <a:ext uri="{FF2B5EF4-FFF2-40B4-BE49-F238E27FC236}">
                        <a16:creationId xmlns:a16="http://schemas.microsoft.com/office/drawing/2014/main" id="{48D5824C-12A3-E24E-088B-53DA6DC2C3C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7" name="Group 706">
                  <a:extLst>
                    <a:ext uri="{FF2B5EF4-FFF2-40B4-BE49-F238E27FC236}">
                      <a16:creationId xmlns:a16="http://schemas.microsoft.com/office/drawing/2014/main" id="{67526839-C885-EC77-0108-0CFFC6B9241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14" name="Oval 713">
                    <a:extLst>
                      <a:ext uri="{FF2B5EF4-FFF2-40B4-BE49-F238E27FC236}">
                        <a16:creationId xmlns:a16="http://schemas.microsoft.com/office/drawing/2014/main" id="{2A02A1F0-A6B4-8BDF-62D8-EC94A1C20EC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5" name="Oval 714">
                    <a:extLst>
                      <a:ext uri="{FF2B5EF4-FFF2-40B4-BE49-F238E27FC236}">
                        <a16:creationId xmlns:a16="http://schemas.microsoft.com/office/drawing/2014/main" id="{ABC07B45-415B-834D-1D49-FA400D06056C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8" name="Group 707">
                  <a:extLst>
                    <a:ext uri="{FF2B5EF4-FFF2-40B4-BE49-F238E27FC236}">
                      <a16:creationId xmlns:a16="http://schemas.microsoft.com/office/drawing/2014/main" id="{D107D721-73D9-B426-EC60-9732CB94E63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712" name="Oval 711">
                    <a:extLst>
                      <a:ext uri="{FF2B5EF4-FFF2-40B4-BE49-F238E27FC236}">
                        <a16:creationId xmlns:a16="http://schemas.microsoft.com/office/drawing/2014/main" id="{DC75A968-DAE6-E49A-2885-9EEF74D9481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3" name="Oval 712">
                    <a:extLst>
                      <a:ext uri="{FF2B5EF4-FFF2-40B4-BE49-F238E27FC236}">
                        <a16:creationId xmlns:a16="http://schemas.microsoft.com/office/drawing/2014/main" id="{27FA0AE0-6757-3219-10D0-BBBE419EA96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9" name="Group 708">
                  <a:extLst>
                    <a:ext uri="{FF2B5EF4-FFF2-40B4-BE49-F238E27FC236}">
                      <a16:creationId xmlns:a16="http://schemas.microsoft.com/office/drawing/2014/main" id="{07074248-6BFE-D4E6-E83F-8ED2E6DEF90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710" name="Rectangle: Rounded Corners 709">
                    <a:extLst>
                      <a:ext uri="{FF2B5EF4-FFF2-40B4-BE49-F238E27FC236}">
                        <a16:creationId xmlns:a16="http://schemas.microsoft.com/office/drawing/2014/main" id="{02926D17-09AC-DEC6-B731-4A8102EEF6B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1" name="Oval 710">
                    <a:extLst>
                      <a:ext uri="{FF2B5EF4-FFF2-40B4-BE49-F238E27FC236}">
                        <a16:creationId xmlns:a16="http://schemas.microsoft.com/office/drawing/2014/main" id="{F8B054CD-0EE1-9808-B708-EEAB69EAA27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6" name="Group 635">
                <a:extLst>
                  <a:ext uri="{FF2B5EF4-FFF2-40B4-BE49-F238E27FC236}">
                    <a16:creationId xmlns:a16="http://schemas.microsoft.com/office/drawing/2014/main" id="{C5EAECD5-BE02-684C-DAD0-A124B1AFD7FF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93" name="Group 692">
                  <a:extLst>
                    <a:ext uri="{FF2B5EF4-FFF2-40B4-BE49-F238E27FC236}">
                      <a16:creationId xmlns:a16="http://schemas.microsoft.com/office/drawing/2014/main" id="{D6B06AD7-4F56-A5D0-A111-52F086972CB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703" name="Oval 702">
                    <a:extLst>
                      <a:ext uri="{FF2B5EF4-FFF2-40B4-BE49-F238E27FC236}">
                        <a16:creationId xmlns:a16="http://schemas.microsoft.com/office/drawing/2014/main" id="{2AB96933-9BBC-9972-7644-DE12FFE0BC6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4" name="Oval 703">
                    <a:extLst>
                      <a:ext uri="{FF2B5EF4-FFF2-40B4-BE49-F238E27FC236}">
                        <a16:creationId xmlns:a16="http://schemas.microsoft.com/office/drawing/2014/main" id="{B5B5DC18-6C2B-CE3C-9565-1CB06289173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5" name="Oval 704">
                    <a:extLst>
                      <a:ext uri="{FF2B5EF4-FFF2-40B4-BE49-F238E27FC236}">
                        <a16:creationId xmlns:a16="http://schemas.microsoft.com/office/drawing/2014/main" id="{70AB5F6B-7C59-38BC-1C9E-5172DDF4931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50F55B9C-10FD-9BCE-C1CE-7627E7EF3D96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701" name="Oval 700">
                    <a:extLst>
                      <a:ext uri="{FF2B5EF4-FFF2-40B4-BE49-F238E27FC236}">
                        <a16:creationId xmlns:a16="http://schemas.microsoft.com/office/drawing/2014/main" id="{8A1EF72F-A86F-7608-AC93-3032071385B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2" name="Oval 701">
                    <a:extLst>
                      <a:ext uri="{FF2B5EF4-FFF2-40B4-BE49-F238E27FC236}">
                        <a16:creationId xmlns:a16="http://schemas.microsoft.com/office/drawing/2014/main" id="{476B1C00-3A5B-3826-33C1-DA5C90CC0173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5" name="Group 694">
                  <a:extLst>
                    <a:ext uri="{FF2B5EF4-FFF2-40B4-BE49-F238E27FC236}">
                      <a16:creationId xmlns:a16="http://schemas.microsoft.com/office/drawing/2014/main" id="{5226085F-009E-EB68-9DB5-68C6ECFF419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99" name="Oval 698">
                    <a:extLst>
                      <a:ext uri="{FF2B5EF4-FFF2-40B4-BE49-F238E27FC236}">
                        <a16:creationId xmlns:a16="http://schemas.microsoft.com/office/drawing/2014/main" id="{173FE554-9D74-D0D8-40DC-3DC3626464E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0" name="Oval 699">
                    <a:extLst>
                      <a:ext uri="{FF2B5EF4-FFF2-40B4-BE49-F238E27FC236}">
                        <a16:creationId xmlns:a16="http://schemas.microsoft.com/office/drawing/2014/main" id="{CF7B0E18-0168-610D-DF41-5F1FF4AC88C7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6" name="Group 695">
                  <a:extLst>
                    <a:ext uri="{FF2B5EF4-FFF2-40B4-BE49-F238E27FC236}">
                      <a16:creationId xmlns:a16="http://schemas.microsoft.com/office/drawing/2014/main" id="{8FB4D3C1-2EE1-E949-714C-80E9F69475C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97" name="Rectangle: Rounded Corners 696">
                    <a:extLst>
                      <a:ext uri="{FF2B5EF4-FFF2-40B4-BE49-F238E27FC236}">
                        <a16:creationId xmlns:a16="http://schemas.microsoft.com/office/drawing/2014/main" id="{8F6F2464-AFF4-1863-7A84-D3A2C62CBE3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8" name="Oval 697">
                    <a:extLst>
                      <a:ext uri="{FF2B5EF4-FFF2-40B4-BE49-F238E27FC236}">
                        <a16:creationId xmlns:a16="http://schemas.microsoft.com/office/drawing/2014/main" id="{BE41CF39-977B-62AB-B6D3-670A62D761B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7" name="Group 636">
                <a:extLst>
                  <a:ext uri="{FF2B5EF4-FFF2-40B4-BE49-F238E27FC236}">
                    <a16:creationId xmlns:a16="http://schemas.microsoft.com/office/drawing/2014/main" id="{B9DE34FA-0834-BE00-03B9-6472DE8924F1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80" name="Group 679">
                  <a:extLst>
                    <a:ext uri="{FF2B5EF4-FFF2-40B4-BE49-F238E27FC236}">
                      <a16:creationId xmlns:a16="http://schemas.microsoft.com/office/drawing/2014/main" id="{CE4C48CC-6DAD-B837-AF41-BEBC19A2B1F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90" name="Oval 689">
                    <a:extLst>
                      <a:ext uri="{FF2B5EF4-FFF2-40B4-BE49-F238E27FC236}">
                        <a16:creationId xmlns:a16="http://schemas.microsoft.com/office/drawing/2014/main" id="{E45CD11C-8E17-E768-A0CC-3275EADE5B7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1" name="Oval 690">
                    <a:extLst>
                      <a:ext uri="{FF2B5EF4-FFF2-40B4-BE49-F238E27FC236}">
                        <a16:creationId xmlns:a16="http://schemas.microsoft.com/office/drawing/2014/main" id="{C6116FD2-B528-7144-0AE0-CFD519980F8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2" name="Oval 691">
                    <a:extLst>
                      <a:ext uri="{FF2B5EF4-FFF2-40B4-BE49-F238E27FC236}">
                        <a16:creationId xmlns:a16="http://schemas.microsoft.com/office/drawing/2014/main" id="{5D4C3B62-B94F-21B9-7E96-89D2372C658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81" name="Group 680">
                  <a:extLst>
                    <a:ext uri="{FF2B5EF4-FFF2-40B4-BE49-F238E27FC236}">
                      <a16:creationId xmlns:a16="http://schemas.microsoft.com/office/drawing/2014/main" id="{9657E53F-60F2-9A69-A2B4-9D15C5228B8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88" name="Oval 687">
                    <a:extLst>
                      <a:ext uri="{FF2B5EF4-FFF2-40B4-BE49-F238E27FC236}">
                        <a16:creationId xmlns:a16="http://schemas.microsoft.com/office/drawing/2014/main" id="{330F6FC2-26BA-4B0C-9A81-DC29E428C43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9" name="Oval 688">
                    <a:extLst>
                      <a:ext uri="{FF2B5EF4-FFF2-40B4-BE49-F238E27FC236}">
                        <a16:creationId xmlns:a16="http://schemas.microsoft.com/office/drawing/2014/main" id="{44979905-B74D-F837-3BD5-583A318162F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82" name="Group 681">
                  <a:extLst>
                    <a:ext uri="{FF2B5EF4-FFF2-40B4-BE49-F238E27FC236}">
                      <a16:creationId xmlns:a16="http://schemas.microsoft.com/office/drawing/2014/main" id="{178AF4F1-42A6-9BB1-9FC3-B56F19DEFAB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86" name="Oval 685">
                    <a:extLst>
                      <a:ext uri="{FF2B5EF4-FFF2-40B4-BE49-F238E27FC236}">
                        <a16:creationId xmlns:a16="http://schemas.microsoft.com/office/drawing/2014/main" id="{26C2005E-82D5-9E00-D29C-94684DA2DA3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7" name="Oval 686">
                    <a:extLst>
                      <a:ext uri="{FF2B5EF4-FFF2-40B4-BE49-F238E27FC236}">
                        <a16:creationId xmlns:a16="http://schemas.microsoft.com/office/drawing/2014/main" id="{549E9AAF-D836-A2E3-017A-04EEA8B01557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83" name="Group 682">
                  <a:extLst>
                    <a:ext uri="{FF2B5EF4-FFF2-40B4-BE49-F238E27FC236}">
                      <a16:creationId xmlns:a16="http://schemas.microsoft.com/office/drawing/2014/main" id="{9D1D73B3-0EF6-A765-30E4-021D0AA023B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84" name="Rectangle: Rounded Corners 683">
                    <a:extLst>
                      <a:ext uri="{FF2B5EF4-FFF2-40B4-BE49-F238E27FC236}">
                        <a16:creationId xmlns:a16="http://schemas.microsoft.com/office/drawing/2014/main" id="{86503252-7462-5128-4F3C-5B35E43DE08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5" name="Oval 684">
                    <a:extLst>
                      <a:ext uri="{FF2B5EF4-FFF2-40B4-BE49-F238E27FC236}">
                        <a16:creationId xmlns:a16="http://schemas.microsoft.com/office/drawing/2014/main" id="{A5E56C42-88C6-44ED-2B74-8B98D9BD792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8" name="Group 637">
                <a:extLst>
                  <a:ext uri="{FF2B5EF4-FFF2-40B4-BE49-F238E27FC236}">
                    <a16:creationId xmlns:a16="http://schemas.microsoft.com/office/drawing/2014/main" id="{F4D9A670-E548-4041-1AF5-ED91B8DC6BAF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87886758-CB52-A85D-C03F-C6A6AA09A92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77" name="Oval 676">
                    <a:extLst>
                      <a:ext uri="{FF2B5EF4-FFF2-40B4-BE49-F238E27FC236}">
                        <a16:creationId xmlns:a16="http://schemas.microsoft.com/office/drawing/2014/main" id="{9F379D4C-24E5-7901-3C38-1860B5543DF9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8" name="Oval 677">
                    <a:extLst>
                      <a:ext uri="{FF2B5EF4-FFF2-40B4-BE49-F238E27FC236}">
                        <a16:creationId xmlns:a16="http://schemas.microsoft.com/office/drawing/2014/main" id="{054199ED-801C-34A3-ACD3-30E281DC247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9" name="Oval 678">
                    <a:extLst>
                      <a:ext uri="{FF2B5EF4-FFF2-40B4-BE49-F238E27FC236}">
                        <a16:creationId xmlns:a16="http://schemas.microsoft.com/office/drawing/2014/main" id="{1ECE5A1E-D010-02DF-91AF-293042BE038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8" name="Group 667">
                  <a:extLst>
                    <a:ext uri="{FF2B5EF4-FFF2-40B4-BE49-F238E27FC236}">
                      <a16:creationId xmlns:a16="http://schemas.microsoft.com/office/drawing/2014/main" id="{87EF1B8F-2D94-DC99-C24E-59E7BAE3CD0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75" name="Oval 674">
                    <a:extLst>
                      <a:ext uri="{FF2B5EF4-FFF2-40B4-BE49-F238E27FC236}">
                        <a16:creationId xmlns:a16="http://schemas.microsoft.com/office/drawing/2014/main" id="{214A263D-C082-F36B-E3E0-E6B63F1640A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6" name="Oval 675">
                    <a:extLst>
                      <a:ext uri="{FF2B5EF4-FFF2-40B4-BE49-F238E27FC236}">
                        <a16:creationId xmlns:a16="http://schemas.microsoft.com/office/drawing/2014/main" id="{FC6BB973-BD3B-4B94-979D-35301C664FF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9" name="Group 668">
                  <a:extLst>
                    <a:ext uri="{FF2B5EF4-FFF2-40B4-BE49-F238E27FC236}">
                      <a16:creationId xmlns:a16="http://schemas.microsoft.com/office/drawing/2014/main" id="{F858C4A2-AF12-FF7F-4AC1-A141A863E52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73" name="Oval 672">
                    <a:extLst>
                      <a:ext uri="{FF2B5EF4-FFF2-40B4-BE49-F238E27FC236}">
                        <a16:creationId xmlns:a16="http://schemas.microsoft.com/office/drawing/2014/main" id="{C77B01B3-6C04-D456-6C5E-E43CC89A4AE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4" name="Oval 673">
                    <a:extLst>
                      <a:ext uri="{FF2B5EF4-FFF2-40B4-BE49-F238E27FC236}">
                        <a16:creationId xmlns:a16="http://schemas.microsoft.com/office/drawing/2014/main" id="{6DD502CE-D0FF-F2B6-14B3-F9DAE657AAF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0" name="Group 669">
                  <a:extLst>
                    <a:ext uri="{FF2B5EF4-FFF2-40B4-BE49-F238E27FC236}">
                      <a16:creationId xmlns:a16="http://schemas.microsoft.com/office/drawing/2014/main" id="{3C2F90AB-968F-84A2-1B5C-A94ACC8B96D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71" name="Rectangle: Rounded Corners 670">
                    <a:extLst>
                      <a:ext uri="{FF2B5EF4-FFF2-40B4-BE49-F238E27FC236}">
                        <a16:creationId xmlns:a16="http://schemas.microsoft.com/office/drawing/2014/main" id="{84DA7A17-1DB0-7047-B3F2-D119ABB452E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2" name="Oval 671">
                    <a:extLst>
                      <a:ext uri="{FF2B5EF4-FFF2-40B4-BE49-F238E27FC236}">
                        <a16:creationId xmlns:a16="http://schemas.microsoft.com/office/drawing/2014/main" id="{161E48A0-3039-181B-1E42-0316AC61CF9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39" name="Group 638">
                <a:extLst>
                  <a:ext uri="{FF2B5EF4-FFF2-40B4-BE49-F238E27FC236}">
                    <a16:creationId xmlns:a16="http://schemas.microsoft.com/office/drawing/2014/main" id="{85B35917-7750-B2D3-0CD3-B7158B776AF7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54" name="Group 653">
                  <a:extLst>
                    <a:ext uri="{FF2B5EF4-FFF2-40B4-BE49-F238E27FC236}">
                      <a16:creationId xmlns:a16="http://schemas.microsoft.com/office/drawing/2014/main" id="{D9DE6243-0C82-99B2-1FDF-A327C459498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64" name="Oval 663">
                    <a:extLst>
                      <a:ext uri="{FF2B5EF4-FFF2-40B4-BE49-F238E27FC236}">
                        <a16:creationId xmlns:a16="http://schemas.microsoft.com/office/drawing/2014/main" id="{406ADE83-21B6-34A2-159C-ACBF0E32BA3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5" name="Oval 664">
                    <a:extLst>
                      <a:ext uri="{FF2B5EF4-FFF2-40B4-BE49-F238E27FC236}">
                        <a16:creationId xmlns:a16="http://schemas.microsoft.com/office/drawing/2014/main" id="{65598C95-B6B9-5765-2ADC-D20226BFBB63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6" name="Oval 665">
                    <a:extLst>
                      <a:ext uri="{FF2B5EF4-FFF2-40B4-BE49-F238E27FC236}">
                        <a16:creationId xmlns:a16="http://schemas.microsoft.com/office/drawing/2014/main" id="{5DC1A4AF-2319-9456-A669-7E30CE0A3A5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3CE77C44-1644-B33B-11A1-AC748189CCC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A2F1E3CB-7074-6D68-AB08-7630770E883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3" name="Oval 662">
                    <a:extLst>
                      <a:ext uri="{FF2B5EF4-FFF2-40B4-BE49-F238E27FC236}">
                        <a16:creationId xmlns:a16="http://schemas.microsoft.com/office/drawing/2014/main" id="{0A6AA189-D9A4-9A26-8347-CEFFA54AD3B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56" name="Group 655">
                  <a:extLst>
                    <a:ext uri="{FF2B5EF4-FFF2-40B4-BE49-F238E27FC236}">
                      <a16:creationId xmlns:a16="http://schemas.microsoft.com/office/drawing/2014/main" id="{BF1BC646-38CC-A89E-BF8C-80193A56754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D35BB72A-0ADA-44CE-C7A9-E850C23D821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19F9E182-729B-EBFA-7E7A-A8BD9C5E961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57" name="Group 656">
                  <a:extLst>
                    <a:ext uri="{FF2B5EF4-FFF2-40B4-BE49-F238E27FC236}">
                      <a16:creationId xmlns:a16="http://schemas.microsoft.com/office/drawing/2014/main" id="{2E663640-F934-1614-47F9-A556339EA2B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58" name="Rectangle: Rounded Corners 657">
                    <a:extLst>
                      <a:ext uri="{FF2B5EF4-FFF2-40B4-BE49-F238E27FC236}">
                        <a16:creationId xmlns:a16="http://schemas.microsoft.com/office/drawing/2014/main" id="{09AF08FD-8191-CD88-C184-3AF3673DE43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9" name="Oval 658">
                    <a:extLst>
                      <a:ext uri="{FF2B5EF4-FFF2-40B4-BE49-F238E27FC236}">
                        <a16:creationId xmlns:a16="http://schemas.microsoft.com/office/drawing/2014/main" id="{85149BC9-D40E-7763-2426-DF4C92EB8BA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40" name="Group 639">
                <a:extLst>
                  <a:ext uri="{FF2B5EF4-FFF2-40B4-BE49-F238E27FC236}">
                    <a16:creationId xmlns:a16="http://schemas.microsoft.com/office/drawing/2014/main" id="{1A3166CC-B092-6BE6-4398-A1AF36145625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641" name="Group 640">
                  <a:extLst>
                    <a:ext uri="{FF2B5EF4-FFF2-40B4-BE49-F238E27FC236}">
                      <a16:creationId xmlns:a16="http://schemas.microsoft.com/office/drawing/2014/main" id="{0D6E9711-FD34-3BD7-3ED3-4CA7E762088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651" name="Oval 650">
                    <a:extLst>
                      <a:ext uri="{FF2B5EF4-FFF2-40B4-BE49-F238E27FC236}">
                        <a16:creationId xmlns:a16="http://schemas.microsoft.com/office/drawing/2014/main" id="{988277B1-CA4F-02E7-535F-816E15B29FF5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2" name="Oval 651">
                    <a:extLst>
                      <a:ext uri="{FF2B5EF4-FFF2-40B4-BE49-F238E27FC236}">
                        <a16:creationId xmlns:a16="http://schemas.microsoft.com/office/drawing/2014/main" id="{980F0460-C35E-50D3-C372-BAC43165CFD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3" name="Oval 652">
                    <a:extLst>
                      <a:ext uri="{FF2B5EF4-FFF2-40B4-BE49-F238E27FC236}">
                        <a16:creationId xmlns:a16="http://schemas.microsoft.com/office/drawing/2014/main" id="{19D330B4-E2EA-2BEB-C723-6EE69D6F3E1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2" name="Group 641">
                  <a:extLst>
                    <a:ext uri="{FF2B5EF4-FFF2-40B4-BE49-F238E27FC236}">
                      <a16:creationId xmlns:a16="http://schemas.microsoft.com/office/drawing/2014/main" id="{6821B03E-9BFE-3950-EDE7-FFC52E788B7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649" name="Oval 648">
                    <a:extLst>
                      <a:ext uri="{FF2B5EF4-FFF2-40B4-BE49-F238E27FC236}">
                        <a16:creationId xmlns:a16="http://schemas.microsoft.com/office/drawing/2014/main" id="{4D131008-C2C3-2B84-71C2-7AC74C562B0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0" name="Oval 649">
                    <a:extLst>
                      <a:ext uri="{FF2B5EF4-FFF2-40B4-BE49-F238E27FC236}">
                        <a16:creationId xmlns:a16="http://schemas.microsoft.com/office/drawing/2014/main" id="{ED2DF589-2827-4313-7ABC-5EE5397B84C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2D0C64D7-9863-96A6-901A-302A0CD8F1F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647" name="Oval 646">
                    <a:extLst>
                      <a:ext uri="{FF2B5EF4-FFF2-40B4-BE49-F238E27FC236}">
                        <a16:creationId xmlns:a16="http://schemas.microsoft.com/office/drawing/2014/main" id="{C4B70B9E-958B-37D3-8FFF-FE14718753D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8" name="Oval 647">
                    <a:extLst>
                      <a:ext uri="{FF2B5EF4-FFF2-40B4-BE49-F238E27FC236}">
                        <a16:creationId xmlns:a16="http://schemas.microsoft.com/office/drawing/2014/main" id="{07A1294E-F38C-03A8-4DBF-6D062C47FCF9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4" name="Group 643">
                  <a:extLst>
                    <a:ext uri="{FF2B5EF4-FFF2-40B4-BE49-F238E27FC236}">
                      <a16:creationId xmlns:a16="http://schemas.microsoft.com/office/drawing/2014/main" id="{A925A1C5-75E1-9C95-D357-6C929E82B28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645" name="Rectangle: Rounded Corners 644">
                    <a:extLst>
                      <a:ext uri="{FF2B5EF4-FFF2-40B4-BE49-F238E27FC236}">
                        <a16:creationId xmlns:a16="http://schemas.microsoft.com/office/drawing/2014/main" id="{9B6C6596-E214-FB4E-D1B9-1CBF80A91C1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6" name="Oval 645">
                    <a:extLst>
                      <a:ext uri="{FF2B5EF4-FFF2-40B4-BE49-F238E27FC236}">
                        <a16:creationId xmlns:a16="http://schemas.microsoft.com/office/drawing/2014/main" id="{176ADE6A-2A20-70FB-D6B7-746FDE187E6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797" name="Group 796">
              <a:extLst>
                <a:ext uri="{FF2B5EF4-FFF2-40B4-BE49-F238E27FC236}">
                  <a16:creationId xmlns:a16="http://schemas.microsoft.com/office/drawing/2014/main" id="{876DBE44-3345-88EF-EE84-8850867E6925}"/>
                </a:ext>
              </a:extLst>
            </p:cNvPr>
            <p:cNvGrpSpPr/>
            <p:nvPr/>
          </p:nvGrpSpPr>
          <p:grpSpPr>
            <a:xfrm>
              <a:off x="5903367" y="3445368"/>
              <a:ext cx="1203678" cy="1169668"/>
              <a:chOff x="5881450" y="2069218"/>
              <a:chExt cx="2397152" cy="2488324"/>
            </a:xfrm>
          </p:grpSpPr>
          <p:grpSp>
            <p:nvGrpSpPr>
              <p:cNvPr id="798" name="Group 797">
                <a:extLst>
                  <a:ext uri="{FF2B5EF4-FFF2-40B4-BE49-F238E27FC236}">
                    <a16:creationId xmlns:a16="http://schemas.microsoft.com/office/drawing/2014/main" id="{D3FFC49B-F0DD-216A-5C60-298670055884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53" name="Group 952">
                  <a:extLst>
                    <a:ext uri="{FF2B5EF4-FFF2-40B4-BE49-F238E27FC236}">
                      <a16:creationId xmlns:a16="http://schemas.microsoft.com/office/drawing/2014/main" id="{8089EA54-3982-846B-81C2-B58DDF4576E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63" name="Oval 962">
                    <a:extLst>
                      <a:ext uri="{FF2B5EF4-FFF2-40B4-BE49-F238E27FC236}">
                        <a16:creationId xmlns:a16="http://schemas.microsoft.com/office/drawing/2014/main" id="{A6918D59-1BE4-386C-6361-7E2DADA9AC1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4" name="Oval 963">
                    <a:extLst>
                      <a:ext uri="{FF2B5EF4-FFF2-40B4-BE49-F238E27FC236}">
                        <a16:creationId xmlns:a16="http://schemas.microsoft.com/office/drawing/2014/main" id="{954501A7-FA76-A91F-F4B1-6FC5ADB5E81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5" name="Oval 964">
                    <a:extLst>
                      <a:ext uri="{FF2B5EF4-FFF2-40B4-BE49-F238E27FC236}">
                        <a16:creationId xmlns:a16="http://schemas.microsoft.com/office/drawing/2014/main" id="{AB8138CA-3739-459C-64E0-7DFDAE61079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54" name="Group 953">
                  <a:extLst>
                    <a:ext uri="{FF2B5EF4-FFF2-40B4-BE49-F238E27FC236}">
                      <a16:creationId xmlns:a16="http://schemas.microsoft.com/office/drawing/2014/main" id="{BBA538AD-EDBC-DF82-A074-91F67947B6D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61" name="Oval 960">
                    <a:extLst>
                      <a:ext uri="{FF2B5EF4-FFF2-40B4-BE49-F238E27FC236}">
                        <a16:creationId xmlns:a16="http://schemas.microsoft.com/office/drawing/2014/main" id="{C4B02A88-9B91-1B33-C39E-550A31E5C0E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2" name="Oval 961">
                    <a:extLst>
                      <a:ext uri="{FF2B5EF4-FFF2-40B4-BE49-F238E27FC236}">
                        <a16:creationId xmlns:a16="http://schemas.microsoft.com/office/drawing/2014/main" id="{11E0FC60-4438-27E4-FC47-7E9B14DEC61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55" name="Group 954">
                  <a:extLst>
                    <a:ext uri="{FF2B5EF4-FFF2-40B4-BE49-F238E27FC236}">
                      <a16:creationId xmlns:a16="http://schemas.microsoft.com/office/drawing/2014/main" id="{980FB870-0FDC-63E2-D59F-4C841D2F816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59" name="Oval 958">
                    <a:extLst>
                      <a:ext uri="{FF2B5EF4-FFF2-40B4-BE49-F238E27FC236}">
                        <a16:creationId xmlns:a16="http://schemas.microsoft.com/office/drawing/2014/main" id="{D9FFB752-8B26-B71B-C5BD-B56EC7B20A8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0" name="Oval 959">
                    <a:extLst>
                      <a:ext uri="{FF2B5EF4-FFF2-40B4-BE49-F238E27FC236}">
                        <a16:creationId xmlns:a16="http://schemas.microsoft.com/office/drawing/2014/main" id="{F7B7C863-D0AF-176B-B8FD-54FB328B685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56" name="Group 955">
                  <a:extLst>
                    <a:ext uri="{FF2B5EF4-FFF2-40B4-BE49-F238E27FC236}">
                      <a16:creationId xmlns:a16="http://schemas.microsoft.com/office/drawing/2014/main" id="{0701FB86-A64C-0073-2913-856FDAA11E3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57" name="Rectangle: Rounded Corners 956">
                    <a:extLst>
                      <a:ext uri="{FF2B5EF4-FFF2-40B4-BE49-F238E27FC236}">
                        <a16:creationId xmlns:a16="http://schemas.microsoft.com/office/drawing/2014/main" id="{912E0960-2DFC-3D02-6229-3B1548280C5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8" name="Oval 957">
                    <a:extLst>
                      <a:ext uri="{FF2B5EF4-FFF2-40B4-BE49-F238E27FC236}">
                        <a16:creationId xmlns:a16="http://schemas.microsoft.com/office/drawing/2014/main" id="{2DDF71A0-5BD0-EDEC-E843-579E90A6A67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99" name="Group 798">
                <a:extLst>
                  <a:ext uri="{FF2B5EF4-FFF2-40B4-BE49-F238E27FC236}">
                    <a16:creationId xmlns:a16="http://schemas.microsoft.com/office/drawing/2014/main" id="{FE26BC29-92C2-19D3-E476-69C2B8AD04C7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40" name="Group 939">
                  <a:extLst>
                    <a:ext uri="{FF2B5EF4-FFF2-40B4-BE49-F238E27FC236}">
                      <a16:creationId xmlns:a16="http://schemas.microsoft.com/office/drawing/2014/main" id="{FACCFD8E-4FF4-25AE-07E7-EF69EBB1FAEA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50" name="Oval 949">
                    <a:extLst>
                      <a:ext uri="{FF2B5EF4-FFF2-40B4-BE49-F238E27FC236}">
                        <a16:creationId xmlns:a16="http://schemas.microsoft.com/office/drawing/2014/main" id="{DBA9BA02-55A1-7A19-DE66-7653BED64B0E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1" name="Oval 950">
                    <a:extLst>
                      <a:ext uri="{FF2B5EF4-FFF2-40B4-BE49-F238E27FC236}">
                        <a16:creationId xmlns:a16="http://schemas.microsoft.com/office/drawing/2014/main" id="{373B96C3-C6B5-243B-01F7-6A0319BB02A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2" name="Oval 951">
                    <a:extLst>
                      <a:ext uri="{FF2B5EF4-FFF2-40B4-BE49-F238E27FC236}">
                        <a16:creationId xmlns:a16="http://schemas.microsoft.com/office/drawing/2014/main" id="{D6668A86-BDC8-272F-1D18-58C1CD5134B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41" name="Group 940">
                  <a:extLst>
                    <a:ext uri="{FF2B5EF4-FFF2-40B4-BE49-F238E27FC236}">
                      <a16:creationId xmlns:a16="http://schemas.microsoft.com/office/drawing/2014/main" id="{9C022E91-2529-CEAB-6525-F700743D428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48" name="Oval 947">
                    <a:extLst>
                      <a:ext uri="{FF2B5EF4-FFF2-40B4-BE49-F238E27FC236}">
                        <a16:creationId xmlns:a16="http://schemas.microsoft.com/office/drawing/2014/main" id="{E3A256E4-4E7F-F9F6-9C85-AAA850CBB17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9" name="Oval 948">
                    <a:extLst>
                      <a:ext uri="{FF2B5EF4-FFF2-40B4-BE49-F238E27FC236}">
                        <a16:creationId xmlns:a16="http://schemas.microsoft.com/office/drawing/2014/main" id="{291F998F-2FC6-4A48-FEF7-445DB9D3782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42" name="Group 941">
                  <a:extLst>
                    <a:ext uri="{FF2B5EF4-FFF2-40B4-BE49-F238E27FC236}">
                      <a16:creationId xmlns:a16="http://schemas.microsoft.com/office/drawing/2014/main" id="{D79783E3-E42E-3B70-DA32-D3C9DE617C0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46" name="Oval 945">
                    <a:extLst>
                      <a:ext uri="{FF2B5EF4-FFF2-40B4-BE49-F238E27FC236}">
                        <a16:creationId xmlns:a16="http://schemas.microsoft.com/office/drawing/2014/main" id="{EE91AFB0-122D-3975-EC9E-BA39858E4A5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7" name="Oval 946">
                    <a:extLst>
                      <a:ext uri="{FF2B5EF4-FFF2-40B4-BE49-F238E27FC236}">
                        <a16:creationId xmlns:a16="http://schemas.microsoft.com/office/drawing/2014/main" id="{E27AEFD7-C20E-E0D8-1124-E2A1321F7F2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43" name="Group 942">
                  <a:extLst>
                    <a:ext uri="{FF2B5EF4-FFF2-40B4-BE49-F238E27FC236}">
                      <a16:creationId xmlns:a16="http://schemas.microsoft.com/office/drawing/2014/main" id="{9353611A-AA87-6852-5D6C-A671DC3C538E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44" name="Rectangle: Rounded Corners 943">
                    <a:extLst>
                      <a:ext uri="{FF2B5EF4-FFF2-40B4-BE49-F238E27FC236}">
                        <a16:creationId xmlns:a16="http://schemas.microsoft.com/office/drawing/2014/main" id="{2604C2CE-B3D3-BF53-E38A-8967B2FCFEB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5" name="Oval 944">
                    <a:extLst>
                      <a:ext uri="{FF2B5EF4-FFF2-40B4-BE49-F238E27FC236}">
                        <a16:creationId xmlns:a16="http://schemas.microsoft.com/office/drawing/2014/main" id="{5D73BA5C-98C8-BD48-A358-BC6F53797DF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7C03065E-E924-CF27-B29B-0B730259C0D7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27" name="Group 926">
                  <a:extLst>
                    <a:ext uri="{FF2B5EF4-FFF2-40B4-BE49-F238E27FC236}">
                      <a16:creationId xmlns:a16="http://schemas.microsoft.com/office/drawing/2014/main" id="{47A7EA2C-7B6C-BCB8-6843-C365D6955B0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37" name="Oval 936">
                    <a:extLst>
                      <a:ext uri="{FF2B5EF4-FFF2-40B4-BE49-F238E27FC236}">
                        <a16:creationId xmlns:a16="http://schemas.microsoft.com/office/drawing/2014/main" id="{A20B95FE-08BD-76D7-5D4B-4ABB6219339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8" name="Oval 937">
                    <a:extLst>
                      <a:ext uri="{FF2B5EF4-FFF2-40B4-BE49-F238E27FC236}">
                        <a16:creationId xmlns:a16="http://schemas.microsoft.com/office/drawing/2014/main" id="{FE2CCD78-A867-2A4D-24F2-DB3B43FDB58A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9" name="Oval 938">
                    <a:extLst>
                      <a:ext uri="{FF2B5EF4-FFF2-40B4-BE49-F238E27FC236}">
                        <a16:creationId xmlns:a16="http://schemas.microsoft.com/office/drawing/2014/main" id="{BF5A0E6D-3487-B4B7-65CF-08A8155FAA8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28" name="Group 927">
                  <a:extLst>
                    <a:ext uri="{FF2B5EF4-FFF2-40B4-BE49-F238E27FC236}">
                      <a16:creationId xmlns:a16="http://schemas.microsoft.com/office/drawing/2014/main" id="{1DB720A9-0682-0469-8E6E-0021E5B3F73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35" name="Oval 934">
                    <a:extLst>
                      <a:ext uri="{FF2B5EF4-FFF2-40B4-BE49-F238E27FC236}">
                        <a16:creationId xmlns:a16="http://schemas.microsoft.com/office/drawing/2014/main" id="{51498C7E-A131-52C1-7511-740664239F6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6" name="Oval 935">
                    <a:extLst>
                      <a:ext uri="{FF2B5EF4-FFF2-40B4-BE49-F238E27FC236}">
                        <a16:creationId xmlns:a16="http://schemas.microsoft.com/office/drawing/2014/main" id="{3AAFB31E-BEB1-3BB8-E5EE-5BC4895B33D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29" name="Group 928">
                  <a:extLst>
                    <a:ext uri="{FF2B5EF4-FFF2-40B4-BE49-F238E27FC236}">
                      <a16:creationId xmlns:a16="http://schemas.microsoft.com/office/drawing/2014/main" id="{4DDBF29D-B445-9BD6-03AB-FF089B66BEF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33" name="Oval 932">
                    <a:extLst>
                      <a:ext uri="{FF2B5EF4-FFF2-40B4-BE49-F238E27FC236}">
                        <a16:creationId xmlns:a16="http://schemas.microsoft.com/office/drawing/2014/main" id="{A0F5A2B0-63E3-58ED-7DF1-BFBACFBA342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4" name="Oval 933">
                    <a:extLst>
                      <a:ext uri="{FF2B5EF4-FFF2-40B4-BE49-F238E27FC236}">
                        <a16:creationId xmlns:a16="http://schemas.microsoft.com/office/drawing/2014/main" id="{BFE9355C-9188-BC93-8AE3-E3B44CBE3D5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30" name="Group 929">
                  <a:extLst>
                    <a:ext uri="{FF2B5EF4-FFF2-40B4-BE49-F238E27FC236}">
                      <a16:creationId xmlns:a16="http://schemas.microsoft.com/office/drawing/2014/main" id="{8316A0D4-7CB2-D8B5-D657-AB0EB88EB86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31" name="Rectangle: Rounded Corners 930">
                    <a:extLst>
                      <a:ext uri="{FF2B5EF4-FFF2-40B4-BE49-F238E27FC236}">
                        <a16:creationId xmlns:a16="http://schemas.microsoft.com/office/drawing/2014/main" id="{194892D3-3EAA-6B51-487F-F28785FED2A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2" name="Oval 931">
                    <a:extLst>
                      <a:ext uri="{FF2B5EF4-FFF2-40B4-BE49-F238E27FC236}">
                        <a16:creationId xmlns:a16="http://schemas.microsoft.com/office/drawing/2014/main" id="{2EBD095C-8187-1E1E-E39C-47D8C2DC8BF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1" name="Group 800">
                <a:extLst>
                  <a:ext uri="{FF2B5EF4-FFF2-40B4-BE49-F238E27FC236}">
                    <a16:creationId xmlns:a16="http://schemas.microsoft.com/office/drawing/2014/main" id="{716AD30D-6B16-0864-A2B4-D0C8A9200908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14" name="Group 913">
                  <a:extLst>
                    <a:ext uri="{FF2B5EF4-FFF2-40B4-BE49-F238E27FC236}">
                      <a16:creationId xmlns:a16="http://schemas.microsoft.com/office/drawing/2014/main" id="{38EDFF75-D47E-055E-728B-DF244745BA9C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24" name="Oval 923">
                    <a:extLst>
                      <a:ext uri="{FF2B5EF4-FFF2-40B4-BE49-F238E27FC236}">
                        <a16:creationId xmlns:a16="http://schemas.microsoft.com/office/drawing/2014/main" id="{8E9451F5-9ED3-C22F-EB13-09185102C77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5" name="Oval 924">
                    <a:extLst>
                      <a:ext uri="{FF2B5EF4-FFF2-40B4-BE49-F238E27FC236}">
                        <a16:creationId xmlns:a16="http://schemas.microsoft.com/office/drawing/2014/main" id="{E9383B38-37E8-F12E-C830-9BE4CD0DF7A1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6" name="Oval 925">
                    <a:extLst>
                      <a:ext uri="{FF2B5EF4-FFF2-40B4-BE49-F238E27FC236}">
                        <a16:creationId xmlns:a16="http://schemas.microsoft.com/office/drawing/2014/main" id="{2675F482-02E6-6028-17D4-C729FDE9529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5" name="Group 914">
                  <a:extLst>
                    <a:ext uri="{FF2B5EF4-FFF2-40B4-BE49-F238E27FC236}">
                      <a16:creationId xmlns:a16="http://schemas.microsoft.com/office/drawing/2014/main" id="{8A085B13-31C3-782B-8FC6-4347EF2689D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22" name="Oval 921">
                    <a:extLst>
                      <a:ext uri="{FF2B5EF4-FFF2-40B4-BE49-F238E27FC236}">
                        <a16:creationId xmlns:a16="http://schemas.microsoft.com/office/drawing/2014/main" id="{EEC73561-DAC6-3DF8-AA6A-2FE6F64443D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3" name="Oval 922">
                    <a:extLst>
                      <a:ext uri="{FF2B5EF4-FFF2-40B4-BE49-F238E27FC236}">
                        <a16:creationId xmlns:a16="http://schemas.microsoft.com/office/drawing/2014/main" id="{3E8F9369-2419-1477-6F19-4F5D6C74732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6" name="Group 915">
                  <a:extLst>
                    <a:ext uri="{FF2B5EF4-FFF2-40B4-BE49-F238E27FC236}">
                      <a16:creationId xmlns:a16="http://schemas.microsoft.com/office/drawing/2014/main" id="{623DD3BA-C702-6530-BAAE-4283E0F17BC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20" name="Oval 919">
                    <a:extLst>
                      <a:ext uri="{FF2B5EF4-FFF2-40B4-BE49-F238E27FC236}">
                        <a16:creationId xmlns:a16="http://schemas.microsoft.com/office/drawing/2014/main" id="{092DA55C-65A8-5936-78FB-A1A20A9629F0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1" name="Oval 920">
                    <a:extLst>
                      <a:ext uri="{FF2B5EF4-FFF2-40B4-BE49-F238E27FC236}">
                        <a16:creationId xmlns:a16="http://schemas.microsoft.com/office/drawing/2014/main" id="{E0CA437C-22DE-F4A1-ADD6-3FE55AE5B2E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7" name="Group 916">
                  <a:extLst>
                    <a:ext uri="{FF2B5EF4-FFF2-40B4-BE49-F238E27FC236}">
                      <a16:creationId xmlns:a16="http://schemas.microsoft.com/office/drawing/2014/main" id="{DC5B1123-A542-5DDF-BB28-945868CCEF2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18" name="Rectangle: Rounded Corners 917">
                    <a:extLst>
                      <a:ext uri="{FF2B5EF4-FFF2-40B4-BE49-F238E27FC236}">
                        <a16:creationId xmlns:a16="http://schemas.microsoft.com/office/drawing/2014/main" id="{F27C1B99-63D7-E039-EB34-9B9A44EB452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9" name="Oval 918">
                    <a:extLst>
                      <a:ext uri="{FF2B5EF4-FFF2-40B4-BE49-F238E27FC236}">
                        <a16:creationId xmlns:a16="http://schemas.microsoft.com/office/drawing/2014/main" id="{8714D8AF-CBF1-1B53-2838-A69771E4ABE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2" name="Group 801">
                <a:extLst>
                  <a:ext uri="{FF2B5EF4-FFF2-40B4-BE49-F238E27FC236}">
                    <a16:creationId xmlns:a16="http://schemas.microsoft.com/office/drawing/2014/main" id="{975CCE24-9E76-9119-4394-3FE2F57E6CAB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id="{B21EEE96-BFBE-1147-D626-78B92D1FE8C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11" name="Oval 910">
                    <a:extLst>
                      <a:ext uri="{FF2B5EF4-FFF2-40B4-BE49-F238E27FC236}">
                        <a16:creationId xmlns:a16="http://schemas.microsoft.com/office/drawing/2014/main" id="{DE93358B-1710-9F89-71C3-86134F27AE2E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2" name="Oval 911">
                    <a:extLst>
                      <a:ext uri="{FF2B5EF4-FFF2-40B4-BE49-F238E27FC236}">
                        <a16:creationId xmlns:a16="http://schemas.microsoft.com/office/drawing/2014/main" id="{56E9860C-033E-7F2B-1084-20CDA01D6CFB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3" name="Oval 912">
                    <a:extLst>
                      <a:ext uri="{FF2B5EF4-FFF2-40B4-BE49-F238E27FC236}">
                        <a16:creationId xmlns:a16="http://schemas.microsoft.com/office/drawing/2014/main" id="{E7B6C4B0-1E8A-B26D-BD46-278FDD94CBA2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id="{6A93EA19-1D0F-2290-5007-EF214994973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09" name="Oval 908">
                    <a:extLst>
                      <a:ext uri="{FF2B5EF4-FFF2-40B4-BE49-F238E27FC236}">
                        <a16:creationId xmlns:a16="http://schemas.microsoft.com/office/drawing/2014/main" id="{F4FA5359-B61B-2E45-6E84-FEC9E735302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0" name="Oval 909">
                    <a:extLst>
                      <a:ext uri="{FF2B5EF4-FFF2-40B4-BE49-F238E27FC236}">
                        <a16:creationId xmlns:a16="http://schemas.microsoft.com/office/drawing/2014/main" id="{9E24C203-5EAC-5FC8-EE42-764C7344EB2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id="{2925F001-E818-FB69-64DD-E5789954298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07" name="Oval 906">
                    <a:extLst>
                      <a:ext uri="{FF2B5EF4-FFF2-40B4-BE49-F238E27FC236}">
                        <a16:creationId xmlns:a16="http://schemas.microsoft.com/office/drawing/2014/main" id="{8CC8D17C-FFE3-A7BB-8D88-02916EA7892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8" name="Oval 907">
                    <a:extLst>
                      <a:ext uri="{FF2B5EF4-FFF2-40B4-BE49-F238E27FC236}">
                        <a16:creationId xmlns:a16="http://schemas.microsoft.com/office/drawing/2014/main" id="{8A5C3A4E-9315-53F7-B2BB-EF227C1090C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4" name="Group 903">
                  <a:extLst>
                    <a:ext uri="{FF2B5EF4-FFF2-40B4-BE49-F238E27FC236}">
                      <a16:creationId xmlns:a16="http://schemas.microsoft.com/office/drawing/2014/main" id="{DFDCB557-8CE9-FF65-9B1D-D854DAE7B29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05" name="Rectangle: Rounded Corners 904">
                    <a:extLst>
                      <a:ext uri="{FF2B5EF4-FFF2-40B4-BE49-F238E27FC236}">
                        <a16:creationId xmlns:a16="http://schemas.microsoft.com/office/drawing/2014/main" id="{6842700C-6EE6-DF13-13E6-5294BE872A5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6" name="Oval 905">
                    <a:extLst>
                      <a:ext uri="{FF2B5EF4-FFF2-40B4-BE49-F238E27FC236}">
                        <a16:creationId xmlns:a16="http://schemas.microsoft.com/office/drawing/2014/main" id="{4EED9A3B-0E4C-BA08-7730-83F4EA28611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3" name="Group 802">
                <a:extLst>
                  <a:ext uri="{FF2B5EF4-FFF2-40B4-BE49-F238E27FC236}">
                    <a16:creationId xmlns:a16="http://schemas.microsoft.com/office/drawing/2014/main" id="{9E35FFDF-EDA2-0CDC-260C-8A985D43C273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88" name="Group 887">
                  <a:extLst>
                    <a:ext uri="{FF2B5EF4-FFF2-40B4-BE49-F238E27FC236}">
                      <a16:creationId xmlns:a16="http://schemas.microsoft.com/office/drawing/2014/main" id="{AA5FAEFA-BCE5-E9C2-6B5E-2172B264209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98" name="Oval 897">
                    <a:extLst>
                      <a:ext uri="{FF2B5EF4-FFF2-40B4-BE49-F238E27FC236}">
                        <a16:creationId xmlns:a16="http://schemas.microsoft.com/office/drawing/2014/main" id="{2EB2C9E1-3006-A5CF-C9DD-D79565DFF97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9" name="Oval 898">
                    <a:extLst>
                      <a:ext uri="{FF2B5EF4-FFF2-40B4-BE49-F238E27FC236}">
                        <a16:creationId xmlns:a16="http://schemas.microsoft.com/office/drawing/2014/main" id="{2E524DE1-C1F0-4663-625E-7EC0CF393E2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0" name="Oval 899">
                    <a:extLst>
                      <a:ext uri="{FF2B5EF4-FFF2-40B4-BE49-F238E27FC236}">
                        <a16:creationId xmlns:a16="http://schemas.microsoft.com/office/drawing/2014/main" id="{1FDD8CA7-A771-DD69-0788-228612442E9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89" name="Group 888">
                  <a:extLst>
                    <a:ext uri="{FF2B5EF4-FFF2-40B4-BE49-F238E27FC236}">
                      <a16:creationId xmlns:a16="http://schemas.microsoft.com/office/drawing/2014/main" id="{B28D38C4-BAD8-4159-3E8E-BEEF4ADFADF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96" name="Oval 895">
                    <a:extLst>
                      <a:ext uri="{FF2B5EF4-FFF2-40B4-BE49-F238E27FC236}">
                        <a16:creationId xmlns:a16="http://schemas.microsoft.com/office/drawing/2014/main" id="{58D13942-18FA-8819-483B-F1F006098B9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7" name="Oval 896">
                    <a:extLst>
                      <a:ext uri="{FF2B5EF4-FFF2-40B4-BE49-F238E27FC236}">
                        <a16:creationId xmlns:a16="http://schemas.microsoft.com/office/drawing/2014/main" id="{37040D42-4BFB-0463-38AD-FB6D46E84CA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90" name="Group 889">
                  <a:extLst>
                    <a:ext uri="{FF2B5EF4-FFF2-40B4-BE49-F238E27FC236}">
                      <a16:creationId xmlns:a16="http://schemas.microsoft.com/office/drawing/2014/main" id="{509AE4F6-4629-2698-CD32-A0B5A733EFE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94" name="Oval 893">
                    <a:extLst>
                      <a:ext uri="{FF2B5EF4-FFF2-40B4-BE49-F238E27FC236}">
                        <a16:creationId xmlns:a16="http://schemas.microsoft.com/office/drawing/2014/main" id="{D07FF104-977A-A6DD-3B0B-91C9ED7A382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5" name="Oval 894">
                    <a:extLst>
                      <a:ext uri="{FF2B5EF4-FFF2-40B4-BE49-F238E27FC236}">
                        <a16:creationId xmlns:a16="http://schemas.microsoft.com/office/drawing/2014/main" id="{74891963-B526-2032-6A27-5FEE50F72B6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B78EBD96-2A40-23D7-02A9-93F7E04D8EF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92" name="Rectangle: Rounded Corners 891">
                    <a:extLst>
                      <a:ext uri="{FF2B5EF4-FFF2-40B4-BE49-F238E27FC236}">
                        <a16:creationId xmlns:a16="http://schemas.microsoft.com/office/drawing/2014/main" id="{BFAA69D9-AB5B-FB60-1394-EDFC86B0AF3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3" name="Oval 892">
                    <a:extLst>
                      <a:ext uri="{FF2B5EF4-FFF2-40B4-BE49-F238E27FC236}">
                        <a16:creationId xmlns:a16="http://schemas.microsoft.com/office/drawing/2014/main" id="{130165CC-6828-6AAE-767F-4DFB28A5226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4" name="Group 803">
                <a:extLst>
                  <a:ext uri="{FF2B5EF4-FFF2-40B4-BE49-F238E27FC236}">
                    <a16:creationId xmlns:a16="http://schemas.microsoft.com/office/drawing/2014/main" id="{4E26F3E3-A83B-E646-2BA1-B74EABBAE03B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C2FACBED-44EE-55DF-95F9-20414EBCE32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85" name="Oval 884">
                    <a:extLst>
                      <a:ext uri="{FF2B5EF4-FFF2-40B4-BE49-F238E27FC236}">
                        <a16:creationId xmlns:a16="http://schemas.microsoft.com/office/drawing/2014/main" id="{B841F2C0-8124-BE06-1F16-BD81016CDC29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6" name="Oval 885">
                    <a:extLst>
                      <a:ext uri="{FF2B5EF4-FFF2-40B4-BE49-F238E27FC236}">
                        <a16:creationId xmlns:a16="http://schemas.microsoft.com/office/drawing/2014/main" id="{F161B00B-0849-3815-4B3C-F40FEA269A0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7" name="Oval 886">
                    <a:extLst>
                      <a:ext uri="{FF2B5EF4-FFF2-40B4-BE49-F238E27FC236}">
                        <a16:creationId xmlns:a16="http://schemas.microsoft.com/office/drawing/2014/main" id="{035CCD9E-65FE-C3A2-B8A9-85AEEF71456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76" name="Group 875">
                  <a:extLst>
                    <a:ext uri="{FF2B5EF4-FFF2-40B4-BE49-F238E27FC236}">
                      <a16:creationId xmlns:a16="http://schemas.microsoft.com/office/drawing/2014/main" id="{A26B6C1F-C23D-2F1B-970F-1333CF3A3E2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83" name="Oval 882">
                    <a:extLst>
                      <a:ext uri="{FF2B5EF4-FFF2-40B4-BE49-F238E27FC236}">
                        <a16:creationId xmlns:a16="http://schemas.microsoft.com/office/drawing/2014/main" id="{B7D75DA3-87F5-47E6-EDD6-6614A90F10E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4" name="Oval 883">
                    <a:extLst>
                      <a:ext uri="{FF2B5EF4-FFF2-40B4-BE49-F238E27FC236}">
                        <a16:creationId xmlns:a16="http://schemas.microsoft.com/office/drawing/2014/main" id="{303AAF56-096A-758A-8099-0D2791BD1D9C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77" name="Group 876">
                  <a:extLst>
                    <a:ext uri="{FF2B5EF4-FFF2-40B4-BE49-F238E27FC236}">
                      <a16:creationId xmlns:a16="http://schemas.microsoft.com/office/drawing/2014/main" id="{8CA5CE5D-A635-7186-C8A3-3CB5B92C36A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81" name="Oval 880">
                    <a:extLst>
                      <a:ext uri="{FF2B5EF4-FFF2-40B4-BE49-F238E27FC236}">
                        <a16:creationId xmlns:a16="http://schemas.microsoft.com/office/drawing/2014/main" id="{4A1FC379-EAB0-2227-DEAA-7D368550380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2" name="Oval 881">
                    <a:extLst>
                      <a:ext uri="{FF2B5EF4-FFF2-40B4-BE49-F238E27FC236}">
                        <a16:creationId xmlns:a16="http://schemas.microsoft.com/office/drawing/2014/main" id="{E9BE5228-2A23-E2E9-2BB0-7EBB97C98F7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1E3622C0-DD15-8655-97C8-123AC2BF9EF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79" name="Rectangle: Rounded Corners 878">
                    <a:extLst>
                      <a:ext uri="{FF2B5EF4-FFF2-40B4-BE49-F238E27FC236}">
                        <a16:creationId xmlns:a16="http://schemas.microsoft.com/office/drawing/2014/main" id="{5CB29EAD-174A-E043-FB3B-AD1145D6ACD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0" name="Oval 879">
                    <a:extLst>
                      <a:ext uri="{FF2B5EF4-FFF2-40B4-BE49-F238E27FC236}">
                        <a16:creationId xmlns:a16="http://schemas.microsoft.com/office/drawing/2014/main" id="{791DA294-A198-1E67-305A-B9F4144BB8C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5" name="Group 804">
                <a:extLst>
                  <a:ext uri="{FF2B5EF4-FFF2-40B4-BE49-F238E27FC236}">
                    <a16:creationId xmlns:a16="http://schemas.microsoft.com/office/drawing/2014/main" id="{2F0E2E8A-78F4-BEEA-76C8-5A9623F92105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62" name="Group 861">
                  <a:extLst>
                    <a:ext uri="{FF2B5EF4-FFF2-40B4-BE49-F238E27FC236}">
                      <a16:creationId xmlns:a16="http://schemas.microsoft.com/office/drawing/2014/main" id="{EF1FEE42-EB31-CC09-EE6F-DCDEA4DD113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72" name="Oval 871">
                    <a:extLst>
                      <a:ext uri="{FF2B5EF4-FFF2-40B4-BE49-F238E27FC236}">
                        <a16:creationId xmlns:a16="http://schemas.microsoft.com/office/drawing/2014/main" id="{44A0CCBC-973E-8966-802C-8F9071D28E1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3" name="Oval 872">
                    <a:extLst>
                      <a:ext uri="{FF2B5EF4-FFF2-40B4-BE49-F238E27FC236}">
                        <a16:creationId xmlns:a16="http://schemas.microsoft.com/office/drawing/2014/main" id="{A6C837C2-9508-3D1C-A97D-FA0081CFD07A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4" name="Oval 873">
                    <a:extLst>
                      <a:ext uri="{FF2B5EF4-FFF2-40B4-BE49-F238E27FC236}">
                        <a16:creationId xmlns:a16="http://schemas.microsoft.com/office/drawing/2014/main" id="{F8A4EB0A-09D8-B0D5-6629-B45590BD8233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1155E96C-D780-D913-CA0E-0AF28AD593A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70" name="Oval 869">
                    <a:extLst>
                      <a:ext uri="{FF2B5EF4-FFF2-40B4-BE49-F238E27FC236}">
                        <a16:creationId xmlns:a16="http://schemas.microsoft.com/office/drawing/2014/main" id="{1FE9AD75-3379-D6CE-D32C-500A935C866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1" name="Oval 870">
                    <a:extLst>
                      <a:ext uri="{FF2B5EF4-FFF2-40B4-BE49-F238E27FC236}">
                        <a16:creationId xmlns:a16="http://schemas.microsoft.com/office/drawing/2014/main" id="{BADA72E2-5E90-FCBD-2849-3F34B3B5696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64" name="Group 863">
                  <a:extLst>
                    <a:ext uri="{FF2B5EF4-FFF2-40B4-BE49-F238E27FC236}">
                      <a16:creationId xmlns:a16="http://schemas.microsoft.com/office/drawing/2014/main" id="{7AC85FB9-A511-92C6-A9DA-43D9EBEDEA2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68" name="Oval 867">
                    <a:extLst>
                      <a:ext uri="{FF2B5EF4-FFF2-40B4-BE49-F238E27FC236}">
                        <a16:creationId xmlns:a16="http://schemas.microsoft.com/office/drawing/2014/main" id="{3E783FAF-CFA3-24B4-4D11-A69271DA133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9" name="Oval 868">
                    <a:extLst>
                      <a:ext uri="{FF2B5EF4-FFF2-40B4-BE49-F238E27FC236}">
                        <a16:creationId xmlns:a16="http://schemas.microsoft.com/office/drawing/2014/main" id="{1B6FE9BB-6FEC-548C-5CF1-FDA650083F6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65" name="Group 864">
                  <a:extLst>
                    <a:ext uri="{FF2B5EF4-FFF2-40B4-BE49-F238E27FC236}">
                      <a16:creationId xmlns:a16="http://schemas.microsoft.com/office/drawing/2014/main" id="{5A49A55F-186A-E7A4-BE6F-6A2FDC41416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66" name="Rectangle: Rounded Corners 865">
                    <a:extLst>
                      <a:ext uri="{FF2B5EF4-FFF2-40B4-BE49-F238E27FC236}">
                        <a16:creationId xmlns:a16="http://schemas.microsoft.com/office/drawing/2014/main" id="{11619F1E-9C10-B53D-C8F6-14E8093D9F6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7" name="Oval 866">
                    <a:extLst>
                      <a:ext uri="{FF2B5EF4-FFF2-40B4-BE49-F238E27FC236}">
                        <a16:creationId xmlns:a16="http://schemas.microsoft.com/office/drawing/2014/main" id="{3A9E04DC-B3DE-D920-4822-13084C3BEA5E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6" name="Group 805">
                <a:extLst>
                  <a:ext uri="{FF2B5EF4-FFF2-40B4-BE49-F238E27FC236}">
                    <a16:creationId xmlns:a16="http://schemas.microsoft.com/office/drawing/2014/main" id="{D30B9AB7-4367-44AF-3F93-4C2252DA42D5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49" name="Group 848">
                  <a:extLst>
                    <a:ext uri="{FF2B5EF4-FFF2-40B4-BE49-F238E27FC236}">
                      <a16:creationId xmlns:a16="http://schemas.microsoft.com/office/drawing/2014/main" id="{E4F545CB-E017-E558-1C36-09036889AE1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59" name="Oval 858">
                    <a:extLst>
                      <a:ext uri="{FF2B5EF4-FFF2-40B4-BE49-F238E27FC236}">
                        <a16:creationId xmlns:a16="http://schemas.microsoft.com/office/drawing/2014/main" id="{283F1121-4639-E476-17C6-AB9A3D476AC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0" name="Oval 859">
                    <a:extLst>
                      <a:ext uri="{FF2B5EF4-FFF2-40B4-BE49-F238E27FC236}">
                        <a16:creationId xmlns:a16="http://schemas.microsoft.com/office/drawing/2014/main" id="{5516FE95-92B4-2514-9449-2B4B78A2593C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1" name="Oval 860">
                    <a:extLst>
                      <a:ext uri="{FF2B5EF4-FFF2-40B4-BE49-F238E27FC236}">
                        <a16:creationId xmlns:a16="http://schemas.microsoft.com/office/drawing/2014/main" id="{555BED13-1CA9-2DD0-1B86-EAEC0684F6B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50" name="Group 849">
                  <a:extLst>
                    <a:ext uri="{FF2B5EF4-FFF2-40B4-BE49-F238E27FC236}">
                      <a16:creationId xmlns:a16="http://schemas.microsoft.com/office/drawing/2014/main" id="{B3681782-242B-8A8C-994B-DF5E582C0E1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57" name="Oval 856">
                    <a:extLst>
                      <a:ext uri="{FF2B5EF4-FFF2-40B4-BE49-F238E27FC236}">
                        <a16:creationId xmlns:a16="http://schemas.microsoft.com/office/drawing/2014/main" id="{E12C58D3-3D00-F20B-7FE5-CB458CB466F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8" name="Oval 857">
                    <a:extLst>
                      <a:ext uri="{FF2B5EF4-FFF2-40B4-BE49-F238E27FC236}">
                        <a16:creationId xmlns:a16="http://schemas.microsoft.com/office/drawing/2014/main" id="{8B56D1E8-7B18-E3E1-30FA-E97F2106F97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51" name="Group 850">
                  <a:extLst>
                    <a:ext uri="{FF2B5EF4-FFF2-40B4-BE49-F238E27FC236}">
                      <a16:creationId xmlns:a16="http://schemas.microsoft.com/office/drawing/2014/main" id="{E2307F09-FB8E-1A5B-F03A-0E66037BA99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55" name="Oval 854">
                    <a:extLst>
                      <a:ext uri="{FF2B5EF4-FFF2-40B4-BE49-F238E27FC236}">
                        <a16:creationId xmlns:a16="http://schemas.microsoft.com/office/drawing/2014/main" id="{4596410C-B676-EE83-E0D9-29185A1F840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6" name="Oval 855">
                    <a:extLst>
                      <a:ext uri="{FF2B5EF4-FFF2-40B4-BE49-F238E27FC236}">
                        <a16:creationId xmlns:a16="http://schemas.microsoft.com/office/drawing/2014/main" id="{2CA2646A-F211-7AB9-1346-ED295CA5A61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52" name="Group 851">
                  <a:extLst>
                    <a:ext uri="{FF2B5EF4-FFF2-40B4-BE49-F238E27FC236}">
                      <a16:creationId xmlns:a16="http://schemas.microsoft.com/office/drawing/2014/main" id="{ED126FA5-873B-E206-5D66-5DC2BB28FB04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53" name="Rectangle: Rounded Corners 852">
                    <a:extLst>
                      <a:ext uri="{FF2B5EF4-FFF2-40B4-BE49-F238E27FC236}">
                        <a16:creationId xmlns:a16="http://schemas.microsoft.com/office/drawing/2014/main" id="{1BDFE76B-EC89-4391-2FE1-33FE585146E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4" name="Oval 853">
                    <a:extLst>
                      <a:ext uri="{FF2B5EF4-FFF2-40B4-BE49-F238E27FC236}">
                        <a16:creationId xmlns:a16="http://schemas.microsoft.com/office/drawing/2014/main" id="{4583918F-BC66-3D4D-3A18-9317432B163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7" name="Group 806">
                <a:extLst>
                  <a:ext uri="{FF2B5EF4-FFF2-40B4-BE49-F238E27FC236}">
                    <a16:creationId xmlns:a16="http://schemas.microsoft.com/office/drawing/2014/main" id="{3AC13E88-E1CF-20A7-CFDE-F6E0B4F0C7F3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36" name="Group 835">
                  <a:extLst>
                    <a:ext uri="{FF2B5EF4-FFF2-40B4-BE49-F238E27FC236}">
                      <a16:creationId xmlns:a16="http://schemas.microsoft.com/office/drawing/2014/main" id="{4BE095EA-6417-EBE4-95CB-3974AE985E3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46" name="Oval 845">
                    <a:extLst>
                      <a:ext uri="{FF2B5EF4-FFF2-40B4-BE49-F238E27FC236}">
                        <a16:creationId xmlns:a16="http://schemas.microsoft.com/office/drawing/2014/main" id="{3D543FAB-FF78-E0B6-63C7-1DB20BD5B64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7" name="Oval 846">
                    <a:extLst>
                      <a:ext uri="{FF2B5EF4-FFF2-40B4-BE49-F238E27FC236}">
                        <a16:creationId xmlns:a16="http://schemas.microsoft.com/office/drawing/2014/main" id="{8CB24FD7-F920-4EBC-71C6-2D18F37B5EEA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8" name="Oval 847">
                    <a:extLst>
                      <a:ext uri="{FF2B5EF4-FFF2-40B4-BE49-F238E27FC236}">
                        <a16:creationId xmlns:a16="http://schemas.microsoft.com/office/drawing/2014/main" id="{3EB4F0A9-90FB-AAA2-BE95-1F194950C8B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7" name="Group 836">
                  <a:extLst>
                    <a:ext uri="{FF2B5EF4-FFF2-40B4-BE49-F238E27FC236}">
                      <a16:creationId xmlns:a16="http://schemas.microsoft.com/office/drawing/2014/main" id="{7DAC8F03-1666-2F83-5383-759567DD907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44" name="Oval 843">
                    <a:extLst>
                      <a:ext uri="{FF2B5EF4-FFF2-40B4-BE49-F238E27FC236}">
                        <a16:creationId xmlns:a16="http://schemas.microsoft.com/office/drawing/2014/main" id="{DB709ADF-7FC4-ED6A-3C3B-26B03FA7EE4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5" name="Oval 844">
                    <a:extLst>
                      <a:ext uri="{FF2B5EF4-FFF2-40B4-BE49-F238E27FC236}">
                        <a16:creationId xmlns:a16="http://schemas.microsoft.com/office/drawing/2014/main" id="{1F098C94-55AA-DEFD-B14C-9F522E7E253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8" name="Group 837">
                  <a:extLst>
                    <a:ext uri="{FF2B5EF4-FFF2-40B4-BE49-F238E27FC236}">
                      <a16:creationId xmlns:a16="http://schemas.microsoft.com/office/drawing/2014/main" id="{584076A4-FBDA-9705-4186-20FBB57C014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42" name="Oval 841">
                    <a:extLst>
                      <a:ext uri="{FF2B5EF4-FFF2-40B4-BE49-F238E27FC236}">
                        <a16:creationId xmlns:a16="http://schemas.microsoft.com/office/drawing/2014/main" id="{1F8FE9ED-7D41-F276-28EF-CF58267386D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3" name="Oval 842">
                    <a:extLst>
                      <a:ext uri="{FF2B5EF4-FFF2-40B4-BE49-F238E27FC236}">
                        <a16:creationId xmlns:a16="http://schemas.microsoft.com/office/drawing/2014/main" id="{7582B6B7-4DB1-F794-AFB2-FC5A88F6FBD4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9" name="Group 838">
                  <a:extLst>
                    <a:ext uri="{FF2B5EF4-FFF2-40B4-BE49-F238E27FC236}">
                      <a16:creationId xmlns:a16="http://schemas.microsoft.com/office/drawing/2014/main" id="{B2DE3762-10CA-4D30-4B2E-221E450E7CA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40" name="Rectangle: Rounded Corners 839">
                    <a:extLst>
                      <a:ext uri="{FF2B5EF4-FFF2-40B4-BE49-F238E27FC236}">
                        <a16:creationId xmlns:a16="http://schemas.microsoft.com/office/drawing/2014/main" id="{7D0A7A9E-D18C-3D17-9E0E-44A248C4023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1" name="Oval 840">
                    <a:extLst>
                      <a:ext uri="{FF2B5EF4-FFF2-40B4-BE49-F238E27FC236}">
                        <a16:creationId xmlns:a16="http://schemas.microsoft.com/office/drawing/2014/main" id="{3610C532-C3FE-51FD-2531-CF8C00A667A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66286B67-3B73-56D0-0B70-41428B1E6C72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23" name="Group 822">
                  <a:extLst>
                    <a:ext uri="{FF2B5EF4-FFF2-40B4-BE49-F238E27FC236}">
                      <a16:creationId xmlns:a16="http://schemas.microsoft.com/office/drawing/2014/main" id="{1322A061-7B7B-F61C-D164-48B63407EEF3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29188131-5D42-B375-59B6-826086C1AD3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4" name="Oval 833">
                    <a:extLst>
                      <a:ext uri="{FF2B5EF4-FFF2-40B4-BE49-F238E27FC236}">
                        <a16:creationId xmlns:a16="http://schemas.microsoft.com/office/drawing/2014/main" id="{BEED4AA3-24A9-79E0-28BD-5920D2A2ED52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5" name="Oval 834">
                    <a:extLst>
                      <a:ext uri="{FF2B5EF4-FFF2-40B4-BE49-F238E27FC236}">
                        <a16:creationId xmlns:a16="http://schemas.microsoft.com/office/drawing/2014/main" id="{FD12AC2A-A765-476D-50EF-01FE2FF3E7C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24" name="Group 823">
                  <a:extLst>
                    <a:ext uri="{FF2B5EF4-FFF2-40B4-BE49-F238E27FC236}">
                      <a16:creationId xmlns:a16="http://schemas.microsoft.com/office/drawing/2014/main" id="{8578B99D-E03A-1688-0233-6AC7C99DF12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31" name="Oval 830">
                    <a:extLst>
                      <a:ext uri="{FF2B5EF4-FFF2-40B4-BE49-F238E27FC236}">
                        <a16:creationId xmlns:a16="http://schemas.microsoft.com/office/drawing/2014/main" id="{81956EF6-659B-F346-7051-DD3D6337F34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2" name="Oval 831">
                    <a:extLst>
                      <a:ext uri="{FF2B5EF4-FFF2-40B4-BE49-F238E27FC236}">
                        <a16:creationId xmlns:a16="http://schemas.microsoft.com/office/drawing/2014/main" id="{9BC85ED7-7537-653C-D657-5B6F58718BB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0F6A9281-692F-AF37-3C4A-45618626764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29" name="Oval 828">
                    <a:extLst>
                      <a:ext uri="{FF2B5EF4-FFF2-40B4-BE49-F238E27FC236}">
                        <a16:creationId xmlns:a16="http://schemas.microsoft.com/office/drawing/2014/main" id="{A0CA00CB-BFE2-5975-3928-B9EAD2D4695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0" name="Oval 829">
                    <a:extLst>
                      <a:ext uri="{FF2B5EF4-FFF2-40B4-BE49-F238E27FC236}">
                        <a16:creationId xmlns:a16="http://schemas.microsoft.com/office/drawing/2014/main" id="{1F0ABA5E-1ECB-E2A4-1558-A69EFF6D5E3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26" name="Group 825">
                  <a:extLst>
                    <a:ext uri="{FF2B5EF4-FFF2-40B4-BE49-F238E27FC236}">
                      <a16:creationId xmlns:a16="http://schemas.microsoft.com/office/drawing/2014/main" id="{9C3B8407-4AFC-49BA-3DD8-632406B22024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27" name="Rectangle: Rounded Corners 826">
                    <a:extLst>
                      <a:ext uri="{FF2B5EF4-FFF2-40B4-BE49-F238E27FC236}">
                        <a16:creationId xmlns:a16="http://schemas.microsoft.com/office/drawing/2014/main" id="{C1357FF0-FFAE-AE67-DA84-51DE15726B4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8" name="Oval 827">
                    <a:extLst>
                      <a:ext uri="{FF2B5EF4-FFF2-40B4-BE49-F238E27FC236}">
                        <a16:creationId xmlns:a16="http://schemas.microsoft.com/office/drawing/2014/main" id="{C6301AA6-8A1E-BBAB-B065-299334C2802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09" name="Group 808">
                <a:extLst>
                  <a:ext uri="{FF2B5EF4-FFF2-40B4-BE49-F238E27FC236}">
                    <a16:creationId xmlns:a16="http://schemas.microsoft.com/office/drawing/2014/main" id="{11EF5F9A-0790-EBF2-6C34-FD9014DCEA65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810" name="Group 809">
                  <a:extLst>
                    <a:ext uri="{FF2B5EF4-FFF2-40B4-BE49-F238E27FC236}">
                      <a16:creationId xmlns:a16="http://schemas.microsoft.com/office/drawing/2014/main" id="{A110B8CA-42CE-7D82-FD8A-AA79C1064FA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820" name="Oval 819">
                    <a:extLst>
                      <a:ext uri="{FF2B5EF4-FFF2-40B4-BE49-F238E27FC236}">
                        <a16:creationId xmlns:a16="http://schemas.microsoft.com/office/drawing/2014/main" id="{A352ECB4-3093-4C8C-FF57-38C17C1A0E6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1" name="Oval 820">
                    <a:extLst>
                      <a:ext uri="{FF2B5EF4-FFF2-40B4-BE49-F238E27FC236}">
                        <a16:creationId xmlns:a16="http://schemas.microsoft.com/office/drawing/2014/main" id="{2BBDA1A2-BA64-563F-3151-39F9763B372A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2" name="Oval 821">
                    <a:extLst>
                      <a:ext uri="{FF2B5EF4-FFF2-40B4-BE49-F238E27FC236}">
                        <a16:creationId xmlns:a16="http://schemas.microsoft.com/office/drawing/2014/main" id="{DF24B138-9E4E-974D-2FE0-54338BFDC06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11" name="Group 810">
                  <a:extLst>
                    <a:ext uri="{FF2B5EF4-FFF2-40B4-BE49-F238E27FC236}">
                      <a16:creationId xmlns:a16="http://schemas.microsoft.com/office/drawing/2014/main" id="{BC75C968-BBFA-0C19-83B2-5C4B02A9D0C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818" name="Oval 817">
                    <a:extLst>
                      <a:ext uri="{FF2B5EF4-FFF2-40B4-BE49-F238E27FC236}">
                        <a16:creationId xmlns:a16="http://schemas.microsoft.com/office/drawing/2014/main" id="{05EC480D-CE47-6AD4-5127-7B7637AABED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9" name="Oval 818">
                    <a:extLst>
                      <a:ext uri="{FF2B5EF4-FFF2-40B4-BE49-F238E27FC236}">
                        <a16:creationId xmlns:a16="http://schemas.microsoft.com/office/drawing/2014/main" id="{2FB49CB2-BD91-DEA3-F78A-834C129EE50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12" name="Group 811">
                  <a:extLst>
                    <a:ext uri="{FF2B5EF4-FFF2-40B4-BE49-F238E27FC236}">
                      <a16:creationId xmlns:a16="http://schemas.microsoft.com/office/drawing/2014/main" id="{F6774F3C-D1EC-9145-B4B0-83415AAAA47F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816" name="Oval 815">
                    <a:extLst>
                      <a:ext uri="{FF2B5EF4-FFF2-40B4-BE49-F238E27FC236}">
                        <a16:creationId xmlns:a16="http://schemas.microsoft.com/office/drawing/2014/main" id="{8E79162A-C69D-8260-B7B2-8A24E27E90D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7" name="Oval 816">
                    <a:extLst>
                      <a:ext uri="{FF2B5EF4-FFF2-40B4-BE49-F238E27FC236}">
                        <a16:creationId xmlns:a16="http://schemas.microsoft.com/office/drawing/2014/main" id="{D5DDD1B8-7154-0CA1-5125-63281A0C5DC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13" name="Group 812">
                  <a:extLst>
                    <a:ext uri="{FF2B5EF4-FFF2-40B4-BE49-F238E27FC236}">
                      <a16:creationId xmlns:a16="http://schemas.microsoft.com/office/drawing/2014/main" id="{C0F4FF7F-F280-97F9-2470-E02E779F856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814" name="Rectangle: Rounded Corners 813">
                    <a:extLst>
                      <a:ext uri="{FF2B5EF4-FFF2-40B4-BE49-F238E27FC236}">
                        <a16:creationId xmlns:a16="http://schemas.microsoft.com/office/drawing/2014/main" id="{128A02E6-9149-68A1-2709-01171FDBFBC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5" name="Oval 814">
                    <a:extLst>
                      <a:ext uri="{FF2B5EF4-FFF2-40B4-BE49-F238E27FC236}">
                        <a16:creationId xmlns:a16="http://schemas.microsoft.com/office/drawing/2014/main" id="{DB1399E4-EBF2-91B8-3A12-C8D2251E69A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66" name="Group 965">
              <a:extLst>
                <a:ext uri="{FF2B5EF4-FFF2-40B4-BE49-F238E27FC236}">
                  <a16:creationId xmlns:a16="http://schemas.microsoft.com/office/drawing/2014/main" id="{189FD142-BD4C-562E-5837-A38F31A00721}"/>
                </a:ext>
              </a:extLst>
            </p:cNvPr>
            <p:cNvGrpSpPr/>
            <p:nvPr/>
          </p:nvGrpSpPr>
          <p:grpSpPr>
            <a:xfrm>
              <a:off x="6889431" y="3437761"/>
              <a:ext cx="1203678" cy="1169668"/>
              <a:chOff x="5881450" y="2069218"/>
              <a:chExt cx="2397152" cy="2488324"/>
            </a:xfrm>
          </p:grpSpPr>
          <p:grpSp>
            <p:nvGrpSpPr>
              <p:cNvPr id="967" name="Group 966">
                <a:extLst>
                  <a:ext uri="{FF2B5EF4-FFF2-40B4-BE49-F238E27FC236}">
                    <a16:creationId xmlns:a16="http://schemas.microsoft.com/office/drawing/2014/main" id="{77778BB6-969E-F71C-7080-7C1D81E8B46F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22" name="Group 1121">
                  <a:extLst>
                    <a:ext uri="{FF2B5EF4-FFF2-40B4-BE49-F238E27FC236}">
                      <a16:creationId xmlns:a16="http://schemas.microsoft.com/office/drawing/2014/main" id="{0C16CDFD-3EE2-36DD-6626-30EFE60E726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32" name="Oval 1131">
                    <a:extLst>
                      <a:ext uri="{FF2B5EF4-FFF2-40B4-BE49-F238E27FC236}">
                        <a16:creationId xmlns:a16="http://schemas.microsoft.com/office/drawing/2014/main" id="{999A7EC0-E51F-5AB5-58C5-5587F7C35ACF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3" name="Oval 1132">
                    <a:extLst>
                      <a:ext uri="{FF2B5EF4-FFF2-40B4-BE49-F238E27FC236}">
                        <a16:creationId xmlns:a16="http://schemas.microsoft.com/office/drawing/2014/main" id="{F43ACC18-9EEC-DBB6-7290-CD3BED7F95A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4" name="Oval 1133">
                    <a:extLst>
                      <a:ext uri="{FF2B5EF4-FFF2-40B4-BE49-F238E27FC236}">
                        <a16:creationId xmlns:a16="http://schemas.microsoft.com/office/drawing/2014/main" id="{88D8A8B1-531E-0821-1B6D-EF91AFFB6AC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23" name="Group 1122">
                  <a:extLst>
                    <a:ext uri="{FF2B5EF4-FFF2-40B4-BE49-F238E27FC236}">
                      <a16:creationId xmlns:a16="http://schemas.microsoft.com/office/drawing/2014/main" id="{8B3E3CF6-91AC-219F-6E0F-EE6E286A2B0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30" name="Oval 1129">
                    <a:extLst>
                      <a:ext uri="{FF2B5EF4-FFF2-40B4-BE49-F238E27FC236}">
                        <a16:creationId xmlns:a16="http://schemas.microsoft.com/office/drawing/2014/main" id="{0A3105B3-9308-F649-9EC8-0997062F277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1" name="Oval 1130">
                    <a:extLst>
                      <a:ext uri="{FF2B5EF4-FFF2-40B4-BE49-F238E27FC236}">
                        <a16:creationId xmlns:a16="http://schemas.microsoft.com/office/drawing/2014/main" id="{670F45F6-DAEA-CB0F-DE9E-1F820EF5DBC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24" name="Group 1123">
                  <a:extLst>
                    <a:ext uri="{FF2B5EF4-FFF2-40B4-BE49-F238E27FC236}">
                      <a16:creationId xmlns:a16="http://schemas.microsoft.com/office/drawing/2014/main" id="{5AEB7CB1-6066-C7A3-BD99-C7C02B3CC4C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28" name="Oval 1127">
                    <a:extLst>
                      <a:ext uri="{FF2B5EF4-FFF2-40B4-BE49-F238E27FC236}">
                        <a16:creationId xmlns:a16="http://schemas.microsoft.com/office/drawing/2014/main" id="{7BFB3436-9E29-E567-866A-AD68F74EB9D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9" name="Oval 1128">
                    <a:extLst>
                      <a:ext uri="{FF2B5EF4-FFF2-40B4-BE49-F238E27FC236}">
                        <a16:creationId xmlns:a16="http://schemas.microsoft.com/office/drawing/2014/main" id="{00D62649-856A-B4D4-862E-FD2C022768B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25" name="Group 1124">
                  <a:extLst>
                    <a:ext uri="{FF2B5EF4-FFF2-40B4-BE49-F238E27FC236}">
                      <a16:creationId xmlns:a16="http://schemas.microsoft.com/office/drawing/2014/main" id="{5C6D5244-D5BD-49AC-2355-1DA88BC8E50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26" name="Rectangle: Rounded Corners 1125">
                    <a:extLst>
                      <a:ext uri="{FF2B5EF4-FFF2-40B4-BE49-F238E27FC236}">
                        <a16:creationId xmlns:a16="http://schemas.microsoft.com/office/drawing/2014/main" id="{22ADBECA-48C9-9AF2-F056-6D78C15C4AA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7" name="Oval 1126">
                    <a:extLst>
                      <a:ext uri="{FF2B5EF4-FFF2-40B4-BE49-F238E27FC236}">
                        <a16:creationId xmlns:a16="http://schemas.microsoft.com/office/drawing/2014/main" id="{73C9CF7A-5994-A3B7-9063-60040F9A5C6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68" name="Group 967">
                <a:extLst>
                  <a:ext uri="{FF2B5EF4-FFF2-40B4-BE49-F238E27FC236}">
                    <a16:creationId xmlns:a16="http://schemas.microsoft.com/office/drawing/2014/main" id="{50949B6B-3ED1-C6C0-0F33-91A6A8C10648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09" name="Group 1108">
                  <a:extLst>
                    <a:ext uri="{FF2B5EF4-FFF2-40B4-BE49-F238E27FC236}">
                      <a16:creationId xmlns:a16="http://schemas.microsoft.com/office/drawing/2014/main" id="{8AE275B4-0B43-F6D6-17E0-3A07DFD047B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19" name="Oval 1118">
                    <a:extLst>
                      <a:ext uri="{FF2B5EF4-FFF2-40B4-BE49-F238E27FC236}">
                        <a16:creationId xmlns:a16="http://schemas.microsoft.com/office/drawing/2014/main" id="{D687FADF-5EFD-AF72-4DB6-D4E9D00CF04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0" name="Oval 1119">
                    <a:extLst>
                      <a:ext uri="{FF2B5EF4-FFF2-40B4-BE49-F238E27FC236}">
                        <a16:creationId xmlns:a16="http://schemas.microsoft.com/office/drawing/2014/main" id="{19EB8FEA-848D-34B1-444D-F091B2C175A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1" name="Oval 1120">
                    <a:extLst>
                      <a:ext uri="{FF2B5EF4-FFF2-40B4-BE49-F238E27FC236}">
                        <a16:creationId xmlns:a16="http://schemas.microsoft.com/office/drawing/2014/main" id="{1103AF08-E8BB-AE43-16CC-49808E9C1CF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0" name="Group 1109">
                  <a:extLst>
                    <a:ext uri="{FF2B5EF4-FFF2-40B4-BE49-F238E27FC236}">
                      <a16:creationId xmlns:a16="http://schemas.microsoft.com/office/drawing/2014/main" id="{70A2CD88-1A3B-80D6-E088-F9327C601D64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17" name="Oval 1116">
                    <a:extLst>
                      <a:ext uri="{FF2B5EF4-FFF2-40B4-BE49-F238E27FC236}">
                        <a16:creationId xmlns:a16="http://schemas.microsoft.com/office/drawing/2014/main" id="{4AF5F588-65FF-5A05-D5B9-4C7F47280AE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8" name="Oval 1117">
                    <a:extLst>
                      <a:ext uri="{FF2B5EF4-FFF2-40B4-BE49-F238E27FC236}">
                        <a16:creationId xmlns:a16="http://schemas.microsoft.com/office/drawing/2014/main" id="{34CCE136-4CB8-7EB3-9AA9-A0DF8EA8BBB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1" name="Group 1110">
                  <a:extLst>
                    <a:ext uri="{FF2B5EF4-FFF2-40B4-BE49-F238E27FC236}">
                      <a16:creationId xmlns:a16="http://schemas.microsoft.com/office/drawing/2014/main" id="{0A984EFA-BC7E-49A9-CFF9-67B7025F9F6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15" name="Oval 1114">
                    <a:extLst>
                      <a:ext uri="{FF2B5EF4-FFF2-40B4-BE49-F238E27FC236}">
                        <a16:creationId xmlns:a16="http://schemas.microsoft.com/office/drawing/2014/main" id="{B1F472B0-B2AE-4688-BE93-253D1436C215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6" name="Oval 1115">
                    <a:extLst>
                      <a:ext uri="{FF2B5EF4-FFF2-40B4-BE49-F238E27FC236}">
                        <a16:creationId xmlns:a16="http://schemas.microsoft.com/office/drawing/2014/main" id="{B04A2846-3814-BEAC-8407-0D816F57E50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2" name="Group 1111">
                  <a:extLst>
                    <a:ext uri="{FF2B5EF4-FFF2-40B4-BE49-F238E27FC236}">
                      <a16:creationId xmlns:a16="http://schemas.microsoft.com/office/drawing/2014/main" id="{C96AF33D-2BCB-F459-465C-DBEB6DEB271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13" name="Rectangle: Rounded Corners 1112">
                    <a:extLst>
                      <a:ext uri="{FF2B5EF4-FFF2-40B4-BE49-F238E27FC236}">
                        <a16:creationId xmlns:a16="http://schemas.microsoft.com/office/drawing/2014/main" id="{3237BA94-EBB2-C382-C135-5EF254F1CDA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4" name="Oval 1113">
                    <a:extLst>
                      <a:ext uri="{FF2B5EF4-FFF2-40B4-BE49-F238E27FC236}">
                        <a16:creationId xmlns:a16="http://schemas.microsoft.com/office/drawing/2014/main" id="{4C0663CF-B0DE-615A-67AD-4D33ADCEB24E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69" name="Group 968">
                <a:extLst>
                  <a:ext uri="{FF2B5EF4-FFF2-40B4-BE49-F238E27FC236}">
                    <a16:creationId xmlns:a16="http://schemas.microsoft.com/office/drawing/2014/main" id="{E4DB870B-BF5C-10DF-7EDA-B9AC6F60D245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96" name="Group 1095">
                  <a:extLst>
                    <a:ext uri="{FF2B5EF4-FFF2-40B4-BE49-F238E27FC236}">
                      <a16:creationId xmlns:a16="http://schemas.microsoft.com/office/drawing/2014/main" id="{EBD010C7-C878-1AE6-4D7A-AE370B25986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06" name="Oval 1105">
                    <a:extLst>
                      <a:ext uri="{FF2B5EF4-FFF2-40B4-BE49-F238E27FC236}">
                        <a16:creationId xmlns:a16="http://schemas.microsoft.com/office/drawing/2014/main" id="{45FE3570-1F1F-2F12-4CA1-D932C8ABFD9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7" name="Oval 1106">
                    <a:extLst>
                      <a:ext uri="{FF2B5EF4-FFF2-40B4-BE49-F238E27FC236}">
                        <a16:creationId xmlns:a16="http://schemas.microsoft.com/office/drawing/2014/main" id="{AB422D47-4015-79F4-98FB-7DB057AF3401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8" name="Oval 1107">
                    <a:extLst>
                      <a:ext uri="{FF2B5EF4-FFF2-40B4-BE49-F238E27FC236}">
                        <a16:creationId xmlns:a16="http://schemas.microsoft.com/office/drawing/2014/main" id="{8232E716-23A9-47B6-896E-365399310F8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97" name="Group 1096">
                  <a:extLst>
                    <a:ext uri="{FF2B5EF4-FFF2-40B4-BE49-F238E27FC236}">
                      <a16:creationId xmlns:a16="http://schemas.microsoft.com/office/drawing/2014/main" id="{54B67F5C-AA09-CA98-85D5-4A75579DCCD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04" name="Oval 1103">
                    <a:extLst>
                      <a:ext uri="{FF2B5EF4-FFF2-40B4-BE49-F238E27FC236}">
                        <a16:creationId xmlns:a16="http://schemas.microsoft.com/office/drawing/2014/main" id="{22FB1CF2-6840-6CB9-1A3C-1C24ED737A7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5" name="Oval 1104">
                    <a:extLst>
                      <a:ext uri="{FF2B5EF4-FFF2-40B4-BE49-F238E27FC236}">
                        <a16:creationId xmlns:a16="http://schemas.microsoft.com/office/drawing/2014/main" id="{4D0A8154-CB2A-8309-722B-BC3819CA596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98" name="Group 1097">
                  <a:extLst>
                    <a:ext uri="{FF2B5EF4-FFF2-40B4-BE49-F238E27FC236}">
                      <a16:creationId xmlns:a16="http://schemas.microsoft.com/office/drawing/2014/main" id="{0099799A-5FB9-860C-A64C-3148F87484C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02" name="Oval 1101">
                    <a:extLst>
                      <a:ext uri="{FF2B5EF4-FFF2-40B4-BE49-F238E27FC236}">
                        <a16:creationId xmlns:a16="http://schemas.microsoft.com/office/drawing/2014/main" id="{DFE895B3-E80C-6D17-E189-C3F010CEB779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3" name="Oval 1102">
                    <a:extLst>
                      <a:ext uri="{FF2B5EF4-FFF2-40B4-BE49-F238E27FC236}">
                        <a16:creationId xmlns:a16="http://schemas.microsoft.com/office/drawing/2014/main" id="{139B4054-98BC-D7FF-4737-6D1B94102D0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99" name="Group 1098">
                  <a:extLst>
                    <a:ext uri="{FF2B5EF4-FFF2-40B4-BE49-F238E27FC236}">
                      <a16:creationId xmlns:a16="http://schemas.microsoft.com/office/drawing/2014/main" id="{CD41D050-CEB9-1986-72BC-6406CB339311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00" name="Rectangle: Rounded Corners 1099">
                    <a:extLst>
                      <a:ext uri="{FF2B5EF4-FFF2-40B4-BE49-F238E27FC236}">
                        <a16:creationId xmlns:a16="http://schemas.microsoft.com/office/drawing/2014/main" id="{7D79950B-15FC-6FFC-1443-F70B2BF0BE3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1" name="Oval 1100">
                    <a:extLst>
                      <a:ext uri="{FF2B5EF4-FFF2-40B4-BE49-F238E27FC236}">
                        <a16:creationId xmlns:a16="http://schemas.microsoft.com/office/drawing/2014/main" id="{5737A0D4-83B3-5905-F2D9-181D71B218A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0" name="Group 969">
                <a:extLst>
                  <a:ext uri="{FF2B5EF4-FFF2-40B4-BE49-F238E27FC236}">
                    <a16:creationId xmlns:a16="http://schemas.microsoft.com/office/drawing/2014/main" id="{C6694A6F-D21F-5A66-47E9-9F956EC629B0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83" name="Group 1082">
                  <a:extLst>
                    <a:ext uri="{FF2B5EF4-FFF2-40B4-BE49-F238E27FC236}">
                      <a16:creationId xmlns:a16="http://schemas.microsoft.com/office/drawing/2014/main" id="{A7BA2160-7D4E-E660-5776-A338AA811E7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93" name="Oval 1092">
                    <a:extLst>
                      <a:ext uri="{FF2B5EF4-FFF2-40B4-BE49-F238E27FC236}">
                        <a16:creationId xmlns:a16="http://schemas.microsoft.com/office/drawing/2014/main" id="{1750EC0C-002F-4535-9FFA-1CB97189DAF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4" name="Oval 1093">
                    <a:extLst>
                      <a:ext uri="{FF2B5EF4-FFF2-40B4-BE49-F238E27FC236}">
                        <a16:creationId xmlns:a16="http://schemas.microsoft.com/office/drawing/2014/main" id="{7FE3B150-6DBA-BB54-570F-179492DDAD3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5" name="Oval 1094">
                    <a:extLst>
                      <a:ext uri="{FF2B5EF4-FFF2-40B4-BE49-F238E27FC236}">
                        <a16:creationId xmlns:a16="http://schemas.microsoft.com/office/drawing/2014/main" id="{91FC7DF3-5EE8-EA64-FDF0-124F420A102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84" name="Group 1083">
                  <a:extLst>
                    <a:ext uri="{FF2B5EF4-FFF2-40B4-BE49-F238E27FC236}">
                      <a16:creationId xmlns:a16="http://schemas.microsoft.com/office/drawing/2014/main" id="{FC4078AA-5A80-0EBA-41F9-A4ECC2787DAE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91" name="Oval 1090">
                    <a:extLst>
                      <a:ext uri="{FF2B5EF4-FFF2-40B4-BE49-F238E27FC236}">
                        <a16:creationId xmlns:a16="http://schemas.microsoft.com/office/drawing/2014/main" id="{E102B869-7934-44D0-5A5E-93CA3723018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2" name="Oval 1091">
                    <a:extLst>
                      <a:ext uri="{FF2B5EF4-FFF2-40B4-BE49-F238E27FC236}">
                        <a16:creationId xmlns:a16="http://schemas.microsoft.com/office/drawing/2014/main" id="{405E1E55-D422-F9D0-09A8-77FDBB4782A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85" name="Group 1084">
                  <a:extLst>
                    <a:ext uri="{FF2B5EF4-FFF2-40B4-BE49-F238E27FC236}">
                      <a16:creationId xmlns:a16="http://schemas.microsoft.com/office/drawing/2014/main" id="{019C3596-D812-CF16-F849-103D4135E31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89" name="Oval 1088">
                    <a:extLst>
                      <a:ext uri="{FF2B5EF4-FFF2-40B4-BE49-F238E27FC236}">
                        <a16:creationId xmlns:a16="http://schemas.microsoft.com/office/drawing/2014/main" id="{8D66A60A-EE48-6977-AE65-646EB90AEFC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0" name="Oval 1089">
                    <a:extLst>
                      <a:ext uri="{FF2B5EF4-FFF2-40B4-BE49-F238E27FC236}">
                        <a16:creationId xmlns:a16="http://schemas.microsoft.com/office/drawing/2014/main" id="{3155B3E2-D046-4D0F-6BE6-553922841499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86" name="Group 1085">
                  <a:extLst>
                    <a:ext uri="{FF2B5EF4-FFF2-40B4-BE49-F238E27FC236}">
                      <a16:creationId xmlns:a16="http://schemas.microsoft.com/office/drawing/2014/main" id="{700371FC-CF8E-04B2-AB5D-B68C5F4F2CFE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87" name="Rectangle: Rounded Corners 1086">
                    <a:extLst>
                      <a:ext uri="{FF2B5EF4-FFF2-40B4-BE49-F238E27FC236}">
                        <a16:creationId xmlns:a16="http://schemas.microsoft.com/office/drawing/2014/main" id="{15E963EA-EC7A-DAA1-C14C-0CA8C476AA5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8" name="Oval 1087">
                    <a:extLst>
                      <a:ext uri="{FF2B5EF4-FFF2-40B4-BE49-F238E27FC236}">
                        <a16:creationId xmlns:a16="http://schemas.microsoft.com/office/drawing/2014/main" id="{A02C3EB8-3DE1-733A-DD29-FBB4866E60D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1" name="Group 970">
                <a:extLst>
                  <a:ext uri="{FF2B5EF4-FFF2-40B4-BE49-F238E27FC236}">
                    <a16:creationId xmlns:a16="http://schemas.microsoft.com/office/drawing/2014/main" id="{D2C452A2-AF24-9FDA-36B7-D0F0ECC982BA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70" name="Group 1069">
                  <a:extLst>
                    <a:ext uri="{FF2B5EF4-FFF2-40B4-BE49-F238E27FC236}">
                      <a16:creationId xmlns:a16="http://schemas.microsoft.com/office/drawing/2014/main" id="{F5F666E0-CEA5-D832-6651-93210AC525C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80" name="Oval 1079">
                    <a:extLst>
                      <a:ext uri="{FF2B5EF4-FFF2-40B4-BE49-F238E27FC236}">
                        <a16:creationId xmlns:a16="http://schemas.microsoft.com/office/drawing/2014/main" id="{8CB1155C-3A57-7CA5-7135-BBC129FD182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1" name="Oval 1080">
                    <a:extLst>
                      <a:ext uri="{FF2B5EF4-FFF2-40B4-BE49-F238E27FC236}">
                        <a16:creationId xmlns:a16="http://schemas.microsoft.com/office/drawing/2014/main" id="{F459BA64-C36D-AE48-BFC4-491D311E1AB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2" name="Oval 1081">
                    <a:extLst>
                      <a:ext uri="{FF2B5EF4-FFF2-40B4-BE49-F238E27FC236}">
                        <a16:creationId xmlns:a16="http://schemas.microsoft.com/office/drawing/2014/main" id="{754A6837-E241-31FD-51F3-A8F2C0BA395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1" name="Group 1070">
                  <a:extLst>
                    <a:ext uri="{FF2B5EF4-FFF2-40B4-BE49-F238E27FC236}">
                      <a16:creationId xmlns:a16="http://schemas.microsoft.com/office/drawing/2014/main" id="{931C34B7-4CE3-3CC8-6702-0F35CEE7453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78" name="Oval 1077">
                    <a:extLst>
                      <a:ext uri="{FF2B5EF4-FFF2-40B4-BE49-F238E27FC236}">
                        <a16:creationId xmlns:a16="http://schemas.microsoft.com/office/drawing/2014/main" id="{20EE6631-BD4B-5651-CCEB-473D08F5C60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9" name="Oval 1078">
                    <a:extLst>
                      <a:ext uri="{FF2B5EF4-FFF2-40B4-BE49-F238E27FC236}">
                        <a16:creationId xmlns:a16="http://schemas.microsoft.com/office/drawing/2014/main" id="{568DB14C-BB15-5C5E-E838-DD41E8D459F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2" name="Group 1071">
                  <a:extLst>
                    <a:ext uri="{FF2B5EF4-FFF2-40B4-BE49-F238E27FC236}">
                      <a16:creationId xmlns:a16="http://schemas.microsoft.com/office/drawing/2014/main" id="{9295D404-9BCB-1580-11FD-0459B67774D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76" name="Oval 1075">
                    <a:extLst>
                      <a:ext uri="{FF2B5EF4-FFF2-40B4-BE49-F238E27FC236}">
                        <a16:creationId xmlns:a16="http://schemas.microsoft.com/office/drawing/2014/main" id="{88A0D997-FF6B-55C9-FA08-A22D6E01EE1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7" name="Oval 1076">
                    <a:extLst>
                      <a:ext uri="{FF2B5EF4-FFF2-40B4-BE49-F238E27FC236}">
                        <a16:creationId xmlns:a16="http://schemas.microsoft.com/office/drawing/2014/main" id="{8251ABBC-8E01-A990-944B-DF41992989C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73" name="Group 1072">
                  <a:extLst>
                    <a:ext uri="{FF2B5EF4-FFF2-40B4-BE49-F238E27FC236}">
                      <a16:creationId xmlns:a16="http://schemas.microsoft.com/office/drawing/2014/main" id="{CBAE4A36-9BD9-8346-37DA-D590F691405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74" name="Rectangle: Rounded Corners 1073">
                    <a:extLst>
                      <a:ext uri="{FF2B5EF4-FFF2-40B4-BE49-F238E27FC236}">
                        <a16:creationId xmlns:a16="http://schemas.microsoft.com/office/drawing/2014/main" id="{CC3A61F7-1662-6F80-AB10-DD2F2798C7E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5" name="Oval 1074">
                    <a:extLst>
                      <a:ext uri="{FF2B5EF4-FFF2-40B4-BE49-F238E27FC236}">
                        <a16:creationId xmlns:a16="http://schemas.microsoft.com/office/drawing/2014/main" id="{CA158D36-AFF3-FE0E-9A66-8309C207817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2" name="Group 971">
                <a:extLst>
                  <a:ext uri="{FF2B5EF4-FFF2-40B4-BE49-F238E27FC236}">
                    <a16:creationId xmlns:a16="http://schemas.microsoft.com/office/drawing/2014/main" id="{3203256C-D011-F97E-4560-E692D397C0AE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57" name="Group 1056">
                  <a:extLst>
                    <a:ext uri="{FF2B5EF4-FFF2-40B4-BE49-F238E27FC236}">
                      <a16:creationId xmlns:a16="http://schemas.microsoft.com/office/drawing/2014/main" id="{5B1C4235-0B43-055C-70AD-0263EF1D53D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67" name="Oval 1066">
                    <a:extLst>
                      <a:ext uri="{FF2B5EF4-FFF2-40B4-BE49-F238E27FC236}">
                        <a16:creationId xmlns:a16="http://schemas.microsoft.com/office/drawing/2014/main" id="{E89BA767-C68B-F612-DF6D-4B76DC9C18C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8" name="Oval 1067">
                    <a:extLst>
                      <a:ext uri="{FF2B5EF4-FFF2-40B4-BE49-F238E27FC236}">
                        <a16:creationId xmlns:a16="http://schemas.microsoft.com/office/drawing/2014/main" id="{EC4BFD69-ACA0-313F-FF28-1A68954CCF2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9" name="Oval 1068">
                    <a:extLst>
                      <a:ext uri="{FF2B5EF4-FFF2-40B4-BE49-F238E27FC236}">
                        <a16:creationId xmlns:a16="http://schemas.microsoft.com/office/drawing/2014/main" id="{60148110-726B-4BBF-7A00-FAE125568172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8" name="Group 1057">
                  <a:extLst>
                    <a:ext uri="{FF2B5EF4-FFF2-40B4-BE49-F238E27FC236}">
                      <a16:creationId xmlns:a16="http://schemas.microsoft.com/office/drawing/2014/main" id="{4863DBE9-46E5-7441-EC18-34C7B988B02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65" name="Oval 1064">
                    <a:extLst>
                      <a:ext uri="{FF2B5EF4-FFF2-40B4-BE49-F238E27FC236}">
                        <a16:creationId xmlns:a16="http://schemas.microsoft.com/office/drawing/2014/main" id="{C62DCB50-7C8E-880D-EC64-1EEF3F05BAE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6" name="Oval 1065">
                    <a:extLst>
                      <a:ext uri="{FF2B5EF4-FFF2-40B4-BE49-F238E27FC236}">
                        <a16:creationId xmlns:a16="http://schemas.microsoft.com/office/drawing/2014/main" id="{32E9FDE9-48B2-5B6D-5688-1A9F884B4518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9" name="Group 1058">
                  <a:extLst>
                    <a:ext uri="{FF2B5EF4-FFF2-40B4-BE49-F238E27FC236}">
                      <a16:creationId xmlns:a16="http://schemas.microsoft.com/office/drawing/2014/main" id="{1639F00C-7D8B-2551-1B18-C847D530A6DD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63" name="Oval 1062">
                    <a:extLst>
                      <a:ext uri="{FF2B5EF4-FFF2-40B4-BE49-F238E27FC236}">
                        <a16:creationId xmlns:a16="http://schemas.microsoft.com/office/drawing/2014/main" id="{0552DCCD-54A4-8ACC-6DA3-1D69B344361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4" name="Oval 1063">
                    <a:extLst>
                      <a:ext uri="{FF2B5EF4-FFF2-40B4-BE49-F238E27FC236}">
                        <a16:creationId xmlns:a16="http://schemas.microsoft.com/office/drawing/2014/main" id="{3F10B2A6-EA72-4B5B-155F-B497D4A5130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60" name="Group 1059">
                  <a:extLst>
                    <a:ext uri="{FF2B5EF4-FFF2-40B4-BE49-F238E27FC236}">
                      <a16:creationId xmlns:a16="http://schemas.microsoft.com/office/drawing/2014/main" id="{83B70D2B-9226-CD72-4D37-92170297D58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61" name="Rectangle: Rounded Corners 1060">
                    <a:extLst>
                      <a:ext uri="{FF2B5EF4-FFF2-40B4-BE49-F238E27FC236}">
                        <a16:creationId xmlns:a16="http://schemas.microsoft.com/office/drawing/2014/main" id="{58685521-853D-A06B-706E-AFCF5280712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2" name="Oval 1061">
                    <a:extLst>
                      <a:ext uri="{FF2B5EF4-FFF2-40B4-BE49-F238E27FC236}">
                        <a16:creationId xmlns:a16="http://schemas.microsoft.com/office/drawing/2014/main" id="{74F96C8A-ECB1-9EAE-EA3E-D1E40320615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3" name="Group 972">
                <a:extLst>
                  <a:ext uri="{FF2B5EF4-FFF2-40B4-BE49-F238E27FC236}">
                    <a16:creationId xmlns:a16="http://schemas.microsoft.com/office/drawing/2014/main" id="{A62F448E-C409-4DF3-C9A1-396B2218E483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44" name="Group 1043">
                  <a:extLst>
                    <a:ext uri="{FF2B5EF4-FFF2-40B4-BE49-F238E27FC236}">
                      <a16:creationId xmlns:a16="http://schemas.microsoft.com/office/drawing/2014/main" id="{3BBC3F1A-ACA3-C97C-6332-FA00D34FF30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54" name="Oval 1053">
                    <a:extLst>
                      <a:ext uri="{FF2B5EF4-FFF2-40B4-BE49-F238E27FC236}">
                        <a16:creationId xmlns:a16="http://schemas.microsoft.com/office/drawing/2014/main" id="{555925E8-A646-9908-34E2-ACC35B33E38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5" name="Oval 1054">
                    <a:extLst>
                      <a:ext uri="{FF2B5EF4-FFF2-40B4-BE49-F238E27FC236}">
                        <a16:creationId xmlns:a16="http://schemas.microsoft.com/office/drawing/2014/main" id="{7E100758-26A8-57F5-598B-7AC498B43D9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6" name="Oval 1055">
                    <a:extLst>
                      <a:ext uri="{FF2B5EF4-FFF2-40B4-BE49-F238E27FC236}">
                        <a16:creationId xmlns:a16="http://schemas.microsoft.com/office/drawing/2014/main" id="{E166FF57-56BD-E3C1-D1AE-8E4DE249C8C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5" name="Group 1044">
                  <a:extLst>
                    <a:ext uri="{FF2B5EF4-FFF2-40B4-BE49-F238E27FC236}">
                      <a16:creationId xmlns:a16="http://schemas.microsoft.com/office/drawing/2014/main" id="{538A3E2F-D9DD-7F0F-3671-5183B9EDF20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52" name="Oval 1051">
                    <a:extLst>
                      <a:ext uri="{FF2B5EF4-FFF2-40B4-BE49-F238E27FC236}">
                        <a16:creationId xmlns:a16="http://schemas.microsoft.com/office/drawing/2014/main" id="{6572EEF2-E46F-1DBA-1D1B-36376A1A46E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3" name="Oval 1052">
                    <a:extLst>
                      <a:ext uri="{FF2B5EF4-FFF2-40B4-BE49-F238E27FC236}">
                        <a16:creationId xmlns:a16="http://schemas.microsoft.com/office/drawing/2014/main" id="{2D2A173D-CBDD-4EFB-ADAA-26AEA0169D5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6" name="Group 1045">
                  <a:extLst>
                    <a:ext uri="{FF2B5EF4-FFF2-40B4-BE49-F238E27FC236}">
                      <a16:creationId xmlns:a16="http://schemas.microsoft.com/office/drawing/2014/main" id="{604B61F4-3892-861F-B4E6-F3D76A18DA5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50" name="Oval 1049">
                    <a:extLst>
                      <a:ext uri="{FF2B5EF4-FFF2-40B4-BE49-F238E27FC236}">
                        <a16:creationId xmlns:a16="http://schemas.microsoft.com/office/drawing/2014/main" id="{488C2F78-D030-22DF-7034-8A871016978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1" name="Oval 1050">
                    <a:extLst>
                      <a:ext uri="{FF2B5EF4-FFF2-40B4-BE49-F238E27FC236}">
                        <a16:creationId xmlns:a16="http://schemas.microsoft.com/office/drawing/2014/main" id="{86A41D18-60B2-E402-9009-9FE66FD4437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7" name="Group 1046">
                  <a:extLst>
                    <a:ext uri="{FF2B5EF4-FFF2-40B4-BE49-F238E27FC236}">
                      <a16:creationId xmlns:a16="http://schemas.microsoft.com/office/drawing/2014/main" id="{7AFA9914-34C8-BBC0-898B-067AD0D8AD1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48" name="Rectangle: Rounded Corners 1047">
                    <a:extLst>
                      <a:ext uri="{FF2B5EF4-FFF2-40B4-BE49-F238E27FC236}">
                        <a16:creationId xmlns:a16="http://schemas.microsoft.com/office/drawing/2014/main" id="{62DF6EEE-269E-C8B7-8235-7D3AD04EE8A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9" name="Oval 1048">
                    <a:extLst>
                      <a:ext uri="{FF2B5EF4-FFF2-40B4-BE49-F238E27FC236}">
                        <a16:creationId xmlns:a16="http://schemas.microsoft.com/office/drawing/2014/main" id="{35CE1F44-7DD2-9A2B-569F-419D01C5372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4" name="Group 973">
                <a:extLst>
                  <a:ext uri="{FF2B5EF4-FFF2-40B4-BE49-F238E27FC236}">
                    <a16:creationId xmlns:a16="http://schemas.microsoft.com/office/drawing/2014/main" id="{EF0EDC21-FFA9-F077-2891-5812BD641C35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C365B61D-A781-4A2F-1366-776C87C18FF3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41" name="Oval 1040">
                    <a:extLst>
                      <a:ext uri="{FF2B5EF4-FFF2-40B4-BE49-F238E27FC236}">
                        <a16:creationId xmlns:a16="http://schemas.microsoft.com/office/drawing/2014/main" id="{317D24EA-FBC4-6E37-364B-706D7F089916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2" name="Oval 1041">
                    <a:extLst>
                      <a:ext uri="{FF2B5EF4-FFF2-40B4-BE49-F238E27FC236}">
                        <a16:creationId xmlns:a16="http://schemas.microsoft.com/office/drawing/2014/main" id="{53A7E21F-2F93-5290-283A-AEBBEE29B95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3" name="Oval 1042">
                    <a:extLst>
                      <a:ext uri="{FF2B5EF4-FFF2-40B4-BE49-F238E27FC236}">
                        <a16:creationId xmlns:a16="http://schemas.microsoft.com/office/drawing/2014/main" id="{544A10EC-87F4-D23B-9C98-15C37E6F204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13CC5A5E-6DD3-FB0F-346C-2172E59CC9D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39" name="Oval 1038">
                    <a:extLst>
                      <a:ext uri="{FF2B5EF4-FFF2-40B4-BE49-F238E27FC236}">
                        <a16:creationId xmlns:a16="http://schemas.microsoft.com/office/drawing/2014/main" id="{73742988-C534-194B-A2DB-C7728917A98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0" name="Oval 1039">
                    <a:extLst>
                      <a:ext uri="{FF2B5EF4-FFF2-40B4-BE49-F238E27FC236}">
                        <a16:creationId xmlns:a16="http://schemas.microsoft.com/office/drawing/2014/main" id="{8929E811-A2A3-E6FA-9DC2-613A29C246A2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3" name="Group 1032">
                  <a:extLst>
                    <a:ext uri="{FF2B5EF4-FFF2-40B4-BE49-F238E27FC236}">
                      <a16:creationId xmlns:a16="http://schemas.microsoft.com/office/drawing/2014/main" id="{366F7471-0E87-126C-EA7D-8972E86A45B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37" name="Oval 1036">
                    <a:extLst>
                      <a:ext uri="{FF2B5EF4-FFF2-40B4-BE49-F238E27FC236}">
                        <a16:creationId xmlns:a16="http://schemas.microsoft.com/office/drawing/2014/main" id="{DA988383-7A5A-58FB-2BEA-7D00C73EF7E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E8B54FAD-3CDA-F591-92D7-79D30797A891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4" name="Group 1033">
                  <a:extLst>
                    <a:ext uri="{FF2B5EF4-FFF2-40B4-BE49-F238E27FC236}">
                      <a16:creationId xmlns:a16="http://schemas.microsoft.com/office/drawing/2014/main" id="{454FE9D0-D798-9E1A-AA09-2A65976152C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35" name="Rectangle: Rounded Corners 1034">
                    <a:extLst>
                      <a:ext uri="{FF2B5EF4-FFF2-40B4-BE49-F238E27FC236}">
                        <a16:creationId xmlns:a16="http://schemas.microsoft.com/office/drawing/2014/main" id="{7E60E281-0E35-4B42-9809-8F3DD3C776A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6" name="Oval 1035">
                    <a:extLst>
                      <a:ext uri="{FF2B5EF4-FFF2-40B4-BE49-F238E27FC236}">
                        <a16:creationId xmlns:a16="http://schemas.microsoft.com/office/drawing/2014/main" id="{B2C59CBE-3C7E-2AF0-D696-4131C162653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5" name="Group 974">
                <a:extLst>
                  <a:ext uri="{FF2B5EF4-FFF2-40B4-BE49-F238E27FC236}">
                    <a16:creationId xmlns:a16="http://schemas.microsoft.com/office/drawing/2014/main" id="{FC931D43-50A2-83D5-FC78-3BA8B0BE1F89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18" name="Group 1017">
                  <a:extLst>
                    <a:ext uri="{FF2B5EF4-FFF2-40B4-BE49-F238E27FC236}">
                      <a16:creationId xmlns:a16="http://schemas.microsoft.com/office/drawing/2014/main" id="{7EFEB506-1B95-679C-9558-C1EB196E7BE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28" name="Oval 1027">
                    <a:extLst>
                      <a:ext uri="{FF2B5EF4-FFF2-40B4-BE49-F238E27FC236}">
                        <a16:creationId xmlns:a16="http://schemas.microsoft.com/office/drawing/2014/main" id="{2CC4DDD2-701C-6D9F-3B7E-719440DAD6A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9" name="Oval 1028">
                    <a:extLst>
                      <a:ext uri="{FF2B5EF4-FFF2-40B4-BE49-F238E27FC236}">
                        <a16:creationId xmlns:a16="http://schemas.microsoft.com/office/drawing/2014/main" id="{7DC60943-9536-1BEE-8BDD-4A0135A82D3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0" name="Oval 1029">
                    <a:extLst>
                      <a:ext uri="{FF2B5EF4-FFF2-40B4-BE49-F238E27FC236}">
                        <a16:creationId xmlns:a16="http://schemas.microsoft.com/office/drawing/2014/main" id="{7F74A585-5F75-DD0F-5FC3-D7F958BE37D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19" name="Group 1018">
                  <a:extLst>
                    <a:ext uri="{FF2B5EF4-FFF2-40B4-BE49-F238E27FC236}">
                      <a16:creationId xmlns:a16="http://schemas.microsoft.com/office/drawing/2014/main" id="{7F2AD731-D1E7-CD75-9C0B-AE3DB32A0CA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26" name="Oval 1025">
                    <a:extLst>
                      <a:ext uri="{FF2B5EF4-FFF2-40B4-BE49-F238E27FC236}">
                        <a16:creationId xmlns:a16="http://schemas.microsoft.com/office/drawing/2014/main" id="{ED3EB017-20ED-E184-4E3C-E0ACB726DDA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7" name="Oval 1026">
                    <a:extLst>
                      <a:ext uri="{FF2B5EF4-FFF2-40B4-BE49-F238E27FC236}">
                        <a16:creationId xmlns:a16="http://schemas.microsoft.com/office/drawing/2014/main" id="{29BB6B05-B212-8268-A4CE-420EE331C925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20" name="Group 1019">
                  <a:extLst>
                    <a:ext uri="{FF2B5EF4-FFF2-40B4-BE49-F238E27FC236}">
                      <a16:creationId xmlns:a16="http://schemas.microsoft.com/office/drawing/2014/main" id="{5BB04294-0673-9821-88E1-C301DC77855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24" name="Oval 1023">
                    <a:extLst>
                      <a:ext uri="{FF2B5EF4-FFF2-40B4-BE49-F238E27FC236}">
                        <a16:creationId xmlns:a16="http://schemas.microsoft.com/office/drawing/2014/main" id="{10557B08-ABA6-2329-6F29-108212D0AC19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5" name="Oval 1024">
                    <a:extLst>
                      <a:ext uri="{FF2B5EF4-FFF2-40B4-BE49-F238E27FC236}">
                        <a16:creationId xmlns:a16="http://schemas.microsoft.com/office/drawing/2014/main" id="{1AFB2BAB-5737-4857-F895-17E808A9453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21" name="Group 1020">
                  <a:extLst>
                    <a:ext uri="{FF2B5EF4-FFF2-40B4-BE49-F238E27FC236}">
                      <a16:creationId xmlns:a16="http://schemas.microsoft.com/office/drawing/2014/main" id="{FBFE582E-B2B4-DAC8-8161-64C89DB5B8A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22" name="Rectangle: Rounded Corners 1021">
                    <a:extLst>
                      <a:ext uri="{FF2B5EF4-FFF2-40B4-BE49-F238E27FC236}">
                        <a16:creationId xmlns:a16="http://schemas.microsoft.com/office/drawing/2014/main" id="{7EDA952E-CFB0-DBDF-20A6-7D228BCFECB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3" name="Oval 1022">
                    <a:extLst>
                      <a:ext uri="{FF2B5EF4-FFF2-40B4-BE49-F238E27FC236}">
                        <a16:creationId xmlns:a16="http://schemas.microsoft.com/office/drawing/2014/main" id="{8750B6B4-7440-AB80-554D-06179336F7E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6" name="Group 975">
                <a:extLst>
                  <a:ext uri="{FF2B5EF4-FFF2-40B4-BE49-F238E27FC236}">
                    <a16:creationId xmlns:a16="http://schemas.microsoft.com/office/drawing/2014/main" id="{D583DC3B-A33F-6656-D04E-6E08020A981C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005" name="Group 1004">
                  <a:extLst>
                    <a:ext uri="{FF2B5EF4-FFF2-40B4-BE49-F238E27FC236}">
                      <a16:creationId xmlns:a16="http://schemas.microsoft.com/office/drawing/2014/main" id="{B4531F30-BED1-B717-5522-817CE46F510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15" name="Oval 1014">
                    <a:extLst>
                      <a:ext uri="{FF2B5EF4-FFF2-40B4-BE49-F238E27FC236}">
                        <a16:creationId xmlns:a16="http://schemas.microsoft.com/office/drawing/2014/main" id="{5C1F326B-BC09-AAF2-0396-2BA177AD518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6" name="Oval 1015">
                    <a:extLst>
                      <a:ext uri="{FF2B5EF4-FFF2-40B4-BE49-F238E27FC236}">
                        <a16:creationId xmlns:a16="http://schemas.microsoft.com/office/drawing/2014/main" id="{D05F71CF-FD66-9576-DD2A-EA81CD2CD471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7" name="Oval 1016">
                    <a:extLst>
                      <a:ext uri="{FF2B5EF4-FFF2-40B4-BE49-F238E27FC236}">
                        <a16:creationId xmlns:a16="http://schemas.microsoft.com/office/drawing/2014/main" id="{CDEB153D-600C-54A7-3A79-D3B87F9A1B6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6" name="Group 1005">
                  <a:extLst>
                    <a:ext uri="{FF2B5EF4-FFF2-40B4-BE49-F238E27FC236}">
                      <a16:creationId xmlns:a16="http://schemas.microsoft.com/office/drawing/2014/main" id="{5C40F044-6DED-A609-F77C-F8623EBF505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13" name="Oval 1012">
                    <a:extLst>
                      <a:ext uri="{FF2B5EF4-FFF2-40B4-BE49-F238E27FC236}">
                        <a16:creationId xmlns:a16="http://schemas.microsoft.com/office/drawing/2014/main" id="{F2025444-55A3-F4D5-7247-E1354789AFA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4" name="Oval 1013">
                    <a:extLst>
                      <a:ext uri="{FF2B5EF4-FFF2-40B4-BE49-F238E27FC236}">
                        <a16:creationId xmlns:a16="http://schemas.microsoft.com/office/drawing/2014/main" id="{A317C413-0609-ED31-4CCD-3D963FC7E04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7" name="Group 1006">
                  <a:extLst>
                    <a:ext uri="{FF2B5EF4-FFF2-40B4-BE49-F238E27FC236}">
                      <a16:creationId xmlns:a16="http://schemas.microsoft.com/office/drawing/2014/main" id="{9ACF0028-0A17-0B8D-BBDF-441D23E4ECA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011" name="Oval 1010">
                    <a:extLst>
                      <a:ext uri="{FF2B5EF4-FFF2-40B4-BE49-F238E27FC236}">
                        <a16:creationId xmlns:a16="http://schemas.microsoft.com/office/drawing/2014/main" id="{1204DF1D-C259-4B03-0B7C-C51EB1829189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2" name="Oval 1011">
                    <a:extLst>
                      <a:ext uri="{FF2B5EF4-FFF2-40B4-BE49-F238E27FC236}">
                        <a16:creationId xmlns:a16="http://schemas.microsoft.com/office/drawing/2014/main" id="{81E45996-D71D-D4AF-ED45-48EDCA949F2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8" name="Group 1007">
                  <a:extLst>
                    <a:ext uri="{FF2B5EF4-FFF2-40B4-BE49-F238E27FC236}">
                      <a16:creationId xmlns:a16="http://schemas.microsoft.com/office/drawing/2014/main" id="{839F9FAD-BD74-3A95-B82E-9DE3DCB50E7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009" name="Rectangle: Rounded Corners 1008">
                    <a:extLst>
                      <a:ext uri="{FF2B5EF4-FFF2-40B4-BE49-F238E27FC236}">
                        <a16:creationId xmlns:a16="http://schemas.microsoft.com/office/drawing/2014/main" id="{6F5FFC45-BB4D-60EE-FB75-6963A023AE2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0" name="Oval 1009">
                    <a:extLst>
                      <a:ext uri="{FF2B5EF4-FFF2-40B4-BE49-F238E27FC236}">
                        <a16:creationId xmlns:a16="http://schemas.microsoft.com/office/drawing/2014/main" id="{05548AE8-D091-3832-7E08-599FCD2B210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7" name="Group 976">
                <a:extLst>
                  <a:ext uri="{FF2B5EF4-FFF2-40B4-BE49-F238E27FC236}">
                    <a16:creationId xmlns:a16="http://schemas.microsoft.com/office/drawing/2014/main" id="{A76EF491-2BF8-F01B-093C-49B13CF1F063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92" name="Group 991">
                  <a:extLst>
                    <a:ext uri="{FF2B5EF4-FFF2-40B4-BE49-F238E27FC236}">
                      <a16:creationId xmlns:a16="http://schemas.microsoft.com/office/drawing/2014/main" id="{83D7C49F-950D-3383-FE28-C328A69774F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002" name="Oval 1001">
                    <a:extLst>
                      <a:ext uri="{FF2B5EF4-FFF2-40B4-BE49-F238E27FC236}">
                        <a16:creationId xmlns:a16="http://schemas.microsoft.com/office/drawing/2014/main" id="{E519F53D-01F9-B50B-6ECA-4DF67522B1E8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3" name="Oval 1002">
                    <a:extLst>
                      <a:ext uri="{FF2B5EF4-FFF2-40B4-BE49-F238E27FC236}">
                        <a16:creationId xmlns:a16="http://schemas.microsoft.com/office/drawing/2014/main" id="{1FA7B262-5FA4-E739-8909-A8BFB8AB66D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4" name="Oval 1003">
                    <a:extLst>
                      <a:ext uri="{FF2B5EF4-FFF2-40B4-BE49-F238E27FC236}">
                        <a16:creationId xmlns:a16="http://schemas.microsoft.com/office/drawing/2014/main" id="{29EB3089-6057-51C7-56D7-9CA2166F851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3" name="Group 992">
                  <a:extLst>
                    <a:ext uri="{FF2B5EF4-FFF2-40B4-BE49-F238E27FC236}">
                      <a16:creationId xmlns:a16="http://schemas.microsoft.com/office/drawing/2014/main" id="{98FF6152-CBE4-370F-4349-6272A530961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000" name="Oval 999">
                    <a:extLst>
                      <a:ext uri="{FF2B5EF4-FFF2-40B4-BE49-F238E27FC236}">
                        <a16:creationId xmlns:a16="http://schemas.microsoft.com/office/drawing/2014/main" id="{266E1093-F391-032E-6448-8E9EF7D527A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1" name="Oval 1000">
                    <a:extLst>
                      <a:ext uri="{FF2B5EF4-FFF2-40B4-BE49-F238E27FC236}">
                        <a16:creationId xmlns:a16="http://schemas.microsoft.com/office/drawing/2014/main" id="{F664856D-290A-EF04-2167-1BD5EBA1C74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4" name="Group 993">
                  <a:extLst>
                    <a:ext uri="{FF2B5EF4-FFF2-40B4-BE49-F238E27FC236}">
                      <a16:creationId xmlns:a16="http://schemas.microsoft.com/office/drawing/2014/main" id="{AF63A5EB-8668-1161-2819-A22E8CED5D6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98" name="Oval 997">
                    <a:extLst>
                      <a:ext uri="{FF2B5EF4-FFF2-40B4-BE49-F238E27FC236}">
                        <a16:creationId xmlns:a16="http://schemas.microsoft.com/office/drawing/2014/main" id="{EF2F55A5-EC6B-1F61-E329-DD1C9D69FB7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9" name="Oval 998">
                    <a:extLst>
                      <a:ext uri="{FF2B5EF4-FFF2-40B4-BE49-F238E27FC236}">
                        <a16:creationId xmlns:a16="http://schemas.microsoft.com/office/drawing/2014/main" id="{AA7D65C8-81A3-5763-A70E-A4986A72C8E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5" name="Group 994">
                  <a:extLst>
                    <a:ext uri="{FF2B5EF4-FFF2-40B4-BE49-F238E27FC236}">
                      <a16:creationId xmlns:a16="http://schemas.microsoft.com/office/drawing/2014/main" id="{6CFD218F-45E7-4AF4-06C9-DBEE9BD35F7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96" name="Rectangle: Rounded Corners 995">
                    <a:extLst>
                      <a:ext uri="{FF2B5EF4-FFF2-40B4-BE49-F238E27FC236}">
                        <a16:creationId xmlns:a16="http://schemas.microsoft.com/office/drawing/2014/main" id="{F3FB9B0C-7998-437B-0BD2-C651766093A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7" name="Oval 996">
                    <a:extLst>
                      <a:ext uri="{FF2B5EF4-FFF2-40B4-BE49-F238E27FC236}">
                        <a16:creationId xmlns:a16="http://schemas.microsoft.com/office/drawing/2014/main" id="{25074413-E812-CAD1-78AF-DA3BC9AB144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8" name="Group 977">
                <a:extLst>
                  <a:ext uri="{FF2B5EF4-FFF2-40B4-BE49-F238E27FC236}">
                    <a16:creationId xmlns:a16="http://schemas.microsoft.com/office/drawing/2014/main" id="{8E4CBC28-5A66-C11C-3759-7DBE6DC09ACB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979" name="Group 978">
                  <a:extLst>
                    <a:ext uri="{FF2B5EF4-FFF2-40B4-BE49-F238E27FC236}">
                      <a16:creationId xmlns:a16="http://schemas.microsoft.com/office/drawing/2014/main" id="{58D59D85-D7BD-EA86-E137-184BE8B8830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989" name="Oval 988">
                    <a:extLst>
                      <a:ext uri="{FF2B5EF4-FFF2-40B4-BE49-F238E27FC236}">
                        <a16:creationId xmlns:a16="http://schemas.microsoft.com/office/drawing/2014/main" id="{CA9D21A0-4808-3D02-C636-7CC2E939FD7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0" name="Oval 989">
                    <a:extLst>
                      <a:ext uri="{FF2B5EF4-FFF2-40B4-BE49-F238E27FC236}">
                        <a16:creationId xmlns:a16="http://schemas.microsoft.com/office/drawing/2014/main" id="{CD4B4E42-9D59-D320-A9F4-E51DC02D08BB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1" name="Oval 990">
                    <a:extLst>
                      <a:ext uri="{FF2B5EF4-FFF2-40B4-BE49-F238E27FC236}">
                        <a16:creationId xmlns:a16="http://schemas.microsoft.com/office/drawing/2014/main" id="{59A4EE30-AA31-4654-F3D8-CF0802371B1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0" name="Group 979">
                  <a:extLst>
                    <a:ext uri="{FF2B5EF4-FFF2-40B4-BE49-F238E27FC236}">
                      <a16:creationId xmlns:a16="http://schemas.microsoft.com/office/drawing/2014/main" id="{427A03F5-DDDC-D012-8D1C-A3E41927BE0C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987" name="Oval 986">
                    <a:extLst>
                      <a:ext uri="{FF2B5EF4-FFF2-40B4-BE49-F238E27FC236}">
                        <a16:creationId xmlns:a16="http://schemas.microsoft.com/office/drawing/2014/main" id="{7C156CF9-682D-1887-BDEF-F1973904205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8" name="Oval 987">
                    <a:extLst>
                      <a:ext uri="{FF2B5EF4-FFF2-40B4-BE49-F238E27FC236}">
                        <a16:creationId xmlns:a16="http://schemas.microsoft.com/office/drawing/2014/main" id="{966270CB-C6B3-D554-F2A7-B88E1D42B80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1" name="Group 980">
                  <a:extLst>
                    <a:ext uri="{FF2B5EF4-FFF2-40B4-BE49-F238E27FC236}">
                      <a16:creationId xmlns:a16="http://schemas.microsoft.com/office/drawing/2014/main" id="{E576884B-3086-DE83-1FFE-6B10C1B83A3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985" name="Oval 984">
                    <a:extLst>
                      <a:ext uri="{FF2B5EF4-FFF2-40B4-BE49-F238E27FC236}">
                        <a16:creationId xmlns:a16="http://schemas.microsoft.com/office/drawing/2014/main" id="{0DDE3D0F-1DAA-B8DA-0735-D9623138C10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6" name="Oval 985">
                    <a:extLst>
                      <a:ext uri="{FF2B5EF4-FFF2-40B4-BE49-F238E27FC236}">
                        <a16:creationId xmlns:a16="http://schemas.microsoft.com/office/drawing/2014/main" id="{8EBC1D75-82D9-EC42-9247-0C3F289AEF5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2" name="Group 981">
                  <a:extLst>
                    <a:ext uri="{FF2B5EF4-FFF2-40B4-BE49-F238E27FC236}">
                      <a16:creationId xmlns:a16="http://schemas.microsoft.com/office/drawing/2014/main" id="{F54067FF-99DD-E8B9-A34D-B25D9E53A2D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983" name="Rectangle: Rounded Corners 982">
                    <a:extLst>
                      <a:ext uri="{FF2B5EF4-FFF2-40B4-BE49-F238E27FC236}">
                        <a16:creationId xmlns:a16="http://schemas.microsoft.com/office/drawing/2014/main" id="{41ADB35A-6A36-899D-FB29-A59B2B49130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4" name="Oval 983">
                    <a:extLst>
                      <a:ext uri="{FF2B5EF4-FFF2-40B4-BE49-F238E27FC236}">
                        <a16:creationId xmlns:a16="http://schemas.microsoft.com/office/drawing/2014/main" id="{50C75485-BEBF-63AC-40DA-F56BFD8B4FE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EDA37B49-158D-5B5F-CF4A-B9AFAE350847}"/>
                </a:ext>
              </a:extLst>
            </p:cNvPr>
            <p:cNvGrpSpPr/>
            <p:nvPr/>
          </p:nvGrpSpPr>
          <p:grpSpPr>
            <a:xfrm>
              <a:off x="6327987" y="2723617"/>
              <a:ext cx="1203678" cy="1169668"/>
              <a:chOff x="5881450" y="2069218"/>
              <a:chExt cx="2397152" cy="2488324"/>
            </a:xfrm>
          </p:grpSpPr>
          <p:grpSp>
            <p:nvGrpSpPr>
              <p:cNvPr id="1136" name="Group 1135">
                <a:extLst>
                  <a:ext uri="{FF2B5EF4-FFF2-40B4-BE49-F238E27FC236}">
                    <a16:creationId xmlns:a16="http://schemas.microsoft.com/office/drawing/2014/main" id="{3FF93D1F-832B-7F35-EA4F-90BF30445F43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91" name="Group 1290">
                  <a:extLst>
                    <a:ext uri="{FF2B5EF4-FFF2-40B4-BE49-F238E27FC236}">
                      <a16:creationId xmlns:a16="http://schemas.microsoft.com/office/drawing/2014/main" id="{4D2AE411-6304-5917-FA82-244B0FAEE41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01" name="Oval 1300">
                    <a:extLst>
                      <a:ext uri="{FF2B5EF4-FFF2-40B4-BE49-F238E27FC236}">
                        <a16:creationId xmlns:a16="http://schemas.microsoft.com/office/drawing/2014/main" id="{0D057C75-C3D4-9F4B-D8F2-6FCFBF9DE975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2" name="Oval 1301">
                    <a:extLst>
                      <a:ext uri="{FF2B5EF4-FFF2-40B4-BE49-F238E27FC236}">
                        <a16:creationId xmlns:a16="http://schemas.microsoft.com/office/drawing/2014/main" id="{5C09B9C3-3DBD-914A-C31E-AF75AED93F0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3" name="Oval 1302">
                    <a:extLst>
                      <a:ext uri="{FF2B5EF4-FFF2-40B4-BE49-F238E27FC236}">
                        <a16:creationId xmlns:a16="http://schemas.microsoft.com/office/drawing/2014/main" id="{124926C7-855F-45DC-C6B8-793365DD4890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92" name="Group 1291">
                  <a:extLst>
                    <a:ext uri="{FF2B5EF4-FFF2-40B4-BE49-F238E27FC236}">
                      <a16:creationId xmlns:a16="http://schemas.microsoft.com/office/drawing/2014/main" id="{C665A2C8-DD0A-672F-851B-EA54E31446A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99" name="Oval 1298">
                    <a:extLst>
                      <a:ext uri="{FF2B5EF4-FFF2-40B4-BE49-F238E27FC236}">
                        <a16:creationId xmlns:a16="http://schemas.microsoft.com/office/drawing/2014/main" id="{EFE850DE-CD27-2CAA-1B0B-F5A40ECECB3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0" name="Oval 1299">
                    <a:extLst>
                      <a:ext uri="{FF2B5EF4-FFF2-40B4-BE49-F238E27FC236}">
                        <a16:creationId xmlns:a16="http://schemas.microsoft.com/office/drawing/2014/main" id="{5E68157C-ABC3-83DD-CCBB-81BE0B10133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93" name="Group 1292">
                  <a:extLst>
                    <a:ext uri="{FF2B5EF4-FFF2-40B4-BE49-F238E27FC236}">
                      <a16:creationId xmlns:a16="http://schemas.microsoft.com/office/drawing/2014/main" id="{FBF49D64-2D71-2A64-9013-C18B3F9FCD8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97" name="Oval 1296">
                    <a:extLst>
                      <a:ext uri="{FF2B5EF4-FFF2-40B4-BE49-F238E27FC236}">
                        <a16:creationId xmlns:a16="http://schemas.microsoft.com/office/drawing/2014/main" id="{8D4F237D-DBBB-EDC7-5600-F2AE11C0101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8" name="Oval 1297">
                    <a:extLst>
                      <a:ext uri="{FF2B5EF4-FFF2-40B4-BE49-F238E27FC236}">
                        <a16:creationId xmlns:a16="http://schemas.microsoft.com/office/drawing/2014/main" id="{DD8C90B0-E8C7-AC59-4E37-C22A6DD98EE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94" name="Group 1293">
                  <a:extLst>
                    <a:ext uri="{FF2B5EF4-FFF2-40B4-BE49-F238E27FC236}">
                      <a16:creationId xmlns:a16="http://schemas.microsoft.com/office/drawing/2014/main" id="{8142D835-FCB1-7AB6-004E-61A5BAFA750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95" name="Rectangle: Rounded Corners 1294">
                    <a:extLst>
                      <a:ext uri="{FF2B5EF4-FFF2-40B4-BE49-F238E27FC236}">
                        <a16:creationId xmlns:a16="http://schemas.microsoft.com/office/drawing/2014/main" id="{C18C2AFF-C43B-D4EC-1053-E1052B549DE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6" name="Oval 1295">
                    <a:extLst>
                      <a:ext uri="{FF2B5EF4-FFF2-40B4-BE49-F238E27FC236}">
                        <a16:creationId xmlns:a16="http://schemas.microsoft.com/office/drawing/2014/main" id="{B827E3BF-EFD7-E25C-C214-B943B33CB7A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37" name="Group 1136">
                <a:extLst>
                  <a:ext uri="{FF2B5EF4-FFF2-40B4-BE49-F238E27FC236}">
                    <a16:creationId xmlns:a16="http://schemas.microsoft.com/office/drawing/2014/main" id="{FC4E8310-9797-94A8-2F58-901A5E9EB7F9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B52E8380-2FF3-A82B-6242-AD6A1D69497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88" name="Oval 1287">
                    <a:extLst>
                      <a:ext uri="{FF2B5EF4-FFF2-40B4-BE49-F238E27FC236}">
                        <a16:creationId xmlns:a16="http://schemas.microsoft.com/office/drawing/2014/main" id="{90DE75AB-36E2-8F2B-E62E-4AF99DE9B45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9" name="Oval 1288">
                    <a:extLst>
                      <a:ext uri="{FF2B5EF4-FFF2-40B4-BE49-F238E27FC236}">
                        <a16:creationId xmlns:a16="http://schemas.microsoft.com/office/drawing/2014/main" id="{97089CDF-A766-98AE-236E-4F7194F9B24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90" name="Oval 1289">
                    <a:extLst>
                      <a:ext uri="{FF2B5EF4-FFF2-40B4-BE49-F238E27FC236}">
                        <a16:creationId xmlns:a16="http://schemas.microsoft.com/office/drawing/2014/main" id="{FBACF82E-94A5-4073-86A5-8CAC6CACCAE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D315550A-CDD1-23E0-4BFA-3FADC6A83541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86" name="Oval 1285">
                    <a:extLst>
                      <a:ext uri="{FF2B5EF4-FFF2-40B4-BE49-F238E27FC236}">
                        <a16:creationId xmlns:a16="http://schemas.microsoft.com/office/drawing/2014/main" id="{5E38AA28-AB2D-3E66-D23C-E9F612F7786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7" name="Oval 1286">
                    <a:extLst>
                      <a:ext uri="{FF2B5EF4-FFF2-40B4-BE49-F238E27FC236}">
                        <a16:creationId xmlns:a16="http://schemas.microsoft.com/office/drawing/2014/main" id="{7C54E413-DA04-E0A0-5801-C3FB7BAE7D5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0" name="Group 1279">
                  <a:extLst>
                    <a:ext uri="{FF2B5EF4-FFF2-40B4-BE49-F238E27FC236}">
                      <a16:creationId xmlns:a16="http://schemas.microsoft.com/office/drawing/2014/main" id="{308AABC4-3BB4-CB13-0AA1-585D7AE022A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84" name="Oval 1283">
                    <a:extLst>
                      <a:ext uri="{FF2B5EF4-FFF2-40B4-BE49-F238E27FC236}">
                        <a16:creationId xmlns:a16="http://schemas.microsoft.com/office/drawing/2014/main" id="{A4DF029F-15A1-CEC0-2799-D8ABE9BAFF19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5" name="Oval 1284">
                    <a:extLst>
                      <a:ext uri="{FF2B5EF4-FFF2-40B4-BE49-F238E27FC236}">
                        <a16:creationId xmlns:a16="http://schemas.microsoft.com/office/drawing/2014/main" id="{B46BA0A3-950D-7B73-7D57-97DBE86E6B9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81" name="Group 1280">
                  <a:extLst>
                    <a:ext uri="{FF2B5EF4-FFF2-40B4-BE49-F238E27FC236}">
                      <a16:creationId xmlns:a16="http://schemas.microsoft.com/office/drawing/2014/main" id="{585659FC-68AA-97AD-6BA4-3D9550A7988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82" name="Rectangle: Rounded Corners 1281">
                    <a:extLst>
                      <a:ext uri="{FF2B5EF4-FFF2-40B4-BE49-F238E27FC236}">
                        <a16:creationId xmlns:a16="http://schemas.microsoft.com/office/drawing/2014/main" id="{4C9A3A20-92DD-3AA9-DB3D-66F6EFFA42C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3" name="Oval 1282">
                    <a:extLst>
                      <a:ext uri="{FF2B5EF4-FFF2-40B4-BE49-F238E27FC236}">
                        <a16:creationId xmlns:a16="http://schemas.microsoft.com/office/drawing/2014/main" id="{F11ECCAA-821D-B052-B79E-7595F9F09EF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38" name="Group 1137">
                <a:extLst>
                  <a:ext uri="{FF2B5EF4-FFF2-40B4-BE49-F238E27FC236}">
                    <a16:creationId xmlns:a16="http://schemas.microsoft.com/office/drawing/2014/main" id="{CF511FF7-E46E-F35B-A3A9-2B5093FDB043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65" name="Group 1264">
                  <a:extLst>
                    <a:ext uri="{FF2B5EF4-FFF2-40B4-BE49-F238E27FC236}">
                      <a16:creationId xmlns:a16="http://schemas.microsoft.com/office/drawing/2014/main" id="{10E409CE-4EB5-94E9-16D4-9C6C020FFF8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75" name="Oval 1274">
                    <a:extLst>
                      <a:ext uri="{FF2B5EF4-FFF2-40B4-BE49-F238E27FC236}">
                        <a16:creationId xmlns:a16="http://schemas.microsoft.com/office/drawing/2014/main" id="{D4FB8175-0BCE-9B9E-7C7D-8998EB9AEF9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6" name="Oval 1275">
                    <a:extLst>
                      <a:ext uri="{FF2B5EF4-FFF2-40B4-BE49-F238E27FC236}">
                        <a16:creationId xmlns:a16="http://schemas.microsoft.com/office/drawing/2014/main" id="{66042FFA-2B25-0912-506D-0683D984E79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7" name="Oval 1276">
                    <a:extLst>
                      <a:ext uri="{FF2B5EF4-FFF2-40B4-BE49-F238E27FC236}">
                        <a16:creationId xmlns:a16="http://schemas.microsoft.com/office/drawing/2014/main" id="{9CFAB64D-5ABD-E72E-43F8-670B6601CEF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6" name="Group 1265">
                  <a:extLst>
                    <a:ext uri="{FF2B5EF4-FFF2-40B4-BE49-F238E27FC236}">
                      <a16:creationId xmlns:a16="http://schemas.microsoft.com/office/drawing/2014/main" id="{195925E1-B7CC-D58C-028B-BF685CF6064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73" name="Oval 1272">
                    <a:extLst>
                      <a:ext uri="{FF2B5EF4-FFF2-40B4-BE49-F238E27FC236}">
                        <a16:creationId xmlns:a16="http://schemas.microsoft.com/office/drawing/2014/main" id="{4E0BBACF-386C-7318-DA73-B550AE3A5DA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4" name="Oval 1273">
                    <a:extLst>
                      <a:ext uri="{FF2B5EF4-FFF2-40B4-BE49-F238E27FC236}">
                        <a16:creationId xmlns:a16="http://schemas.microsoft.com/office/drawing/2014/main" id="{7F560813-85D7-3AC1-D57A-C95B9204A3C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7" name="Group 1266">
                  <a:extLst>
                    <a:ext uri="{FF2B5EF4-FFF2-40B4-BE49-F238E27FC236}">
                      <a16:creationId xmlns:a16="http://schemas.microsoft.com/office/drawing/2014/main" id="{C270C5C4-980B-FE4F-13E7-19E22E379C4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71" name="Oval 1270">
                    <a:extLst>
                      <a:ext uri="{FF2B5EF4-FFF2-40B4-BE49-F238E27FC236}">
                        <a16:creationId xmlns:a16="http://schemas.microsoft.com/office/drawing/2014/main" id="{364E186F-EEBD-B263-4286-027F534C6BA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2" name="Oval 1271">
                    <a:extLst>
                      <a:ext uri="{FF2B5EF4-FFF2-40B4-BE49-F238E27FC236}">
                        <a16:creationId xmlns:a16="http://schemas.microsoft.com/office/drawing/2014/main" id="{C70ED185-40D2-D8F9-B09C-D8182133EF74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68" name="Group 1267">
                  <a:extLst>
                    <a:ext uri="{FF2B5EF4-FFF2-40B4-BE49-F238E27FC236}">
                      <a16:creationId xmlns:a16="http://schemas.microsoft.com/office/drawing/2014/main" id="{445EA151-2781-7CF8-EEB1-92749596229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69" name="Rectangle: Rounded Corners 1268">
                    <a:extLst>
                      <a:ext uri="{FF2B5EF4-FFF2-40B4-BE49-F238E27FC236}">
                        <a16:creationId xmlns:a16="http://schemas.microsoft.com/office/drawing/2014/main" id="{4EFA3619-8E47-1730-524B-2977F0A93BE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0" name="Oval 1269">
                    <a:extLst>
                      <a:ext uri="{FF2B5EF4-FFF2-40B4-BE49-F238E27FC236}">
                        <a16:creationId xmlns:a16="http://schemas.microsoft.com/office/drawing/2014/main" id="{DBC53529-0A4E-C228-8888-E4BB6E03AFE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39" name="Group 1138">
                <a:extLst>
                  <a:ext uri="{FF2B5EF4-FFF2-40B4-BE49-F238E27FC236}">
                    <a16:creationId xmlns:a16="http://schemas.microsoft.com/office/drawing/2014/main" id="{8D06F0ED-C827-FFC7-D17E-F95798F60B23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52" name="Group 1251">
                  <a:extLst>
                    <a:ext uri="{FF2B5EF4-FFF2-40B4-BE49-F238E27FC236}">
                      <a16:creationId xmlns:a16="http://schemas.microsoft.com/office/drawing/2014/main" id="{C9DAD3F1-4D85-5812-82D5-8E2E93E90ABC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62" name="Oval 1261">
                    <a:extLst>
                      <a:ext uri="{FF2B5EF4-FFF2-40B4-BE49-F238E27FC236}">
                        <a16:creationId xmlns:a16="http://schemas.microsoft.com/office/drawing/2014/main" id="{16A5F28A-B86C-E778-01BB-8A1585DE10D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3" name="Oval 1262">
                    <a:extLst>
                      <a:ext uri="{FF2B5EF4-FFF2-40B4-BE49-F238E27FC236}">
                        <a16:creationId xmlns:a16="http://schemas.microsoft.com/office/drawing/2014/main" id="{FF9C880D-7C80-29D9-1B8C-6894DC2EBB9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4" name="Oval 1263">
                    <a:extLst>
                      <a:ext uri="{FF2B5EF4-FFF2-40B4-BE49-F238E27FC236}">
                        <a16:creationId xmlns:a16="http://schemas.microsoft.com/office/drawing/2014/main" id="{FEA16EAF-BE15-F6EE-E491-C21ED5849B70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3" name="Group 1252">
                  <a:extLst>
                    <a:ext uri="{FF2B5EF4-FFF2-40B4-BE49-F238E27FC236}">
                      <a16:creationId xmlns:a16="http://schemas.microsoft.com/office/drawing/2014/main" id="{04C509D9-71CD-3E69-72F3-4338746C4CB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60" name="Oval 1259">
                    <a:extLst>
                      <a:ext uri="{FF2B5EF4-FFF2-40B4-BE49-F238E27FC236}">
                        <a16:creationId xmlns:a16="http://schemas.microsoft.com/office/drawing/2014/main" id="{7BF64151-30F7-23A4-BF38-DD737875AA9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61" name="Oval 1260">
                    <a:extLst>
                      <a:ext uri="{FF2B5EF4-FFF2-40B4-BE49-F238E27FC236}">
                        <a16:creationId xmlns:a16="http://schemas.microsoft.com/office/drawing/2014/main" id="{5C69208C-4364-E59D-B493-0F2FCDB343B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4" name="Group 1253">
                  <a:extLst>
                    <a:ext uri="{FF2B5EF4-FFF2-40B4-BE49-F238E27FC236}">
                      <a16:creationId xmlns:a16="http://schemas.microsoft.com/office/drawing/2014/main" id="{2200B01B-6503-69F9-2786-00BC481E5A7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58" name="Oval 1257">
                    <a:extLst>
                      <a:ext uri="{FF2B5EF4-FFF2-40B4-BE49-F238E27FC236}">
                        <a16:creationId xmlns:a16="http://schemas.microsoft.com/office/drawing/2014/main" id="{0C3CDCDD-AFF6-F734-F8A3-DAE2EDABA3E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9" name="Oval 1258">
                    <a:extLst>
                      <a:ext uri="{FF2B5EF4-FFF2-40B4-BE49-F238E27FC236}">
                        <a16:creationId xmlns:a16="http://schemas.microsoft.com/office/drawing/2014/main" id="{51EE128B-5839-7647-5024-F72E9B790B6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5" name="Group 1254">
                  <a:extLst>
                    <a:ext uri="{FF2B5EF4-FFF2-40B4-BE49-F238E27FC236}">
                      <a16:creationId xmlns:a16="http://schemas.microsoft.com/office/drawing/2014/main" id="{9818153B-9FAF-A81B-D961-398D63DCD6E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56" name="Rectangle: Rounded Corners 1255">
                    <a:extLst>
                      <a:ext uri="{FF2B5EF4-FFF2-40B4-BE49-F238E27FC236}">
                        <a16:creationId xmlns:a16="http://schemas.microsoft.com/office/drawing/2014/main" id="{32381DF3-B510-B663-A57C-10285A6B5CD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7" name="Oval 1256">
                    <a:extLst>
                      <a:ext uri="{FF2B5EF4-FFF2-40B4-BE49-F238E27FC236}">
                        <a16:creationId xmlns:a16="http://schemas.microsoft.com/office/drawing/2014/main" id="{04282349-4384-6F95-2D66-C32ECD52304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0" name="Group 1139">
                <a:extLst>
                  <a:ext uri="{FF2B5EF4-FFF2-40B4-BE49-F238E27FC236}">
                    <a16:creationId xmlns:a16="http://schemas.microsoft.com/office/drawing/2014/main" id="{ED464E19-0527-E4A4-8F71-CBDB77DFE215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39" name="Group 1238">
                  <a:extLst>
                    <a:ext uri="{FF2B5EF4-FFF2-40B4-BE49-F238E27FC236}">
                      <a16:creationId xmlns:a16="http://schemas.microsoft.com/office/drawing/2014/main" id="{5791239C-0679-5103-CB1C-6C7352A66F8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49" name="Oval 1248">
                    <a:extLst>
                      <a:ext uri="{FF2B5EF4-FFF2-40B4-BE49-F238E27FC236}">
                        <a16:creationId xmlns:a16="http://schemas.microsoft.com/office/drawing/2014/main" id="{B2A4FF3B-119E-51B8-AEDD-86EB679A0D9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0" name="Oval 1249">
                    <a:extLst>
                      <a:ext uri="{FF2B5EF4-FFF2-40B4-BE49-F238E27FC236}">
                        <a16:creationId xmlns:a16="http://schemas.microsoft.com/office/drawing/2014/main" id="{26CB5DAD-E4E7-2E8D-9E4A-3B9D51A1CD8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1" name="Oval 1250">
                    <a:extLst>
                      <a:ext uri="{FF2B5EF4-FFF2-40B4-BE49-F238E27FC236}">
                        <a16:creationId xmlns:a16="http://schemas.microsoft.com/office/drawing/2014/main" id="{BBF7AC2A-D7E9-77F0-F8A6-91EC5FA4AE6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40" name="Group 1239">
                  <a:extLst>
                    <a:ext uri="{FF2B5EF4-FFF2-40B4-BE49-F238E27FC236}">
                      <a16:creationId xmlns:a16="http://schemas.microsoft.com/office/drawing/2014/main" id="{DD73661C-25E9-4523-E170-18347534B3E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47" name="Oval 1246">
                    <a:extLst>
                      <a:ext uri="{FF2B5EF4-FFF2-40B4-BE49-F238E27FC236}">
                        <a16:creationId xmlns:a16="http://schemas.microsoft.com/office/drawing/2014/main" id="{461F850A-9C84-A58A-E2AF-04B5B3AB57E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8" name="Oval 1247">
                    <a:extLst>
                      <a:ext uri="{FF2B5EF4-FFF2-40B4-BE49-F238E27FC236}">
                        <a16:creationId xmlns:a16="http://schemas.microsoft.com/office/drawing/2014/main" id="{F91DFA8A-A035-3E87-2957-6A25246124A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41" name="Group 1240">
                  <a:extLst>
                    <a:ext uri="{FF2B5EF4-FFF2-40B4-BE49-F238E27FC236}">
                      <a16:creationId xmlns:a16="http://schemas.microsoft.com/office/drawing/2014/main" id="{F32D239E-192D-71FF-0435-D22B14B1C50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45" name="Oval 1244">
                    <a:extLst>
                      <a:ext uri="{FF2B5EF4-FFF2-40B4-BE49-F238E27FC236}">
                        <a16:creationId xmlns:a16="http://schemas.microsoft.com/office/drawing/2014/main" id="{92500FE6-AAE5-7171-72C3-CD921E160BD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6" name="Oval 1245">
                    <a:extLst>
                      <a:ext uri="{FF2B5EF4-FFF2-40B4-BE49-F238E27FC236}">
                        <a16:creationId xmlns:a16="http://schemas.microsoft.com/office/drawing/2014/main" id="{FD1B49C0-6501-9822-8C44-544DFBC05F6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42" name="Group 1241">
                  <a:extLst>
                    <a:ext uri="{FF2B5EF4-FFF2-40B4-BE49-F238E27FC236}">
                      <a16:creationId xmlns:a16="http://schemas.microsoft.com/office/drawing/2014/main" id="{F29659BC-A229-D34D-E218-7F7999BEB24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43" name="Rectangle: Rounded Corners 1242">
                    <a:extLst>
                      <a:ext uri="{FF2B5EF4-FFF2-40B4-BE49-F238E27FC236}">
                        <a16:creationId xmlns:a16="http://schemas.microsoft.com/office/drawing/2014/main" id="{1C314A25-8E99-4D97-027B-D1FA8F874BB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4" name="Oval 1243">
                    <a:extLst>
                      <a:ext uri="{FF2B5EF4-FFF2-40B4-BE49-F238E27FC236}">
                        <a16:creationId xmlns:a16="http://schemas.microsoft.com/office/drawing/2014/main" id="{EEFA5D9A-839B-F059-CE4D-64D28BC0CF8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1" name="Group 1140">
                <a:extLst>
                  <a:ext uri="{FF2B5EF4-FFF2-40B4-BE49-F238E27FC236}">
                    <a16:creationId xmlns:a16="http://schemas.microsoft.com/office/drawing/2014/main" id="{D45F9B06-54F4-BD7B-9F1B-A4BB1EA31E83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26" name="Group 1225">
                  <a:extLst>
                    <a:ext uri="{FF2B5EF4-FFF2-40B4-BE49-F238E27FC236}">
                      <a16:creationId xmlns:a16="http://schemas.microsoft.com/office/drawing/2014/main" id="{36ECA74F-8F6E-9A31-F7D0-9046CCEC18F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36" name="Oval 1235">
                    <a:extLst>
                      <a:ext uri="{FF2B5EF4-FFF2-40B4-BE49-F238E27FC236}">
                        <a16:creationId xmlns:a16="http://schemas.microsoft.com/office/drawing/2014/main" id="{3069CE91-A4F6-2F56-586C-56A21DBABAE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7" name="Oval 1236">
                    <a:extLst>
                      <a:ext uri="{FF2B5EF4-FFF2-40B4-BE49-F238E27FC236}">
                        <a16:creationId xmlns:a16="http://schemas.microsoft.com/office/drawing/2014/main" id="{238367B7-BD3E-283C-020D-D384431D717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8" name="Oval 1237">
                    <a:extLst>
                      <a:ext uri="{FF2B5EF4-FFF2-40B4-BE49-F238E27FC236}">
                        <a16:creationId xmlns:a16="http://schemas.microsoft.com/office/drawing/2014/main" id="{610CFBC5-BDF4-E2A4-8E51-D468CC32000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27" name="Group 1226">
                  <a:extLst>
                    <a:ext uri="{FF2B5EF4-FFF2-40B4-BE49-F238E27FC236}">
                      <a16:creationId xmlns:a16="http://schemas.microsoft.com/office/drawing/2014/main" id="{8A534E01-199E-9A45-06E0-65566302310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34" name="Oval 1233">
                    <a:extLst>
                      <a:ext uri="{FF2B5EF4-FFF2-40B4-BE49-F238E27FC236}">
                        <a16:creationId xmlns:a16="http://schemas.microsoft.com/office/drawing/2014/main" id="{7ECFEBB6-8DEF-9662-C32A-D0AB7818F75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5" name="Oval 1234">
                    <a:extLst>
                      <a:ext uri="{FF2B5EF4-FFF2-40B4-BE49-F238E27FC236}">
                        <a16:creationId xmlns:a16="http://schemas.microsoft.com/office/drawing/2014/main" id="{9E3E37AD-51A6-3D70-DE2D-517BE91E4D53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28" name="Group 1227">
                  <a:extLst>
                    <a:ext uri="{FF2B5EF4-FFF2-40B4-BE49-F238E27FC236}">
                      <a16:creationId xmlns:a16="http://schemas.microsoft.com/office/drawing/2014/main" id="{5972F60F-F036-2DE1-B735-7A51FA8365C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32" name="Oval 1231">
                    <a:extLst>
                      <a:ext uri="{FF2B5EF4-FFF2-40B4-BE49-F238E27FC236}">
                        <a16:creationId xmlns:a16="http://schemas.microsoft.com/office/drawing/2014/main" id="{DACAB75F-E3E5-8D2F-2E98-CDE8FC8F8E2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3" name="Oval 1232">
                    <a:extLst>
                      <a:ext uri="{FF2B5EF4-FFF2-40B4-BE49-F238E27FC236}">
                        <a16:creationId xmlns:a16="http://schemas.microsoft.com/office/drawing/2014/main" id="{22718036-66BB-ABA7-AF8D-8294CEEE012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29" name="Group 1228">
                  <a:extLst>
                    <a:ext uri="{FF2B5EF4-FFF2-40B4-BE49-F238E27FC236}">
                      <a16:creationId xmlns:a16="http://schemas.microsoft.com/office/drawing/2014/main" id="{097BEA9B-1110-3782-663A-86C57C97408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30" name="Rectangle: Rounded Corners 1229">
                    <a:extLst>
                      <a:ext uri="{FF2B5EF4-FFF2-40B4-BE49-F238E27FC236}">
                        <a16:creationId xmlns:a16="http://schemas.microsoft.com/office/drawing/2014/main" id="{B55F4DF2-EF0E-F0EE-17A2-F98ACD9E27F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1" name="Oval 1230">
                    <a:extLst>
                      <a:ext uri="{FF2B5EF4-FFF2-40B4-BE49-F238E27FC236}">
                        <a16:creationId xmlns:a16="http://schemas.microsoft.com/office/drawing/2014/main" id="{772BCF1E-DF20-31F8-8E8B-6CCDF2A66F8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2" name="Group 1141">
                <a:extLst>
                  <a:ext uri="{FF2B5EF4-FFF2-40B4-BE49-F238E27FC236}">
                    <a16:creationId xmlns:a16="http://schemas.microsoft.com/office/drawing/2014/main" id="{13FBF017-AFA4-796E-E12C-32121DFA24B1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13" name="Group 1212">
                  <a:extLst>
                    <a:ext uri="{FF2B5EF4-FFF2-40B4-BE49-F238E27FC236}">
                      <a16:creationId xmlns:a16="http://schemas.microsoft.com/office/drawing/2014/main" id="{BFDD5E12-86A9-6937-2EBD-AC6F1BBC13F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23" name="Oval 1222">
                    <a:extLst>
                      <a:ext uri="{FF2B5EF4-FFF2-40B4-BE49-F238E27FC236}">
                        <a16:creationId xmlns:a16="http://schemas.microsoft.com/office/drawing/2014/main" id="{B1D86001-BA4C-995D-D383-C0C885C3283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4" name="Oval 1223">
                    <a:extLst>
                      <a:ext uri="{FF2B5EF4-FFF2-40B4-BE49-F238E27FC236}">
                        <a16:creationId xmlns:a16="http://schemas.microsoft.com/office/drawing/2014/main" id="{039EACA2-B7CE-0395-84E6-765F804586E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5" name="Oval 1224">
                    <a:extLst>
                      <a:ext uri="{FF2B5EF4-FFF2-40B4-BE49-F238E27FC236}">
                        <a16:creationId xmlns:a16="http://schemas.microsoft.com/office/drawing/2014/main" id="{5B4774B7-C55B-23B7-5F3D-90278456900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14" name="Group 1213">
                  <a:extLst>
                    <a:ext uri="{FF2B5EF4-FFF2-40B4-BE49-F238E27FC236}">
                      <a16:creationId xmlns:a16="http://schemas.microsoft.com/office/drawing/2014/main" id="{C90AB572-25EE-2DD8-5EDA-4837CFC4E72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21" name="Oval 1220">
                    <a:extLst>
                      <a:ext uri="{FF2B5EF4-FFF2-40B4-BE49-F238E27FC236}">
                        <a16:creationId xmlns:a16="http://schemas.microsoft.com/office/drawing/2014/main" id="{9ECB3236-A15C-2BDF-2322-DA1AC17CA17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2" name="Oval 1221">
                    <a:extLst>
                      <a:ext uri="{FF2B5EF4-FFF2-40B4-BE49-F238E27FC236}">
                        <a16:creationId xmlns:a16="http://schemas.microsoft.com/office/drawing/2014/main" id="{DB48EEE8-B35C-AA5F-7473-532BF455B48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15" name="Group 1214">
                  <a:extLst>
                    <a:ext uri="{FF2B5EF4-FFF2-40B4-BE49-F238E27FC236}">
                      <a16:creationId xmlns:a16="http://schemas.microsoft.com/office/drawing/2014/main" id="{152E7D5E-24A2-1C60-465F-F2A4A238AA8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19" name="Oval 1218">
                    <a:extLst>
                      <a:ext uri="{FF2B5EF4-FFF2-40B4-BE49-F238E27FC236}">
                        <a16:creationId xmlns:a16="http://schemas.microsoft.com/office/drawing/2014/main" id="{0861E1B7-1036-E461-A7BA-A295CD4843C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0" name="Oval 1219">
                    <a:extLst>
                      <a:ext uri="{FF2B5EF4-FFF2-40B4-BE49-F238E27FC236}">
                        <a16:creationId xmlns:a16="http://schemas.microsoft.com/office/drawing/2014/main" id="{97B5E382-1361-2D0A-2002-123AC82D8FA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16" name="Group 1215">
                  <a:extLst>
                    <a:ext uri="{FF2B5EF4-FFF2-40B4-BE49-F238E27FC236}">
                      <a16:creationId xmlns:a16="http://schemas.microsoft.com/office/drawing/2014/main" id="{E51439BD-2D53-AFB1-4512-5359515240A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17" name="Rectangle: Rounded Corners 1216">
                    <a:extLst>
                      <a:ext uri="{FF2B5EF4-FFF2-40B4-BE49-F238E27FC236}">
                        <a16:creationId xmlns:a16="http://schemas.microsoft.com/office/drawing/2014/main" id="{5A568AB1-B912-55AF-3D8A-18217AC016B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8" name="Oval 1217">
                    <a:extLst>
                      <a:ext uri="{FF2B5EF4-FFF2-40B4-BE49-F238E27FC236}">
                        <a16:creationId xmlns:a16="http://schemas.microsoft.com/office/drawing/2014/main" id="{3D09180F-38F2-0102-EB93-527C14E1B1E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3" name="Group 1142">
                <a:extLst>
                  <a:ext uri="{FF2B5EF4-FFF2-40B4-BE49-F238E27FC236}">
                    <a16:creationId xmlns:a16="http://schemas.microsoft.com/office/drawing/2014/main" id="{41FFA53F-5ACD-5AA1-69B0-81BC8CF48A61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200" name="Group 1199">
                  <a:extLst>
                    <a:ext uri="{FF2B5EF4-FFF2-40B4-BE49-F238E27FC236}">
                      <a16:creationId xmlns:a16="http://schemas.microsoft.com/office/drawing/2014/main" id="{BA4EAD06-B1BD-C75B-B029-49041A624EA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210" name="Oval 1209">
                    <a:extLst>
                      <a:ext uri="{FF2B5EF4-FFF2-40B4-BE49-F238E27FC236}">
                        <a16:creationId xmlns:a16="http://schemas.microsoft.com/office/drawing/2014/main" id="{1D2B48D8-8054-8716-25FD-B411F84F568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1" name="Oval 1210">
                    <a:extLst>
                      <a:ext uri="{FF2B5EF4-FFF2-40B4-BE49-F238E27FC236}">
                        <a16:creationId xmlns:a16="http://schemas.microsoft.com/office/drawing/2014/main" id="{C70290A2-9C6B-D671-85DE-422E0F6F9DE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2" name="Oval 1211">
                    <a:extLst>
                      <a:ext uri="{FF2B5EF4-FFF2-40B4-BE49-F238E27FC236}">
                        <a16:creationId xmlns:a16="http://schemas.microsoft.com/office/drawing/2014/main" id="{ABD92649-4C22-0A39-A674-6665900E470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01" name="Group 1200">
                  <a:extLst>
                    <a:ext uri="{FF2B5EF4-FFF2-40B4-BE49-F238E27FC236}">
                      <a16:creationId xmlns:a16="http://schemas.microsoft.com/office/drawing/2014/main" id="{50EB3448-0610-046E-182A-168557B84904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208" name="Oval 1207">
                    <a:extLst>
                      <a:ext uri="{FF2B5EF4-FFF2-40B4-BE49-F238E27FC236}">
                        <a16:creationId xmlns:a16="http://schemas.microsoft.com/office/drawing/2014/main" id="{D4458228-F890-1FCC-3459-4D99F226C52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9" name="Oval 1208">
                    <a:extLst>
                      <a:ext uri="{FF2B5EF4-FFF2-40B4-BE49-F238E27FC236}">
                        <a16:creationId xmlns:a16="http://schemas.microsoft.com/office/drawing/2014/main" id="{114C2437-8950-586B-59A3-4A520445637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02" name="Group 1201">
                  <a:extLst>
                    <a:ext uri="{FF2B5EF4-FFF2-40B4-BE49-F238E27FC236}">
                      <a16:creationId xmlns:a16="http://schemas.microsoft.com/office/drawing/2014/main" id="{89D3F8AF-309A-275B-D8BF-83E9ADE9C95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206" name="Oval 1205">
                    <a:extLst>
                      <a:ext uri="{FF2B5EF4-FFF2-40B4-BE49-F238E27FC236}">
                        <a16:creationId xmlns:a16="http://schemas.microsoft.com/office/drawing/2014/main" id="{C04E48AA-9809-A286-7F82-80491F2A62C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7" name="Oval 1206">
                    <a:extLst>
                      <a:ext uri="{FF2B5EF4-FFF2-40B4-BE49-F238E27FC236}">
                        <a16:creationId xmlns:a16="http://schemas.microsoft.com/office/drawing/2014/main" id="{F1973F09-3DC1-7CAB-14B3-608A966F3E7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03" name="Group 1202">
                  <a:extLst>
                    <a:ext uri="{FF2B5EF4-FFF2-40B4-BE49-F238E27FC236}">
                      <a16:creationId xmlns:a16="http://schemas.microsoft.com/office/drawing/2014/main" id="{1DC11E5B-FE51-1ACB-769A-90DEC9907DD3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204" name="Rectangle: Rounded Corners 1203">
                    <a:extLst>
                      <a:ext uri="{FF2B5EF4-FFF2-40B4-BE49-F238E27FC236}">
                        <a16:creationId xmlns:a16="http://schemas.microsoft.com/office/drawing/2014/main" id="{06254196-761F-5308-EA3F-D18C412D7C2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5" name="Oval 1204">
                    <a:extLst>
                      <a:ext uri="{FF2B5EF4-FFF2-40B4-BE49-F238E27FC236}">
                        <a16:creationId xmlns:a16="http://schemas.microsoft.com/office/drawing/2014/main" id="{94F7E352-CE1F-EE43-6C37-35A41F2A088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F9A21912-E162-7269-95AC-232231F2F134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87" name="Group 1186">
                  <a:extLst>
                    <a:ext uri="{FF2B5EF4-FFF2-40B4-BE49-F238E27FC236}">
                      <a16:creationId xmlns:a16="http://schemas.microsoft.com/office/drawing/2014/main" id="{75D61487-8775-493A-4FBA-68AD1764AC5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97" name="Oval 1196">
                    <a:extLst>
                      <a:ext uri="{FF2B5EF4-FFF2-40B4-BE49-F238E27FC236}">
                        <a16:creationId xmlns:a16="http://schemas.microsoft.com/office/drawing/2014/main" id="{EEFC1EDF-7DA5-1FEB-2274-C36CBE8F4BF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8" name="Oval 1197">
                    <a:extLst>
                      <a:ext uri="{FF2B5EF4-FFF2-40B4-BE49-F238E27FC236}">
                        <a16:creationId xmlns:a16="http://schemas.microsoft.com/office/drawing/2014/main" id="{6FC80B13-81F7-39E9-1897-B05EF39E2D5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9" name="Oval 1198">
                    <a:extLst>
                      <a:ext uri="{FF2B5EF4-FFF2-40B4-BE49-F238E27FC236}">
                        <a16:creationId xmlns:a16="http://schemas.microsoft.com/office/drawing/2014/main" id="{9619160F-311F-911B-F7A1-E44C098BA03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8" name="Group 1187">
                  <a:extLst>
                    <a:ext uri="{FF2B5EF4-FFF2-40B4-BE49-F238E27FC236}">
                      <a16:creationId xmlns:a16="http://schemas.microsoft.com/office/drawing/2014/main" id="{1A1EB209-CF09-BC61-378D-EAA8DCCD258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95" name="Oval 1194">
                    <a:extLst>
                      <a:ext uri="{FF2B5EF4-FFF2-40B4-BE49-F238E27FC236}">
                        <a16:creationId xmlns:a16="http://schemas.microsoft.com/office/drawing/2014/main" id="{69747782-690F-77D6-70BC-E4FF79F738B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6" name="Oval 1195">
                    <a:extLst>
                      <a:ext uri="{FF2B5EF4-FFF2-40B4-BE49-F238E27FC236}">
                        <a16:creationId xmlns:a16="http://schemas.microsoft.com/office/drawing/2014/main" id="{357BEC34-6A38-AB28-1BF3-4E8077B7C64A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9" name="Group 1188">
                  <a:extLst>
                    <a:ext uri="{FF2B5EF4-FFF2-40B4-BE49-F238E27FC236}">
                      <a16:creationId xmlns:a16="http://schemas.microsoft.com/office/drawing/2014/main" id="{062019BE-270F-3309-B867-035ECC9AAB8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93" name="Oval 1192">
                    <a:extLst>
                      <a:ext uri="{FF2B5EF4-FFF2-40B4-BE49-F238E27FC236}">
                        <a16:creationId xmlns:a16="http://schemas.microsoft.com/office/drawing/2014/main" id="{8F6E501D-6150-AB31-F7B8-975856F8224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4" name="Oval 1193">
                    <a:extLst>
                      <a:ext uri="{FF2B5EF4-FFF2-40B4-BE49-F238E27FC236}">
                        <a16:creationId xmlns:a16="http://schemas.microsoft.com/office/drawing/2014/main" id="{87C44CA6-1B9A-50B2-5413-363D53AB564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90" name="Group 1189">
                  <a:extLst>
                    <a:ext uri="{FF2B5EF4-FFF2-40B4-BE49-F238E27FC236}">
                      <a16:creationId xmlns:a16="http://schemas.microsoft.com/office/drawing/2014/main" id="{F34AE7D3-2DEB-8237-775B-429335D4783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91" name="Rectangle: Rounded Corners 1190">
                    <a:extLst>
                      <a:ext uri="{FF2B5EF4-FFF2-40B4-BE49-F238E27FC236}">
                        <a16:creationId xmlns:a16="http://schemas.microsoft.com/office/drawing/2014/main" id="{2D8F17D3-3241-FFEB-8460-D078CD7FE10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2" name="Oval 1191">
                    <a:extLst>
                      <a:ext uri="{FF2B5EF4-FFF2-40B4-BE49-F238E27FC236}">
                        <a16:creationId xmlns:a16="http://schemas.microsoft.com/office/drawing/2014/main" id="{FCC5550F-4A51-8207-00FE-59B5DA8B3AB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2834A050-84D3-7A85-AE8C-FBC7A24ED690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74" name="Group 1173">
                  <a:extLst>
                    <a:ext uri="{FF2B5EF4-FFF2-40B4-BE49-F238E27FC236}">
                      <a16:creationId xmlns:a16="http://schemas.microsoft.com/office/drawing/2014/main" id="{4EEFED35-53C8-DDF9-CB00-D54654418CF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84" name="Oval 1183">
                    <a:extLst>
                      <a:ext uri="{FF2B5EF4-FFF2-40B4-BE49-F238E27FC236}">
                        <a16:creationId xmlns:a16="http://schemas.microsoft.com/office/drawing/2014/main" id="{C5D19C89-8EB3-35C4-1432-7F51052345C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5" name="Oval 1184">
                    <a:extLst>
                      <a:ext uri="{FF2B5EF4-FFF2-40B4-BE49-F238E27FC236}">
                        <a16:creationId xmlns:a16="http://schemas.microsoft.com/office/drawing/2014/main" id="{DDFE28EC-7EA9-CD9C-C279-5E7393F3D6A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6" name="Oval 1185">
                    <a:extLst>
                      <a:ext uri="{FF2B5EF4-FFF2-40B4-BE49-F238E27FC236}">
                        <a16:creationId xmlns:a16="http://schemas.microsoft.com/office/drawing/2014/main" id="{A418506B-A516-02C3-3642-43FBD3C87A9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5" name="Group 1174">
                  <a:extLst>
                    <a:ext uri="{FF2B5EF4-FFF2-40B4-BE49-F238E27FC236}">
                      <a16:creationId xmlns:a16="http://schemas.microsoft.com/office/drawing/2014/main" id="{01A4304C-7452-7717-8EDA-25DDA6C95E7C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82" name="Oval 1181">
                    <a:extLst>
                      <a:ext uri="{FF2B5EF4-FFF2-40B4-BE49-F238E27FC236}">
                        <a16:creationId xmlns:a16="http://schemas.microsoft.com/office/drawing/2014/main" id="{129236F5-6F38-BC47-F698-4388F36EC89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3" name="Oval 1182">
                    <a:extLst>
                      <a:ext uri="{FF2B5EF4-FFF2-40B4-BE49-F238E27FC236}">
                        <a16:creationId xmlns:a16="http://schemas.microsoft.com/office/drawing/2014/main" id="{6DBF90EC-7935-65AC-7B9A-16F8751412D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6" name="Group 1175">
                  <a:extLst>
                    <a:ext uri="{FF2B5EF4-FFF2-40B4-BE49-F238E27FC236}">
                      <a16:creationId xmlns:a16="http://schemas.microsoft.com/office/drawing/2014/main" id="{012B925F-FB3C-41DC-7525-D07901BE887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80" name="Oval 1179">
                    <a:extLst>
                      <a:ext uri="{FF2B5EF4-FFF2-40B4-BE49-F238E27FC236}">
                        <a16:creationId xmlns:a16="http://schemas.microsoft.com/office/drawing/2014/main" id="{289E585C-FA01-CFB1-E17A-EB898D7EEAE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1" name="Oval 1180">
                    <a:extLst>
                      <a:ext uri="{FF2B5EF4-FFF2-40B4-BE49-F238E27FC236}">
                        <a16:creationId xmlns:a16="http://schemas.microsoft.com/office/drawing/2014/main" id="{C249611F-61F8-CA58-0C4F-9AFFD0E7420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7" name="Group 1176">
                  <a:extLst>
                    <a:ext uri="{FF2B5EF4-FFF2-40B4-BE49-F238E27FC236}">
                      <a16:creationId xmlns:a16="http://schemas.microsoft.com/office/drawing/2014/main" id="{CD60F4F4-7C9C-5E1E-CA3F-5EF10F471F9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78" name="Rectangle: Rounded Corners 1177">
                    <a:extLst>
                      <a:ext uri="{FF2B5EF4-FFF2-40B4-BE49-F238E27FC236}">
                        <a16:creationId xmlns:a16="http://schemas.microsoft.com/office/drawing/2014/main" id="{5CCCD5D0-C8DD-8253-27DB-D79A5BEA845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9" name="Oval 1178">
                    <a:extLst>
                      <a:ext uri="{FF2B5EF4-FFF2-40B4-BE49-F238E27FC236}">
                        <a16:creationId xmlns:a16="http://schemas.microsoft.com/office/drawing/2014/main" id="{FFF81457-8B38-1DC0-C9C4-CA3A33911CFD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6" name="Group 1145">
                <a:extLst>
                  <a:ext uri="{FF2B5EF4-FFF2-40B4-BE49-F238E27FC236}">
                    <a16:creationId xmlns:a16="http://schemas.microsoft.com/office/drawing/2014/main" id="{53BFC848-DC27-D8D8-15B0-367F5F0BAB47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61" name="Group 1160">
                  <a:extLst>
                    <a:ext uri="{FF2B5EF4-FFF2-40B4-BE49-F238E27FC236}">
                      <a16:creationId xmlns:a16="http://schemas.microsoft.com/office/drawing/2014/main" id="{45E02F81-1277-DDCC-D936-F1F2949A222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71" name="Oval 1170">
                    <a:extLst>
                      <a:ext uri="{FF2B5EF4-FFF2-40B4-BE49-F238E27FC236}">
                        <a16:creationId xmlns:a16="http://schemas.microsoft.com/office/drawing/2014/main" id="{A97F73DB-4B64-4859-DADE-0AF11153ED2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2" name="Oval 1171">
                    <a:extLst>
                      <a:ext uri="{FF2B5EF4-FFF2-40B4-BE49-F238E27FC236}">
                        <a16:creationId xmlns:a16="http://schemas.microsoft.com/office/drawing/2014/main" id="{9531FD4F-757C-EBEF-CA20-D9E5E3ECBDB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3" name="Oval 1172">
                    <a:extLst>
                      <a:ext uri="{FF2B5EF4-FFF2-40B4-BE49-F238E27FC236}">
                        <a16:creationId xmlns:a16="http://schemas.microsoft.com/office/drawing/2014/main" id="{CDB83B49-A217-3AC0-B399-72F754F746B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62" name="Group 1161">
                  <a:extLst>
                    <a:ext uri="{FF2B5EF4-FFF2-40B4-BE49-F238E27FC236}">
                      <a16:creationId xmlns:a16="http://schemas.microsoft.com/office/drawing/2014/main" id="{3FD4F16B-9AF1-A1ED-515B-67C4109552DE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69" name="Oval 1168">
                    <a:extLst>
                      <a:ext uri="{FF2B5EF4-FFF2-40B4-BE49-F238E27FC236}">
                        <a16:creationId xmlns:a16="http://schemas.microsoft.com/office/drawing/2014/main" id="{B1EC7DCC-5948-FE97-1F90-EC205E526B9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0" name="Oval 1169">
                    <a:extLst>
                      <a:ext uri="{FF2B5EF4-FFF2-40B4-BE49-F238E27FC236}">
                        <a16:creationId xmlns:a16="http://schemas.microsoft.com/office/drawing/2014/main" id="{116DFFDE-FD55-05B1-D7B4-DD99DAFE5613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63" name="Group 1162">
                  <a:extLst>
                    <a:ext uri="{FF2B5EF4-FFF2-40B4-BE49-F238E27FC236}">
                      <a16:creationId xmlns:a16="http://schemas.microsoft.com/office/drawing/2014/main" id="{B446A55B-B6C2-C44A-7EC9-CF267C73E92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67" name="Oval 1166">
                    <a:extLst>
                      <a:ext uri="{FF2B5EF4-FFF2-40B4-BE49-F238E27FC236}">
                        <a16:creationId xmlns:a16="http://schemas.microsoft.com/office/drawing/2014/main" id="{6853F74F-6958-D845-F44E-4CC229E46E7B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8" name="Oval 1167">
                    <a:extLst>
                      <a:ext uri="{FF2B5EF4-FFF2-40B4-BE49-F238E27FC236}">
                        <a16:creationId xmlns:a16="http://schemas.microsoft.com/office/drawing/2014/main" id="{72E1370E-CA37-992D-120A-C17317FC94A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64" name="Group 1163">
                  <a:extLst>
                    <a:ext uri="{FF2B5EF4-FFF2-40B4-BE49-F238E27FC236}">
                      <a16:creationId xmlns:a16="http://schemas.microsoft.com/office/drawing/2014/main" id="{FEF35EF4-0880-8C67-1312-F16035FB6F5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65" name="Rectangle: Rounded Corners 1164">
                    <a:extLst>
                      <a:ext uri="{FF2B5EF4-FFF2-40B4-BE49-F238E27FC236}">
                        <a16:creationId xmlns:a16="http://schemas.microsoft.com/office/drawing/2014/main" id="{A16A0010-E1B8-A4A8-16BC-BB86BCBB703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6" name="Oval 1165">
                    <a:extLst>
                      <a:ext uri="{FF2B5EF4-FFF2-40B4-BE49-F238E27FC236}">
                        <a16:creationId xmlns:a16="http://schemas.microsoft.com/office/drawing/2014/main" id="{C1AB6593-F27E-DE40-95FC-8373B8CEE2E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C3FAD8B0-F0D6-2084-BAA5-847DA2C20F17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148" name="Group 1147">
                  <a:extLst>
                    <a:ext uri="{FF2B5EF4-FFF2-40B4-BE49-F238E27FC236}">
                      <a16:creationId xmlns:a16="http://schemas.microsoft.com/office/drawing/2014/main" id="{E9250D34-320A-E3F1-ED34-C439D43364C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158" name="Oval 1157">
                    <a:extLst>
                      <a:ext uri="{FF2B5EF4-FFF2-40B4-BE49-F238E27FC236}">
                        <a16:creationId xmlns:a16="http://schemas.microsoft.com/office/drawing/2014/main" id="{5868FBD2-3E41-B66F-9679-27DE7872F0B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9" name="Oval 1158">
                    <a:extLst>
                      <a:ext uri="{FF2B5EF4-FFF2-40B4-BE49-F238E27FC236}">
                        <a16:creationId xmlns:a16="http://schemas.microsoft.com/office/drawing/2014/main" id="{6325647B-3616-00D4-3458-03BF59160E9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0" name="Oval 1159">
                    <a:extLst>
                      <a:ext uri="{FF2B5EF4-FFF2-40B4-BE49-F238E27FC236}">
                        <a16:creationId xmlns:a16="http://schemas.microsoft.com/office/drawing/2014/main" id="{004A21CB-1F89-2AFE-28AF-984A2B401B5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49" name="Group 1148">
                  <a:extLst>
                    <a:ext uri="{FF2B5EF4-FFF2-40B4-BE49-F238E27FC236}">
                      <a16:creationId xmlns:a16="http://schemas.microsoft.com/office/drawing/2014/main" id="{19BB74FE-0C87-B49E-71B7-A925D2EB563E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156" name="Oval 1155">
                    <a:extLst>
                      <a:ext uri="{FF2B5EF4-FFF2-40B4-BE49-F238E27FC236}">
                        <a16:creationId xmlns:a16="http://schemas.microsoft.com/office/drawing/2014/main" id="{B341D921-4170-6BBD-7CC8-7B7F02290E1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7" name="Oval 1156">
                    <a:extLst>
                      <a:ext uri="{FF2B5EF4-FFF2-40B4-BE49-F238E27FC236}">
                        <a16:creationId xmlns:a16="http://schemas.microsoft.com/office/drawing/2014/main" id="{95370DB4-658E-BD84-68FF-67102B297D8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50" name="Group 1149">
                  <a:extLst>
                    <a:ext uri="{FF2B5EF4-FFF2-40B4-BE49-F238E27FC236}">
                      <a16:creationId xmlns:a16="http://schemas.microsoft.com/office/drawing/2014/main" id="{339F6EA9-43DA-287F-10D7-7EEFB0E4B24E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154" name="Oval 1153">
                    <a:extLst>
                      <a:ext uri="{FF2B5EF4-FFF2-40B4-BE49-F238E27FC236}">
                        <a16:creationId xmlns:a16="http://schemas.microsoft.com/office/drawing/2014/main" id="{39193520-A8D1-840A-6A57-1725C0C2DF3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5" name="Oval 1154">
                    <a:extLst>
                      <a:ext uri="{FF2B5EF4-FFF2-40B4-BE49-F238E27FC236}">
                        <a16:creationId xmlns:a16="http://schemas.microsoft.com/office/drawing/2014/main" id="{70940A90-C143-DAFB-8D37-C0789A2BA6B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51" name="Group 1150">
                  <a:extLst>
                    <a:ext uri="{FF2B5EF4-FFF2-40B4-BE49-F238E27FC236}">
                      <a16:creationId xmlns:a16="http://schemas.microsoft.com/office/drawing/2014/main" id="{EA0D525D-5FC8-95FB-BAB2-25175826A41E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152" name="Rectangle: Rounded Corners 1151">
                    <a:extLst>
                      <a:ext uri="{FF2B5EF4-FFF2-40B4-BE49-F238E27FC236}">
                        <a16:creationId xmlns:a16="http://schemas.microsoft.com/office/drawing/2014/main" id="{71EA2442-166D-F068-97A8-9ACCCB32DB2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3" name="Oval 1152">
                    <a:extLst>
                      <a:ext uri="{FF2B5EF4-FFF2-40B4-BE49-F238E27FC236}">
                        <a16:creationId xmlns:a16="http://schemas.microsoft.com/office/drawing/2014/main" id="{1B14AA83-7EF4-65A5-DBF8-FC59BC917A0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304" name="Group 1303">
              <a:extLst>
                <a:ext uri="{FF2B5EF4-FFF2-40B4-BE49-F238E27FC236}">
                  <a16:creationId xmlns:a16="http://schemas.microsoft.com/office/drawing/2014/main" id="{2973CBD7-7A08-E4C9-4253-DA5943D132BE}"/>
                </a:ext>
              </a:extLst>
            </p:cNvPr>
            <p:cNvGrpSpPr/>
            <p:nvPr/>
          </p:nvGrpSpPr>
          <p:grpSpPr>
            <a:xfrm>
              <a:off x="5943748" y="3333996"/>
              <a:ext cx="1203678" cy="1169668"/>
              <a:chOff x="5881450" y="2069218"/>
              <a:chExt cx="2397152" cy="2488324"/>
            </a:xfrm>
          </p:grpSpPr>
          <p:grpSp>
            <p:nvGrpSpPr>
              <p:cNvPr id="1305" name="Group 1304">
                <a:extLst>
                  <a:ext uri="{FF2B5EF4-FFF2-40B4-BE49-F238E27FC236}">
                    <a16:creationId xmlns:a16="http://schemas.microsoft.com/office/drawing/2014/main" id="{EE0E7FA6-8EAE-3D3A-6FF8-A2A037F70074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60" name="Group 1459">
                  <a:extLst>
                    <a:ext uri="{FF2B5EF4-FFF2-40B4-BE49-F238E27FC236}">
                      <a16:creationId xmlns:a16="http://schemas.microsoft.com/office/drawing/2014/main" id="{2EE9ED00-BE60-EE1F-CD69-2A86E5FFB09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70" name="Oval 1469">
                    <a:extLst>
                      <a:ext uri="{FF2B5EF4-FFF2-40B4-BE49-F238E27FC236}">
                        <a16:creationId xmlns:a16="http://schemas.microsoft.com/office/drawing/2014/main" id="{BF9B85F1-E6A9-F59E-E6C0-37A825892E5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1" name="Oval 1470">
                    <a:extLst>
                      <a:ext uri="{FF2B5EF4-FFF2-40B4-BE49-F238E27FC236}">
                        <a16:creationId xmlns:a16="http://schemas.microsoft.com/office/drawing/2014/main" id="{6CF1900E-8824-BA03-A913-1F6765537A0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2" name="Oval 1471">
                    <a:extLst>
                      <a:ext uri="{FF2B5EF4-FFF2-40B4-BE49-F238E27FC236}">
                        <a16:creationId xmlns:a16="http://schemas.microsoft.com/office/drawing/2014/main" id="{E7E6F5DE-CA74-0D52-5B4F-BFAC17B468C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61" name="Group 1460">
                  <a:extLst>
                    <a:ext uri="{FF2B5EF4-FFF2-40B4-BE49-F238E27FC236}">
                      <a16:creationId xmlns:a16="http://schemas.microsoft.com/office/drawing/2014/main" id="{842E8D9F-E5DF-47E2-047E-BC2A0F2A11D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68" name="Oval 1467">
                    <a:extLst>
                      <a:ext uri="{FF2B5EF4-FFF2-40B4-BE49-F238E27FC236}">
                        <a16:creationId xmlns:a16="http://schemas.microsoft.com/office/drawing/2014/main" id="{9C6BF46F-55D6-F774-9C64-E4EF92E63FCB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9" name="Oval 1468">
                    <a:extLst>
                      <a:ext uri="{FF2B5EF4-FFF2-40B4-BE49-F238E27FC236}">
                        <a16:creationId xmlns:a16="http://schemas.microsoft.com/office/drawing/2014/main" id="{3D8629B8-CCB9-D9C7-F8DE-9790FEF993B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62" name="Group 1461">
                  <a:extLst>
                    <a:ext uri="{FF2B5EF4-FFF2-40B4-BE49-F238E27FC236}">
                      <a16:creationId xmlns:a16="http://schemas.microsoft.com/office/drawing/2014/main" id="{7E625140-6B3E-A204-D8BE-C6B3F77556C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66" name="Oval 1465">
                    <a:extLst>
                      <a:ext uri="{FF2B5EF4-FFF2-40B4-BE49-F238E27FC236}">
                        <a16:creationId xmlns:a16="http://schemas.microsoft.com/office/drawing/2014/main" id="{7846CD83-73F5-3A8A-7F88-F3ED2889492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7" name="Oval 1466">
                    <a:extLst>
                      <a:ext uri="{FF2B5EF4-FFF2-40B4-BE49-F238E27FC236}">
                        <a16:creationId xmlns:a16="http://schemas.microsoft.com/office/drawing/2014/main" id="{CF07424B-B0C5-68EA-1655-3704AF8CCDC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63" name="Group 1462">
                  <a:extLst>
                    <a:ext uri="{FF2B5EF4-FFF2-40B4-BE49-F238E27FC236}">
                      <a16:creationId xmlns:a16="http://schemas.microsoft.com/office/drawing/2014/main" id="{055497BA-D707-5453-287B-17E1641C6134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64" name="Rectangle: Rounded Corners 1463">
                    <a:extLst>
                      <a:ext uri="{FF2B5EF4-FFF2-40B4-BE49-F238E27FC236}">
                        <a16:creationId xmlns:a16="http://schemas.microsoft.com/office/drawing/2014/main" id="{CBB158DB-42FE-9076-88E5-78A9BD05F74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5" name="Oval 1464">
                    <a:extLst>
                      <a:ext uri="{FF2B5EF4-FFF2-40B4-BE49-F238E27FC236}">
                        <a16:creationId xmlns:a16="http://schemas.microsoft.com/office/drawing/2014/main" id="{1E02DADC-0D8C-7242-BC7F-D5372EDF169D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06" name="Group 1305">
                <a:extLst>
                  <a:ext uri="{FF2B5EF4-FFF2-40B4-BE49-F238E27FC236}">
                    <a16:creationId xmlns:a16="http://schemas.microsoft.com/office/drawing/2014/main" id="{2B898953-E172-F2B9-3393-3DFE190B5198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47" name="Group 1446">
                  <a:extLst>
                    <a:ext uri="{FF2B5EF4-FFF2-40B4-BE49-F238E27FC236}">
                      <a16:creationId xmlns:a16="http://schemas.microsoft.com/office/drawing/2014/main" id="{3AE6AF99-0FBB-8D5E-9A74-61826671647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57" name="Oval 1456">
                    <a:extLst>
                      <a:ext uri="{FF2B5EF4-FFF2-40B4-BE49-F238E27FC236}">
                        <a16:creationId xmlns:a16="http://schemas.microsoft.com/office/drawing/2014/main" id="{C3BF8404-5104-68C7-8588-9775E12A3A6E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8" name="Oval 1457">
                    <a:extLst>
                      <a:ext uri="{FF2B5EF4-FFF2-40B4-BE49-F238E27FC236}">
                        <a16:creationId xmlns:a16="http://schemas.microsoft.com/office/drawing/2014/main" id="{948941D8-F53E-C9F3-ADBF-B44F4565EB7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9" name="Oval 1458">
                    <a:extLst>
                      <a:ext uri="{FF2B5EF4-FFF2-40B4-BE49-F238E27FC236}">
                        <a16:creationId xmlns:a16="http://schemas.microsoft.com/office/drawing/2014/main" id="{EFB4445B-7FC6-34F8-CEBC-8F5A995D215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48" name="Group 1447">
                  <a:extLst>
                    <a:ext uri="{FF2B5EF4-FFF2-40B4-BE49-F238E27FC236}">
                      <a16:creationId xmlns:a16="http://schemas.microsoft.com/office/drawing/2014/main" id="{1015122C-7933-2A5D-76FF-9011AB22268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55" name="Oval 1454">
                    <a:extLst>
                      <a:ext uri="{FF2B5EF4-FFF2-40B4-BE49-F238E27FC236}">
                        <a16:creationId xmlns:a16="http://schemas.microsoft.com/office/drawing/2014/main" id="{3213B494-41A3-31B5-F563-2B6AE18851A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6" name="Oval 1455">
                    <a:extLst>
                      <a:ext uri="{FF2B5EF4-FFF2-40B4-BE49-F238E27FC236}">
                        <a16:creationId xmlns:a16="http://schemas.microsoft.com/office/drawing/2014/main" id="{092761F8-AEED-3268-D81A-1F4398BAD25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49" name="Group 1448">
                  <a:extLst>
                    <a:ext uri="{FF2B5EF4-FFF2-40B4-BE49-F238E27FC236}">
                      <a16:creationId xmlns:a16="http://schemas.microsoft.com/office/drawing/2014/main" id="{F16EA685-510D-5F23-A454-0397DA42844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53" name="Oval 1452">
                    <a:extLst>
                      <a:ext uri="{FF2B5EF4-FFF2-40B4-BE49-F238E27FC236}">
                        <a16:creationId xmlns:a16="http://schemas.microsoft.com/office/drawing/2014/main" id="{3EF8500B-3EC0-8B87-3D61-0CB0E38BF28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4" name="Oval 1453">
                    <a:extLst>
                      <a:ext uri="{FF2B5EF4-FFF2-40B4-BE49-F238E27FC236}">
                        <a16:creationId xmlns:a16="http://schemas.microsoft.com/office/drawing/2014/main" id="{7A934EE9-7627-AFE4-FD4A-E3EB06D51B1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50" name="Group 1449">
                  <a:extLst>
                    <a:ext uri="{FF2B5EF4-FFF2-40B4-BE49-F238E27FC236}">
                      <a16:creationId xmlns:a16="http://schemas.microsoft.com/office/drawing/2014/main" id="{8DAF886B-90EA-C979-8216-E21D4AF5122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51" name="Rectangle: Rounded Corners 1450">
                    <a:extLst>
                      <a:ext uri="{FF2B5EF4-FFF2-40B4-BE49-F238E27FC236}">
                        <a16:creationId xmlns:a16="http://schemas.microsoft.com/office/drawing/2014/main" id="{23D514DD-D6F2-544C-CCAD-CB780F4D259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52" name="Oval 1451">
                    <a:extLst>
                      <a:ext uri="{FF2B5EF4-FFF2-40B4-BE49-F238E27FC236}">
                        <a16:creationId xmlns:a16="http://schemas.microsoft.com/office/drawing/2014/main" id="{1C9E8BF5-C3A4-298D-077E-348F9B481A0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07" name="Group 1306">
                <a:extLst>
                  <a:ext uri="{FF2B5EF4-FFF2-40B4-BE49-F238E27FC236}">
                    <a16:creationId xmlns:a16="http://schemas.microsoft.com/office/drawing/2014/main" id="{0C26A44D-112C-8F2D-7FE3-23A002495D74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34" name="Group 1433">
                  <a:extLst>
                    <a:ext uri="{FF2B5EF4-FFF2-40B4-BE49-F238E27FC236}">
                      <a16:creationId xmlns:a16="http://schemas.microsoft.com/office/drawing/2014/main" id="{52F5543A-5A49-3749-37C7-BDB98E5AD7C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44" name="Oval 1443">
                    <a:extLst>
                      <a:ext uri="{FF2B5EF4-FFF2-40B4-BE49-F238E27FC236}">
                        <a16:creationId xmlns:a16="http://schemas.microsoft.com/office/drawing/2014/main" id="{D99BD9EF-8C8F-B146-48E1-D60B6C7F1F7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5" name="Oval 1444">
                    <a:extLst>
                      <a:ext uri="{FF2B5EF4-FFF2-40B4-BE49-F238E27FC236}">
                        <a16:creationId xmlns:a16="http://schemas.microsoft.com/office/drawing/2014/main" id="{D842F3D2-48EF-CCBD-7DC2-A7EFBDA281B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6" name="Oval 1445">
                    <a:extLst>
                      <a:ext uri="{FF2B5EF4-FFF2-40B4-BE49-F238E27FC236}">
                        <a16:creationId xmlns:a16="http://schemas.microsoft.com/office/drawing/2014/main" id="{45BC62F4-4AAF-2BB5-05BC-5E32E334B5A9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35" name="Group 1434">
                  <a:extLst>
                    <a:ext uri="{FF2B5EF4-FFF2-40B4-BE49-F238E27FC236}">
                      <a16:creationId xmlns:a16="http://schemas.microsoft.com/office/drawing/2014/main" id="{1224E89C-5103-AB2E-E697-88A576D9AB1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42" name="Oval 1441">
                    <a:extLst>
                      <a:ext uri="{FF2B5EF4-FFF2-40B4-BE49-F238E27FC236}">
                        <a16:creationId xmlns:a16="http://schemas.microsoft.com/office/drawing/2014/main" id="{A312E6DD-6DE3-F79C-4445-3F83D602663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3" name="Oval 1442">
                    <a:extLst>
                      <a:ext uri="{FF2B5EF4-FFF2-40B4-BE49-F238E27FC236}">
                        <a16:creationId xmlns:a16="http://schemas.microsoft.com/office/drawing/2014/main" id="{53B4D5FF-5F6C-4BBD-752A-26F15E00B4C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36" name="Group 1435">
                  <a:extLst>
                    <a:ext uri="{FF2B5EF4-FFF2-40B4-BE49-F238E27FC236}">
                      <a16:creationId xmlns:a16="http://schemas.microsoft.com/office/drawing/2014/main" id="{121DD09F-7D0F-CDC6-78C4-2056CC7762F7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40" name="Oval 1439">
                    <a:extLst>
                      <a:ext uri="{FF2B5EF4-FFF2-40B4-BE49-F238E27FC236}">
                        <a16:creationId xmlns:a16="http://schemas.microsoft.com/office/drawing/2014/main" id="{F0580722-8F9A-653B-2B38-4B03A629841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1" name="Oval 1440">
                    <a:extLst>
                      <a:ext uri="{FF2B5EF4-FFF2-40B4-BE49-F238E27FC236}">
                        <a16:creationId xmlns:a16="http://schemas.microsoft.com/office/drawing/2014/main" id="{DEBB42E4-2530-9790-B45E-2844C09AC5E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37" name="Group 1436">
                  <a:extLst>
                    <a:ext uri="{FF2B5EF4-FFF2-40B4-BE49-F238E27FC236}">
                      <a16:creationId xmlns:a16="http://schemas.microsoft.com/office/drawing/2014/main" id="{07FB257E-6157-4D39-03B1-851C42C340D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38" name="Rectangle: Rounded Corners 1437">
                    <a:extLst>
                      <a:ext uri="{FF2B5EF4-FFF2-40B4-BE49-F238E27FC236}">
                        <a16:creationId xmlns:a16="http://schemas.microsoft.com/office/drawing/2014/main" id="{7E6DA212-F218-D7C9-2F2F-B15EE60D9BC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9" name="Oval 1438">
                    <a:extLst>
                      <a:ext uri="{FF2B5EF4-FFF2-40B4-BE49-F238E27FC236}">
                        <a16:creationId xmlns:a16="http://schemas.microsoft.com/office/drawing/2014/main" id="{191B12B2-0987-D85D-F9F3-EC865EBDBECA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08" name="Group 1307">
                <a:extLst>
                  <a:ext uri="{FF2B5EF4-FFF2-40B4-BE49-F238E27FC236}">
                    <a16:creationId xmlns:a16="http://schemas.microsoft.com/office/drawing/2014/main" id="{D9E9007D-493C-2369-CA6C-FCACF2D12903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21" name="Group 1420">
                  <a:extLst>
                    <a:ext uri="{FF2B5EF4-FFF2-40B4-BE49-F238E27FC236}">
                      <a16:creationId xmlns:a16="http://schemas.microsoft.com/office/drawing/2014/main" id="{87176A2E-9B2C-2EAD-785E-F37446E4E10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31" name="Oval 1430">
                    <a:extLst>
                      <a:ext uri="{FF2B5EF4-FFF2-40B4-BE49-F238E27FC236}">
                        <a16:creationId xmlns:a16="http://schemas.microsoft.com/office/drawing/2014/main" id="{811ACB71-12CF-5868-85F3-7B6939A619A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2" name="Oval 1431">
                    <a:extLst>
                      <a:ext uri="{FF2B5EF4-FFF2-40B4-BE49-F238E27FC236}">
                        <a16:creationId xmlns:a16="http://schemas.microsoft.com/office/drawing/2014/main" id="{A135FD16-37A3-978D-FB53-9277F2DAD71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3" name="Oval 1432">
                    <a:extLst>
                      <a:ext uri="{FF2B5EF4-FFF2-40B4-BE49-F238E27FC236}">
                        <a16:creationId xmlns:a16="http://schemas.microsoft.com/office/drawing/2014/main" id="{6C7B9B93-8A43-6E0C-22F8-3D092925D10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22" name="Group 1421">
                  <a:extLst>
                    <a:ext uri="{FF2B5EF4-FFF2-40B4-BE49-F238E27FC236}">
                      <a16:creationId xmlns:a16="http://schemas.microsoft.com/office/drawing/2014/main" id="{F39A25E1-CE12-050B-94CF-DE4DF6D653D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29" name="Oval 1428">
                    <a:extLst>
                      <a:ext uri="{FF2B5EF4-FFF2-40B4-BE49-F238E27FC236}">
                        <a16:creationId xmlns:a16="http://schemas.microsoft.com/office/drawing/2014/main" id="{E8CC34C2-F169-1E93-A284-5E432642795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0" name="Oval 1429">
                    <a:extLst>
                      <a:ext uri="{FF2B5EF4-FFF2-40B4-BE49-F238E27FC236}">
                        <a16:creationId xmlns:a16="http://schemas.microsoft.com/office/drawing/2014/main" id="{9C818DCD-E71B-9123-F42D-147B238EE93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23" name="Group 1422">
                  <a:extLst>
                    <a:ext uri="{FF2B5EF4-FFF2-40B4-BE49-F238E27FC236}">
                      <a16:creationId xmlns:a16="http://schemas.microsoft.com/office/drawing/2014/main" id="{613B2EAA-4B5D-8DCC-5E81-5CD5E5D789E5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27" name="Oval 1426">
                    <a:extLst>
                      <a:ext uri="{FF2B5EF4-FFF2-40B4-BE49-F238E27FC236}">
                        <a16:creationId xmlns:a16="http://schemas.microsoft.com/office/drawing/2014/main" id="{22A1A819-257B-521D-CEF0-A8A21CDF50F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8" name="Oval 1427">
                    <a:extLst>
                      <a:ext uri="{FF2B5EF4-FFF2-40B4-BE49-F238E27FC236}">
                        <a16:creationId xmlns:a16="http://schemas.microsoft.com/office/drawing/2014/main" id="{0BC439B8-5A92-B6F6-6525-0BBC93B36BC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24" name="Group 1423">
                  <a:extLst>
                    <a:ext uri="{FF2B5EF4-FFF2-40B4-BE49-F238E27FC236}">
                      <a16:creationId xmlns:a16="http://schemas.microsoft.com/office/drawing/2014/main" id="{0E3A8BBA-AC22-09F4-4B3E-91F1D45A809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25" name="Rectangle: Rounded Corners 1424">
                    <a:extLst>
                      <a:ext uri="{FF2B5EF4-FFF2-40B4-BE49-F238E27FC236}">
                        <a16:creationId xmlns:a16="http://schemas.microsoft.com/office/drawing/2014/main" id="{084D1144-8D84-CDF5-18FE-599E8932B15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6" name="Oval 1425">
                    <a:extLst>
                      <a:ext uri="{FF2B5EF4-FFF2-40B4-BE49-F238E27FC236}">
                        <a16:creationId xmlns:a16="http://schemas.microsoft.com/office/drawing/2014/main" id="{7431D7A0-6E08-1E8A-1453-CB54392EB1B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09" name="Group 1308">
                <a:extLst>
                  <a:ext uri="{FF2B5EF4-FFF2-40B4-BE49-F238E27FC236}">
                    <a16:creationId xmlns:a16="http://schemas.microsoft.com/office/drawing/2014/main" id="{3933ECFD-F6F4-E2CF-5A88-903FA040ACCD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08" name="Group 1407">
                  <a:extLst>
                    <a:ext uri="{FF2B5EF4-FFF2-40B4-BE49-F238E27FC236}">
                      <a16:creationId xmlns:a16="http://schemas.microsoft.com/office/drawing/2014/main" id="{714A5B7B-3CF1-C8A4-B471-53E46B59DBE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18" name="Oval 1417">
                    <a:extLst>
                      <a:ext uri="{FF2B5EF4-FFF2-40B4-BE49-F238E27FC236}">
                        <a16:creationId xmlns:a16="http://schemas.microsoft.com/office/drawing/2014/main" id="{1A7C76C7-E88E-E2FE-2CB5-3B93C84BB377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9" name="Oval 1418">
                    <a:extLst>
                      <a:ext uri="{FF2B5EF4-FFF2-40B4-BE49-F238E27FC236}">
                        <a16:creationId xmlns:a16="http://schemas.microsoft.com/office/drawing/2014/main" id="{E8CE7BF1-547F-CB1D-D4D0-1AA4EB939522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0" name="Oval 1419">
                    <a:extLst>
                      <a:ext uri="{FF2B5EF4-FFF2-40B4-BE49-F238E27FC236}">
                        <a16:creationId xmlns:a16="http://schemas.microsoft.com/office/drawing/2014/main" id="{393E492E-91C4-205A-5876-6125BFD09207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09" name="Group 1408">
                  <a:extLst>
                    <a:ext uri="{FF2B5EF4-FFF2-40B4-BE49-F238E27FC236}">
                      <a16:creationId xmlns:a16="http://schemas.microsoft.com/office/drawing/2014/main" id="{551FB260-6A9E-0621-94C6-7EAC7F99252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16" name="Oval 1415">
                    <a:extLst>
                      <a:ext uri="{FF2B5EF4-FFF2-40B4-BE49-F238E27FC236}">
                        <a16:creationId xmlns:a16="http://schemas.microsoft.com/office/drawing/2014/main" id="{EED26A62-7DBE-8728-87EE-C9A28DA042D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7" name="Oval 1416">
                    <a:extLst>
                      <a:ext uri="{FF2B5EF4-FFF2-40B4-BE49-F238E27FC236}">
                        <a16:creationId xmlns:a16="http://schemas.microsoft.com/office/drawing/2014/main" id="{ECEBE1E5-75E0-ECD7-117D-6F4D84BE5DC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0" name="Group 1409">
                  <a:extLst>
                    <a:ext uri="{FF2B5EF4-FFF2-40B4-BE49-F238E27FC236}">
                      <a16:creationId xmlns:a16="http://schemas.microsoft.com/office/drawing/2014/main" id="{D69A560F-D904-6E68-F4BA-6B2B3EF3F69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14" name="Oval 1413">
                    <a:extLst>
                      <a:ext uri="{FF2B5EF4-FFF2-40B4-BE49-F238E27FC236}">
                        <a16:creationId xmlns:a16="http://schemas.microsoft.com/office/drawing/2014/main" id="{BFD528C4-F555-2C1B-3BD0-6390B0AC2DC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5" name="Oval 1414">
                    <a:extLst>
                      <a:ext uri="{FF2B5EF4-FFF2-40B4-BE49-F238E27FC236}">
                        <a16:creationId xmlns:a16="http://schemas.microsoft.com/office/drawing/2014/main" id="{271F0BF0-A7B1-25E9-C1CC-96246BF1B92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11" name="Group 1410">
                  <a:extLst>
                    <a:ext uri="{FF2B5EF4-FFF2-40B4-BE49-F238E27FC236}">
                      <a16:creationId xmlns:a16="http://schemas.microsoft.com/office/drawing/2014/main" id="{E9D74616-4CAE-C424-EEC1-D5B8ECA331E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12" name="Rectangle: Rounded Corners 1411">
                    <a:extLst>
                      <a:ext uri="{FF2B5EF4-FFF2-40B4-BE49-F238E27FC236}">
                        <a16:creationId xmlns:a16="http://schemas.microsoft.com/office/drawing/2014/main" id="{D83B5D39-ABE8-3A72-6F3A-F77B8980161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3" name="Oval 1412">
                    <a:extLst>
                      <a:ext uri="{FF2B5EF4-FFF2-40B4-BE49-F238E27FC236}">
                        <a16:creationId xmlns:a16="http://schemas.microsoft.com/office/drawing/2014/main" id="{56505A3D-2B10-1C6A-0BDD-A38B1DB460E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0" name="Group 1309">
                <a:extLst>
                  <a:ext uri="{FF2B5EF4-FFF2-40B4-BE49-F238E27FC236}">
                    <a16:creationId xmlns:a16="http://schemas.microsoft.com/office/drawing/2014/main" id="{1BD4F9AB-9C75-B03F-001A-FB5383366DFC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95" name="Group 1394">
                  <a:extLst>
                    <a:ext uri="{FF2B5EF4-FFF2-40B4-BE49-F238E27FC236}">
                      <a16:creationId xmlns:a16="http://schemas.microsoft.com/office/drawing/2014/main" id="{8BD5B2EA-0280-BB51-7405-33019132473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05" name="Oval 1404">
                    <a:extLst>
                      <a:ext uri="{FF2B5EF4-FFF2-40B4-BE49-F238E27FC236}">
                        <a16:creationId xmlns:a16="http://schemas.microsoft.com/office/drawing/2014/main" id="{0FDDFE1D-16FE-E10C-4DC1-049BCAE4433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6" name="Oval 1405">
                    <a:extLst>
                      <a:ext uri="{FF2B5EF4-FFF2-40B4-BE49-F238E27FC236}">
                        <a16:creationId xmlns:a16="http://schemas.microsoft.com/office/drawing/2014/main" id="{3FE88DCD-4A06-4067-630A-0050B9F6017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7" name="Oval 1406">
                    <a:extLst>
                      <a:ext uri="{FF2B5EF4-FFF2-40B4-BE49-F238E27FC236}">
                        <a16:creationId xmlns:a16="http://schemas.microsoft.com/office/drawing/2014/main" id="{182C8214-E967-27FA-4559-E87D3101D75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6" name="Group 1395">
                  <a:extLst>
                    <a:ext uri="{FF2B5EF4-FFF2-40B4-BE49-F238E27FC236}">
                      <a16:creationId xmlns:a16="http://schemas.microsoft.com/office/drawing/2014/main" id="{383C5AC6-8CFB-A2FE-CE46-070715A9682B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03" name="Oval 1402">
                    <a:extLst>
                      <a:ext uri="{FF2B5EF4-FFF2-40B4-BE49-F238E27FC236}">
                        <a16:creationId xmlns:a16="http://schemas.microsoft.com/office/drawing/2014/main" id="{C35D630D-BFCD-CDB2-87C2-B12768A883A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4" name="Oval 1403">
                    <a:extLst>
                      <a:ext uri="{FF2B5EF4-FFF2-40B4-BE49-F238E27FC236}">
                        <a16:creationId xmlns:a16="http://schemas.microsoft.com/office/drawing/2014/main" id="{93E2322D-C5F4-45A8-396B-B43CDF00A96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7" name="Group 1396">
                  <a:extLst>
                    <a:ext uri="{FF2B5EF4-FFF2-40B4-BE49-F238E27FC236}">
                      <a16:creationId xmlns:a16="http://schemas.microsoft.com/office/drawing/2014/main" id="{E06C8088-FF70-97F1-414D-DF2B3EF7B16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01" name="Oval 1400">
                    <a:extLst>
                      <a:ext uri="{FF2B5EF4-FFF2-40B4-BE49-F238E27FC236}">
                        <a16:creationId xmlns:a16="http://schemas.microsoft.com/office/drawing/2014/main" id="{91CEE753-A0F3-CA7D-F12E-0BE3005490D0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2" name="Oval 1401">
                    <a:extLst>
                      <a:ext uri="{FF2B5EF4-FFF2-40B4-BE49-F238E27FC236}">
                        <a16:creationId xmlns:a16="http://schemas.microsoft.com/office/drawing/2014/main" id="{99A0668C-6AA2-7B39-8E54-CA345EC4F68C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98" name="Group 1397">
                  <a:extLst>
                    <a:ext uri="{FF2B5EF4-FFF2-40B4-BE49-F238E27FC236}">
                      <a16:creationId xmlns:a16="http://schemas.microsoft.com/office/drawing/2014/main" id="{C6A2B677-F465-6D61-16C8-5CFD0A527C7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99" name="Rectangle: Rounded Corners 1398">
                    <a:extLst>
                      <a:ext uri="{FF2B5EF4-FFF2-40B4-BE49-F238E27FC236}">
                        <a16:creationId xmlns:a16="http://schemas.microsoft.com/office/drawing/2014/main" id="{9FAE0EF6-FFFD-A0D1-70A0-21A83C9FA5E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00" name="Oval 1399">
                    <a:extLst>
                      <a:ext uri="{FF2B5EF4-FFF2-40B4-BE49-F238E27FC236}">
                        <a16:creationId xmlns:a16="http://schemas.microsoft.com/office/drawing/2014/main" id="{570C31B4-435A-26F1-5BE7-2053D02BC78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1" name="Group 1310">
                <a:extLst>
                  <a:ext uri="{FF2B5EF4-FFF2-40B4-BE49-F238E27FC236}">
                    <a16:creationId xmlns:a16="http://schemas.microsoft.com/office/drawing/2014/main" id="{DDBD3CCB-CC5E-9DC9-8F80-820FABE54DB9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82" name="Group 1381">
                  <a:extLst>
                    <a:ext uri="{FF2B5EF4-FFF2-40B4-BE49-F238E27FC236}">
                      <a16:creationId xmlns:a16="http://schemas.microsoft.com/office/drawing/2014/main" id="{1DC9EEB3-4088-F453-FF94-5C01633C800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92" name="Oval 1391">
                    <a:extLst>
                      <a:ext uri="{FF2B5EF4-FFF2-40B4-BE49-F238E27FC236}">
                        <a16:creationId xmlns:a16="http://schemas.microsoft.com/office/drawing/2014/main" id="{3F6F3AE2-8278-D790-5B00-B5322AB13B1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93" name="Oval 1392">
                    <a:extLst>
                      <a:ext uri="{FF2B5EF4-FFF2-40B4-BE49-F238E27FC236}">
                        <a16:creationId xmlns:a16="http://schemas.microsoft.com/office/drawing/2014/main" id="{EC4AE60E-0E2C-44A0-C34A-D09331B0E96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94" name="Oval 1393">
                    <a:extLst>
                      <a:ext uri="{FF2B5EF4-FFF2-40B4-BE49-F238E27FC236}">
                        <a16:creationId xmlns:a16="http://schemas.microsoft.com/office/drawing/2014/main" id="{8FD82046-EFA3-A083-2C98-0F2C7FBCCF55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83" name="Group 1382">
                  <a:extLst>
                    <a:ext uri="{FF2B5EF4-FFF2-40B4-BE49-F238E27FC236}">
                      <a16:creationId xmlns:a16="http://schemas.microsoft.com/office/drawing/2014/main" id="{EBC82F75-474D-CA9B-63C6-58BDB67EBB2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90" name="Oval 1389">
                    <a:extLst>
                      <a:ext uri="{FF2B5EF4-FFF2-40B4-BE49-F238E27FC236}">
                        <a16:creationId xmlns:a16="http://schemas.microsoft.com/office/drawing/2014/main" id="{CCBEEC50-B5ED-FA55-DE52-990C3671DBD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91" name="Oval 1390">
                    <a:extLst>
                      <a:ext uri="{FF2B5EF4-FFF2-40B4-BE49-F238E27FC236}">
                        <a16:creationId xmlns:a16="http://schemas.microsoft.com/office/drawing/2014/main" id="{7FCA64D3-7CC7-A9C1-E44D-25B53F8F3A0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84" name="Group 1383">
                  <a:extLst>
                    <a:ext uri="{FF2B5EF4-FFF2-40B4-BE49-F238E27FC236}">
                      <a16:creationId xmlns:a16="http://schemas.microsoft.com/office/drawing/2014/main" id="{61790918-5C2C-C377-6642-BD68C05DC75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88" name="Oval 1387">
                    <a:extLst>
                      <a:ext uri="{FF2B5EF4-FFF2-40B4-BE49-F238E27FC236}">
                        <a16:creationId xmlns:a16="http://schemas.microsoft.com/office/drawing/2014/main" id="{84B77546-5395-F5DD-E931-7AF1D0C4AC5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9" name="Oval 1388">
                    <a:extLst>
                      <a:ext uri="{FF2B5EF4-FFF2-40B4-BE49-F238E27FC236}">
                        <a16:creationId xmlns:a16="http://schemas.microsoft.com/office/drawing/2014/main" id="{3728A128-5BE1-270D-C355-0810D677E72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85" name="Group 1384">
                  <a:extLst>
                    <a:ext uri="{FF2B5EF4-FFF2-40B4-BE49-F238E27FC236}">
                      <a16:creationId xmlns:a16="http://schemas.microsoft.com/office/drawing/2014/main" id="{C7B7B136-266B-F35B-E0F1-63FE1FEF923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86" name="Rectangle: Rounded Corners 1385">
                    <a:extLst>
                      <a:ext uri="{FF2B5EF4-FFF2-40B4-BE49-F238E27FC236}">
                        <a16:creationId xmlns:a16="http://schemas.microsoft.com/office/drawing/2014/main" id="{4C29EBD6-9C6A-C704-D964-FB441C5D671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7" name="Oval 1386">
                    <a:extLst>
                      <a:ext uri="{FF2B5EF4-FFF2-40B4-BE49-F238E27FC236}">
                        <a16:creationId xmlns:a16="http://schemas.microsoft.com/office/drawing/2014/main" id="{C9A69593-8E53-3B9D-12F6-68BFF00E310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2" name="Group 1311">
                <a:extLst>
                  <a:ext uri="{FF2B5EF4-FFF2-40B4-BE49-F238E27FC236}">
                    <a16:creationId xmlns:a16="http://schemas.microsoft.com/office/drawing/2014/main" id="{C40C0487-4471-4076-09E3-746D48327C8A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69" name="Group 1368">
                  <a:extLst>
                    <a:ext uri="{FF2B5EF4-FFF2-40B4-BE49-F238E27FC236}">
                      <a16:creationId xmlns:a16="http://schemas.microsoft.com/office/drawing/2014/main" id="{A2AE9F8B-E75C-163E-6E3A-B52072C3E5F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79" name="Oval 1378">
                    <a:extLst>
                      <a:ext uri="{FF2B5EF4-FFF2-40B4-BE49-F238E27FC236}">
                        <a16:creationId xmlns:a16="http://schemas.microsoft.com/office/drawing/2014/main" id="{9260F627-C093-B4E3-C77D-EFEAC012A799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0" name="Oval 1379">
                    <a:extLst>
                      <a:ext uri="{FF2B5EF4-FFF2-40B4-BE49-F238E27FC236}">
                        <a16:creationId xmlns:a16="http://schemas.microsoft.com/office/drawing/2014/main" id="{040E02AB-89E3-3B91-954E-59D230524C5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81" name="Oval 1380">
                    <a:extLst>
                      <a:ext uri="{FF2B5EF4-FFF2-40B4-BE49-F238E27FC236}">
                        <a16:creationId xmlns:a16="http://schemas.microsoft.com/office/drawing/2014/main" id="{A435E6E7-1761-A0F6-C795-44BB8F5FB1D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70" name="Group 1369">
                  <a:extLst>
                    <a:ext uri="{FF2B5EF4-FFF2-40B4-BE49-F238E27FC236}">
                      <a16:creationId xmlns:a16="http://schemas.microsoft.com/office/drawing/2014/main" id="{61F6C6A3-83E2-8603-2448-FA95062A4D4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77" name="Oval 1376">
                    <a:extLst>
                      <a:ext uri="{FF2B5EF4-FFF2-40B4-BE49-F238E27FC236}">
                        <a16:creationId xmlns:a16="http://schemas.microsoft.com/office/drawing/2014/main" id="{2B9DD0D0-A480-FDA6-523C-D879417D569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8" name="Oval 1377">
                    <a:extLst>
                      <a:ext uri="{FF2B5EF4-FFF2-40B4-BE49-F238E27FC236}">
                        <a16:creationId xmlns:a16="http://schemas.microsoft.com/office/drawing/2014/main" id="{522042A1-8D99-05A1-F67F-77BFE2C1231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71" name="Group 1370">
                  <a:extLst>
                    <a:ext uri="{FF2B5EF4-FFF2-40B4-BE49-F238E27FC236}">
                      <a16:creationId xmlns:a16="http://schemas.microsoft.com/office/drawing/2014/main" id="{3483591C-0BBF-7ACD-5AB9-AA655279474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75" name="Oval 1374">
                    <a:extLst>
                      <a:ext uri="{FF2B5EF4-FFF2-40B4-BE49-F238E27FC236}">
                        <a16:creationId xmlns:a16="http://schemas.microsoft.com/office/drawing/2014/main" id="{B416145A-22A5-C2A2-F2D9-A06684676DC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6" name="Oval 1375">
                    <a:extLst>
                      <a:ext uri="{FF2B5EF4-FFF2-40B4-BE49-F238E27FC236}">
                        <a16:creationId xmlns:a16="http://schemas.microsoft.com/office/drawing/2014/main" id="{02A9EB40-AF45-90FB-5169-30C5480FC751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72" name="Group 1371">
                  <a:extLst>
                    <a:ext uri="{FF2B5EF4-FFF2-40B4-BE49-F238E27FC236}">
                      <a16:creationId xmlns:a16="http://schemas.microsoft.com/office/drawing/2014/main" id="{6383E490-19D6-B391-B2C4-B9F59F17A3F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73" name="Rectangle: Rounded Corners 1372">
                    <a:extLst>
                      <a:ext uri="{FF2B5EF4-FFF2-40B4-BE49-F238E27FC236}">
                        <a16:creationId xmlns:a16="http://schemas.microsoft.com/office/drawing/2014/main" id="{5FA081B7-FA54-70E4-9B6C-9FB3D7C439F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4" name="Oval 1373">
                    <a:extLst>
                      <a:ext uri="{FF2B5EF4-FFF2-40B4-BE49-F238E27FC236}">
                        <a16:creationId xmlns:a16="http://schemas.microsoft.com/office/drawing/2014/main" id="{9861088A-53B9-A754-C331-CC842973D32C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3" name="Group 1312">
                <a:extLst>
                  <a:ext uri="{FF2B5EF4-FFF2-40B4-BE49-F238E27FC236}">
                    <a16:creationId xmlns:a16="http://schemas.microsoft.com/office/drawing/2014/main" id="{C8C34077-2DBB-8204-F1E6-BFF25EE4A6BE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56" name="Group 1355">
                  <a:extLst>
                    <a:ext uri="{FF2B5EF4-FFF2-40B4-BE49-F238E27FC236}">
                      <a16:creationId xmlns:a16="http://schemas.microsoft.com/office/drawing/2014/main" id="{061C1A12-B9F9-308D-D2B8-E2F2BB3D46D3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66" name="Oval 1365">
                    <a:extLst>
                      <a:ext uri="{FF2B5EF4-FFF2-40B4-BE49-F238E27FC236}">
                        <a16:creationId xmlns:a16="http://schemas.microsoft.com/office/drawing/2014/main" id="{3BFEA6C5-89E4-9B01-FD30-DBDCBBB21DF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7" name="Oval 1366">
                    <a:extLst>
                      <a:ext uri="{FF2B5EF4-FFF2-40B4-BE49-F238E27FC236}">
                        <a16:creationId xmlns:a16="http://schemas.microsoft.com/office/drawing/2014/main" id="{5A70CD52-D51C-6D27-DC19-CB0C62D67F8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8" name="Oval 1367">
                    <a:extLst>
                      <a:ext uri="{FF2B5EF4-FFF2-40B4-BE49-F238E27FC236}">
                        <a16:creationId xmlns:a16="http://schemas.microsoft.com/office/drawing/2014/main" id="{2F8CDDFB-5E1B-ABE6-5BE8-210D624C1AF3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57" name="Group 1356">
                  <a:extLst>
                    <a:ext uri="{FF2B5EF4-FFF2-40B4-BE49-F238E27FC236}">
                      <a16:creationId xmlns:a16="http://schemas.microsoft.com/office/drawing/2014/main" id="{7719C93D-31F2-EE71-4BEE-6DC0CD266F3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64" name="Oval 1363">
                    <a:extLst>
                      <a:ext uri="{FF2B5EF4-FFF2-40B4-BE49-F238E27FC236}">
                        <a16:creationId xmlns:a16="http://schemas.microsoft.com/office/drawing/2014/main" id="{2396E226-7833-7901-F3B9-BDF51F98EBF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5" name="Oval 1364">
                    <a:extLst>
                      <a:ext uri="{FF2B5EF4-FFF2-40B4-BE49-F238E27FC236}">
                        <a16:creationId xmlns:a16="http://schemas.microsoft.com/office/drawing/2014/main" id="{199582B3-04F7-122B-AE67-D07A1AC6F18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58" name="Group 1357">
                  <a:extLst>
                    <a:ext uri="{FF2B5EF4-FFF2-40B4-BE49-F238E27FC236}">
                      <a16:creationId xmlns:a16="http://schemas.microsoft.com/office/drawing/2014/main" id="{E7818618-BF05-D84B-FAC6-BCA122DDA8F9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62" name="Oval 1361">
                    <a:extLst>
                      <a:ext uri="{FF2B5EF4-FFF2-40B4-BE49-F238E27FC236}">
                        <a16:creationId xmlns:a16="http://schemas.microsoft.com/office/drawing/2014/main" id="{FF90DE6E-DA30-129B-995A-DA4A30E813A5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3" name="Oval 1362">
                    <a:extLst>
                      <a:ext uri="{FF2B5EF4-FFF2-40B4-BE49-F238E27FC236}">
                        <a16:creationId xmlns:a16="http://schemas.microsoft.com/office/drawing/2014/main" id="{BD7A3750-53AF-4B41-4270-A46C2917A2CB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59" name="Group 1358">
                  <a:extLst>
                    <a:ext uri="{FF2B5EF4-FFF2-40B4-BE49-F238E27FC236}">
                      <a16:creationId xmlns:a16="http://schemas.microsoft.com/office/drawing/2014/main" id="{2F1CBFA7-18AE-AC29-2499-419596EB5BE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60" name="Rectangle: Rounded Corners 1359">
                    <a:extLst>
                      <a:ext uri="{FF2B5EF4-FFF2-40B4-BE49-F238E27FC236}">
                        <a16:creationId xmlns:a16="http://schemas.microsoft.com/office/drawing/2014/main" id="{23057716-318E-8C72-637C-0A53C8E5B59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1" name="Oval 1360">
                    <a:extLst>
                      <a:ext uri="{FF2B5EF4-FFF2-40B4-BE49-F238E27FC236}">
                        <a16:creationId xmlns:a16="http://schemas.microsoft.com/office/drawing/2014/main" id="{B689D47E-B701-44D5-DCB6-EF27BAD2798A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32A3F1EF-E3BB-EFAD-BA26-390929D15029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43" name="Group 1342">
                  <a:extLst>
                    <a:ext uri="{FF2B5EF4-FFF2-40B4-BE49-F238E27FC236}">
                      <a16:creationId xmlns:a16="http://schemas.microsoft.com/office/drawing/2014/main" id="{8EDC2F77-FB48-B7BF-AB4F-9FFA3BBCEDC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53" name="Oval 1352">
                    <a:extLst>
                      <a:ext uri="{FF2B5EF4-FFF2-40B4-BE49-F238E27FC236}">
                        <a16:creationId xmlns:a16="http://schemas.microsoft.com/office/drawing/2014/main" id="{CE626E70-1F80-3626-E5C9-7F7A5AD7027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4" name="Oval 1353">
                    <a:extLst>
                      <a:ext uri="{FF2B5EF4-FFF2-40B4-BE49-F238E27FC236}">
                        <a16:creationId xmlns:a16="http://schemas.microsoft.com/office/drawing/2014/main" id="{0FE02DAC-2A83-9684-C4F8-DE03604F5F39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5" name="Oval 1354">
                    <a:extLst>
                      <a:ext uri="{FF2B5EF4-FFF2-40B4-BE49-F238E27FC236}">
                        <a16:creationId xmlns:a16="http://schemas.microsoft.com/office/drawing/2014/main" id="{49D85C83-3040-0A20-9C8B-4CAE8122629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44" name="Group 1343">
                  <a:extLst>
                    <a:ext uri="{FF2B5EF4-FFF2-40B4-BE49-F238E27FC236}">
                      <a16:creationId xmlns:a16="http://schemas.microsoft.com/office/drawing/2014/main" id="{DD04B44B-54D8-8282-B596-CCD0E5DDA05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51" name="Oval 1350">
                    <a:extLst>
                      <a:ext uri="{FF2B5EF4-FFF2-40B4-BE49-F238E27FC236}">
                        <a16:creationId xmlns:a16="http://schemas.microsoft.com/office/drawing/2014/main" id="{8E2A229B-F354-065F-234D-7BA8CD85DFA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2" name="Oval 1351">
                    <a:extLst>
                      <a:ext uri="{FF2B5EF4-FFF2-40B4-BE49-F238E27FC236}">
                        <a16:creationId xmlns:a16="http://schemas.microsoft.com/office/drawing/2014/main" id="{6B251FC2-2D59-BE5B-7036-DF8251E1F09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45" name="Group 1344">
                  <a:extLst>
                    <a:ext uri="{FF2B5EF4-FFF2-40B4-BE49-F238E27FC236}">
                      <a16:creationId xmlns:a16="http://schemas.microsoft.com/office/drawing/2014/main" id="{885CBF94-22C8-072F-160F-9B349576A70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49" name="Oval 1348">
                    <a:extLst>
                      <a:ext uri="{FF2B5EF4-FFF2-40B4-BE49-F238E27FC236}">
                        <a16:creationId xmlns:a16="http://schemas.microsoft.com/office/drawing/2014/main" id="{F2D261F9-EB20-DEB8-1E7C-572BD8C0783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0" name="Oval 1349">
                    <a:extLst>
                      <a:ext uri="{FF2B5EF4-FFF2-40B4-BE49-F238E27FC236}">
                        <a16:creationId xmlns:a16="http://schemas.microsoft.com/office/drawing/2014/main" id="{9BC86057-395F-0538-8609-B1BC50A1A87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46" name="Group 1345">
                  <a:extLst>
                    <a:ext uri="{FF2B5EF4-FFF2-40B4-BE49-F238E27FC236}">
                      <a16:creationId xmlns:a16="http://schemas.microsoft.com/office/drawing/2014/main" id="{0E7ED147-C6EF-1F1F-E20C-6E20E1EFBB0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47" name="Rectangle: Rounded Corners 1346">
                    <a:extLst>
                      <a:ext uri="{FF2B5EF4-FFF2-40B4-BE49-F238E27FC236}">
                        <a16:creationId xmlns:a16="http://schemas.microsoft.com/office/drawing/2014/main" id="{51CD0F11-CCC8-18AA-61D5-FBE070EE421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8" name="Oval 1347">
                    <a:extLst>
                      <a:ext uri="{FF2B5EF4-FFF2-40B4-BE49-F238E27FC236}">
                        <a16:creationId xmlns:a16="http://schemas.microsoft.com/office/drawing/2014/main" id="{0B0A5F15-AE3C-311C-5616-CACFAB92F2BD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5" name="Group 1314">
                <a:extLst>
                  <a:ext uri="{FF2B5EF4-FFF2-40B4-BE49-F238E27FC236}">
                    <a16:creationId xmlns:a16="http://schemas.microsoft.com/office/drawing/2014/main" id="{8496E83F-1731-CB3E-1C39-33379F68CB88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30" name="Group 1329">
                  <a:extLst>
                    <a:ext uri="{FF2B5EF4-FFF2-40B4-BE49-F238E27FC236}">
                      <a16:creationId xmlns:a16="http://schemas.microsoft.com/office/drawing/2014/main" id="{0DF42DE3-600D-45EA-3866-A487AA2E8F2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40" name="Oval 1339">
                    <a:extLst>
                      <a:ext uri="{FF2B5EF4-FFF2-40B4-BE49-F238E27FC236}">
                        <a16:creationId xmlns:a16="http://schemas.microsoft.com/office/drawing/2014/main" id="{50237013-37C1-476B-EC4E-95469BA67C4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1" name="Oval 1340">
                    <a:extLst>
                      <a:ext uri="{FF2B5EF4-FFF2-40B4-BE49-F238E27FC236}">
                        <a16:creationId xmlns:a16="http://schemas.microsoft.com/office/drawing/2014/main" id="{207933DD-564C-E0BA-16BB-DDE07B05FC1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2" name="Oval 1341">
                    <a:extLst>
                      <a:ext uri="{FF2B5EF4-FFF2-40B4-BE49-F238E27FC236}">
                        <a16:creationId xmlns:a16="http://schemas.microsoft.com/office/drawing/2014/main" id="{2E0E57A3-E983-C9BE-6520-478AF86CBD3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31" name="Group 1330">
                  <a:extLst>
                    <a:ext uri="{FF2B5EF4-FFF2-40B4-BE49-F238E27FC236}">
                      <a16:creationId xmlns:a16="http://schemas.microsoft.com/office/drawing/2014/main" id="{5383530F-7AAA-721A-E5DB-6D9F8331EB1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38" name="Oval 1337">
                    <a:extLst>
                      <a:ext uri="{FF2B5EF4-FFF2-40B4-BE49-F238E27FC236}">
                        <a16:creationId xmlns:a16="http://schemas.microsoft.com/office/drawing/2014/main" id="{976470C5-9EBB-8C5F-4E67-A31A54572C0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9" name="Oval 1338">
                    <a:extLst>
                      <a:ext uri="{FF2B5EF4-FFF2-40B4-BE49-F238E27FC236}">
                        <a16:creationId xmlns:a16="http://schemas.microsoft.com/office/drawing/2014/main" id="{7A9CB92B-B326-4DD0-914F-50D711527440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32" name="Group 1331">
                  <a:extLst>
                    <a:ext uri="{FF2B5EF4-FFF2-40B4-BE49-F238E27FC236}">
                      <a16:creationId xmlns:a16="http://schemas.microsoft.com/office/drawing/2014/main" id="{1E5582E4-D097-0DBA-E875-34B1E69C370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36" name="Oval 1335">
                    <a:extLst>
                      <a:ext uri="{FF2B5EF4-FFF2-40B4-BE49-F238E27FC236}">
                        <a16:creationId xmlns:a16="http://schemas.microsoft.com/office/drawing/2014/main" id="{041EA776-BAA1-2357-E50C-3002A5144331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7" name="Oval 1336">
                    <a:extLst>
                      <a:ext uri="{FF2B5EF4-FFF2-40B4-BE49-F238E27FC236}">
                        <a16:creationId xmlns:a16="http://schemas.microsoft.com/office/drawing/2014/main" id="{30D56DA6-1B08-25F6-C468-D689CD532881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33" name="Group 1332">
                  <a:extLst>
                    <a:ext uri="{FF2B5EF4-FFF2-40B4-BE49-F238E27FC236}">
                      <a16:creationId xmlns:a16="http://schemas.microsoft.com/office/drawing/2014/main" id="{ED049091-555C-5A10-F2D1-E3F792FDB8E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34" name="Rectangle: Rounded Corners 1333">
                    <a:extLst>
                      <a:ext uri="{FF2B5EF4-FFF2-40B4-BE49-F238E27FC236}">
                        <a16:creationId xmlns:a16="http://schemas.microsoft.com/office/drawing/2014/main" id="{3814CEDC-29B7-250C-D354-5A166772ABD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5" name="Oval 1334">
                    <a:extLst>
                      <a:ext uri="{FF2B5EF4-FFF2-40B4-BE49-F238E27FC236}">
                        <a16:creationId xmlns:a16="http://schemas.microsoft.com/office/drawing/2014/main" id="{ADA61E8D-3133-BB65-9A39-E47E751CBDF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6" name="Group 1315">
                <a:extLst>
                  <a:ext uri="{FF2B5EF4-FFF2-40B4-BE49-F238E27FC236}">
                    <a16:creationId xmlns:a16="http://schemas.microsoft.com/office/drawing/2014/main" id="{8FBCDB29-1BA2-90D1-FFCD-CD18D4F9A4D5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20BFADDD-562D-8CB9-081D-65C6E8C45615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327" name="Oval 1326">
                    <a:extLst>
                      <a:ext uri="{FF2B5EF4-FFF2-40B4-BE49-F238E27FC236}">
                        <a16:creationId xmlns:a16="http://schemas.microsoft.com/office/drawing/2014/main" id="{EBB73FA6-C995-2F14-0762-77131C0C83D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8" name="Oval 1327">
                    <a:extLst>
                      <a:ext uri="{FF2B5EF4-FFF2-40B4-BE49-F238E27FC236}">
                        <a16:creationId xmlns:a16="http://schemas.microsoft.com/office/drawing/2014/main" id="{3751DF3B-E3F7-7C2F-8204-CC2D9C08965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9" name="Oval 1328">
                    <a:extLst>
                      <a:ext uri="{FF2B5EF4-FFF2-40B4-BE49-F238E27FC236}">
                        <a16:creationId xmlns:a16="http://schemas.microsoft.com/office/drawing/2014/main" id="{BC8C9AA6-C9E3-4902-1F21-3BE71994678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18" name="Group 1317">
                  <a:extLst>
                    <a:ext uri="{FF2B5EF4-FFF2-40B4-BE49-F238E27FC236}">
                      <a16:creationId xmlns:a16="http://schemas.microsoft.com/office/drawing/2014/main" id="{C010E66D-BF52-B1FF-3118-2C4EDE793DC2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325" name="Oval 1324">
                    <a:extLst>
                      <a:ext uri="{FF2B5EF4-FFF2-40B4-BE49-F238E27FC236}">
                        <a16:creationId xmlns:a16="http://schemas.microsoft.com/office/drawing/2014/main" id="{792CD981-1763-AB9E-CD66-86782859842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6" name="Oval 1325">
                    <a:extLst>
                      <a:ext uri="{FF2B5EF4-FFF2-40B4-BE49-F238E27FC236}">
                        <a16:creationId xmlns:a16="http://schemas.microsoft.com/office/drawing/2014/main" id="{C64B55EF-522D-56EE-2223-B154E37B4BB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19" name="Group 1318">
                  <a:extLst>
                    <a:ext uri="{FF2B5EF4-FFF2-40B4-BE49-F238E27FC236}">
                      <a16:creationId xmlns:a16="http://schemas.microsoft.com/office/drawing/2014/main" id="{D4A8CF83-E1AB-9DCC-70ED-89DB71E7328D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323" name="Oval 1322">
                    <a:extLst>
                      <a:ext uri="{FF2B5EF4-FFF2-40B4-BE49-F238E27FC236}">
                        <a16:creationId xmlns:a16="http://schemas.microsoft.com/office/drawing/2014/main" id="{C532D874-568A-8839-7578-90FDEA8C7F0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4" name="Oval 1323">
                    <a:extLst>
                      <a:ext uri="{FF2B5EF4-FFF2-40B4-BE49-F238E27FC236}">
                        <a16:creationId xmlns:a16="http://schemas.microsoft.com/office/drawing/2014/main" id="{03A8179C-91DB-5798-9656-3DB8D69D931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20" name="Group 1319">
                  <a:extLst>
                    <a:ext uri="{FF2B5EF4-FFF2-40B4-BE49-F238E27FC236}">
                      <a16:creationId xmlns:a16="http://schemas.microsoft.com/office/drawing/2014/main" id="{B8F43258-CDC5-1476-BC8B-F261B2E3881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321" name="Rectangle: Rounded Corners 1320">
                    <a:extLst>
                      <a:ext uri="{FF2B5EF4-FFF2-40B4-BE49-F238E27FC236}">
                        <a16:creationId xmlns:a16="http://schemas.microsoft.com/office/drawing/2014/main" id="{AE234897-D83E-CB3A-2DDA-60995AF4463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2" name="Oval 1321">
                    <a:extLst>
                      <a:ext uri="{FF2B5EF4-FFF2-40B4-BE49-F238E27FC236}">
                        <a16:creationId xmlns:a16="http://schemas.microsoft.com/office/drawing/2014/main" id="{BCAE5C1B-88C7-382F-5676-EA927202D3C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473" name="Group 1472">
              <a:extLst>
                <a:ext uri="{FF2B5EF4-FFF2-40B4-BE49-F238E27FC236}">
                  <a16:creationId xmlns:a16="http://schemas.microsoft.com/office/drawing/2014/main" id="{6938D0FC-7D8E-C77E-7DF2-1C7ECF8C3D81}"/>
                </a:ext>
              </a:extLst>
            </p:cNvPr>
            <p:cNvGrpSpPr/>
            <p:nvPr/>
          </p:nvGrpSpPr>
          <p:grpSpPr>
            <a:xfrm>
              <a:off x="6839352" y="3429000"/>
              <a:ext cx="1203678" cy="1169668"/>
              <a:chOff x="5881450" y="2069218"/>
              <a:chExt cx="2397152" cy="2488324"/>
            </a:xfrm>
          </p:grpSpPr>
          <p:grpSp>
            <p:nvGrpSpPr>
              <p:cNvPr id="1474" name="Group 1473">
                <a:extLst>
                  <a:ext uri="{FF2B5EF4-FFF2-40B4-BE49-F238E27FC236}">
                    <a16:creationId xmlns:a16="http://schemas.microsoft.com/office/drawing/2014/main" id="{8AE9AE95-05B2-931C-1321-3DD5441A7CDC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29" name="Group 1628">
                  <a:extLst>
                    <a:ext uri="{FF2B5EF4-FFF2-40B4-BE49-F238E27FC236}">
                      <a16:creationId xmlns:a16="http://schemas.microsoft.com/office/drawing/2014/main" id="{5D463EAF-7C30-1D3A-AE13-31853E545A7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39" name="Oval 1638">
                    <a:extLst>
                      <a:ext uri="{FF2B5EF4-FFF2-40B4-BE49-F238E27FC236}">
                        <a16:creationId xmlns:a16="http://schemas.microsoft.com/office/drawing/2014/main" id="{7422FAF6-0AD8-A331-112A-72C2138EF7FB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0" name="Oval 1639">
                    <a:extLst>
                      <a:ext uri="{FF2B5EF4-FFF2-40B4-BE49-F238E27FC236}">
                        <a16:creationId xmlns:a16="http://schemas.microsoft.com/office/drawing/2014/main" id="{B3D9C2E4-E423-19D8-D581-46351B9DE95B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1" name="Oval 1640">
                    <a:extLst>
                      <a:ext uri="{FF2B5EF4-FFF2-40B4-BE49-F238E27FC236}">
                        <a16:creationId xmlns:a16="http://schemas.microsoft.com/office/drawing/2014/main" id="{2E980225-0589-EC89-36BB-8E4AB8E61FB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30" name="Group 1629">
                  <a:extLst>
                    <a:ext uri="{FF2B5EF4-FFF2-40B4-BE49-F238E27FC236}">
                      <a16:creationId xmlns:a16="http://schemas.microsoft.com/office/drawing/2014/main" id="{77307632-8F26-26B1-02E1-CC0FE4F6E80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37" name="Oval 1636">
                    <a:extLst>
                      <a:ext uri="{FF2B5EF4-FFF2-40B4-BE49-F238E27FC236}">
                        <a16:creationId xmlns:a16="http://schemas.microsoft.com/office/drawing/2014/main" id="{14159DA0-633E-F953-31CD-3C4925ED6AA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8" name="Oval 1637">
                    <a:extLst>
                      <a:ext uri="{FF2B5EF4-FFF2-40B4-BE49-F238E27FC236}">
                        <a16:creationId xmlns:a16="http://schemas.microsoft.com/office/drawing/2014/main" id="{D99BA852-0CAD-A17A-8ECE-677EDD9658A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31" name="Group 1630">
                  <a:extLst>
                    <a:ext uri="{FF2B5EF4-FFF2-40B4-BE49-F238E27FC236}">
                      <a16:creationId xmlns:a16="http://schemas.microsoft.com/office/drawing/2014/main" id="{8279CA95-659D-24AF-9430-9A0AC49F3C8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35" name="Oval 1634">
                    <a:extLst>
                      <a:ext uri="{FF2B5EF4-FFF2-40B4-BE49-F238E27FC236}">
                        <a16:creationId xmlns:a16="http://schemas.microsoft.com/office/drawing/2014/main" id="{802930EC-3AA8-0328-A13F-E5AB236DD7D5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6" name="Oval 1635">
                    <a:extLst>
                      <a:ext uri="{FF2B5EF4-FFF2-40B4-BE49-F238E27FC236}">
                        <a16:creationId xmlns:a16="http://schemas.microsoft.com/office/drawing/2014/main" id="{3893EAA7-8553-C488-AEE3-79B647AA846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32" name="Group 1631">
                  <a:extLst>
                    <a:ext uri="{FF2B5EF4-FFF2-40B4-BE49-F238E27FC236}">
                      <a16:creationId xmlns:a16="http://schemas.microsoft.com/office/drawing/2014/main" id="{698787F1-DFE1-0FEB-D0B8-F9BF0970269E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33" name="Rectangle: Rounded Corners 1632">
                    <a:extLst>
                      <a:ext uri="{FF2B5EF4-FFF2-40B4-BE49-F238E27FC236}">
                        <a16:creationId xmlns:a16="http://schemas.microsoft.com/office/drawing/2014/main" id="{3BFE3068-B75F-F50E-CF6B-2712560A6CF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4" name="Oval 1633">
                    <a:extLst>
                      <a:ext uri="{FF2B5EF4-FFF2-40B4-BE49-F238E27FC236}">
                        <a16:creationId xmlns:a16="http://schemas.microsoft.com/office/drawing/2014/main" id="{701A2B80-1431-04C6-C6A6-3DE1C0E5E93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75" name="Group 1474">
                <a:extLst>
                  <a:ext uri="{FF2B5EF4-FFF2-40B4-BE49-F238E27FC236}">
                    <a16:creationId xmlns:a16="http://schemas.microsoft.com/office/drawing/2014/main" id="{F0D8F182-8134-F112-9B83-22452B1C9E7A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16" name="Group 1615">
                  <a:extLst>
                    <a:ext uri="{FF2B5EF4-FFF2-40B4-BE49-F238E27FC236}">
                      <a16:creationId xmlns:a16="http://schemas.microsoft.com/office/drawing/2014/main" id="{F70997C5-1751-9359-146C-CBEA5B38AC61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26" name="Oval 1625">
                    <a:extLst>
                      <a:ext uri="{FF2B5EF4-FFF2-40B4-BE49-F238E27FC236}">
                        <a16:creationId xmlns:a16="http://schemas.microsoft.com/office/drawing/2014/main" id="{11AE2D68-D6FF-AD6E-5A65-3586FACD2BE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7" name="Oval 1626">
                    <a:extLst>
                      <a:ext uri="{FF2B5EF4-FFF2-40B4-BE49-F238E27FC236}">
                        <a16:creationId xmlns:a16="http://schemas.microsoft.com/office/drawing/2014/main" id="{55CE6C20-EAF6-3200-39E8-7997DE3511D3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8" name="Oval 1627">
                    <a:extLst>
                      <a:ext uri="{FF2B5EF4-FFF2-40B4-BE49-F238E27FC236}">
                        <a16:creationId xmlns:a16="http://schemas.microsoft.com/office/drawing/2014/main" id="{3F90529D-71DB-C324-A710-BBC7E0E2F032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17" name="Group 1616">
                  <a:extLst>
                    <a:ext uri="{FF2B5EF4-FFF2-40B4-BE49-F238E27FC236}">
                      <a16:creationId xmlns:a16="http://schemas.microsoft.com/office/drawing/2014/main" id="{A1344CE6-455A-7895-75A3-C7C93808A23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24" name="Oval 1623">
                    <a:extLst>
                      <a:ext uri="{FF2B5EF4-FFF2-40B4-BE49-F238E27FC236}">
                        <a16:creationId xmlns:a16="http://schemas.microsoft.com/office/drawing/2014/main" id="{2B896D4B-4779-19CA-F142-DD34CDF0DC3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5" name="Oval 1624">
                    <a:extLst>
                      <a:ext uri="{FF2B5EF4-FFF2-40B4-BE49-F238E27FC236}">
                        <a16:creationId xmlns:a16="http://schemas.microsoft.com/office/drawing/2014/main" id="{8E5CC6CB-18C2-9B68-C069-EE360B8D2C4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18" name="Group 1617">
                  <a:extLst>
                    <a:ext uri="{FF2B5EF4-FFF2-40B4-BE49-F238E27FC236}">
                      <a16:creationId xmlns:a16="http://schemas.microsoft.com/office/drawing/2014/main" id="{08C0E1A6-B25C-6B99-2D59-D5CB11BE207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22" name="Oval 1621">
                    <a:extLst>
                      <a:ext uri="{FF2B5EF4-FFF2-40B4-BE49-F238E27FC236}">
                        <a16:creationId xmlns:a16="http://schemas.microsoft.com/office/drawing/2014/main" id="{12A9F2A7-4BDB-9F63-86D5-AA5C7EC361B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3" name="Oval 1622">
                    <a:extLst>
                      <a:ext uri="{FF2B5EF4-FFF2-40B4-BE49-F238E27FC236}">
                        <a16:creationId xmlns:a16="http://schemas.microsoft.com/office/drawing/2014/main" id="{06C5A64B-B815-8EC6-E5D0-2C85CE73F47E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19" name="Group 1618">
                  <a:extLst>
                    <a:ext uri="{FF2B5EF4-FFF2-40B4-BE49-F238E27FC236}">
                      <a16:creationId xmlns:a16="http://schemas.microsoft.com/office/drawing/2014/main" id="{B40DF10A-7D97-619D-87F3-04CB5A3166A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20" name="Rectangle: Rounded Corners 1619">
                    <a:extLst>
                      <a:ext uri="{FF2B5EF4-FFF2-40B4-BE49-F238E27FC236}">
                        <a16:creationId xmlns:a16="http://schemas.microsoft.com/office/drawing/2014/main" id="{A8AF98A2-AD67-4F71-067C-0C6F5C774ED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1" name="Oval 1620">
                    <a:extLst>
                      <a:ext uri="{FF2B5EF4-FFF2-40B4-BE49-F238E27FC236}">
                        <a16:creationId xmlns:a16="http://schemas.microsoft.com/office/drawing/2014/main" id="{147E94FC-AD76-52BD-6D7E-A9B42B11C13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76" name="Group 1475">
                <a:extLst>
                  <a:ext uri="{FF2B5EF4-FFF2-40B4-BE49-F238E27FC236}">
                    <a16:creationId xmlns:a16="http://schemas.microsoft.com/office/drawing/2014/main" id="{D055AC0D-D39D-01B0-9E5F-3727F100BAA9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03" name="Group 1602">
                  <a:extLst>
                    <a:ext uri="{FF2B5EF4-FFF2-40B4-BE49-F238E27FC236}">
                      <a16:creationId xmlns:a16="http://schemas.microsoft.com/office/drawing/2014/main" id="{A71DCADD-A569-3D03-FD5E-3CC6320E34D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13" name="Oval 1612">
                    <a:extLst>
                      <a:ext uri="{FF2B5EF4-FFF2-40B4-BE49-F238E27FC236}">
                        <a16:creationId xmlns:a16="http://schemas.microsoft.com/office/drawing/2014/main" id="{BA97A38A-22E7-4B7E-0ABD-613DEBE9D815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4" name="Oval 1613">
                    <a:extLst>
                      <a:ext uri="{FF2B5EF4-FFF2-40B4-BE49-F238E27FC236}">
                        <a16:creationId xmlns:a16="http://schemas.microsoft.com/office/drawing/2014/main" id="{6295B36F-24B9-EB41-0BEA-3FE83F7A377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5" name="Oval 1614">
                    <a:extLst>
                      <a:ext uri="{FF2B5EF4-FFF2-40B4-BE49-F238E27FC236}">
                        <a16:creationId xmlns:a16="http://schemas.microsoft.com/office/drawing/2014/main" id="{489F9549-8A5F-00B0-2DE6-DC362E3C406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04" name="Group 1603">
                  <a:extLst>
                    <a:ext uri="{FF2B5EF4-FFF2-40B4-BE49-F238E27FC236}">
                      <a16:creationId xmlns:a16="http://schemas.microsoft.com/office/drawing/2014/main" id="{D75525D0-CEEF-49CE-6ACC-8E149558DDF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11" name="Oval 1610">
                    <a:extLst>
                      <a:ext uri="{FF2B5EF4-FFF2-40B4-BE49-F238E27FC236}">
                        <a16:creationId xmlns:a16="http://schemas.microsoft.com/office/drawing/2014/main" id="{2078A5B0-FA3B-9C35-9ED6-94186656E14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2" name="Oval 1611">
                    <a:extLst>
                      <a:ext uri="{FF2B5EF4-FFF2-40B4-BE49-F238E27FC236}">
                        <a16:creationId xmlns:a16="http://schemas.microsoft.com/office/drawing/2014/main" id="{0F705AC9-4C3B-D9D4-8F50-F9061C74504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05" name="Group 1604">
                  <a:extLst>
                    <a:ext uri="{FF2B5EF4-FFF2-40B4-BE49-F238E27FC236}">
                      <a16:creationId xmlns:a16="http://schemas.microsoft.com/office/drawing/2014/main" id="{15538B88-AFC4-CF71-0EA2-CABD3885CE9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09" name="Oval 1608">
                    <a:extLst>
                      <a:ext uri="{FF2B5EF4-FFF2-40B4-BE49-F238E27FC236}">
                        <a16:creationId xmlns:a16="http://schemas.microsoft.com/office/drawing/2014/main" id="{5818D163-5579-95BE-FC06-6F5E70FFACCC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0" name="Oval 1609">
                    <a:extLst>
                      <a:ext uri="{FF2B5EF4-FFF2-40B4-BE49-F238E27FC236}">
                        <a16:creationId xmlns:a16="http://schemas.microsoft.com/office/drawing/2014/main" id="{B2747ED1-BB02-3D09-4CF6-F5A556F267B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06" name="Group 1605">
                  <a:extLst>
                    <a:ext uri="{FF2B5EF4-FFF2-40B4-BE49-F238E27FC236}">
                      <a16:creationId xmlns:a16="http://schemas.microsoft.com/office/drawing/2014/main" id="{5FCCA608-275F-43CF-5C8C-D753BA38ABF1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07" name="Rectangle: Rounded Corners 1606">
                    <a:extLst>
                      <a:ext uri="{FF2B5EF4-FFF2-40B4-BE49-F238E27FC236}">
                        <a16:creationId xmlns:a16="http://schemas.microsoft.com/office/drawing/2014/main" id="{BB441129-5C89-C1AE-F754-36C36F52735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8" name="Oval 1607">
                    <a:extLst>
                      <a:ext uri="{FF2B5EF4-FFF2-40B4-BE49-F238E27FC236}">
                        <a16:creationId xmlns:a16="http://schemas.microsoft.com/office/drawing/2014/main" id="{CA8AD97C-7BF7-6ACF-C5D9-10A203651344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77" name="Group 1476">
                <a:extLst>
                  <a:ext uri="{FF2B5EF4-FFF2-40B4-BE49-F238E27FC236}">
                    <a16:creationId xmlns:a16="http://schemas.microsoft.com/office/drawing/2014/main" id="{0F61F0A2-58F8-FB33-4715-120E41618570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90" name="Group 1589">
                  <a:extLst>
                    <a:ext uri="{FF2B5EF4-FFF2-40B4-BE49-F238E27FC236}">
                      <a16:creationId xmlns:a16="http://schemas.microsoft.com/office/drawing/2014/main" id="{3422B1B8-B6F1-E535-57C0-02BB37A7894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00" name="Oval 1599">
                    <a:extLst>
                      <a:ext uri="{FF2B5EF4-FFF2-40B4-BE49-F238E27FC236}">
                        <a16:creationId xmlns:a16="http://schemas.microsoft.com/office/drawing/2014/main" id="{54701C95-BA35-B997-1668-1209E77BC321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1" name="Oval 1600">
                    <a:extLst>
                      <a:ext uri="{FF2B5EF4-FFF2-40B4-BE49-F238E27FC236}">
                        <a16:creationId xmlns:a16="http://schemas.microsoft.com/office/drawing/2014/main" id="{A9BFEE83-B931-1655-889C-0693E95A63B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2" name="Oval 1601">
                    <a:extLst>
                      <a:ext uri="{FF2B5EF4-FFF2-40B4-BE49-F238E27FC236}">
                        <a16:creationId xmlns:a16="http://schemas.microsoft.com/office/drawing/2014/main" id="{C6A47A31-FED2-DF8A-B728-703B3052A7D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91" name="Group 1590">
                  <a:extLst>
                    <a:ext uri="{FF2B5EF4-FFF2-40B4-BE49-F238E27FC236}">
                      <a16:creationId xmlns:a16="http://schemas.microsoft.com/office/drawing/2014/main" id="{5F1ECC11-4472-21B9-AABE-C6F8F6CB467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98" name="Oval 1597">
                    <a:extLst>
                      <a:ext uri="{FF2B5EF4-FFF2-40B4-BE49-F238E27FC236}">
                        <a16:creationId xmlns:a16="http://schemas.microsoft.com/office/drawing/2014/main" id="{F6631FC9-8D5D-9D44-4045-F7AC989E119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9" name="Oval 1598">
                    <a:extLst>
                      <a:ext uri="{FF2B5EF4-FFF2-40B4-BE49-F238E27FC236}">
                        <a16:creationId xmlns:a16="http://schemas.microsoft.com/office/drawing/2014/main" id="{C02575FF-FED6-69E3-5B0D-9E68D038717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92" name="Group 1591">
                  <a:extLst>
                    <a:ext uri="{FF2B5EF4-FFF2-40B4-BE49-F238E27FC236}">
                      <a16:creationId xmlns:a16="http://schemas.microsoft.com/office/drawing/2014/main" id="{9C4A9D19-A1FC-A502-EAC2-1C01A7ECCA3D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96" name="Oval 1595">
                    <a:extLst>
                      <a:ext uri="{FF2B5EF4-FFF2-40B4-BE49-F238E27FC236}">
                        <a16:creationId xmlns:a16="http://schemas.microsoft.com/office/drawing/2014/main" id="{2DB69645-A78B-4631-ACDC-AD6F41E172A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7" name="Oval 1596">
                    <a:extLst>
                      <a:ext uri="{FF2B5EF4-FFF2-40B4-BE49-F238E27FC236}">
                        <a16:creationId xmlns:a16="http://schemas.microsoft.com/office/drawing/2014/main" id="{D97EEB35-266A-25C7-82EA-BDF80C74238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93" name="Group 1592">
                  <a:extLst>
                    <a:ext uri="{FF2B5EF4-FFF2-40B4-BE49-F238E27FC236}">
                      <a16:creationId xmlns:a16="http://schemas.microsoft.com/office/drawing/2014/main" id="{D5E03234-8408-FF8F-EC7B-79FB21AFF5F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94" name="Rectangle: Rounded Corners 1593">
                    <a:extLst>
                      <a:ext uri="{FF2B5EF4-FFF2-40B4-BE49-F238E27FC236}">
                        <a16:creationId xmlns:a16="http://schemas.microsoft.com/office/drawing/2014/main" id="{A3C452D2-4A39-71E2-F499-987B976D321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95" name="Oval 1594">
                    <a:extLst>
                      <a:ext uri="{FF2B5EF4-FFF2-40B4-BE49-F238E27FC236}">
                        <a16:creationId xmlns:a16="http://schemas.microsoft.com/office/drawing/2014/main" id="{FC4B6B7F-0843-D311-A685-87A61114966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78" name="Group 1477">
                <a:extLst>
                  <a:ext uri="{FF2B5EF4-FFF2-40B4-BE49-F238E27FC236}">
                    <a16:creationId xmlns:a16="http://schemas.microsoft.com/office/drawing/2014/main" id="{9889740B-096A-20A9-4E10-AC6991CA834B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77" name="Group 1576">
                  <a:extLst>
                    <a:ext uri="{FF2B5EF4-FFF2-40B4-BE49-F238E27FC236}">
                      <a16:creationId xmlns:a16="http://schemas.microsoft.com/office/drawing/2014/main" id="{F38F914D-945E-2038-199F-31F3D6942EB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87" name="Oval 1586">
                    <a:extLst>
                      <a:ext uri="{FF2B5EF4-FFF2-40B4-BE49-F238E27FC236}">
                        <a16:creationId xmlns:a16="http://schemas.microsoft.com/office/drawing/2014/main" id="{E03E44D3-78A1-4160-2682-82B00AC372C0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8" name="Oval 1587">
                    <a:extLst>
                      <a:ext uri="{FF2B5EF4-FFF2-40B4-BE49-F238E27FC236}">
                        <a16:creationId xmlns:a16="http://schemas.microsoft.com/office/drawing/2014/main" id="{81D42FFA-7906-AD84-5727-FE08E40FAD2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9" name="Oval 1588">
                    <a:extLst>
                      <a:ext uri="{FF2B5EF4-FFF2-40B4-BE49-F238E27FC236}">
                        <a16:creationId xmlns:a16="http://schemas.microsoft.com/office/drawing/2014/main" id="{139C6488-4FDD-3CF4-C147-6A3523130150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78" name="Group 1577">
                  <a:extLst>
                    <a:ext uri="{FF2B5EF4-FFF2-40B4-BE49-F238E27FC236}">
                      <a16:creationId xmlns:a16="http://schemas.microsoft.com/office/drawing/2014/main" id="{3C09E91C-1180-6556-31AB-5825274CBFD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85" name="Oval 1584">
                    <a:extLst>
                      <a:ext uri="{FF2B5EF4-FFF2-40B4-BE49-F238E27FC236}">
                        <a16:creationId xmlns:a16="http://schemas.microsoft.com/office/drawing/2014/main" id="{3BF9EB9C-BF02-2B8F-DB68-E822C35AE62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6" name="Oval 1585">
                    <a:extLst>
                      <a:ext uri="{FF2B5EF4-FFF2-40B4-BE49-F238E27FC236}">
                        <a16:creationId xmlns:a16="http://schemas.microsoft.com/office/drawing/2014/main" id="{62437C62-F9FD-D28A-48CE-E77E6324FCF3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79" name="Group 1578">
                  <a:extLst>
                    <a:ext uri="{FF2B5EF4-FFF2-40B4-BE49-F238E27FC236}">
                      <a16:creationId xmlns:a16="http://schemas.microsoft.com/office/drawing/2014/main" id="{702BF5D6-7A0E-8DCF-FEA5-7B23F11C026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83" name="Oval 1582">
                    <a:extLst>
                      <a:ext uri="{FF2B5EF4-FFF2-40B4-BE49-F238E27FC236}">
                        <a16:creationId xmlns:a16="http://schemas.microsoft.com/office/drawing/2014/main" id="{9BDE4081-091B-8317-3F57-160AF56B7EB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4" name="Oval 1583">
                    <a:extLst>
                      <a:ext uri="{FF2B5EF4-FFF2-40B4-BE49-F238E27FC236}">
                        <a16:creationId xmlns:a16="http://schemas.microsoft.com/office/drawing/2014/main" id="{92E6A49E-1079-9C2A-FABD-614D21AA9C3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80" name="Group 1579">
                  <a:extLst>
                    <a:ext uri="{FF2B5EF4-FFF2-40B4-BE49-F238E27FC236}">
                      <a16:creationId xmlns:a16="http://schemas.microsoft.com/office/drawing/2014/main" id="{2E6A74CC-3FB8-B798-3950-7854E602E4A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81" name="Rectangle: Rounded Corners 1580">
                    <a:extLst>
                      <a:ext uri="{FF2B5EF4-FFF2-40B4-BE49-F238E27FC236}">
                        <a16:creationId xmlns:a16="http://schemas.microsoft.com/office/drawing/2014/main" id="{E0C1B997-1145-FD8D-006D-D8D184A33F3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2" name="Oval 1581">
                    <a:extLst>
                      <a:ext uri="{FF2B5EF4-FFF2-40B4-BE49-F238E27FC236}">
                        <a16:creationId xmlns:a16="http://schemas.microsoft.com/office/drawing/2014/main" id="{55C407DA-00F6-30C8-CAB3-0054BCF8918F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79" name="Group 1478">
                <a:extLst>
                  <a:ext uri="{FF2B5EF4-FFF2-40B4-BE49-F238E27FC236}">
                    <a16:creationId xmlns:a16="http://schemas.microsoft.com/office/drawing/2014/main" id="{64DB2721-9939-9F91-E32C-3CE15EDA9A08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64" name="Group 1563">
                  <a:extLst>
                    <a:ext uri="{FF2B5EF4-FFF2-40B4-BE49-F238E27FC236}">
                      <a16:creationId xmlns:a16="http://schemas.microsoft.com/office/drawing/2014/main" id="{B4426230-E421-7FF9-FD82-D2637C92F694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74" name="Oval 1573">
                    <a:extLst>
                      <a:ext uri="{FF2B5EF4-FFF2-40B4-BE49-F238E27FC236}">
                        <a16:creationId xmlns:a16="http://schemas.microsoft.com/office/drawing/2014/main" id="{72DB22EC-F53C-A054-29DF-1D4BB3CD1DE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5" name="Oval 1574">
                    <a:extLst>
                      <a:ext uri="{FF2B5EF4-FFF2-40B4-BE49-F238E27FC236}">
                        <a16:creationId xmlns:a16="http://schemas.microsoft.com/office/drawing/2014/main" id="{D898ACF6-DF8C-00DB-05F7-9FF6E449259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6" name="Oval 1575">
                    <a:extLst>
                      <a:ext uri="{FF2B5EF4-FFF2-40B4-BE49-F238E27FC236}">
                        <a16:creationId xmlns:a16="http://schemas.microsoft.com/office/drawing/2014/main" id="{DB20C7EA-946B-26AB-F55F-E11CEEA1B92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65" name="Group 1564">
                  <a:extLst>
                    <a:ext uri="{FF2B5EF4-FFF2-40B4-BE49-F238E27FC236}">
                      <a16:creationId xmlns:a16="http://schemas.microsoft.com/office/drawing/2014/main" id="{5FFF6644-F132-1D28-A5BF-3EFAFB0CCF1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72" name="Oval 1571">
                    <a:extLst>
                      <a:ext uri="{FF2B5EF4-FFF2-40B4-BE49-F238E27FC236}">
                        <a16:creationId xmlns:a16="http://schemas.microsoft.com/office/drawing/2014/main" id="{06ED6D68-5DC4-82DC-3676-5C1271078BED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3" name="Oval 1572">
                    <a:extLst>
                      <a:ext uri="{FF2B5EF4-FFF2-40B4-BE49-F238E27FC236}">
                        <a16:creationId xmlns:a16="http://schemas.microsoft.com/office/drawing/2014/main" id="{58CFB2B8-CF6D-E820-00F6-A525829C4C56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66" name="Group 1565">
                  <a:extLst>
                    <a:ext uri="{FF2B5EF4-FFF2-40B4-BE49-F238E27FC236}">
                      <a16:creationId xmlns:a16="http://schemas.microsoft.com/office/drawing/2014/main" id="{28E0E5E1-676F-0657-E730-0F822DFB8C4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70" name="Oval 1569">
                    <a:extLst>
                      <a:ext uri="{FF2B5EF4-FFF2-40B4-BE49-F238E27FC236}">
                        <a16:creationId xmlns:a16="http://schemas.microsoft.com/office/drawing/2014/main" id="{30567048-BD12-FED4-C714-1FBDE599B422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1" name="Oval 1570">
                    <a:extLst>
                      <a:ext uri="{FF2B5EF4-FFF2-40B4-BE49-F238E27FC236}">
                        <a16:creationId xmlns:a16="http://schemas.microsoft.com/office/drawing/2014/main" id="{99A41895-0DEA-478E-8267-4AC431B49621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67" name="Group 1566">
                  <a:extLst>
                    <a:ext uri="{FF2B5EF4-FFF2-40B4-BE49-F238E27FC236}">
                      <a16:creationId xmlns:a16="http://schemas.microsoft.com/office/drawing/2014/main" id="{28E00A77-AF5A-1752-89F4-72946EF1FCAA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68" name="Rectangle: Rounded Corners 1567">
                    <a:extLst>
                      <a:ext uri="{FF2B5EF4-FFF2-40B4-BE49-F238E27FC236}">
                        <a16:creationId xmlns:a16="http://schemas.microsoft.com/office/drawing/2014/main" id="{3440E2AB-21D8-8DDB-F27E-2D60FD1CABA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9" name="Oval 1568">
                    <a:extLst>
                      <a:ext uri="{FF2B5EF4-FFF2-40B4-BE49-F238E27FC236}">
                        <a16:creationId xmlns:a16="http://schemas.microsoft.com/office/drawing/2014/main" id="{74A02F75-8A58-62C2-AAB6-A2C119A7FD83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0" name="Group 1479">
                <a:extLst>
                  <a:ext uri="{FF2B5EF4-FFF2-40B4-BE49-F238E27FC236}">
                    <a16:creationId xmlns:a16="http://schemas.microsoft.com/office/drawing/2014/main" id="{A9CFFCEC-D57B-F19F-3DD4-EF2F8BE89D18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51" name="Group 1550">
                  <a:extLst>
                    <a:ext uri="{FF2B5EF4-FFF2-40B4-BE49-F238E27FC236}">
                      <a16:creationId xmlns:a16="http://schemas.microsoft.com/office/drawing/2014/main" id="{9FD349C8-D675-8707-F0E7-FAF10CE6F48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61" name="Oval 1560">
                    <a:extLst>
                      <a:ext uri="{FF2B5EF4-FFF2-40B4-BE49-F238E27FC236}">
                        <a16:creationId xmlns:a16="http://schemas.microsoft.com/office/drawing/2014/main" id="{E14B19DD-F1F0-2389-1B5B-2230EE31EE1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2" name="Oval 1561">
                    <a:extLst>
                      <a:ext uri="{FF2B5EF4-FFF2-40B4-BE49-F238E27FC236}">
                        <a16:creationId xmlns:a16="http://schemas.microsoft.com/office/drawing/2014/main" id="{0B076029-E404-269C-1849-75CB68C06B81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3" name="Oval 1562">
                    <a:extLst>
                      <a:ext uri="{FF2B5EF4-FFF2-40B4-BE49-F238E27FC236}">
                        <a16:creationId xmlns:a16="http://schemas.microsoft.com/office/drawing/2014/main" id="{B85F9CBC-71F9-0B9A-D101-1B1D26C202E5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52" name="Group 1551">
                  <a:extLst>
                    <a:ext uri="{FF2B5EF4-FFF2-40B4-BE49-F238E27FC236}">
                      <a16:creationId xmlns:a16="http://schemas.microsoft.com/office/drawing/2014/main" id="{FF253033-4D7C-2583-75F3-634297319423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59" name="Oval 1558">
                    <a:extLst>
                      <a:ext uri="{FF2B5EF4-FFF2-40B4-BE49-F238E27FC236}">
                        <a16:creationId xmlns:a16="http://schemas.microsoft.com/office/drawing/2014/main" id="{743E3333-DD86-44CB-4A1A-D9635E4FA46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0" name="Oval 1559">
                    <a:extLst>
                      <a:ext uri="{FF2B5EF4-FFF2-40B4-BE49-F238E27FC236}">
                        <a16:creationId xmlns:a16="http://schemas.microsoft.com/office/drawing/2014/main" id="{C81BB244-2482-E1A6-38F0-A7F7C9CEB3CC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53" name="Group 1552">
                  <a:extLst>
                    <a:ext uri="{FF2B5EF4-FFF2-40B4-BE49-F238E27FC236}">
                      <a16:creationId xmlns:a16="http://schemas.microsoft.com/office/drawing/2014/main" id="{D350C79E-07B3-EDF3-54A0-F557ECD8BD2B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57" name="Oval 1556">
                    <a:extLst>
                      <a:ext uri="{FF2B5EF4-FFF2-40B4-BE49-F238E27FC236}">
                        <a16:creationId xmlns:a16="http://schemas.microsoft.com/office/drawing/2014/main" id="{34D003A5-7162-E447-755C-7BDEA01E05C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8" name="Oval 1557">
                    <a:extLst>
                      <a:ext uri="{FF2B5EF4-FFF2-40B4-BE49-F238E27FC236}">
                        <a16:creationId xmlns:a16="http://schemas.microsoft.com/office/drawing/2014/main" id="{870A7251-4B8D-ECE2-9196-5A8BF3464CC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54" name="Group 1553">
                  <a:extLst>
                    <a:ext uri="{FF2B5EF4-FFF2-40B4-BE49-F238E27FC236}">
                      <a16:creationId xmlns:a16="http://schemas.microsoft.com/office/drawing/2014/main" id="{A28D3BC7-DFFE-B0D1-0CB1-66025319A1CC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55" name="Rectangle: Rounded Corners 1554">
                    <a:extLst>
                      <a:ext uri="{FF2B5EF4-FFF2-40B4-BE49-F238E27FC236}">
                        <a16:creationId xmlns:a16="http://schemas.microsoft.com/office/drawing/2014/main" id="{4045558E-F43B-2F68-9849-2FD718F3387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6" name="Oval 1555">
                    <a:extLst>
                      <a:ext uri="{FF2B5EF4-FFF2-40B4-BE49-F238E27FC236}">
                        <a16:creationId xmlns:a16="http://schemas.microsoft.com/office/drawing/2014/main" id="{0BFCFDE2-79AB-20B2-D8C1-E8EAAA496781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1" name="Group 1480">
                <a:extLst>
                  <a:ext uri="{FF2B5EF4-FFF2-40B4-BE49-F238E27FC236}">
                    <a16:creationId xmlns:a16="http://schemas.microsoft.com/office/drawing/2014/main" id="{A7D3A9AB-A5F2-D94B-7A45-D21CF05111FF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38" name="Group 1537">
                  <a:extLst>
                    <a:ext uri="{FF2B5EF4-FFF2-40B4-BE49-F238E27FC236}">
                      <a16:creationId xmlns:a16="http://schemas.microsoft.com/office/drawing/2014/main" id="{EBB011CF-7C95-AA6E-DC30-5E72BA2C86C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48" name="Oval 1547">
                    <a:extLst>
                      <a:ext uri="{FF2B5EF4-FFF2-40B4-BE49-F238E27FC236}">
                        <a16:creationId xmlns:a16="http://schemas.microsoft.com/office/drawing/2014/main" id="{5C066003-B2C3-1444-2DE2-5FD372AD66C6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9" name="Oval 1548">
                    <a:extLst>
                      <a:ext uri="{FF2B5EF4-FFF2-40B4-BE49-F238E27FC236}">
                        <a16:creationId xmlns:a16="http://schemas.microsoft.com/office/drawing/2014/main" id="{CAFA43FE-9043-4BF5-7410-ADBE506A2C51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0" name="Oval 1549">
                    <a:extLst>
                      <a:ext uri="{FF2B5EF4-FFF2-40B4-BE49-F238E27FC236}">
                        <a16:creationId xmlns:a16="http://schemas.microsoft.com/office/drawing/2014/main" id="{C1C4E8B8-C9E1-59CA-3422-36FC3E8A3BD0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9" name="Group 1538">
                  <a:extLst>
                    <a:ext uri="{FF2B5EF4-FFF2-40B4-BE49-F238E27FC236}">
                      <a16:creationId xmlns:a16="http://schemas.microsoft.com/office/drawing/2014/main" id="{C1FC4460-C81D-4AC7-17F5-999980963DF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46" name="Oval 1545">
                    <a:extLst>
                      <a:ext uri="{FF2B5EF4-FFF2-40B4-BE49-F238E27FC236}">
                        <a16:creationId xmlns:a16="http://schemas.microsoft.com/office/drawing/2014/main" id="{D5B9AD81-86AB-DF5C-E42D-CFA4283B5BF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7" name="Oval 1546">
                    <a:extLst>
                      <a:ext uri="{FF2B5EF4-FFF2-40B4-BE49-F238E27FC236}">
                        <a16:creationId xmlns:a16="http://schemas.microsoft.com/office/drawing/2014/main" id="{F03C34D1-C464-CD93-EC08-E0376D6EF2A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0" name="Group 1539">
                  <a:extLst>
                    <a:ext uri="{FF2B5EF4-FFF2-40B4-BE49-F238E27FC236}">
                      <a16:creationId xmlns:a16="http://schemas.microsoft.com/office/drawing/2014/main" id="{FB008707-3897-D144-ADEB-5FCA8E83D838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44" name="Oval 1543">
                    <a:extLst>
                      <a:ext uri="{FF2B5EF4-FFF2-40B4-BE49-F238E27FC236}">
                        <a16:creationId xmlns:a16="http://schemas.microsoft.com/office/drawing/2014/main" id="{8E69C5B3-15D3-4EFB-ABA9-537A20F67CB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5" name="Oval 1544">
                    <a:extLst>
                      <a:ext uri="{FF2B5EF4-FFF2-40B4-BE49-F238E27FC236}">
                        <a16:creationId xmlns:a16="http://schemas.microsoft.com/office/drawing/2014/main" id="{2C39DEDF-AB9D-35C5-6A30-01FC31E27359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1" name="Group 1540">
                  <a:extLst>
                    <a:ext uri="{FF2B5EF4-FFF2-40B4-BE49-F238E27FC236}">
                      <a16:creationId xmlns:a16="http://schemas.microsoft.com/office/drawing/2014/main" id="{4C47FBBE-A6C3-D451-6985-8E1E3E2BD2F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42" name="Rectangle: Rounded Corners 1541">
                    <a:extLst>
                      <a:ext uri="{FF2B5EF4-FFF2-40B4-BE49-F238E27FC236}">
                        <a16:creationId xmlns:a16="http://schemas.microsoft.com/office/drawing/2014/main" id="{F20FA0C6-1D6B-DEC4-0365-07DCDB68090F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43" name="Oval 1542">
                    <a:extLst>
                      <a:ext uri="{FF2B5EF4-FFF2-40B4-BE49-F238E27FC236}">
                        <a16:creationId xmlns:a16="http://schemas.microsoft.com/office/drawing/2014/main" id="{ACFFB8E7-0D96-F09C-3ADB-3D895A5314D0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2" name="Group 1481">
                <a:extLst>
                  <a:ext uri="{FF2B5EF4-FFF2-40B4-BE49-F238E27FC236}">
                    <a16:creationId xmlns:a16="http://schemas.microsoft.com/office/drawing/2014/main" id="{9C00AEC0-A8C5-28B8-5F70-3F158BCEA481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25" name="Group 1524">
                  <a:extLst>
                    <a:ext uri="{FF2B5EF4-FFF2-40B4-BE49-F238E27FC236}">
                      <a16:creationId xmlns:a16="http://schemas.microsoft.com/office/drawing/2014/main" id="{75743897-6F9A-65C7-0B76-F0B16800078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35" name="Oval 1534">
                    <a:extLst>
                      <a:ext uri="{FF2B5EF4-FFF2-40B4-BE49-F238E27FC236}">
                        <a16:creationId xmlns:a16="http://schemas.microsoft.com/office/drawing/2014/main" id="{4775B93F-53A2-B40E-C00C-14327DCB37E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6" name="Oval 1535">
                    <a:extLst>
                      <a:ext uri="{FF2B5EF4-FFF2-40B4-BE49-F238E27FC236}">
                        <a16:creationId xmlns:a16="http://schemas.microsoft.com/office/drawing/2014/main" id="{C781E3CE-03C3-13F9-DC88-28974B92822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7" name="Oval 1536">
                    <a:extLst>
                      <a:ext uri="{FF2B5EF4-FFF2-40B4-BE49-F238E27FC236}">
                        <a16:creationId xmlns:a16="http://schemas.microsoft.com/office/drawing/2014/main" id="{DED2A0B9-45ED-F638-6ABA-4ADB7D5955DB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6" name="Group 1525">
                  <a:extLst>
                    <a:ext uri="{FF2B5EF4-FFF2-40B4-BE49-F238E27FC236}">
                      <a16:creationId xmlns:a16="http://schemas.microsoft.com/office/drawing/2014/main" id="{7EA0E5B1-196A-CDEB-E3DD-62F394CB2949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33" name="Oval 1532">
                    <a:extLst>
                      <a:ext uri="{FF2B5EF4-FFF2-40B4-BE49-F238E27FC236}">
                        <a16:creationId xmlns:a16="http://schemas.microsoft.com/office/drawing/2014/main" id="{13B0DE89-4CA8-27EE-6170-7E1C15BF5D2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4" name="Oval 1533">
                    <a:extLst>
                      <a:ext uri="{FF2B5EF4-FFF2-40B4-BE49-F238E27FC236}">
                        <a16:creationId xmlns:a16="http://schemas.microsoft.com/office/drawing/2014/main" id="{7079F62E-F524-CF7F-E28F-72D98A05BD6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7" name="Group 1526">
                  <a:extLst>
                    <a:ext uri="{FF2B5EF4-FFF2-40B4-BE49-F238E27FC236}">
                      <a16:creationId xmlns:a16="http://schemas.microsoft.com/office/drawing/2014/main" id="{9B6AD53B-D9B6-0D91-24F1-BA805600DE44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31" name="Oval 1530">
                    <a:extLst>
                      <a:ext uri="{FF2B5EF4-FFF2-40B4-BE49-F238E27FC236}">
                        <a16:creationId xmlns:a16="http://schemas.microsoft.com/office/drawing/2014/main" id="{38616D31-1FDF-7211-3701-7E6E594782E0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2" name="Oval 1531">
                    <a:extLst>
                      <a:ext uri="{FF2B5EF4-FFF2-40B4-BE49-F238E27FC236}">
                        <a16:creationId xmlns:a16="http://schemas.microsoft.com/office/drawing/2014/main" id="{3AC4D31C-F4A2-2144-9816-B6160DC4915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28" name="Group 1527">
                  <a:extLst>
                    <a:ext uri="{FF2B5EF4-FFF2-40B4-BE49-F238E27FC236}">
                      <a16:creationId xmlns:a16="http://schemas.microsoft.com/office/drawing/2014/main" id="{3D0903D0-293A-FA24-32D6-C50078A692A8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29" name="Rectangle: Rounded Corners 1528">
                    <a:extLst>
                      <a:ext uri="{FF2B5EF4-FFF2-40B4-BE49-F238E27FC236}">
                        <a16:creationId xmlns:a16="http://schemas.microsoft.com/office/drawing/2014/main" id="{68C9A659-C148-6D29-64C2-227B01203FC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0" name="Oval 1529">
                    <a:extLst>
                      <a:ext uri="{FF2B5EF4-FFF2-40B4-BE49-F238E27FC236}">
                        <a16:creationId xmlns:a16="http://schemas.microsoft.com/office/drawing/2014/main" id="{C5873A2C-38D2-C582-BDD6-E391DC8A265E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3" name="Group 1482">
                <a:extLst>
                  <a:ext uri="{FF2B5EF4-FFF2-40B4-BE49-F238E27FC236}">
                    <a16:creationId xmlns:a16="http://schemas.microsoft.com/office/drawing/2014/main" id="{E5AC7AF3-9B6A-8CEE-338D-BEA11FC63551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512" name="Group 1511">
                  <a:extLst>
                    <a:ext uri="{FF2B5EF4-FFF2-40B4-BE49-F238E27FC236}">
                      <a16:creationId xmlns:a16="http://schemas.microsoft.com/office/drawing/2014/main" id="{D54DEDB0-C15C-47B7-E292-FBBAA15F181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22" name="Oval 1521">
                    <a:extLst>
                      <a:ext uri="{FF2B5EF4-FFF2-40B4-BE49-F238E27FC236}">
                        <a16:creationId xmlns:a16="http://schemas.microsoft.com/office/drawing/2014/main" id="{C1636762-B75C-DE56-0BED-EA502049F8E4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3" name="Oval 1522">
                    <a:extLst>
                      <a:ext uri="{FF2B5EF4-FFF2-40B4-BE49-F238E27FC236}">
                        <a16:creationId xmlns:a16="http://schemas.microsoft.com/office/drawing/2014/main" id="{7B05F26F-7A2F-83AC-C150-3E2DD661C590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4" name="Oval 1523">
                    <a:extLst>
                      <a:ext uri="{FF2B5EF4-FFF2-40B4-BE49-F238E27FC236}">
                        <a16:creationId xmlns:a16="http://schemas.microsoft.com/office/drawing/2014/main" id="{AF1AB39A-369E-4D29-1164-362409DB416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13" name="Group 1512">
                  <a:extLst>
                    <a:ext uri="{FF2B5EF4-FFF2-40B4-BE49-F238E27FC236}">
                      <a16:creationId xmlns:a16="http://schemas.microsoft.com/office/drawing/2014/main" id="{AEDBD4AD-7B64-7091-7427-346E5D6DFBFC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20" name="Oval 1519">
                    <a:extLst>
                      <a:ext uri="{FF2B5EF4-FFF2-40B4-BE49-F238E27FC236}">
                        <a16:creationId xmlns:a16="http://schemas.microsoft.com/office/drawing/2014/main" id="{3D6930B5-C73A-01F8-1668-F5806C02BE0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1" name="Oval 1520">
                    <a:extLst>
                      <a:ext uri="{FF2B5EF4-FFF2-40B4-BE49-F238E27FC236}">
                        <a16:creationId xmlns:a16="http://schemas.microsoft.com/office/drawing/2014/main" id="{00CCCB84-225A-8941-9C02-BEDC94475172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14" name="Group 1513">
                  <a:extLst>
                    <a:ext uri="{FF2B5EF4-FFF2-40B4-BE49-F238E27FC236}">
                      <a16:creationId xmlns:a16="http://schemas.microsoft.com/office/drawing/2014/main" id="{30F0E3A2-F005-CC48-DB41-2FCBA83A9EE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18" name="Oval 1517">
                    <a:extLst>
                      <a:ext uri="{FF2B5EF4-FFF2-40B4-BE49-F238E27FC236}">
                        <a16:creationId xmlns:a16="http://schemas.microsoft.com/office/drawing/2014/main" id="{06E72885-A5C6-7F47-7D93-2D1090E1EDA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9" name="Oval 1518">
                    <a:extLst>
                      <a:ext uri="{FF2B5EF4-FFF2-40B4-BE49-F238E27FC236}">
                        <a16:creationId xmlns:a16="http://schemas.microsoft.com/office/drawing/2014/main" id="{7EE4A627-1216-B7E7-C639-7977A90D5D5F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15" name="Group 1514">
                  <a:extLst>
                    <a:ext uri="{FF2B5EF4-FFF2-40B4-BE49-F238E27FC236}">
                      <a16:creationId xmlns:a16="http://schemas.microsoft.com/office/drawing/2014/main" id="{7E3EF366-EF1D-EE22-F514-CD55AF846975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16" name="Rectangle: Rounded Corners 1515">
                    <a:extLst>
                      <a:ext uri="{FF2B5EF4-FFF2-40B4-BE49-F238E27FC236}">
                        <a16:creationId xmlns:a16="http://schemas.microsoft.com/office/drawing/2014/main" id="{5F526068-170D-50BB-0F50-F133EADE9B7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7" name="Oval 1516">
                    <a:extLst>
                      <a:ext uri="{FF2B5EF4-FFF2-40B4-BE49-F238E27FC236}">
                        <a16:creationId xmlns:a16="http://schemas.microsoft.com/office/drawing/2014/main" id="{5CF5ECEF-CAD0-6231-9070-C2BE58BF889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4" name="Group 1483">
                <a:extLst>
                  <a:ext uri="{FF2B5EF4-FFF2-40B4-BE49-F238E27FC236}">
                    <a16:creationId xmlns:a16="http://schemas.microsoft.com/office/drawing/2014/main" id="{A9DE33DD-486A-E453-80A6-CF17E4FDD905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99" name="Group 1498">
                  <a:extLst>
                    <a:ext uri="{FF2B5EF4-FFF2-40B4-BE49-F238E27FC236}">
                      <a16:creationId xmlns:a16="http://schemas.microsoft.com/office/drawing/2014/main" id="{28C8AA34-076A-B2D0-3644-35E16035A7C2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509" name="Oval 1508">
                    <a:extLst>
                      <a:ext uri="{FF2B5EF4-FFF2-40B4-BE49-F238E27FC236}">
                        <a16:creationId xmlns:a16="http://schemas.microsoft.com/office/drawing/2014/main" id="{8FB75ED1-79F9-D27D-986D-D1EBF0A3407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0" name="Oval 1509">
                    <a:extLst>
                      <a:ext uri="{FF2B5EF4-FFF2-40B4-BE49-F238E27FC236}">
                        <a16:creationId xmlns:a16="http://schemas.microsoft.com/office/drawing/2014/main" id="{BE569B95-D50B-A798-8D6F-84B76F4D4B07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1" name="Oval 1510">
                    <a:extLst>
                      <a:ext uri="{FF2B5EF4-FFF2-40B4-BE49-F238E27FC236}">
                        <a16:creationId xmlns:a16="http://schemas.microsoft.com/office/drawing/2014/main" id="{BDF7089E-B9BF-E7C3-CEE8-BEF6B2FBF87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00" name="Group 1499">
                  <a:extLst>
                    <a:ext uri="{FF2B5EF4-FFF2-40B4-BE49-F238E27FC236}">
                      <a16:creationId xmlns:a16="http://schemas.microsoft.com/office/drawing/2014/main" id="{D8A5441C-254E-042A-7656-DDB9D0C1A31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507" name="Oval 1506">
                    <a:extLst>
                      <a:ext uri="{FF2B5EF4-FFF2-40B4-BE49-F238E27FC236}">
                        <a16:creationId xmlns:a16="http://schemas.microsoft.com/office/drawing/2014/main" id="{4E6C826B-D184-1CAF-4DED-13EE71EF65F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8" name="Oval 1507">
                    <a:extLst>
                      <a:ext uri="{FF2B5EF4-FFF2-40B4-BE49-F238E27FC236}">
                        <a16:creationId xmlns:a16="http://schemas.microsoft.com/office/drawing/2014/main" id="{DA0ECCF8-2EE8-A17C-F8CA-555BEE07449F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01" name="Group 1500">
                  <a:extLst>
                    <a:ext uri="{FF2B5EF4-FFF2-40B4-BE49-F238E27FC236}">
                      <a16:creationId xmlns:a16="http://schemas.microsoft.com/office/drawing/2014/main" id="{A182B94C-D1FF-6A56-1DED-3715D728664E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505" name="Oval 1504">
                    <a:extLst>
                      <a:ext uri="{FF2B5EF4-FFF2-40B4-BE49-F238E27FC236}">
                        <a16:creationId xmlns:a16="http://schemas.microsoft.com/office/drawing/2014/main" id="{C5553FD1-5B0E-1F48-0451-7498DCF1C603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6" name="Oval 1505">
                    <a:extLst>
                      <a:ext uri="{FF2B5EF4-FFF2-40B4-BE49-F238E27FC236}">
                        <a16:creationId xmlns:a16="http://schemas.microsoft.com/office/drawing/2014/main" id="{F286614B-81FB-2D46-11F4-2E25A59698A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02" name="Group 1501">
                  <a:extLst>
                    <a:ext uri="{FF2B5EF4-FFF2-40B4-BE49-F238E27FC236}">
                      <a16:creationId xmlns:a16="http://schemas.microsoft.com/office/drawing/2014/main" id="{06576AF4-5CF3-1DB0-167F-B9A60A10949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503" name="Rectangle: Rounded Corners 1502">
                    <a:extLst>
                      <a:ext uri="{FF2B5EF4-FFF2-40B4-BE49-F238E27FC236}">
                        <a16:creationId xmlns:a16="http://schemas.microsoft.com/office/drawing/2014/main" id="{AC1245EB-A7F5-117D-B16B-BAAEE0F9DF5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4" name="Oval 1503">
                    <a:extLst>
                      <a:ext uri="{FF2B5EF4-FFF2-40B4-BE49-F238E27FC236}">
                        <a16:creationId xmlns:a16="http://schemas.microsoft.com/office/drawing/2014/main" id="{6A4C71B0-6CE9-C1E0-1343-5239DFFEBEB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485" name="Group 1484">
                <a:extLst>
                  <a:ext uri="{FF2B5EF4-FFF2-40B4-BE49-F238E27FC236}">
                    <a16:creationId xmlns:a16="http://schemas.microsoft.com/office/drawing/2014/main" id="{41C7F4E9-F2A4-D693-C2C9-31C8A4BAD2F9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486" name="Group 1485">
                  <a:extLst>
                    <a:ext uri="{FF2B5EF4-FFF2-40B4-BE49-F238E27FC236}">
                      <a16:creationId xmlns:a16="http://schemas.microsoft.com/office/drawing/2014/main" id="{651C8011-BCF0-D13C-9478-3E5F4FAF16E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496" name="Oval 1495">
                    <a:extLst>
                      <a:ext uri="{FF2B5EF4-FFF2-40B4-BE49-F238E27FC236}">
                        <a16:creationId xmlns:a16="http://schemas.microsoft.com/office/drawing/2014/main" id="{EF7ACAF7-41DB-870B-1BDC-C8E888DE445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7" name="Oval 1496">
                    <a:extLst>
                      <a:ext uri="{FF2B5EF4-FFF2-40B4-BE49-F238E27FC236}">
                        <a16:creationId xmlns:a16="http://schemas.microsoft.com/office/drawing/2014/main" id="{A10D53AA-ED1A-CF01-21C3-0CA319FEE4E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8" name="Oval 1497">
                    <a:extLst>
                      <a:ext uri="{FF2B5EF4-FFF2-40B4-BE49-F238E27FC236}">
                        <a16:creationId xmlns:a16="http://schemas.microsoft.com/office/drawing/2014/main" id="{BC80E3F9-B343-A060-77BC-EBE97D02081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87" name="Group 1486">
                  <a:extLst>
                    <a:ext uri="{FF2B5EF4-FFF2-40B4-BE49-F238E27FC236}">
                      <a16:creationId xmlns:a16="http://schemas.microsoft.com/office/drawing/2014/main" id="{B9315D91-B9DF-CC50-5620-23A588AD40E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494" name="Oval 1493">
                    <a:extLst>
                      <a:ext uri="{FF2B5EF4-FFF2-40B4-BE49-F238E27FC236}">
                        <a16:creationId xmlns:a16="http://schemas.microsoft.com/office/drawing/2014/main" id="{D9B2C6FE-2E43-5F1A-47CD-4C7D3B3C00D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5" name="Oval 1494">
                    <a:extLst>
                      <a:ext uri="{FF2B5EF4-FFF2-40B4-BE49-F238E27FC236}">
                        <a16:creationId xmlns:a16="http://schemas.microsoft.com/office/drawing/2014/main" id="{28A58389-9A90-1E7D-048A-407BB962527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88" name="Group 1487">
                  <a:extLst>
                    <a:ext uri="{FF2B5EF4-FFF2-40B4-BE49-F238E27FC236}">
                      <a16:creationId xmlns:a16="http://schemas.microsoft.com/office/drawing/2014/main" id="{4459FF15-EC3A-A6F8-1C15-5F623AFB42F0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492" name="Oval 1491">
                    <a:extLst>
                      <a:ext uri="{FF2B5EF4-FFF2-40B4-BE49-F238E27FC236}">
                        <a16:creationId xmlns:a16="http://schemas.microsoft.com/office/drawing/2014/main" id="{B3599EED-D6FE-29EE-7996-87A421BBFA0D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3" name="Oval 1492">
                    <a:extLst>
                      <a:ext uri="{FF2B5EF4-FFF2-40B4-BE49-F238E27FC236}">
                        <a16:creationId xmlns:a16="http://schemas.microsoft.com/office/drawing/2014/main" id="{0C6D3F68-A0CB-ABF9-06F6-EAD8E0F0DE2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89" name="Group 1488">
                  <a:extLst>
                    <a:ext uri="{FF2B5EF4-FFF2-40B4-BE49-F238E27FC236}">
                      <a16:creationId xmlns:a16="http://schemas.microsoft.com/office/drawing/2014/main" id="{CBC2537D-DC9E-C4C2-8F45-D57391D03C3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490" name="Rectangle: Rounded Corners 1489">
                    <a:extLst>
                      <a:ext uri="{FF2B5EF4-FFF2-40B4-BE49-F238E27FC236}">
                        <a16:creationId xmlns:a16="http://schemas.microsoft.com/office/drawing/2014/main" id="{99A9D350-DF7D-AB41-ED4B-435071829DF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1" name="Oval 1490">
                    <a:extLst>
                      <a:ext uri="{FF2B5EF4-FFF2-40B4-BE49-F238E27FC236}">
                        <a16:creationId xmlns:a16="http://schemas.microsoft.com/office/drawing/2014/main" id="{41FF2FCB-F178-877C-2189-039D5996895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642" name="Group 1641">
              <a:extLst>
                <a:ext uri="{FF2B5EF4-FFF2-40B4-BE49-F238E27FC236}">
                  <a16:creationId xmlns:a16="http://schemas.microsoft.com/office/drawing/2014/main" id="{CEF74F95-9E08-6A06-9EAC-8A6263E669F6}"/>
                </a:ext>
              </a:extLst>
            </p:cNvPr>
            <p:cNvGrpSpPr/>
            <p:nvPr/>
          </p:nvGrpSpPr>
          <p:grpSpPr>
            <a:xfrm>
              <a:off x="5778925" y="2087439"/>
              <a:ext cx="1203678" cy="1169668"/>
              <a:chOff x="5881450" y="2069218"/>
              <a:chExt cx="2397152" cy="2488324"/>
            </a:xfrm>
          </p:grpSpPr>
          <p:grpSp>
            <p:nvGrpSpPr>
              <p:cNvPr id="1643" name="Group 1642">
                <a:extLst>
                  <a:ext uri="{FF2B5EF4-FFF2-40B4-BE49-F238E27FC236}">
                    <a16:creationId xmlns:a16="http://schemas.microsoft.com/office/drawing/2014/main" id="{B63BE5E6-F7AF-E632-759E-302D1B3D7E05}"/>
                  </a:ext>
                </a:extLst>
              </p:cNvPr>
              <p:cNvGrpSpPr/>
              <p:nvPr/>
            </p:nvGrpSpPr>
            <p:grpSpPr>
              <a:xfrm>
                <a:off x="5942691" y="206921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98" name="Group 1797">
                  <a:extLst>
                    <a:ext uri="{FF2B5EF4-FFF2-40B4-BE49-F238E27FC236}">
                      <a16:creationId xmlns:a16="http://schemas.microsoft.com/office/drawing/2014/main" id="{2AC067DE-CF96-2224-F1C8-F5D72F04B23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808" name="Oval 1807">
                    <a:extLst>
                      <a:ext uri="{FF2B5EF4-FFF2-40B4-BE49-F238E27FC236}">
                        <a16:creationId xmlns:a16="http://schemas.microsoft.com/office/drawing/2014/main" id="{4D0BBF54-6EEE-9011-D79D-162448A2FD3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9" name="Oval 1808">
                    <a:extLst>
                      <a:ext uri="{FF2B5EF4-FFF2-40B4-BE49-F238E27FC236}">
                        <a16:creationId xmlns:a16="http://schemas.microsoft.com/office/drawing/2014/main" id="{1FC1F5BD-D0C9-DD4C-3AAA-8E4AF02291B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0" name="Oval 1809">
                    <a:extLst>
                      <a:ext uri="{FF2B5EF4-FFF2-40B4-BE49-F238E27FC236}">
                        <a16:creationId xmlns:a16="http://schemas.microsoft.com/office/drawing/2014/main" id="{09EB0028-855D-30D6-1877-9A5F6E37971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99" name="Group 1798">
                  <a:extLst>
                    <a:ext uri="{FF2B5EF4-FFF2-40B4-BE49-F238E27FC236}">
                      <a16:creationId xmlns:a16="http://schemas.microsoft.com/office/drawing/2014/main" id="{48A19DC3-0B4C-B175-AB4F-36E13A4192C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806" name="Oval 1805">
                    <a:extLst>
                      <a:ext uri="{FF2B5EF4-FFF2-40B4-BE49-F238E27FC236}">
                        <a16:creationId xmlns:a16="http://schemas.microsoft.com/office/drawing/2014/main" id="{31BA82BC-44E4-8F52-D67B-ACB50F2F5C53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7" name="Oval 1806">
                    <a:extLst>
                      <a:ext uri="{FF2B5EF4-FFF2-40B4-BE49-F238E27FC236}">
                        <a16:creationId xmlns:a16="http://schemas.microsoft.com/office/drawing/2014/main" id="{AA844C2D-EC98-3BA0-AB9B-EF9AC62132EB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0" name="Group 1799">
                  <a:extLst>
                    <a:ext uri="{FF2B5EF4-FFF2-40B4-BE49-F238E27FC236}">
                      <a16:creationId xmlns:a16="http://schemas.microsoft.com/office/drawing/2014/main" id="{471E126C-ED6B-852B-9969-78BE01F2F7F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804" name="Oval 1803">
                    <a:extLst>
                      <a:ext uri="{FF2B5EF4-FFF2-40B4-BE49-F238E27FC236}">
                        <a16:creationId xmlns:a16="http://schemas.microsoft.com/office/drawing/2014/main" id="{6626A8CE-42FA-AE8C-4081-3A18B45A4D3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5" name="Oval 1804">
                    <a:extLst>
                      <a:ext uri="{FF2B5EF4-FFF2-40B4-BE49-F238E27FC236}">
                        <a16:creationId xmlns:a16="http://schemas.microsoft.com/office/drawing/2014/main" id="{C12393F5-A762-6C50-5738-1427AC4C301D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01" name="Group 1800">
                  <a:extLst>
                    <a:ext uri="{FF2B5EF4-FFF2-40B4-BE49-F238E27FC236}">
                      <a16:creationId xmlns:a16="http://schemas.microsoft.com/office/drawing/2014/main" id="{DA750F47-3238-4A79-B9D4-A219BB1BE766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802" name="Rectangle: Rounded Corners 1801">
                    <a:extLst>
                      <a:ext uri="{FF2B5EF4-FFF2-40B4-BE49-F238E27FC236}">
                        <a16:creationId xmlns:a16="http://schemas.microsoft.com/office/drawing/2014/main" id="{E69C8919-FFA8-C780-665F-C1B470BF82F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3" name="Oval 1802">
                    <a:extLst>
                      <a:ext uri="{FF2B5EF4-FFF2-40B4-BE49-F238E27FC236}">
                        <a16:creationId xmlns:a16="http://schemas.microsoft.com/office/drawing/2014/main" id="{812F026B-3BFE-D1C7-4FE8-9A823E9C44E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4" name="Group 1643">
                <a:extLst>
                  <a:ext uri="{FF2B5EF4-FFF2-40B4-BE49-F238E27FC236}">
                    <a16:creationId xmlns:a16="http://schemas.microsoft.com/office/drawing/2014/main" id="{97656E9C-1B47-BEED-0EBB-D9B8E60B104F}"/>
                  </a:ext>
                </a:extLst>
              </p:cNvPr>
              <p:cNvGrpSpPr/>
              <p:nvPr/>
            </p:nvGrpSpPr>
            <p:grpSpPr>
              <a:xfrm>
                <a:off x="6675024" y="208836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85" name="Group 1784">
                  <a:extLst>
                    <a:ext uri="{FF2B5EF4-FFF2-40B4-BE49-F238E27FC236}">
                      <a16:creationId xmlns:a16="http://schemas.microsoft.com/office/drawing/2014/main" id="{CE860454-84C9-7081-8418-8DCDC5F9C057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95" name="Oval 1794">
                    <a:extLst>
                      <a:ext uri="{FF2B5EF4-FFF2-40B4-BE49-F238E27FC236}">
                        <a16:creationId xmlns:a16="http://schemas.microsoft.com/office/drawing/2014/main" id="{6A65DC7D-6CAF-5D52-A6BB-AA08B92C92AC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6" name="Oval 1795">
                    <a:extLst>
                      <a:ext uri="{FF2B5EF4-FFF2-40B4-BE49-F238E27FC236}">
                        <a16:creationId xmlns:a16="http://schemas.microsoft.com/office/drawing/2014/main" id="{A3C18806-C96C-6EB0-490E-7728A2B16A3A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7" name="Oval 1796">
                    <a:extLst>
                      <a:ext uri="{FF2B5EF4-FFF2-40B4-BE49-F238E27FC236}">
                        <a16:creationId xmlns:a16="http://schemas.microsoft.com/office/drawing/2014/main" id="{F12C537E-79FB-2624-64BE-30B8C8E6B4C3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6" name="Group 1785">
                  <a:extLst>
                    <a:ext uri="{FF2B5EF4-FFF2-40B4-BE49-F238E27FC236}">
                      <a16:creationId xmlns:a16="http://schemas.microsoft.com/office/drawing/2014/main" id="{6E108754-20F5-7CEE-D251-983885D6786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93" name="Oval 1792">
                    <a:extLst>
                      <a:ext uri="{FF2B5EF4-FFF2-40B4-BE49-F238E27FC236}">
                        <a16:creationId xmlns:a16="http://schemas.microsoft.com/office/drawing/2014/main" id="{D74E16BC-DCA0-27D7-734B-AEB84FEBE098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4" name="Oval 1793">
                    <a:extLst>
                      <a:ext uri="{FF2B5EF4-FFF2-40B4-BE49-F238E27FC236}">
                        <a16:creationId xmlns:a16="http://schemas.microsoft.com/office/drawing/2014/main" id="{45DE0F41-4200-E66F-43F3-C8AD552493F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7" name="Group 1786">
                  <a:extLst>
                    <a:ext uri="{FF2B5EF4-FFF2-40B4-BE49-F238E27FC236}">
                      <a16:creationId xmlns:a16="http://schemas.microsoft.com/office/drawing/2014/main" id="{C4F64781-3391-35BB-7451-CDD5B2120F1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91" name="Oval 1790">
                    <a:extLst>
                      <a:ext uri="{FF2B5EF4-FFF2-40B4-BE49-F238E27FC236}">
                        <a16:creationId xmlns:a16="http://schemas.microsoft.com/office/drawing/2014/main" id="{C4355F7C-0CD2-768A-A355-DF4DD6ABF23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2" name="Oval 1791">
                    <a:extLst>
                      <a:ext uri="{FF2B5EF4-FFF2-40B4-BE49-F238E27FC236}">
                        <a16:creationId xmlns:a16="http://schemas.microsoft.com/office/drawing/2014/main" id="{44C7A367-4DA4-ABCD-A913-9DD40BC32593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88" name="Group 1787">
                  <a:extLst>
                    <a:ext uri="{FF2B5EF4-FFF2-40B4-BE49-F238E27FC236}">
                      <a16:creationId xmlns:a16="http://schemas.microsoft.com/office/drawing/2014/main" id="{7837C2F6-EC69-990C-30BF-C07C8C3B446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89" name="Rectangle: Rounded Corners 1788">
                    <a:extLst>
                      <a:ext uri="{FF2B5EF4-FFF2-40B4-BE49-F238E27FC236}">
                        <a16:creationId xmlns:a16="http://schemas.microsoft.com/office/drawing/2014/main" id="{F3D95693-FF31-F25B-6E97-7A9B4AEA973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0" name="Oval 1789">
                    <a:extLst>
                      <a:ext uri="{FF2B5EF4-FFF2-40B4-BE49-F238E27FC236}">
                        <a16:creationId xmlns:a16="http://schemas.microsoft.com/office/drawing/2014/main" id="{0D60DECA-665E-93AB-44C3-D4F19A5AEC96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8C24898C-171C-35CA-0F14-468636546004}"/>
                  </a:ext>
                </a:extLst>
              </p:cNvPr>
              <p:cNvGrpSpPr/>
              <p:nvPr/>
            </p:nvGrpSpPr>
            <p:grpSpPr>
              <a:xfrm>
                <a:off x="7193972" y="207981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72" name="Group 1771">
                  <a:extLst>
                    <a:ext uri="{FF2B5EF4-FFF2-40B4-BE49-F238E27FC236}">
                      <a16:creationId xmlns:a16="http://schemas.microsoft.com/office/drawing/2014/main" id="{261ABD6C-4185-A39C-D218-CA2ABF8420BD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82" name="Oval 1781">
                    <a:extLst>
                      <a:ext uri="{FF2B5EF4-FFF2-40B4-BE49-F238E27FC236}">
                        <a16:creationId xmlns:a16="http://schemas.microsoft.com/office/drawing/2014/main" id="{41180FA9-0E19-3391-58F9-5A327058787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3" name="Oval 1782">
                    <a:extLst>
                      <a:ext uri="{FF2B5EF4-FFF2-40B4-BE49-F238E27FC236}">
                        <a16:creationId xmlns:a16="http://schemas.microsoft.com/office/drawing/2014/main" id="{B5D632E9-5B01-C0FC-381A-925AD1BAB07E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4" name="Oval 1783">
                    <a:extLst>
                      <a:ext uri="{FF2B5EF4-FFF2-40B4-BE49-F238E27FC236}">
                        <a16:creationId xmlns:a16="http://schemas.microsoft.com/office/drawing/2014/main" id="{BCD16314-11F0-F1FB-E72C-32B1C278EE0A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73" name="Group 1772">
                  <a:extLst>
                    <a:ext uri="{FF2B5EF4-FFF2-40B4-BE49-F238E27FC236}">
                      <a16:creationId xmlns:a16="http://schemas.microsoft.com/office/drawing/2014/main" id="{DEA2F024-2438-D130-5124-FBE10EF0E217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80" name="Oval 1779">
                    <a:extLst>
                      <a:ext uri="{FF2B5EF4-FFF2-40B4-BE49-F238E27FC236}">
                        <a16:creationId xmlns:a16="http://schemas.microsoft.com/office/drawing/2014/main" id="{4B9F37A8-A78B-42F5-0C75-5DCABF87B06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1" name="Oval 1780">
                    <a:extLst>
                      <a:ext uri="{FF2B5EF4-FFF2-40B4-BE49-F238E27FC236}">
                        <a16:creationId xmlns:a16="http://schemas.microsoft.com/office/drawing/2014/main" id="{453A3710-C08A-893C-FCBD-A3A48EA423FE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74" name="Group 1773">
                  <a:extLst>
                    <a:ext uri="{FF2B5EF4-FFF2-40B4-BE49-F238E27FC236}">
                      <a16:creationId xmlns:a16="http://schemas.microsoft.com/office/drawing/2014/main" id="{8C43D174-747B-2CB7-D0F9-7A4057BB4FC3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78" name="Oval 1777">
                    <a:extLst>
                      <a:ext uri="{FF2B5EF4-FFF2-40B4-BE49-F238E27FC236}">
                        <a16:creationId xmlns:a16="http://schemas.microsoft.com/office/drawing/2014/main" id="{74EAF589-C60B-BF82-ABCE-9E0DD6C2A82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9" name="Oval 1778">
                    <a:extLst>
                      <a:ext uri="{FF2B5EF4-FFF2-40B4-BE49-F238E27FC236}">
                        <a16:creationId xmlns:a16="http://schemas.microsoft.com/office/drawing/2014/main" id="{CBC3351D-5434-1193-D20F-BA3801624DA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75" name="Group 1774">
                  <a:extLst>
                    <a:ext uri="{FF2B5EF4-FFF2-40B4-BE49-F238E27FC236}">
                      <a16:creationId xmlns:a16="http://schemas.microsoft.com/office/drawing/2014/main" id="{447D977C-0BBE-CC17-A624-B23B3A12728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76" name="Rectangle: Rounded Corners 1775">
                    <a:extLst>
                      <a:ext uri="{FF2B5EF4-FFF2-40B4-BE49-F238E27FC236}">
                        <a16:creationId xmlns:a16="http://schemas.microsoft.com/office/drawing/2014/main" id="{4A5A43BC-2D86-7871-3CBC-8CE6292D7619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7" name="Oval 1776">
                    <a:extLst>
                      <a:ext uri="{FF2B5EF4-FFF2-40B4-BE49-F238E27FC236}">
                        <a16:creationId xmlns:a16="http://schemas.microsoft.com/office/drawing/2014/main" id="{E4C12A25-8711-EE05-F5C7-5122CE94E8B2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4B972F15-3EC1-15D6-4D7C-A1473BEEB5FD}"/>
                  </a:ext>
                </a:extLst>
              </p:cNvPr>
              <p:cNvGrpSpPr/>
              <p:nvPr/>
            </p:nvGrpSpPr>
            <p:grpSpPr>
              <a:xfrm>
                <a:off x="5881450" y="2475746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59" name="Group 1758">
                  <a:extLst>
                    <a:ext uri="{FF2B5EF4-FFF2-40B4-BE49-F238E27FC236}">
                      <a16:creationId xmlns:a16="http://schemas.microsoft.com/office/drawing/2014/main" id="{33880D55-6B15-8346-4103-30E12AED3A20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69" name="Oval 1768">
                    <a:extLst>
                      <a:ext uri="{FF2B5EF4-FFF2-40B4-BE49-F238E27FC236}">
                        <a16:creationId xmlns:a16="http://schemas.microsoft.com/office/drawing/2014/main" id="{4966247D-667F-48F2-B463-0720BF6BCCDA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0" name="Oval 1769">
                    <a:extLst>
                      <a:ext uri="{FF2B5EF4-FFF2-40B4-BE49-F238E27FC236}">
                        <a16:creationId xmlns:a16="http://schemas.microsoft.com/office/drawing/2014/main" id="{B7589180-E6AE-0E33-7CFE-A9CE2A69C25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1" name="Oval 1770">
                    <a:extLst>
                      <a:ext uri="{FF2B5EF4-FFF2-40B4-BE49-F238E27FC236}">
                        <a16:creationId xmlns:a16="http://schemas.microsoft.com/office/drawing/2014/main" id="{F472C0F6-6CF1-B863-2209-D8E9FABC7D9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60" name="Group 1759">
                  <a:extLst>
                    <a:ext uri="{FF2B5EF4-FFF2-40B4-BE49-F238E27FC236}">
                      <a16:creationId xmlns:a16="http://schemas.microsoft.com/office/drawing/2014/main" id="{B25020C7-5E9F-29D1-CFEC-5B60F50D321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67" name="Oval 1766">
                    <a:extLst>
                      <a:ext uri="{FF2B5EF4-FFF2-40B4-BE49-F238E27FC236}">
                        <a16:creationId xmlns:a16="http://schemas.microsoft.com/office/drawing/2014/main" id="{4CC4A29D-EFF0-C39D-1258-A58A30AA197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8" name="Oval 1767">
                    <a:extLst>
                      <a:ext uri="{FF2B5EF4-FFF2-40B4-BE49-F238E27FC236}">
                        <a16:creationId xmlns:a16="http://schemas.microsoft.com/office/drawing/2014/main" id="{7D7F4EE4-4E75-626A-E2B1-E4CA13E9AA4C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61" name="Group 1760">
                  <a:extLst>
                    <a:ext uri="{FF2B5EF4-FFF2-40B4-BE49-F238E27FC236}">
                      <a16:creationId xmlns:a16="http://schemas.microsoft.com/office/drawing/2014/main" id="{55C18885-9BA7-750F-AADA-FF253850D5B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65" name="Oval 1764">
                    <a:extLst>
                      <a:ext uri="{FF2B5EF4-FFF2-40B4-BE49-F238E27FC236}">
                        <a16:creationId xmlns:a16="http://schemas.microsoft.com/office/drawing/2014/main" id="{1B98FBA8-2C66-1806-1AA6-0CE520595559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6" name="Oval 1765">
                    <a:extLst>
                      <a:ext uri="{FF2B5EF4-FFF2-40B4-BE49-F238E27FC236}">
                        <a16:creationId xmlns:a16="http://schemas.microsoft.com/office/drawing/2014/main" id="{B7B8375F-521D-3DF5-D349-17B87324BFA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62" name="Group 1761">
                  <a:extLst>
                    <a:ext uri="{FF2B5EF4-FFF2-40B4-BE49-F238E27FC236}">
                      <a16:creationId xmlns:a16="http://schemas.microsoft.com/office/drawing/2014/main" id="{15A58427-B1B7-4219-C983-6DF55962217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63" name="Rectangle: Rounded Corners 1762">
                    <a:extLst>
                      <a:ext uri="{FF2B5EF4-FFF2-40B4-BE49-F238E27FC236}">
                        <a16:creationId xmlns:a16="http://schemas.microsoft.com/office/drawing/2014/main" id="{804B53D4-8AE2-3C8E-6E53-8F66A5E3946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4" name="Oval 1763">
                    <a:extLst>
                      <a:ext uri="{FF2B5EF4-FFF2-40B4-BE49-F238E27FC236}">
                        <a16:creationId xmlns:a16="http://schemas.microsoft.com/office/drawing/2014/main" id="{CA8A3994-671D-A95D-3E0D-49E4E78596D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7" name="Group 1646">
                <a:extLst>
                  <a:ext uri="{FF2B5EF4-FFF2-40B4-BE49-F238E27FC236}">
                    <a16:creationId xmlns:a16="http://schemas.microsoft.com/office/drawing/2014/main" id="{C3007B8A-173C-4DDA-339B-B7D1E290A3E4}"/>
                  </a:ext>
                </a:extLst>
              </p:cNvPr>
              <p:cNvGrpSpPr/>
              <p:nvPr/>
            </p:nvGrpSpPr>
            <p:grpSpPr>
              <a:xfrm>
                <a:off x="6613783" y="2494890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46" name="Group 1745">
                  <a:extLst>
                    <a:ext uri="{FF2B5EF4-FFF2-40B4-BE49-F238E27FC236}">
                      <a16:creationId xmlns:a16="http://schemas.microsoft.com/office/drawing/2014/main" id="{3AB9FB42-F5C8-86CF-32F0-214F19ED1216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56" name="Oval 1755">
                    <a:extLst>
                      <a:ext uri="{FF2B5EF4-FFF2-40B4-BE49-F238E27FC236}">
                        <a16:creationId xmlns:a16="http://schemas.microsoft.com/office/drawing/2014/main" id="{AE6E5E47-D430-138D-985F-0506C69D5E16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7" name="Oval 1756">
                    <a:extLst>
                      <a:ext uri="{FF2B5EF4-FFF2-40B4-BE49-F238E27FC236}">
                        <a16:creationId xmlns:a16="http://schemas.microsoft.com/office/drawing/2014/main" id="{203DBDF2-21A9-4084-EE87-3460FFC6799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8" name="Oval 1757">
                    <a:extLst>
                      <a:ext uri="{FF2B5EF4-FFF2-40B4-BE49-F238E27FC236}">
                        <a16:creationId xmlns:a16="http://schemas.microsoft.com/office/drawing/2014/main" id="{9BB64499-1833-A1B6-7280-9EF650292E1D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47" name="Group 1746">
                  <a:extLst>
                    <a:ext uri="{FF2B5EF4-FFF2-40B4-BE49-F238E27FC236}">
                      <a16:creationId xmlns:a16="http://schemas.microsoft.com/office/drawing/2014/main" id="{8C95E1F6-6414-7C02-5D86-9EF0F4A72DED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54" name="Oval 1753">
                    <a:extLst>
                      <a:ext uri="{FF2B5EF4-FFF2-40B4-BE49-F238E27FC236}">
                        <a16:creationId xmlns:a16="http://schemas.microsoft.com/office/drawing/2014/main" id="{1224B88E-F4AE-E062-B2E9-4879DC8673F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5" name="Oval 1754">
                    <a:extLst>
                      <a:ext uri="{FF2B5EF4-FFF2-40B4-BE49-F238E27FC236}">
                        <a16:creationId xmlns:a16="http://schemas.microsoft.com/office/drawing/2014/main" id="{01B1EA6A-EE4A-0946-BDEB-F81BF2E89364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48" name="Group 1747">
                  <a:extLst>
                    <a:ext uri="{FF2B5EF4-FFF2-40B4-BE49-F238E27FC236}">
                      <a16:creationId xmlns:a16="http://schemas.microsoft.com/office/drawing/2014/main" id="{7A6A3D0B-2971-67FE-2F5A-D34292B4997F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52" name="Oval 1751">
                    <a:extLst>
                      <a:ext uri="{FF2B5EF4-FFF2-40B4-BE49-F238E27FC236}">
                        <a16:creationId xmlns:a16="http://schemas.microsoft.com/office/drawing/2014/main" id="{2227D7DE-1D84-EC5A-C1E9-CE3A587EE33F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3" name="Oval 1752">
                    <a:extLst>
                      <a:ext uri="{FF2B5EF4-FFF2-40B4-BE49-F238E27FC236}">
                        <a16:creationId xmlns:a16="http://schemas.microsoft.com/office/drawing/2014/main" id="{14D466EF-2D4C-7391-113C-3BCF28CBF816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49" name="Group 1748">
                  <a:extLst>
                    <a:ext uri="{FF2B5EF4-FFF2-40B4-BE49-F238E27FC236}">
                      <a16:creationId xmlns:a16="http://schemas.microsoft.com/office/drawing/2014/main" id="{75CBC20F-C33A-D689-AB2F-59B044E8FDFD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50" name="Rectangle: Rounded Corners 1749">
                    <a:extLst>
                      <a:ext uri="{FF2B5EF4-FFF2-40B4-BE49-F238E27FC236}">
                        <a16:creationId xmlns:a16="http://schemas.microsoft.com/office/drawing/2014/main" id="{FA6C269E-AF67-C48E-4CC2-122F78DC1735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1" name="Oval 1750">
                    <a:extLst>
                      <a:ext uri="{FF2B5EF4-FFF2-40B4-BE49-F238E27FC236}">
                        <a16:creationId xmlns:a16="http://schemas.microsoft.com/office/drawing/2014/main" id="{001B9741-361D-B3F2-16D4-14D7818EEDEB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8" name="Group 1647">
                <a:extLst>
                  <a:ext uri="{FF2B5EF4-FFF2-40B4-BE49-F238E27FC236}">
                    <a16:creationId xmlns:a16="http://schemas.microsoft.com/office/drawing/2014/main" id="{0E3876A4-A368-84D9-9925-C8D195D08F9B}"/>
                  </a:ext>
                </a:extLst>
              </p:cNvPr>
              <p:cNvGrpSpPr/>
              <p:nvPr/>
            </p:nvGrpSpPr>
            <p:grpSpPr>
              <a:xfrm>
                <a:off x="7132731" y="2486341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33" name="Group 1732">
                  <a:extLst>
                    <a:ext uri="{FF2B5EF4-FFF2-40B4-BE49-F238E27FC236}">
                      <a16:creationId xmlns:a16="http://schemas.microsoft.com/office/drawing/2014/main" id="{B5950859-2D9D-FC59-EB90-59D878195208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43" name="Oval 1742">
                    <a:extLst>
                      <a:ext uri="{FF2B5EF4-FFF2-40B4-BE49-F238E27FC236}">
                        <a16:creationId xmlns:a16="http://schemas.microsoft.com/office/drawing/2014/main" id="{260B6F24-3324-0E27-56C4-C6D95E8C09EE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4" name="Oval 1743">
                    <a:extLst>
                      <a:ext uri="{FF2B5EF4-FFF2-40B4-BE49-F238E27FC236}">
                        <a16:creationId xmlns:a16="http://schemas.microsoft.com/office/drawing/2014/main" id="{75F8E22D-7253-D3B6-1E6E-C6A2622C756D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5" name="Oval 1744">
                    <a:extLst>
                      <a:ext uri="{FF2B5EF4-FFF2-40B4-BE49-F238E27FC236}">
                        <a16:creationId xmlns:a16="http://schemas.microsoft.com/office/drawing/2014/main" id="{48F1F332-527D-E2E1-5F70-AC9F831ECD5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34" name="Group 1733">
                  <a:extLst>
                    <a:ext uri="{FF2B5EF4-FFF2-40B4-BE49-F238E27FC236}">
                      <a16:creationId xmlns:a16="http://schemas.microsoft.com/office/drawing/2014/main" id="{C447A665-45F7-39E4-85A4-2C58966EDAF8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41" name="Oval 1740">
                    <a:extLst>
                      <a:ext uri="{FF2B5EF4-FFF2-40B4-BE49-F238E27FC236}">
                        <a16:creationId xmlns:a16="http://schemas.microsoft.com/office/drawing/2014/main" id="{C3CF4BA7-8D54-5693-969C-8BEE35A6896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2" name="Oval 1741">
                    <a:extLst>
                      <a:ext uri="{FF2B5EF4-FFF2-40B4-BE49-F238E27FC236}">
                        <a16:creationId xmlns:a16="http://schemas.microsoft.com/office/drawing/2014/main" id="{A2CEEB20-AC1D-0AC2-6F89-A2103358DC9D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35" name="Group 1734">
                  <a:extLst>
                    <a:ext uri="{FF2B5EF4-FFF2-40B4-BE49-F238E27FC236}">
                      <a16:creationId xmlns:a16="http://schemas.microsoft.com/office/drawing/2014/main" id="{2A9BAB94-B78C-1135-D0C5-503DEBA4192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39" name="Oval 1738">
                    <a:extLst>
                      <a:ext uri="{FF2B5EF4-FFF2-40B4-BE49-F238E27FC236}">
                        <a16:creationId xmlns:a16="http://schemas.microsoft.com/office/drawing/2014/main" id="{0A025FAA-1CD6-A023-E649-9F35C8AC05FE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0" name="Oval 1739">
                    <a:extLst>
                      <a:ext uri="{FF2B5EF4-FFF2-40B4-BE49-F238E27FC236}">
                        <a16:creationId xmlns:a16="http://schemas.microsoft.com/office/drawing/2014/main" id="{83F94C1B-6644-534D-6748-34BBD34F1600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36" name="Group 1735">
                  <a:extLst>
                    <a:ext uri="{FF2B5EF4-FFF2-40B4-BE49-F238E27FC236}">
                      <a16:creationId xmlns:a16="http://schemas.microsoft.com/office/drawing/2014/main" id="{C07B6E0B-E411-656F-0530-6B294652E4C7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37" name="Rectangle: Rounded Corners 1736">
                    <a:extLst>
                      <a:ext uri="{FF2B5EF4-FFF2-40B4-BE49-F238E27FC236}">
                        <a16:creationId xmlns:a16="http://schemas.microsoft.com/office/drawing/2014/main" id="{9C627AB5-A4DD-347E-BFE3-23FFB6197D6C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8" name="Oval 1737">
                    <a:extLst>
                      <a:ext uri="{FF2B5EF4-FFF2-40B4-BE49-F238E27FC236}">
                        <a16:creationId xmlns:a16="http://schemas.microsoft.com/office/drawing/2014/main" id="{0F35EA47-8432-3526-6537-BB465A2B05AE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49" name="Group 1648">
                <a:extLst>
                  <a:ext uri="{FF2B5EF4-FFF2-40B4-BE49-F238E27FC236}">
                    <a16:creationId xmlns:a16="http://schemas.microsoft.com/office/drawing/2014/main" id="{71F6C671-C76F-AFC4-195E-6A69F20D0541}"/>
                  </a:ext>
                </a:extLst>
              </p:cNvPr>
              <p:cNvGrpSpPr/>
              <p:nvPr/>
            </p:nvGrpSpPr>
            <p:grpSpPr>
              <a:xfrm>
                <a:off x="5891610" y="302738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20" name="Group 1719">
                  <a:extLst>
                    <a:ext uri="{FF2B5EF4-FFF2-40B4-BE49-F238E27FC236}">
                      <a16:creationId xmlns:a16="http://schemas.microsoft.com/office/drawing/2014/main" id="{9E8B8A39-66D3-6D8B-FE45-165D9546A8C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30" name="Oval 1729">
                    <a:extLst>
                      <a:ext uri="{FF2B5EF4-FFF2-40B4-BE49-F238E27FC236}">
                        <a16:creationId xmlns:a16="http://schemas.microsoft.com/office/drawing/2014/main" id="{AEBE3B89-450F-605C-A91F-9C5DAEDDA398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1" name="Oval 1730">
                    <a:extLst>
                      <a:ext uri="{FF2B5EF4-FFF2-40B4-BE49-F238E27FC236}">
                        <a16:creationId xmlns:a16="http://schemas.microsoft.com/office/drawing/2014/main" id="{C7D578ED-AAB7-A090-B0F3-0F14BC12B908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2" name="Oval 1731">
                    <a:extLst>
                      <a:ext uri="{FF2B5EF4-FFF2-40B4-BE49-F238E27FC236}">
                        <a16:creationId xmlns:a16="http://schemas.microsoft.com/office/drawing/2014/main" id="{F8C56DC4-5E2D-34CD-DE0D-612CD06C03A8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21" name="Group 1720">
                  <a:extLst>
                    <a:ext uri="{FF2B5EF4-FFF2-40B4-BE49-F238E27FC236}">
                      <a16:creationId xmlns:a16="http://schemas.microsoft.com/office/drawing/2014/main" id="{C2A58084-A2B6-76B8-1DB4-3522EFD4710F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28" name="Oval 1727">
                    <a:extLst>
                      <a:ext uri="{FF2B5EF4-FFF2-40B4-BE49-F238E27FC236}">
                        <a16:creationId xmlns:a16="http://schemas.microsoft.com/office/drawing/2014/main" id="{D3310689-8578-931D-2E91-24D0D3E8058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9" name="Oval 1728">
                    <a:extLst>
                      <a:ext uri="{FF2B5EF4-FFF2-40B4-BE49-F238E27FC236}">
                        <a16:creationId xmlns:a16="http://schemas.microsoft.com/office/drawing/2014/main" id="{FA7A265E-E6EE-8CCD-2B1C-07B59C251DB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22" name="Group 1721">
                  <a:extLst>
                    <a:ext uri="{FF2B5EF4-FFF2-40B4-BE49-F238E27FC236}">
                      <a16:creationId xmlns:a16="http://schemas.microsoft.com/office/drawing/2014/main" id="{091B3636-62C7-F927-A0E2-B642D8EF11D1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26" name="Oval 1725">
                    <a:extLst>
                      <a:ext uri="{FF2B5EF4-FFF2-40B4-BE49-F238E27FC236}">
                        <a16:creationId xmlns:a16="http://schemas.microsoft.com/office/drawing/2014/main" id="{C8CEAFCD-3754-E255-9CC4-E0B1681BA664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7" name="Oval 1726">
                    <a:extLst>
                      <a:ext uri="{FF2B5EF4-FFF2-40B4-BE49-F238E27FC236}">
                        <a16:creationId xmlns:a16="http://schemas.microsoft.com/office/drawing/2014/main" id="{66110E1C-E9EC-1EAF-54FF-FB6E6CCF87B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23" name="Group 1722">
                  <a:extLst>
                    <a:ext uri="{FF2B5EF4-FFF2-40B4-BE49-F238E27FC236}">
                      <a16:creationId xmlns:a16="http://schemas.microsoft.com/office/drawing/2014/main" id="{410AE7FD-C373-EA50-2C49-1CCF86DE124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24" name="Rectangle: Rounded Corners 1723">
                    <a:extLst>
                      <a:ext uri="{FF2B5EF4-FFF2-40B4-BE49-F238E27FC236}">
                        <a16:creationId xmlns:a16="http://schemas.microsoft.com/office/drawing/2014/main" id="{192A4301-18C1-3FC4-FA27-C17AF19FD3D0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5" name="Oval 1724">
                    <a:extLst>
                      <a:ext uri="{FF2B5EF4-FFF2-40B4-BE49-F238E27FC236}">
                        <a16:creationId xmlns:a16="http://schemas.microsoft.com/office/drawing/2014/main" id="{AF71C1D7-040C-7ADB-D7B6-0B795C5FB0D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50" name="Group 1649">
                <a:extLst>
                  <a:ext uri="{FF2B5EF4-FFF2-40B4-BE49-F238E27FC236}">
                    <a16:creationId xmlns:a16="http://schemas.microsoft.com/office/drawing/2014/main" id="{46DBDDCD-9FE0-D0D8-5A2B-18BA3693622E}"/>
                  </a:ext>
                </a:extLst>
              </p:cNvPr>
              <p:cNvGrpSpPr/>
              <p:nvPr/>
            </p:nvGrpSpPr>
            <p:grpSpPr>
              <a:xfrm>
                <a:off x="6623943" y="304653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707" name="Group 1706">
                  <a:extLst>
                    <a:ext uri="{FF2B5EF4-FFF2-40B4-BE49-F238E27FC236}">
                      <a16:creationId xmlns:a16="http://schemas.microsoft.com/office/drawing/2014/main" id="{8BCB7890-86CC-0DE7-9CE9-6741C9354B1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17" name="Oval 1716">
                    <a:extLst>
                      <a:ext uri="{FF2B5EF4-FFF2-40B4-BE49-F238E27FC236}">
                        <a16:creationId xmlns:a16="http://schemas.microsoft.com/office/drawing/2014/main" id="{638C3C53-4707-7449-0A8A-C327F46FCB02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8" name="Oval 1717">
                    <a:extLst>
                      <a:ext uri="{FF2B5EF4-FFF2-40B4-BE49-F238E27FC236}">
                        <a16:creationId xmlns:a16="http://schemas.microsoft.com/office/drawing/2014/main" id="{5F5DB60F-4F05-11D3-F9C0-1B5C02222AC5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9" name="Oval 1718">
                    <a:extLst>
                      <a:ext uri="{FF2B5EF4-FFF2-40B4-BE49-F238E27FC236}">
                        <a16:creationId xmlns:a16="http://schemas.microsoft.com/office/drawing/2014/main" id="{9DDD8CE9-9E59-EF01-456B-A9B39CF88A7F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08" name="Group 1707">
                  <a:extLst>
                    <a:ext uri="{FF2B5EF4-FFF2-40B4-BE49-F238E27FC236}">
                      <a16:creationId xmlns:a16="http://schemas.microsoft.com/office/drawing/2014/main" id="{C4FDCBAB-EBDC-AD4B-D21D-59E73D91E576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15" name="Oval 1714">
                    <a:extLst>
                      <a:ext uri="{FF2B5EF4-FFF2-40B4-BE49-F238E27FC236}">
                        <a16:creationId xmlns:a16="http://schemas.microsoft.com/office/drawing/2014/main" id="{C7BF9875-8315-8CE4-7460-5E8EF06EC7E7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6" name="Oval 1715">
                    <a:extLst>
                      <a:ext uri="{FF2B5EF4-FFF2-40B4-BE49-F238E27FC236}">
                        <a16:creationId xmlns:a16="http://schemas.microsoft.com/office/drawing/2014/main" id="{2EA567E5-1024-D2FC-08C6-090FD0ECEB92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09" name="Group 1708">
                  <a:extLst>
                    <a:ext uri="{FF2B5EF4-FFF2-40B4-BE49-F238E27FC236}">
                      <a16:creationId xmlns:a16="http://schemas.microsoft.com/office/drawing/2014/main" id="{ACFCA20D-1772-773B-71F7-4AD995B3E47F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13" name="Oval 1712">
                    <a:extLst>
                      <a:ext uri="{FF2B5EF4-FFF2-40B4-BE49-F238E27FC236}">
                        <a16:creationId xmlns:a16="http://schemas.microsoft.com/office/drawing/2014/main" id="{CE034005-E5C9-4DDD-99E3-7640EC41FFCA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4" name="Oval 1713">
                    <a:extLst>
                      <a:ext uri="{FF2B5EF4-FFF2-40B4-BE49-F238E27FC236}">
                        <a16:creationId xmlns:a16="http://schemas.microsoft.com/office/drawing/2014/main" id="{F8E02F0B-8F82-39F2-51FD-73605E0AE6B2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10" name="Group 1709">
                  <a:extLst>
                    <a:ext uri="{FF2B5EF4-FFF2-40B4-BE49-F238E27FC236}">
                      <a16:creationId xmlns:a16="http://schemas.microsoft.com/office/drawing/2014/main" id="{DAD37741-0EF1-5255-57A6-0A8CD13631FF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711" name="Rectangle: Rounded Corners 1710">
                    <a:extLst>
                      <a:ext uri="{FF2B5EF4-FFF2-40B4-BE49-F238E27FC236}">
                        <a16:creationId xmlns:a16="http://schemas.microsoft.com/office/drawing/2014/main" id="{9C4274F5-9748-95E1-22E2-9617CE5FF72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2" name="Oval 1711">
                    <a:extLst>
                      <a:ext uri="{FF2B5EF4-FFF2-40B4-BE49-F238E27FC236}">
                        <a16:creationId xmlns:a16="http://schemas.microsoft.com/office/drawing/2014/main" id="{98BA0658-E536-4BDE-BEA8-B4FCCDDE6A78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51" name="Group 1650">
                <a:extLst>
                  <a:ext uri="{FF2B5EF4-FFF2-40B4-BE49-F238E27FC236}">
                    <a16:creationId xmlns:a16="http://schemas.microsoft.com/office/drawing/2014/main" id="{F2471CAB-448B-2479-4CA2-D887D504657B}"/>
                  </a:ext>
                </a:extLst>
              </p:cNvPr>
              <p:cNvGrpSpPr/>
              <p:nvPr/>
            </p:nvGrpSpPr>
            <p:grpSpPr>
              <a:xfrm>
                <a:off x="7142891" y="303798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94" name="Group 1693">
                  <a:extLst>
                    <a:ext uri="{FF2B5EF4-FFF2-40B4-BE49-F238E27FC236}">
                      <a16:creationId xmlns:a16="http://schemas.microsoft.com/office/drawing/2014/main" id="{1CAA0B6D-E28C-9907-AE31-622E1E2A637E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704" name="Oval 1703">
                    <a:extLst>
                      <a:ext uri="{FF2B5EF4-FFF2-40B4-BE49-F238E27FC236}">
                        <a16:creationId xmlns:a16="http://schemas.microsoft.com/office/drawing/2014/main" id="{EC8077CC-1C7D-6B93-3CEA-FB09CE1A282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5" name="Oval 1704">
                    <a:extLst>
                      <a:ext uri="{FF2B5EF4-FFF2-40B4-BE49-F238E27FC236}">
                        <a16:creationId xmlns:a16="http://schemas.microsoft.com/office/drawing/2014/main" id="{90EA658B-BB26-7DA0-36E7-65EFCD65A4E4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6" name="Oval 1705">
                    <a:extLst>
                      <a:ext uri="{FF2B5EF4-FFF2-40B4-BE49-F238E27FC236}">
                        <a16:creationId xmlns:a16="http://schemas.microsoft.com/office/drawing/2014/main" id="{87A28FD4-3D66-5658-7824-B4CF75822691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95" name="Group 1694">
                  <a:extLst>
                    <a:ext uri="{FF2B5EF4-FFF2-40B4-BE49-F238E27FC236}">
                      <a16:creationId xmlns:a16="http://schemas.microsoft.com/office/drawing/2014/main" id="{A627E0B9-C656-BB99-9791-024AA049E555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702" name="Oval 1701">
                    <a:extLst>
                      <a:ext uri="{FF2B5EF4-FFF2-40B4-BE49-F238E27FC236}">
                        <a16:creationId xmlns:a16="http://schemas.microsoft.com/office/drawing/2014/main" id="{0DA11C3B-3F0F-5CF1-1FC4-42F22E9110C2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3" name="Oval 1702">
                    <a:extLst>
                      <a:ext uri="{FF2B5EF4-FFF2-40B4-BE49-F238E27FC236}">
                        <a16:creationId xmlns:a16="http://schemas.microsoft.com/office/drawing/2014/main" id="{422AECB4-9B81-591A-06F0-455DBC4BEEC9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96" name="Group 1695">
                  <a:extLst>
                    <a:ext uri="{FF2B5EF4-FFF2-40B4-BE49-F238E27FC236}">
                      <a16:creationId xmlns:a16="http://schemas.microsoft.com/office/drawing/2014/main" id="{71CC77EC-65B2-C5B6-B5C3-9B63EAEC1C1A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700" name="Oval 1699">
                    <a:extLst>
                      <a:ext uri="{FF2B5EF4-FFF2-40B4-BE49-F238E27FC236}">
                        <a16:creationId xmlns:a16="http://schemas.microsoft.com/office/drawing/2014/main" id="{964C5127-042F-EEEE-1D80-BB6570B48D1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01" name="Oval 1700">
                    <a:extLst>
                      <a:ext uri="{FF2B5EF4-FFF2-40B4-BE49-F238E27FC236}">
                        <a16:creationId xmlns:a16="http://schemas.microsoft.com/office/drawing/2014/main" id="{372BF048-39C0-A419-9BAB-F4DFAA59E0EA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97" name="Group 1696">
                  <a:extLst>
                    <a:ext uri="{FF2B5EF4-FFF2-40B4-BE49-F238E27FC236}">
                      <a16:creationId xmlns:a16="http://schemas.microsoft.com/office/drawing/2014/main" id="{92748FA2-FC7C-5679-7114-6EBA14E34ECB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98" name="Rectangle: Rounded Corners 1697">
                    <a:extLst>
                      <a:ext uri="{FF2B5EF4-FFF2-40B4-BE49-F238E27FC236}">
                        <a16:creationId xmlns:a16="http://schemas.microsoft.com/office/drawing/2014/main" id="{C31B7CDF-2D0A-E13F-63FB-EC1951042C76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9" name="Oval 1698">
                    <a:extLst>
                      <a:ext uri="{FF2B5EF4-FFF2-40B4-BE49-F238E27FC236}">
                        <a16:creationId xmlns:a16="http://schemas.microsoft.com/office/drawing/2014/main" id="{BACEB48D-7E16-9A56-8700-95A82BEF6337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52" name="Group 1651">
                <a:extLst>
                  <a:ext uri="{FF2B5EF4-FFF2-40B4-BE49-F238E27FC236}">
                    <a16:creationId xmlns:a16="http://schemas.microsoft.com/office/drawing/2014/main" id="{A5FAB0D2-C7CB-47FE-FC61-C04B44F354E7}"/>
                  </a:ext>
                </a:extLst>
              </p:cNvPr>
              <p:cNvGrpSpPr/>
              <p:nvPr/>
            </p:nvGrpSpPr>
            <p:grpSpPr>
              <a:xfrm>
                <a:off x="5901770" y="3565868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81" name="Group 1680">
                  <a:extLst>
                    <a:ext uri="{FF2B5EF4-FFF2-40B4-BE49-F238E27FC236}">
                      <a16:creationId xmlns:a16="http://schemas.microsoft.com/office/drawing/2014/main" id="{F72A70C2-78E5-16AF-2BCD-D0C08ADCF5AB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91" name="Oval 1690">
                    <a:extLst>
                      <a:ext uri="{FF2B5EF4-FFF2-40B4-BE49-F238E27FC236}">
                        <a16:creationId xmlns:a16="http://schemas.microsoft.com/office/drawing/2014/main" id="{9551EB7A-8F40-A4BD-00C6-13F91AB7172D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2" name="Oval 1691">
                    <a:extLst>
                      <a:ext uri="{FF2B5EF4-FFF2-40B4-BE49-F238E27FC236}">
                        <a16:creationId xmlns:a16="http://schemas.microsoft.com/office/drawing/2014/main" id="{2EA6D547-C37F-5BA6-4003-AC0116012B2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3" name="Oval 1692">
                    <a:extLst>
                      <a:ext uri="{FF2B5EF4-FFF2-40B4-BE49-F238E27FC236}">
                        <a16:creationId xmlns:a16="http://schemas.microsoft.com/office/drawing/2014/main" id="{5C628C90-F6F5-D63C-518D-E63A997092CE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82" name="Group 1681">
                  <a:extLst>
                    <a:ext uri="{FF2B5EF4-FFF2-40B4-BE49-F238E27FC236}">
                      <a16:creationId xmlns:a16="http://schemas.microsoft.com/office/drawing/2014/main" id="{6E17388B-AED1-5982-FFEC-09072E02C2C0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89" name="Oval 1688">
                    <a:extLst>
                      <a:ext uri="{FF2B5EF4-FFF2-40B4-BE49-F238E27FC236}">
                        <a16:creationId xmlns:a16="http://schemas.microsoft.com/office/drawing/2014/main" id="{2DAC9C83-3397-22AB-A17B-EE87DA5C102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0" name="Oval 1689">
                    <a:extLst>
                      <a:ext uri="{FF2B5EF4-FFF2-40B4-BE49-F238E27FC236}">
                        <a16:creationId xmlns:a16="http://schemas.microsoft.com/office/drawing/2014/main" id="{8E56F8DF-7443-DC4F-3AEA-9CD32320D0F1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83" name="Group 1682">
                  <a:extLst>
                    <a:ext uri="{FF2B5EF4-FFF2-40B4-BE49-F238E27FC236}">
                      <a16:creationId xmlns:a16="http://schemas.microsoft.com/office/drawing/2014/main" id="{71DB52D8-4A3E-FE2C-BD1E-1C6A5DBC58E6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87" name="Oval 1686">
                    <a:extLst>
                      <a:ext uri="{FF2B5EF4-FFF2-40B4-BE49-F238E27FC236}">
                        <a16:creationId xmlns:a16="http://schemas.microsoft.com/office/drawing/2014/main" id="{73F407BC-629D-276D-342C-EBA1387AD237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8" name="Oval 1687">
                    <a:extLst>
                      <a:ext uri="{FF2B5EF4-FFF2-40B4-BE49-F238E27FC236}">
                        <a16:creationId xmlns:a16="http://schemas.microsoft.com/office/drawing/2014/main" id="{0778749B-EF47-5646-3D19-78BB117177B8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84" name="Group 1683">
                  <a:extLst>
                    <a:ext uri="{FF2B5EF4-FFF2-40B4-BE49-F238E27FC236}">
                      <a16:creationId xmlns:a16="http://schemas.microsoft.com/office/drawing/2014/main" id="{6F40E353-867E-0786-9128-F79EC016F372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85" name="Rectangle: Rounded Corners 1684">
                    <a:extLst>
                      <a:ext uri="{FF2B5EF4-FFF2-40B4-BE49-F238E27FC236}">
                        <a16:creationId xmlns:a16="http://schemas.microsoft.com/office/drawing/2014/main" id="{09FFED25-838E-5D18-0E2C-D8A3FCBAA8F4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6" name="Oval 1685">
                    <a:extLst>
                      <a:ext uri="{FF2B5EF4-FFF2-40B4-BE49-F238E27FC236}">
                        <a16:creationId xmlns:a16="http://schemas.microsoft.com/office/drawing/2014/main" id="{2B476DE4-213B-8A12-F0CD-8377BB74C6D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53" name="Group 1652">
                <a:extLst>
                  <a:ext uri="{FF2B5EF4-FFF2-40B4-BE49-F238E27FC236}">
                    <a16:creationId xmlns:a16="http://schemas.microsoft.com/office/drawing/2014/main" id="{3EFB4587-B525-6A65-8716-1204980E86CA}"/>
                  </a:ext>
                </a:extLst>
              </p:cNvPr>
              <p:cNvGrpSpPr/>
              <p:nvPr/>
            </p:nvGrpSpPr>
            <p:grpSpPr>
              <a:xfrm>
                <a:off x="6634103" y="3585012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68" name="Group 1667">
                  <a:extLst>
                    <a:ext uri="{FF2B5EF4-FFF2-40B4-BE49-F238E27FC236}">
                      <a16:creationId xmlns:a16="http://schemas.microsoft.com/office/drawing/2014/main" id="{D890782A-88FD-795E-6ADE-534B6644004F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78" name="Oval 1677">
                    <a:extLst>
                      <a:ext uri="{FF2B5EF4-FFF2-40B4-BE49-F238E27FC236}">
                        <a16:creationId xmlns:a16="http://schemas.microsoft.com/office/drawing/2014/main" id="{36E106AF-31C2-65BE-9105-A002C6148417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9" name="Oval 1678">
                    <a:extLst>
                      <a:ext uri="{FF2B5EF4-FFF2-40B4-BE49-F238E27FC236}">
                        <a16:creationId xmlns:a16="http://schemas.microsoft.com/office/drawing/2014/main" id="{CA1D543B-525E-D8F3-A337-EF0B0FAE740F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0" name="Oval 1679">
                    <a:extLst>
                      <a:ext uri="{FF2B5EF4-FFF2-40B4-BE49-F238E27FC236}">
                        <a16:creationId xmlns:a16="http://schemas.microsoft.com/office/drawing/2014/main" id="{908E8DA3-289F-2915-A4FE-B41CCDFC016C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9" name="Group 1668">
                  <a:extLst>
                    <a:ext uri="{FF2B5EF4-FFF2-40B4-BE49-F238E27FC236}">
                      <a16:creationId xmlns:a16="http://schemas.microsoft.com/office/drawing/2014/main" id="{04E7ABA9-B2EF-673E-D98A-A9D25771230E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76" name="Oval 1675">
                    <a:extLst>
                      <a:ext uri="{FF2B5EF4-FFF2-40B4-BE49-F238E27FC236}">
                        <a16:creationId xmlns:a16="http://schemas.microsoft.com/office/drawing/2014/main" id="{C7D61D3E-294B-8936-7A1B-086AB75D503A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7" name="Oval 1676">
                    <a:extLst>
                      <a:ext uri="{FF2B5EF4-FFF2-40B4-BE49-F238E27FC236}">
                        <a16:creationId xmlns:a16="http://schemas.microsoft.com/office/drawing/2014/main" id="{0C10C829-0228-A644-3172-B2AE5EF678A7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0" name="Group 1669">
                  <a:extLst>
                    <a:ext uri="{FF2B5EF4-FFF2-40B4-BE49-F238E27FC236}">
                      <a16:creationId xmlns:a16="http://schemas.microsoft.com/office/drawing/2014/main" id="{4E57B0C9-2D0C-EFFD-28D3-D5D7C25291BC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74" name="Oval 1673">
                    <a:extLst>
                      <a:ext uri="{FF2B5EF4-FFF2-40B4-BE49-F238E27FC236}">
                        <a16:creationId xmlns:a16="http://schemas.microsoft.com/office/drawing/2014/main" id="{025132B4-FC6F-0ABD-2EF6-3F1D58255098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5" name="Oval 1674">
                    <a:extLst>
                      <a:ext uri="{FF2B5EF4-FFF2-40B4-BE49-F238E27FC236}">
                        <a16:creationId xmlns:a16="http://schemas.microsoft.com/office/drawing/2014/main" id="{6B2F5977-9838-60D8-EB2D-BC651F558307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71" name="Group 1670">
                  <a:extLst>
                    <a:ext uri="{FF2B5EF4-FFF2-40B4-BE49-F238E27FC236}">
                      <a16:creationId xmlns:a16="http://schemas.microsoft.com/office/drawing/2014/main" id="{A1940606-B78E-626C-0F8C-6B090416CA10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72" name="Rectangle: Rounded Corners 1671">
                    <a:extLst>
                      <a:ext uri="{FF2B5EF4-FFF2-40B4-BE49-F238E27FC236}">
                        <a16:creationId xmlns:a16="http://schemas.microsoft.com/office/drawing/2014/main" id="{C2153EAD-C50F-9773-5FBD-D1FC54CD213E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3" name="Oval 1672">
                    <a:extLst>
                      <a:ext uri="{FF2B5EF4-FFF2-40B4-BE49-F238E27FC236}">
                        <a16:creationId xmlns:a16="http://schemas.microsoft.com/office/drawing/2014/main" id="{F7B27533-B286-B064-DD15-5481CDCAA9DA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54" name="Group 1653">
                <a:extLst>
                  <a:ext uri="{FF2B5EF4-FFF2-40B4-BE49-F238E27FC236}">
                    <a16:creationId xmlns:a16="http://schemas.microsoft.com/office/drawing/2014/main" id="{1E3A28DE-DBF7-49CA-9325-E0CD0B90126B}"/>
                  </a:ext>
                </a:extLst>
              </p:cNvPr>
              <p:cNvGrpSpPr/>
              <p:nvPr/>
            </p:nvGrpSpPr>
            <p:grpSpPr>
              <a:xfrm>
                <a:off x="7153051" y="3576463"/>
                <a:ext cx="1084630" cy="972530"/>
                <a:chOff x="1749085" y="3335736"/>
                <a:chExt cx="1084630" cy="972530"/>
              </a:xfrm>
            </p:grpSpPr>
            <p:grpSp>
              <p:nvGrpSpPr>
                <p:cNvPr id="1655" name="Group 1654">
                  <a:extLst>
                    <a:ext uri="{FF2B5EF4-FFF2-40B4-BE49-F238E27FC236}">
                      <a16:creationId xmlns:a16="http://schemas.microsoft.com/office/drawing/2014/main" id="{A51E5B77-9A37-B53D-C82D-8DCA796E95F9}"/>
                    </a:ext>
                  </a:extLst>
                </p:cNvPr>
                <p:cNvGrpSpPr/>
                <p:nvPr/>
              </p:nvGrpSpPr>
              <p:grpSpPr>
                <a:xfrm>
                  <a:off x="2233283" y="3335736"/>
                  <a:ext cx="470284" cy="697177"/>
                  <a:chOff x="2192888" y="3357289"/>
                  <a:chExt cx="470284" cy="697177"/>
                </a:xfrm>
              </p:grpSpPr>
              <p:sp>
                <p:nvSpPr>
                  <p:cNvPr id="1665" name="Oval 1664">
                    <a:extLst>
                      <a:ext uri="{FF2B5EF4-FFF2-40B4-BE49-F238E27FC236}">
                        <a16:creationId xmlns:a16="http://schemas.microsoft.com/office/drawing/2014/main" id="{1A4C8AAD-2C14-4CF2-27EC-FB80A669EC53}"/>
                      </a:ext>
                    </a:extLst>
                  </p:cNvPr>
                  <p:cNvSpPr/>
                  <p:nvPr/>
                </p:nvSpPr>
                <p:spPr>
                  <a:xfrm rot="1022227">
                    <a:off x="2367988" y="3357289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6" name="Oval 1665">
                    <a:extLst>
                      <a:ext uri="{FF2B5EF4-FFF2-40B4-BE49-F238E27FC236}">
                        <a16:creationId xmlns:a16="http://schemas.microsoft.com/office/drawing/2014/main" id="{A88085CC-D129-6BCF-C13B-A70DB3089376}"/>
                      </a:ext>
                    </a:extLst>
                  </p:cNvPr>
                  <p:cNvSpPr/>
                  <p:nvPr/>
                </p:nvSpPr>
                <p:spPr>
                  <a:xfrm rot="20882135">
                    <a:off x="2296796" y="3392661"/>
                    <a:ext cx="127070" cy="382673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7" name="Oval 1666">
                    <a:extLst>
                      <a:ext uri="{FF2B5EF4-FFF2-40B4-BE49-F238E27FC236}">
                        <a16:creationId xmlns:a16="http://schemas.microsoft.com/office/drawing/2014/main" id="{2EBEB5B9-4A9A-EC91-A6DE-9FD2240018A6}"/>
                      </a:ext>
                    </a:extLst>
                  </p:cNvPr>
                  <p:cNvSpPr/>
                  <p:nvPr/>
                </p:nvSpPr>
                <p:spPr>
                  <a:xfrm>
                    <a:off x="2192888" y="3472270"/>
                    <a:ext cx="470284" cy="5821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6" name="Group 1655">
                  <a:extLst>
                    <a:ext uri="{FF2B5EF4-FFF2-40B4-BE49-F238E27FC236}">
                      <a16:creationId xmlns:a16="http://schemas.microsoft.com/office/drawing/2014/main" id="{5497F4A2-E625-4A96-84DC-43D1679193CA}"/>
                    </a:ext>
                  </a:extLst>
                </p:cNvPr>
                <p:cNvGrpSpPr/>
                <p:nvPr/>
              </p:nvGrpSpPr>
              <p:grpSpPr>
                <a:xfrm>
                  <a:off x="1759875" y="3346975"/>
                  <a:ext cx="470284" cy="707491"/>
                  <a:chOff x="1759875" y="3346975"/>
                  <a:chExt cx="470284" cy="707491"/>
                </a:xfrm>
              </p:grpSpPr>
              <p:sp>
                <p:nvSpPr>
                  <p:cNvPr id="1663" name="Oval 1662">
                    <a:extLst>
                      <a:ext uri="{FF2B5EF4-FFF2-40B4-BE49-F238E27FC236}">
                        <a16:creationId xmlns:a16="http://schemas.microsoft.com/office/drawing/2014/main" id="{85C47137-1036-791E-9E33-D2FDA831883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472270"/>
                    <a:ext cx="470284" cy="582196"/>
                  </a:xfrm>
                  <a:prstGeom prst="ellipse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4" name="Oval 1663">
                    <a:extLst>
                      <a:ext uri="{FF2B5EF4-FFF2-40B4-BE49-F238E27FC236}">
                        <a16:creationId xmlns:a16="http://schemas.microsoft.com/office/drawing/2014/main" id="{EB4DF3DE-F363-7159-910C-3565A9592822}"/>
                      </a:ext>
                    </a:extLst>
                  </p:cNvPr>
                  <p:cNvSpPr/>
                  <p:nvPr/>
                </p:nvSpPr>
                <p:spPr>
                  <a:xfrm rot="18541303">
                    <a:off x="1945121" y="3458755"/>
                    <a:ext cx="327216" cy="103655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7" name="Group 1656">
                  <a:extLst>
                    <a:ext uri="{FF2B5EF4-FFF2-40B4-BE49-F238E27FC236}">
                      <a16:creationId xmlns:a16="http://schemas.microsoft.com/office/drawing/2014/main" id="{95911D77-59E1-DF74-400D-5EF4710155B2}"/>
                    </a:ext>
                  </a:extLst>
                </p:cNvPr>
                <p:cNvGrpSpPr/>
                <p:nvPr/>
              </p:nvGrpSpPr>
              <p:grpSpPr>
                <a:xfrm>
                  <a:off x="1983116" y="3530300"/>
                  <a:ext cx="247043" cy="391313"/>
                  <a:chOff x="1983116" y="3530300"/>
                  <a:chExt cx="247043" cy="391313"/>
                </a:xfrm>
              </p:grpSpPr>
              <p:sp>
                <p:nvSpPr>
                  <p:cNvPr id="1661" name="Oval 1660">
                    <a:extLst>
                      <a:ext uri="{FF2B5EF4-FFF2-40B4-BE49-F238E27FC236}">
                        <a16:creationId xmlns:a16="http://schemas.microsoft.com/office/drawing/2014/main" id="{75254A5E-2076-2819-1DB4-1D823F1C81D6}"/>
                      </a:ext>
                    </a:extLst>
                  </p:cNvPr>
                  <p:cNvSpPr/>
                  <p:nvPr/>
                </p:nvSpPr>
                <p:spPr>
                  <a:xfrm>
                    <a:off x="2103089" y="353894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2" name="Oval 1661">
                    <a:extLst>
                      <a:ext uri="{FF2B5EF4-FFF2-40B4-BE49-F238E27FC236}">
                        <a16:creationId xmlns:a16="http://schemas.microsoft.com/office/drawing/2014/main" id="{ECE0D015-3A4A-BEDB-E6D7-3EC9864AF075}"/>
                      </a:ext>
                    </a:extLst>
                  </p:cNvPr>
                  <p:cNvSpPr/>
                  <p:nvPr/>
                </p:nvSpPr>
                <p:spPr>
                  <a:xfrm>
                    <a:off x="1983116" y="3530300"/>
                    <a:ext cx="127070" cy="382673"/>
                  </a:xfrm>
                  <a:prstGeom prst="ellipse">
                    <a:avLst/>
                  </a:prstGeom>
                  <a:solidFill>
                    <a:schemeClr val="accent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58" name="Group 1657">
                  <a:extLst>
                    <a:ext uri="{FF2B5EF4-FFF2-40B4-BE49-F238E27FC236}">
                      <a16:creationId xmlns:a16="http://schemas.microsoft.com/office/drawing/2014/main" id="{008A419A-F2D3-475F-D458-4DB31004C689}"/>
                    </a:ext>
                  </a:extLst>
                </p:cNvPr>
                <p:cNvGrpSpPr/>
                <p:nvPr/>
              </p:nvGrpSpPr>
              <p:grpSpPr>
                <a:xfrm>
                  <a:off x="1749085" y="3781447"/>
                  <a:ext cx="1084630" cy="526819"/>
                  <a:chOff x="1749085" y="3781447"/>
                  <a:chExt cx="1084630" cy="526819"/>
                </a:xfrm>
              </p:grpSpPr>
              <p:sp>
                <p:nvSpPr>
                  <p:cNvPr id="1659" name="Rectangle: Rounded Corners 1658">
                    <a:extLst>
                      <a:ext uri="{FF2B5EF4-FFF2-40B4-BE49-F238E27FC236}">
                        <a16:creationId xmlns:a16="http://schemas.microsoft.com/office/drawing/2014/main" id="{8CB2F448-9575-4B8D-CBA6-FE80BE2BE4B1}"/>
                      </a:ext>
                    </a:extLst>
                  </p:cNvPr>
                  <p:cNvSpPr/>
                  <p:nvPr/>
                </p:nvSpPr>
                <p:spPr>
                  <a:xfrm>
                    <a:off x="1759875" y="3800665"/>
                    <a:ext cx="1073840" cy="507601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0" name="Oval 1659">
                    <a:extLst>
                      <a:ext uri="{FF2B5EF4-FFF2-40B4-BE49-F238E27FC236}">
                        <a16:creationId xmlns:a16="http://schemas.microsoft.com/office/drawing/2014/main" id="{C59BFB90-7238-039B-7644-035EE40793B5}"/>
                      </a:ext>
                    </a:extLst>
                  </p:cNvPr>
                  <p:cNvSpPr/>
                  <p:nvPr/>
                </p:nvSpPr>
                <p:spPr>
                  <a:xfrm flipV="1">
                    <a:off x="1749085" y="3781447"/>
                    <a:ext cx="1073840" cy="11552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275819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7037E-7 L -0.45117 0.0122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65" y="602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11111E-6 L -0.44414 -0.04329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14" y="-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9" grpId="0" animBg="1"/>
      <p:bldP spid="95" grpId="0" animBg="1"/>
      <p:bldP spid="9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FE961-B874-9498-6AD2-7E16AEA2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299779E6-8C90-54C5-C8DE-BE18232A44EE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68742E2-F410-769E-2E4E-E368A968549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BF01040-A781-767F-6A4C-D4F86A02E33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1A44323-5E18-944D-3EA1-746B2DE206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9C732CF-D2B1-81F8-4F37-B50AA98C7F4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6134ED2-323B-F21B-FA98-93F35F65B62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AF5ED8E-B339-EB96-110B-B707B8B020E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0D37A3A-711C-D81F-9631-35990AF916A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A215206-552F-6AF7-434A-AC30AA36E4C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0D853D7-CF03-F9CB-82D5-FD00D325056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41A8C69-622B-7D41-DDE4-E2CF3B87020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F06AD36-650A-6223-13DD-1292057F4DC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2E7656D-D3F5-ACB0-EA05-6E083029693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29657FE-04D7-9DFC-1D83-330EA217951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889A86D-FF2E-AB5E-0DE4-001AD3E5EC6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FDBE8F6-7C3C-883D-6F24-7ADF292E6F8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3E588AA-3320-FB32-CBC5-B33C5F9CB5A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ABCB739-9232-ED73-7DDF-9705A771A98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4E7928C-655D-53B4-3155-F54EAC825EA8}"/>
              </a:ext>
            </a:extLst>
          </p:cNvPr>
          <p:cNvSpPr/>
          <p:nvPr/>
        </p:nvSpPr>
        <p:spPr>
          <a:xfrm>
            <a:off x="3453257" y="2552340"/>
            <a:ext cx="2141213" cy="5805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Pagination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A4DFD-12DE-F2D9-6B40-41B4FDD45585}"/>
              </a:ext>
            </a:extLst>
          </p:cNvPr>
          <p:cNvSpPr/>
          <p:nvPr/>
        </p:nvSpPr>
        <p:spPr>
          <a:xfrm>
            <a:off x="669686" y="3132863"/>
            <a:ext cx="7770827" cy="15964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Pagination is a method of breaking up very long content or data into smaller, sequential pages, usually marked with numbers (1, 2, 3...) or "Next/Previous" buttons.</a:t>
            </a:r>
          </a:p>
        </p:txBody>
      </p:sp>
    </p:spTree>
    <p:extLst>
      <p:ext uri="{BB962C8B-B14F-4D97-AF65-F5344CB8AC3E}">
        <p14:creationId xmlns:p14="http://schemas.microsoft.com/office/powerpoint/2010/main" val="72048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2F714-8B82-8A90-4273-9950734AE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630168C1-611D-EC49-93B7-ED4387C1C2E0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26E1F03-2E42-C374-CCDC-8D2F7D66D50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E0DD225-53E4-1F93-F11F-1B106D4F7B6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3B59C3F-C995-74B4-15FB-AF5240C7F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11132C5-7FF2-B206-A3F0-6FDC848DBC3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9EFE3C2-AB70-FEFC-09B2-95C932CAA8D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378A548-1D3A-4A92-B3FE-9F81E3558A8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4A700A4-5F4E-8D21-8AD9-AAE5495590D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BECB804-AD25-D4CB-7EF7-A57E0DC7D7C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6AFB203-C7B4-675B-9850-4B45D42E5AA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61F4DDD-B804-CE83-9E7F-E570C7EA712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C93283-09B5-132C-21F8-64319371C7D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799216A-2F2A-9CBC-018E-7F06C8C12B2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D255267-B376-D1B3-C032-9E4A94C636E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C8C0437-E21C-DEEE-911F-87983AEA57D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624A99F-7F81-E324-2A00-6F986B93711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27E026A-F3E8-3306-449B-73F145F3D5B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D99FE69-49EE-1FAA-8FD9-8A059EAC6DB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F54DEED-7474-FFA9-1A32-B3AADB1552EB}"/>
              </a:ext>
            </a:extLst>
          </p:cNvPr>
          <p:cNvSpPr/>
          <p:nvPr/>
        </p:nvSpPr>
        <p:spPr>
          <a:xfrm>
            <a:off x="4974463" y="1844507"/>
            <a:ext cx="45719" cy="442713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C5B556F-6193-69C2-3573-ABA60992850F}"/>
              </a:ext>
            </a:extLst>
          </p:cNvPr>
          <p:cNvGrpSpPr/>
          <p:nvPr/>
        </p:nvGrpSpPr>
        <p:grpSpPr>
          <a:xfrm>
            <a:off x="988074" y="5319108"/>
            <a:ext cx="2694169" cy="1267303"/>
            <a:chOff x="988074" y="5319108"/>
            <a:chExt cx="2694169" cy="12673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864707-07D4-137A-5D14-4E3938A0B0A6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A7D24D9-2DA1-4D7D-EDDA-B1AAE857D01E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E060F26-A87E-A70B-2832-95582980C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23B7330-E972-04F4-97D0-E6457D1A7B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5317FC9-6E78-FEAB-038B-EBB9EE80B8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E376D9F-A9AD-033B-D244-E7D98EC48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C35CBCE-6C9A-67E1-997B-2F18678E576D}"/>
              </a:ext>
            </a:extLst>
          </p:cNvPr>
          <p:cNvGrpSpPr/>
          <p:nvPr/>
        </p:nvGrpSpPr>
        <p:grpSpPr>
          <a:xfrm>
            <a:off x="6476365" y="2755896"/>
            <a:ext cx="1419191" cy="1651705"/>
            <a:chOff x="5504672" y="820134"/>
            <a:chExt cx="1176475" cy="1467186"/>
          </a:xfrm>
        </p:grpSpPr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1BDE2BF1-6E0A-CE8B-D5AB-75E0088925E6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B649A822-CEC5-E543-AF35-011191781D68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A75D255D-0810-5BE4-F34F-31A55AF6FA02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B61D69-4AF3-89F1-5248-E5DBFBECC7B8}"/>
              </a:ext>
            </a:extLst>
          </p:cNvPr>
          <p:cNvGrpSpPr/>
          <p:nvPr/>
        </p:nvGrpSpPr>
        <p:grpSpPr>
          <a:xfrm>
            <a:off x="5757288" y="5206535"/>
            <a:ext cx="2519829" cy="1357494"/>
            <a:chOff x="5757288" y="5206535"/>
            <a:chExt cx="2519829" cy="13574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D915720-BCC4-57FB-B2F1-D5702DD6F2CC}"/>
                </a:ext>
              </a:extLst>
            </p:cNvPr>
            <p:cNvSpPr txBox="1"/>
            <p:nvPr/>
          </p:nvSpPr>
          <p:spPr>
            <a:xfrm>
              <a:off x="5757288" y="5979254"/>
              <a:ext cx="25198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71F21B-3EEC-825B-FE97-6DCAF8C61F58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2264513-F67A-FA7E-1F9C-0D9A37A10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96C997F-B927-0517-0A3B-5DD38D1F2072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16CA2AF-822D-1940-B463-EA381F75D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5D55F39-CC19-84DD-9776-D5FDCEF26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310A95-B8EE-C389-DEC7-D0CB06F6B108}"/>
              </a:ext>
            </a:extLst>
          </p:cNvPr>
          <p:cNvGrpSpPr/>
          <p:nvPr/>
        </p:nvGrpSpPr>
        <p:grpSpPr>
          <a:xfrm>
            <a:off x="988308" y="2165407"/>
            <a:ext cx="2841265" cy="2792348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75CC031-4B76-272A-796F-7A3086D673B4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BBB300B-376E-EF5A-63EB-DD06B27BC734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7B2667B-A518-44AD-EB70-7D19730FFE4A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21C4FA4-17CC-E77B-6268-8E310C48398C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E96558C-2EA0-214C-6A39-7B8627D7D211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026FE75-027E-4012-9EB2-119D16E24133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CB54F8E-627A-B7D4-03D6-1F1690DDF781}"/>
              </a:ext>
            </a:extLst>
          </p:cNvPr>
          <p:cNvSpPr/>
          <p:nvPr/>
        </p:nvSpPr>
        <p:spPr>
          <a:xfrm>
            <a:off x="2807279" y="1138861"/>
            <a:ext cx="4245089" cy="6085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await </a:t>
            </a:r>
            <a:r>
              <a:rPr lang="en-US" sz="20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prisma.employee.findMany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({ })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FD7B35E-75CE-7051-C6FA-AD5100A8B386}"/>
              </a:ext>
            </a:extLst>
          </p:cNvPr>
          <p:cNvSpPr/>
          <p:nvPr/>
        </p:nvSpPr>
        <p:spPr>
          <a:xfrm>
            <a:off x="4265847" y="2550154"/>
            <a:ext cx="161146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548454E6-9AE9-91E9-73AB-559FDEF42EED}"/>
              </a:ext>
            </a:extLst>
          </p:cNvPr>
          <p:cNvSpPr/>
          <p:nvPr/>
        </p:nvSpPr>
        <p:spPr>
          <a:xfrm flipH="1">
            <a:off x="4259036" y="3740432"/>
            <a:ext cx="1611467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FDCFD89-154D-5C17-4621-828880CB94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479" y="2759921"/>
            <a:ext cx="442496" cy="44249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9F74A5B-BAD4-7CFA-0BD0-A8541BA54DDD}"/>
              </a:ext>
            </a:extLst>
          </p:cNvPr>
          <p:cNvGrpSpPr/>
          <p:nvPr/>
        </p:nvGrpSpPr>
        <p:grpSpPr>
          <a:xfrm>
            <a:off x="6451011" y="703015"/>
            <a:ext cx="1014266" cy="694273"/>
            <a:chOff x="6544393" y="736716"/>
            <a:chExt cx="1014266" cy="69427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E0708B3-CB25-74D8-368B-58CCB0A794FF}"/>
                </a:ext>
              </a:extLst>
            </p:cNvPr>
            <p:cNvSpPr/>
            <p:nvPr/>
          </p:nvSpPr>
          <p:spPr>
            <a:xfrm rot="20148102">
              <a:off x="6544393" y="736716"/>
              <a:ext cx="1014266" cy="608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0"/>
                </a:lnSpc>
                <a:buNone/>
              </a:pPr>
              <a:r>
                <a:rPr lang="en-US" sz="2000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skip: 10 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049BBDD-C53D-2787-85AB-0F9FBBBB2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588" y="1093463"/>
              <a:ext cx="650177" cy="33752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E9CE16C-CAC5-0B4C-FFC5-EC0FD059BE59}"/>
              </a:ext>
            </a:extLst>
          </p:cNvPr>
          <p:cNvGrpSpPr/>
          <p:nvPr/>
        </p:nvGrpSpPr>
        <p:grpSpPr>
          <a:xfrm>
            <a:off x="6601968" y="971898"/>
            <a:ext cx="1490058" cy="608518"/>
            <a:chOff x="6383307" y="655508"/>
            <a:chExt cx="1490058" cy="608518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E2F7E17-2F5F-3451-2F0F-9F09E2227E9B}"/>
                </a:ext>
              </a:extLst>
            </p:cNvPr>
            <p:cNvSpPr/>
            <p:nvPr/>
          </p:nvSpPr>
          <p:spPr>
            <a:xfrm rot="21037278">
              <a:off x="6714770" y="655508"/>
              <a:ext cx="1158595" cy="608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1650"/>
                </a:lnSpc>
                <a:buNone/>
              </a:pPr>
              <a:r>
                <a:rPr lang="en-US" sz="2000" dirty="0">
                  <a:solidFill>
                    <a:schemeClr val="tx1"/>
                  </a:solidFill>
                  <a:highlight>
                    <a:srgbClr val="FFFF00"/>
                  </a:highlight>
                  <a:latin typeface="Berlin Sans FB" panose="020E0602020502020306" pitchFamily="34" charset="0"/>
                </a:rPr>
                <a:t>take: 10 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1AF75A9-6BEA-7722-E310-3AA0B9B5F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3307" y="1006442"/>
              <a:ext cx="1335024" cy="18897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7" name="Picture 106">
            <a:extLst>
              <a:ext uri="{FF2B5EF4-FFF2-40B4-BE49-F238E27FC236}">
                <a16:creationId xmlns:a16="http://schemas.microsoft.com/office/drawing/2014/main" id="{AFA78CDD-E142-1225-7B9E-5245BD5B88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771" y="2765728"/>
            <a:ext cx="442496" cy="442496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D90D45E4-5923-39C9-38C7-DE044FF497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51" y="2776345"/>
            <a:ext cx="442496" cy="442496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43938BEA-2EB4-D917-A110-DB9450546C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788" y="2778550"/>
            <a:ext cx="442496" cy="442496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71CF686-980D-4768-5CB5-E64D92B8ED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444" y="2775560"/>
            <a:ext cx="442496" cy="442496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5DCEF231-6DE7-659B-964D-FB889C75F5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92" y="3295336"/>
            <a:ext cx="442496" cy="44249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59C3745-05F0-856B-C1D8-D2B9B94751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084" y="3301143"/>
            <a:ext cx="442496" cy="442496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3DB23ED3-45AA-142D-AE3A-74E3C8C786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064" y="3311760"/>
            <a:ext cx="442496" cy="442496"/>
          </a:xfrm>
          <a:prstGeom prst="rect">
            <a:avLst/>
          </a:prstGeom>
        </p:spPr>
      </p:pic>
      <p:grpSp>
        <p:nvGrpSpPr>
          <p:cNvPr id="481" name="Group 480">
            <a:extLst>
              <a:ext uri="{FF2B5EF4-FFF2-40B4-BE49-F238E27FC236}">
                <a16:creationId xmlns:a16="http://schemas.microsoft.com/office/drawing/2014/main" id="{81820B1E-F1B0-42D6-C838-28BAAB4E2D99}"/>
              </a:ext>
            </a:extLst>
          </p:cNvPr>
          <p:cNvGrpSpPr/>
          <p:nvPr/>
        </p:nvGrpSpPr>
        <p:grpSpPr>
          <a:xfrm>
            <a:off x="6126916" y="2529069"/>
            <a:ext cx="2077504" cy="1493137"/>
            <a:chOff x="6215561" y="2476129"/>
            <a:chExt cx="2077504" cy="1493137"/>
          </a:xfrm>
        </p:grpSpPr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440D1284-152A-F91B-BF5B-9A5153B62C8E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70104619-CCAB-33BF-D394-3D621211326B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7B38B06D-F635-4F20-B5B8-B3EFB13270EE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D51429AB-E098-4C6F-486D-514F374854DE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B798D05E-ACA3-6FA0-E58C-A4CD79212253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5EA6BC43-6D28-20E2-F6FA-423B99CF6B61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C37FD506-7A97-AFE7-0C3C-5C3F209D0243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A228C19D-5D9F-125C-56B4-3CA69F976FB0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33198718-A9FC-9EF3-282D-78F7F43F7203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5FE384BA-1A0A-DF51-ED0B-F67BB33069BF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14F4A731-B5B2-EC2F-8210-74D6E4AA5D92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2B148E3E-2FB6-52B3-E10D-7C1AD7B5356C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4610D05B-8CE0-3857-4BF9-82EB487E503F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C3B2F4E8-7873-7572-617D-5439BF7D3332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A4939BF-1A2A-71CB-21D4-B0622297CD7F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7F7645E-89B2-E9A6-F161-B5D523B76886}"/>
              </a:ext>
            </a:extLst>
          </p:cNvPr>
          <p:cNvGrpSpPr/>
          <p:nvPr/>
        </p:nvGrpSpPr>
        <p:grpSpPr>
          <a:xfrm>
            <a:off x="6297551" y="3076261"/>
            <a:ext cx="2077504" cy="1493137"/>
            <a:chOff x="6215561" y="2476129"/>
            <a:chExt cx="2077504" cy="149313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46DF1CC-B7D1-AD23-A00D-03B2D200B75B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C14A923-95D1-CDAC-4374-4C56F932232B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59D5386-FDC5-67B4-28F8-E1695848F8D2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A7CBD71-5DDA-8500-007F-22E5A721BEA4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9CF78A0-67CF-3C4F-FE5F-7F753CE7965B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6425859-6C32-4A5F-75A2-854561294F6C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1464DC7-5683-968B-CA57-DFAF0ACF5492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E750FFB-AA40-3429-AA6A-D4AD1E979AD5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2CA98A6-76B6-ECDB-534A-69D6B81476A3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5766F32-631A-9AE7-9533-50C35C3D1E75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843B9C3-8FC4-1148-7376-2A254B5E6A20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217DB18-C3AF-3B97-1F09-5E62640E3C04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497B647-944A-709A-58A3-3A155BC76B75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AC7F2B-9314-44A4-1A49-6D02498FCFBA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076A74B-7939-7815-A410-48D5CEBF202B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9CF0C12-814D-D846-CB52-CF3DFB876056}"/>
              </a:ext>
            </a:extLst>
          </p:cNvPr>
          <p:cNvGrpSpPr/>
          <p:nvPr/>
        </p:nvGrpSpPr>
        <p:grpSpPr>
          <a:xfrm>
            <a:off x="6428640" y="2401706"/>
            <a:ext cx="2077504" cy="1493137"/>
            <a:chOff x="6215561" y="2476129"/>
            <a:chExt cx="2077504" cy="1493137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2D9E668-BD08-4FC9-0BB9-FC1B03F8C3AE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0B42887-A0AC-D369-E516-822FCA8FACFF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8DB2798-78FC-D94C-1ABA-B5FBAF53DE39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EFD5CAD-E551-DE42-F790-74A565446A78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31E55F6-3BCE-7D47-2C0F-7B0734C9FC8A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883E076-DA53-49CD-A586-64A82A8D013C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1F6FD75-CBB7-D29D-E874-1C9B81620B28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DE3A159-26DA-7BD6-C763-D8B3DEC7A132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BFF4006-068D-466D-AEAD-BB08746F12AD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BD2BC7B-4F0C-6F43-5487-77BDAC063C85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2EB28F9-50E1-4CAB-4DAF-E67EAE26303C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3474F08-93CC-C0D1-8A49-98307CB325B1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C34A2A7-7821-897E-293E-16DD51E8DEA2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5989AE1-2D7C-8CDC-3695-7F069BB56825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609C67E-5719-D0B2-48E5-A78C72BE2F70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7BD21E1-91BF-A86A-7333-9178A0D5F37E}"/>
              </a:ext>
            </a:extLst>
          </p:cNvPr>
          <p:cNvGrpSpPr/>
          <p:nvPr/>
        </p:nvGrpSpPr>
        <p:grpSpPr>
          <a:xfrm>
            <a:off x="6581775" y="2976629"/>
            <a:ext cx="2077504" cy="1493137"/>
            <a:chOff x="6215561" y="2476129"/>
            <a:chExt cx="2077504" cy="1493137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3884D04-C22D-07FB-0BCA-BECEBA706C47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9F75BDB-DBA3-9ED9-5369-2984917D026E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F057053-1F6B-0D03-348B-B49351CBB9A4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DFDD60-72FC-E1FC-AF74-94DF25E0EDAB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F21A0E-6991-9BA4-69A8-2D22AEE1F21D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C5CFB49B-762E-0D17-E98B-5E5F29ECF5C7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98A8B14-3AC9-746A-952E-E3B9C732EC88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AF1FB92-7F01-D21C-5ABB-DF0136B8F88A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2F951E7-E165-F8D8-B8C2-98C67F790C97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35AA9B4-4311-FF0A-9485-9E245011DC9F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FB5B4F6-032C-6470-9552-316D93A23230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D95C94E4-3C7E-0A8B-5465-0C92B0A261F5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053D44D2-3643-DFA4-0F4E-142516121206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45A2DB5-5BE8-F46F-C371-14B965A63F88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C7DCC41-CD99-1F1B-DF29-FE3DB2E0C1E3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DABEC0E-2797-6AC2-DC15-6FB70F101070}"/>
              </a:ext>
            </a:extLst>
          </p:cNvPr>
          <p:cNvGrpSpPr/>
          <p:nvPr/>
        </p:nvGrpSpPr>
        <p:grpSpPr>
          <a:xfrm>
            <a:off x="6725313" y="2455848"/>
            <a:ext cx="2077504" cy="1493137"/>
            <a:chOff x="6215561" y="2476129"/>
            <a:chExt cx="2077504" cy="1493137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985424E-E132-9C1B-1162-1A638D9483CA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5832DD6-D1CB-8182-7F02-B41AC0236B28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398BD4F4-A80F-FB96-00F9-E22F1858D260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AECC3D1-7085-E603-C11D-DE745AEAE147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AD402E1-574F-C820-DCCC-2579F68E0D55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63E13663-A02F-DB44-3860-6E183D6B88CF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090EC51-EE53-9CB6-8CCF-5CDAA2F1561E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3CBF0738-C310-717C-A44E-BB26D68E297A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8264514-605E-9098-55A6-EE67BA1419E8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236033F-914D-23EA-485D-447CC07BE164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FA644336-C5B3-B06E-4E51-54B54C765DD9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1D8F396-1B14-7F84-3598-1D3B9107D27B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4D8C82B-4479-5431-157F-907BD567C8C7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F03DCFF4-EF89-5622-FD86-644864943DB0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5520E64B-69D8-C804-DAD7-81AB515B5006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4CDC1B7-E806-1788-8FA4-48FFF359ED74}"/>
              </a:ext>
            </a:extLst>
          </p:cNvPr>
          <p:cNvGrpSpPr/>
          <p:nvPr/>
        </p:nvGrpSpPr>
        <p:grpSpPr>
          <a:xfrm>
            <a:off x="6858142" y="2930341"/>
            <a:ext cx="2077504" cy="1493137"/>
            <a:chOff x="6215561" y="2476129"/>
            <a:chExt cx="2077504" cy="1493137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59491826-28C5-756A-9AD4-5D5945EEC920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36BECD0-ED09-C78D-40FA-CF9BB9A210A4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976726F-71FE-C5AD-2132-BF00F7E00D7B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F9663ED-2DB9-2DEE-4E49-76FA0F79295B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E4D521F-D3CC-8E2A-E305-06B507A6C42A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FFC571EF-8534-24CF-FDEF-659240DF1072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BC9CBB84-61F5-7C9F-BC8B-DE428BDB214E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8023F72-0EE1-8832-2E98-91F9FE1A6EDB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80D0C89-92D8-75A4-329D-AED400F8A5A8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721EF5C-E4C9-F80E-17BC-F445A922BB66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D6B859D-1A4A-698B-C75B-9FD450055AD6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6323279-14FE-BDCB-2DA2-891A3D1880BD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5A733BD-2C4B-9ADF-03E8-E69C3E0C9DA5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F6EACC6-DF36-90C9-44D3-1A9EB2967562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7C99FCE-5079-5CF5-292C-FB855EF7B5EC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6AD1ECE-E0A6-D75D-53FC-CA60280C55CA}"/>
              </a:ext>
            </a:extLst>
          </p:cNvPr>
          <p:cNvGrpSpPr/>
          <p:nvPr/>
        </p:nvGrpSpPr>
        <p:grpSpPr>
          <a:xfrm>
            <a:off x="6814361" y="3311760"/>
            <a:ext cx="2077504" cy="1493137"/>
            <a:chOff x="6215561" y="2476129"/>
            <a:chExt cx="2077504" cy="1493137"/>
          </a:xfrm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904FC06-3B4C-5CA4-2AC9-D2FD32F5A440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9BFC070-3D8B-46CC-974C-2BD3D57B664E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1AF72A8-F5EA-07DC-179F-72B0C8C96D90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E5E7285F-EC22-509F-3BAE-ED065993D9CB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5ABA3D0C-E216-DB20-A132-AFED244E927D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0522CE62-2EA9-6144-C124-648471F56BD9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24DB7AE7-8787-4706-C9C5-F58DE8547A9E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8E16F42F-693A-2D69-AF5E-9B860600A85F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A9490DFB-28A7-3E3B-967C-D52D105C04CF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9DC50872-265F-0668-C1F5-0481AD371A4A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6B0C9AA7-9CBA-667B-55B0-9FB2AD506093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C510F798-156C-1518-7386-4FE8EB9D12D3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01BBC80B-9EAF-7E70-0980-9FD3AD75E89C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32CB378A-A3C8-D033-CF19-435DBEB49276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68D71F84-9409-35E7-9F18-E563DF0C4AC6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7DEC7077-E2A0-2810-11F1-C1C69C5B301D}"/>
              </a:ext>
            </a:extLst>
          </p:cNvPr>
          <p:cNvGrpSpPr/>
          <p:nvPr/>
        </p:nvGrpSpPr>
        <p:grpSpPr>
          <a:xfrm>
            <a:off x="6966761" y="3464160"/>
            <a:ext cx="2077504" cy="1493137"/>
            <a:chOff x="6215561" y="2476129"/>
            <a:chExt cx="2077504" cy="1493137"/>
          </a:xfrm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3CA9644E-7A30-5514-5F47-056E19472456}"/>
                </a:ext>
              </a:extLst>
            </p:cNvPr>
            <p:cNvSpPr/>
            <p:nvPr/>
          </p:nvSpPr>
          <p:spPr>
            <a:xfrm>
              <a:off x="6236125" y="248077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4BC2DD2B-4E66-BDA8-1FD6-A79216087B24}"/>
                </a:ext>
              </a:extLst>
            </p:cNvPr>
            <p:cNvSpPr/>
            <p:nvPr/>
          </p:nvSpPr>
          <p:spPr>
            <a:xfrm>
              <a:off x="666147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32892D9-CD40-06D5-9FF9-AD5146D05D18}"/>
                </a:ext>
              </a:extLst>
            </p:cNvPr>
            <p:cNvSpPr/>
            <p:nvPr/>
          </p:nvSpPr>
          <p:spPr>
            <a:xfrm>
              <a:off x="7082095" y="248222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A47C5BA8-17CD-8130-F339-4F40DAE4EAE5}"/>
                </a:ext>
              </a:extLst>
            </p:cNvPr>
            <p:cNvSpPr/>
            <p:nvPr/>
          </p:nvSpPr>
          <p:spPr>
            <a:xfrm>
              <a:off x="7484431" y="247612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0A004462-E844-56A2-8F2D-A2DEEDEBA97A}"/>
                </a:ext>
              </a:extLst>
            </p:cNvPr>
            <p:cNvSpPr/>
            <p:nvPr/>
          </p:nvSpPr>
          <p:spPr>
            <a:xfrm>
              <a:off x="7905055" y="248832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83101C00-767D-B8BD-1386-D1F574BE2B6D}"/>
                </a:ext>
              </a:extLst>
            </p:cNvPr>
            <p:cNvSpPr/>
            <p:nvPr/>
          </p:nvSpPr>
          <p:spPr>
            <a:xfrm>
              <a:off x="6236125" y="301636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7585A2A0-4288-2F7C-3563-C21F921CA794}"/>
                </a:ext>
              </a:extLst>
            </p:cNvPr>
            <p:cNvSpPr/>
            <p:nvPr/>
          </p:nvSpPr>
          <p:spPr>
            <a:xfrm>
              <a:off x="666147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9654E1F2-50D5-C223-A594-BDBE2A0A2A31}"/>
                </a:ext>
              </a:extLst>
            </p:cNvPr>
            <p:cNvSpPr/>
            <p:nvPr/>
          </p:nvSpPr>
          <p:spPr>
            <a:xfrm>
              <a:off x="7082095" y="3017815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E37B972D-67F3-FE06-066B-BF171644C57C}"/>
                </a:ext>
              </a:extLst>
            </p:cNvPr>
            <p:cNvSpPr/>
            <p:nvPr/>
          </p:nvSpPr>
          <p:spPr>
            <a:xfrm>
              <a:off x="7484431" y="3011719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28ECF5F6-3C99-9C2D-6679-6EB3493C8BE8}"/>
                </a:ext>
              </a:extLst>
            </p:cNvPr>
            <p:cNvSpPr/>
            <p:nvPr/>
          </p:nvSpPr>
          <p:spPr>
            <a:xfrm>
              <a:off x="7905055" y="3023911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86F143E8-748B-DA44-8FE8-A4627B677DF7}"/>
                </a:ext>
              </a:extLst>
            </p:cNvPr>
            <p:cNvSpPr/>
            <p:nvPr/>
          </p:nvSpPr>
          <p:spPr>
            <a:xfrm>
              <a:off x="6215561" y="3508063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3134CF2E-0056-D122-65BE-240CC5308143}"/>
                </a:ext>
              </a:extLst>
            </p:cNvPr>
            <p:cNvSpPr/>
            <p:nvPr/>
          </p:nvSpPr>
          <p:spPr>
            <a:xfrm>
              <a:off x="664090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CECA1171-92FB-5F90-4909-8A2B7FC5BBC3}"/>
                </a:ext>
              </a:extLst>
            </p:cNvPr>
            <p:cNvSpPr/>
            <p:nvPr/>
          </p:nvSpPr>
          <p:spPr>
            <a:xfrm>
              <a:off x="7061531" y="3509514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0DE24775-C87B-E45E-1E05-13A6B2361625}"/>
                </a:ext>
              </a:extLst>
            </p:cNvPr>
            <p:cNvSpPr/>
            <p:nvPr/>
          </p:nvSpPr>
          <p:spPr>
            <a:xfrm>
              <a:off x="7463867" y="3503418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3C360B45-C24A-82A5-7AE8-C32B19E09589}"/>
                </a:ext>
              </a:extLst>
            </p:cNvPr>
            <p:cNvSpPr/>
            <p:nvPr/>
          </p:nvSpPr>
          <p:spPr>
            <a:xfrm>
              <a:off x="7884491" y="3515610"/>
              <a:ext cx="388010" cy="453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dirty="0">
                  <a:solidFill>
                    <a:schemeClr val="tx1"/>
                  </a:solidFill>
                </a:rPr>
                <a:t>Namkfsadmfkdsasssssssssssssssssssssssssssssssssssssssssssssssssssssssssssssssssssssssssssssssssssssssssssssssssssssssssssssssssssssssssssss</a:t>
              </a: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Fsdfasdfasd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Fasdddddddddddddddd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" dirty="0" err="1">
                  <a:solidFill>
                    <a:schemeClr val="tx1"/>
                  </a:solidFill>
                </a:rPr>
                <a:t>Sdafdsafdsasadddddd</a:t>
              </a:r>
              <a:endParaRPr lang="en-US" sz="200" dirty="0">
                <a:solidFill>
                  <a:schemeClr val="tx1"/>
                </a:solidFill>
              </a:endParaRPr>
            </a:p>
            <a:p>
              <a:r>
                <a:rPr lang="en-US" sz="200" dirty="0" err="1">
                  <a:solidFill>
                    <a:schemeClr val="tx1"/>
                  </a:solidFill>
                </a:rPr>
                <a:t>sdafssssssssssssssssssss</a:t>
              </a:r>
              <a:endParaRPr lang="en-US" sz="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62" name="Picture 661">
            <a:extLst>
              <a:ext uri="{FF2B5EF4-FFF2-40B4-BE49-F238E27FC236}">
                <a16:creationId xmlns:a16="http://schemas.microsoft.com/office/drawing/2014/main" id="{E35D28A5-872C-6172-C682-076D5D24D7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788" y="3311760"/>
            <a:ext cx="442496" cy="442496"/>
          </a:xfrm>
          <a:prstGeom prst="rect">
            <a:avLst/>
          </a:prstGeom>
        </p:spPr>
      </p:pic>
      <p:pic>
        <p:nvPicPr>
          <p:cNvPr id="663" name="Picture 662">
            <a:extLst>
              <a:ext uri="{FF2B5EF4-FFF2-40B4-BE49-F238E27FC236}">
                <a16:creationId xmlns:a16="http://schemas.microsoft.com/office/drawing/2014/main" id="{957AB112-5ADD-BF54-3105-61DE7D92CA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268" y="3295336"/>
            <a:ext cx="442496" cy="44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08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5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1.25E-6 1.85185E-6 L -0.44323 1.85185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75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75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40" grpId="0" animBg="1"/>
      <p:bldP spid="4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70A9D-DB57-F0A4-19F7-03953477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CEABA5F4-33EF-4C77-BC8F-53A991DC9846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55BBAE-BE43-A4AF-C13F-278CF6C2496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E70CBEF-E322-47B3-5546-4032B479CBB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B041D74-E637-63F1-722F-CAC2388A2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DCFA79-D734-F617-F741-60568340626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E288545-B4B1-3966-1A70-8F10733AF58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2E2C982-1F65-F7CC-D634-3AEB367D0F0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9978088-39AC-A480-2EF1-4D1465BFC60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25AA43E-21D8-DBAD-B9DB-C10B7F95A57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B564C15-F8A0-F9CE-5B1A-DC56F3A6546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2F581FB-6BBB-9767-E367-874F9CBC3CC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351D4D7-2A71-9077-A27A-058F12168A6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C95C7AB-8CA8-4970-4B3A-8A6DFDC3FAA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C2BAA1C-8A4E-380E-5685-958797B5F6E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36260AE-41D3-B445-CEF3-24939EDB478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8517C0A-1222-546D-BBAF-84244606F9C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F1D1054-45C0-87C0-07DC-ABEC54CEC10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948BC89-B3BC-E548-2387-F5EC1ECBC00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50FCB64-1E14-BFDF-ABE4-9BC5F116CA4D}"/>
              </a:ext>
            </a:extLst>
          </p:cNvPr>
          <p:cNvSpPr/>
          <p:nvPr/>
        </p:nvSpPr>
        <p:spPr>
          <a:xfrm>
            <a:off x="344500" y="1779640"/>
            <a:ext cx="4214719" cy="727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 &amp; Authorization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D152F8-6D7D-05F2-7295-8E99D79DCBCF}"/>
              </a:ext>
            </a:extLst>
          </p:cNvPr>
          <p:cNvSpPr/>
          <p:nvPr/>
        </p:nvSpPr>
        <p:spPr>
          <a:xfrm>
            <a:off x="406441" y="2619289"/>
            <a:ext cx="7515141" cy="883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 is the process of verifying who you are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BE74CC-0351-AF37-BCAF-937762CD155E}"/>
              </a:ext>
            </a:extLst>
          </p:cNvPr>
          <p:cNvSpPr/>
          <p:nvPr/>
        </p:nvSpPr>
        <p:spPr>
          <a:xfrm>
            <a:off x="406440" y="3590288"/>
            <a:ext cx="7515141" cy="1054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Authorization is the process of determining who you are allowed to access   </a:t>
            </a:r>
          </a:p>
        </p:txBody>
      </p:sp>
    </p:spTree>
    <p:extLst>
      <p:ext uri="{BB962C8B-B14F-4D97-AF65-F5344CB8AC3E}">
        <p14:creationId xmlns:p14="http://schemas.microsoft.com/office/powerpoint/2010/main" val="1099140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54CC0-43FF-76AD-384C-7DBEF4CBD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4D3299DC-4354-46E9-9059-5AB563C762C7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1F0A977-3694-96A4-DC0A-C064A95B60E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7F6E895-68DC-D6CA-66AA-90B573E8D79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9ADCC49-9E74-63A1-CA39-7AE276926E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BA5363B-E61D-A297-B8A2-79B57D738A5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46CD38E-F138-405B-9A08-BECB50D7CDF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B6957E9-3759-2C15-7D85-02B446D0401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0D92A2C-F605-02CB-A4A7-FBB527F134A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DC24DE8-F357-6BA8-E90F-2649E160CF8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A8587C2-207F-5A31-BBAC-4C30051B68C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C5B0AE0-D103-0BC8-448B-E2B3FFB3C0B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C8FF513-87DA-9448-898B-10B0960D37C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482B4D-6AFF-5690-17B7-4D21588551C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759969D-14CE-C631-E3D3-5926AB2F445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2238AD8-8FB4-3A41-9242-FEA2E609B8D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0065546-B0DA-E9A8-D94D-653DE184AA8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756D5E0-BB10-5148-048C-9B607C7D53A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6BDD39E-7514-3D75-4AD8-BA706747860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7366987-CFAB-85A8-5144-EE7574671076}"/>
              </a:ext>
            </a:extLst>
          </p:cNvPr>
          <p:cNvSpPr/>
          <p:nvPr/>
        </p:nvSpPr>
        <p:spPr>
          <a:xfrm>
            <a:off x="4414138" y="2018102"/>
            <a:ext cx="45719" cy="442713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1F1087-D143-9672-6D68-E067549FE9A1}"/>
              </a:ext>
            </a:extLst>
          </p:cNvPr>
          <p:cNvGrpSpPr/>
          <p:nvPr/>
        </p:nvGrpSpPr>
        <p:grpSpPr>
          <a:xfrm>
            <a:off x="486629" y="5319108"/>
            <a:ext cx="2694169" cy="1267303"/>
            <a:chOff x="988074" y="5319108"/>
            <a:chExt cx="2694169" cy="12673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8BDE15-76FB-97B8-F813-201C3E4B276F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A4DC788-3988-0E20-6184-B63295E62A8C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D62CF61-2870-135C-7CC0-2097B01F5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9CE5CED-3C94-C52B-1C5E-4566C933EC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78536B2-F144-7BD1-3500-E2CC5BA5C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7B1AC5A-EEEF-B85C-04D9-EB5AF1D93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5151C6-E266-A7E5-B82A-6C5400DF8327}"/>
              </a:ext>
            </a:extLst>
          </p:cNvPr>
          <p:cNvGrpSpPr/>
          <p:nvPr/>
        </p:nvGrpSpPr>
        <p:grpSpPr>
          <a:xfrm>
            <a:off x="7368747" y="2621732"/>
            <a:ext cx="1419191" cy="1651705"/>
            <a:chOff x="5504672" y="820134"/>
            <a:chExt cx="1176475" cy="1467186"/>
          </a:xfrm>
        </p:grpSpPr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E90B26C9-9A9B-3974-4ADB-7E3D908F520E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F4E39ED7-D763-E482-C631-79F08FE2950B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0B39B027-0F21-60E7-E188-C3D6AF944006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FEF983B-4314-7C50-4B74-AE9E6D1A1D24}"/>
              </a:ext>
            </a:extLst>
          </p:cNvPr>
          <p:cNvGrpSpPr/>
          <p:nvPr/>
        </p:nvGrpSpPr>
        <p:grpSpPr>
          <a:xfrm>
            <a:off x="5757288" y="5206535"/>
            <a:ext cx="2519829" cy="1357494"/>
            <a:chOff x="5757288" y="5206535"/>
            <a:chExt cx="2519829" cy="13574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8125E7-8272-C42E-1836-331A4A36B465}"/>
                </a:ext>
              </a:extLst>
            </p:cNvPr>
            <p:cNvSpPr txBox="1"/>
            <p:nvPr/>
          </p:nvSpPr>
          <p:spPr>
            <a:xfrm>
              <a:off x="5757288" y="5979254"/>
              <a:ext cx="25198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8D695EC-6194-490E-EA24-801E5A60F768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FFA6512-2ADB-6DCC-9146-E8C572785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EAD58D1-09EB-377C-8969-F844851E9951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C9DA21D1-8D2E-D541-7595-5D10388D92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5B0B2803-B91F-A61B-3AC4-8D86680FF9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10CB57B-F792-BCB4-CBE0-5C9B83A5DBF4}"/>
              </a:ext>
            </a:extLst>
          </p:cNvPr>
          <p:cNvGrpSpPr/>
          <p:nvPr/>
        </p:nvGrpSpPr>
        <p:grpSpPr>
          <a:xfrm>
            <a:off x="486863" y="2165407"/>
            <a:ext cx="2841265" cy="2792348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1D81876-441A-3174-837E-B1F321ECFE2C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FF05114-FA05-F685-242E-739EFB67372B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7EF49385-FC62-A958-B5EA-FC9D17E4AE21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89E82E0-66DE-8C49-1FB3-51CB672C0634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79F45DF9-FFA5-C380-F0D0-7E9959F60A2D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2E3E6D62-84C8-CD3B-A655-3D2ADC78AF47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44624F1-4446-6BA7-702A-0F520F33400D}"/>
              </a:ext>
            </a:extLst>
          </p:cNvPr>
          <p:cNvSpPr/>
          <p:nvPr/>
        </p:nvSpPr>
        <p:spPr>
          <a:xfrm>
            <a:off x="3705522" y="2723749"/>
            <a:ext cx="161146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51665A3-E8A3-2FED-172F-82FF4FE40211}"/>
              </a:ext>
            </a:extLst>
          </p:cNvPr>
          <p:cNvSpPr/>
          <p:nvPr/>
        </p:nvSpPr>
        <p:spPr>
          <a:xfrm flipH="1">
            <a:off x="3698711" y="3914027"/>
            <a:ext cx="1611467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74B7D8-24E3-79B2-7D12-95330B9F843E}"/>
              </a:ext>
            </a:extLst>
          </p:cNvPr>
          <p:cNvGrpSpPr/>
          <p:nvPr/>
        </p:nvGrpSpPr>
        <p:grpSpPr>
          <a:xfrm>
            <a:off x="698070" y="2996719"/>
            <a:ext cx="2475358" cy="525021"/>
            <a:chOff x="1376153" y="3234552"/>
            <a:chExt cx="2475358" cy="52502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C46176-352A-9BE6-B564-F2CFDDA75C45}"/>
                </a:ext>
              </a:extLst>
            </p:cNvPr>
            <p:cNvSpPr/>
            <p:nvPr/>
          </p:nvSpPr>
          <p:spPr>
            <a:xfrm>
              <a:off x="1376153" y="3234552"/>
              <a:ext cx="2429186" cy="525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CB90DC-4961-4226-C78A-0A2070B36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9464" y="3308706"/>
              <a:ext cx="376712" cy="37671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E6B4C6D-04BC-C314-C1DC-1631D92ECAA3}"/>
                </a:ext>
              </a:extLst>
            </p:cNvPr>
            <p:cNvSpPr txBox="1"/>
            <p:nvPr/>
          </p:nvSpPr>
          <p:spPr>
            <a:xfrm>
              <a:off x="1812427" y="3321995"/>
              <a:ext cx="2039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LOGIN WITH GMAIL</a:t>
              </a:r>
            </a:p>
          </p:txBody>
        </p: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5745954-3983-65DC-1FD6-F969DA06AA4A}"/>
              </a:ext>
            </a:extLst>
          </p:cNvPr>
          <p:cNvSpPr/>
          <p:nvPr/>
        </p:nvSpPr>
        <p:spPr>
          <a:xfrm>
            <a:off x="1138058" y="3351539"/>
            <a:ext cx="435221" cy="442844"/>
          </a:xfrm>
          <a:custGeom>
            <a:avLst/>
            <a:gdLst>
              <a:gd name="csX0" fmla="*/ 0 w 609600"/>
              <a:gd name="csY0" fmla="*/ 334296 h 570271"/>
              <a:gd name="csX1" fmla="*/ 609600 w 609600"/>
              <a:gd name="csY1" fmla="*/ 0 h 570271"/>
              <a:gd name="csX2" fmla="*/ 550607 w 609600"/>
              <a:gd name="csY2" fmla="*/ 570271 h 570271"/>
              <a:gd name="csX3" fmla="*/ 363794 w 609600"/>
              <a:gd name="csY3" fmla="*/ 344129 h 570271"/>
              <a:gd name="csX4" fmla="*/ 0 w 609600"/>
              <a:gd name="csY4" fmla="*/ 334296 h 570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" h="570271">
                <a:moveTo>
                  <a:pt x="0" y="334296"/>
                </a:moveTo>
                <a:lnTo>
                  <a:pt x="609600" y="0"/>
                </a:lnTo>
                <a:lnTo>
                  <a:pt x="550607" y="570271"/>
                </a:lnTo>
                <a:lnTo>
                  <a:pt x="363794" y="344129"/>
                </a:lnTo>
                <a:lnTo>
                  <a:pt x="0" y="334296"/>
                </a:lnTo>
                <a:close/>
              </a:path>
            </a:pathLst>
          </a:custGeom>
          <a:ln w="28575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51122872-D289-9204-763D-EBBB896F60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676" y="2962668"/>
            <a:ext cx="1085470" cy="108547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DC2595B5-406E-92A3-131E-64405710392F}"/>
              </a:ext>
            </a:extLst>
          </p:cNvPr>
          <p:cNvSpPr/>
          <p:nvPr/>
        </p:nvSpPr>
        <p:spPr>
          <a:xfrm>
            <a:off x="2792470" y="1043811"/>
            <a:ext cx="3962391" cy="653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Authentication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( who are you ? )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054EA75-ED76-B6B5-7646-788B62A7226B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6704504" y="3445237"/>
            <a:ext cx="670218" cy="23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2335640-7D99-5C68-820A-23E413AABB4F}"/>
              </a:ext>
            </a:extLst>
          </p:cNvPr>
          <p:cNvSpPr/>
          <p:nvPr/>
        </p:nvSpPr>
        <p:spPr>
          <a:xfrm>
            <a:off x="750729" y="2693354"/>
            <a:ext cx="2362291" cy="10240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Welcome, </a:t>
            </a:r>
            <a:b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</a:br>
            <a:r>
              <a:rPr lang="en-US" dirty="0">
                <a:solidFill>
                  <a:schemeClr val="tx1"/>
                </a:solidFill>
                <a:latin typeface="Berlin Sans FB" panose="020E0602020502020306" pitchFamily="34" charset="0"/>
              </a:rPr>
              <a:t>Josse Surya </a:t>
            </a:r>
            <a:r>
              <a:rPr lang="en-US" dirty="0" err="1">
                <a:solidFill>
                  <a:schemeClr val="tx1"/>
                </a:solidFill>
                <a:latin typeface="Berlin Sans FB" panose="020E0602020502020306" pitchFamily="34" charset="0"/>
              </a:rPr>
              <a:t>Pinem</a:t>
            </a:r>
            <a:endParaRPr lang="en-US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F2CA6-DAED-7623-95C5-AFD66E99C79D}"/>
              </a:ext>
            </a:extLst>
          </p:cNvPr>
          <p:cNvSpPr/>
          <p:nvPr/>
        </p:nvSpPr>
        <p:spPr>
          <a:xfrm>
            <a:off x="5278011" y="3259229"/>
            <a:ext cx="1608614" cy="568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900" dirty="0">
                <a:latin typeface="Berlin Sans FB" panose="020E0602020502020306" pitchFamily="34" charset="0"/>
              </a:rPr>
              <a:t>name : Josse Surya </a:t>
            </a:r>
            <a:r>
              <a:rPr lang="en-US" sz="900" dirty="0" err="1">
                <a:latin typeface="Berlin Sans FB" panose="020E0602020502020306" pitchFamily="34" charset="0"/>
              </a:rPr>
              <a:t>Pinem</a:t>
            </a:r>
            <a:r>
              <a:rPr lang="en-US" sz="900" dirty="0">
                <a:latin typeface="Berlin Sans FB" panose="020E0602020502020306" pitchFamily="34" charset="0"/>
              </a:rPr>
              <a:t>,</a:t>
            </a:r>
          </a:p>
          <a:p>
            <a:r>
              <a:rPr lang="en-US" sz="900" dirty="0">
                <a:latin typeface="Berlin Sans FB" panose="020E0602020502020306" pitchFamily="34" charset="0"/>
              </a:rPr>
              <a:t>email : </a:t>
            </a:r>
            <a:r>
              <a:rPr lang="en-US" sz="900" dirty="0">
                <a:latin typeface="Berlin Sans FB" panose="020E0602020502020306" pitchFamily="34" charset="0"/>
                <a:hlinkClick r:id="rId11"/>
              </a:rPr>
              <a:t>pinemjosse@gmail.com</a:t>
            </a:r>
            <a:endParaRPr lang="en-US" sz="900" dirty="0">
              <a:latin typeface="Berlin Sans FB" panose="020E0602020502020306" pitchFamily="34" charset="0"/>
            </a:endParaRPr>
          </a:p>
          <a:p>
            <a:r>
              <a:rPr lang="en-US" sz="900" dirty="0">
                <a:latin typeface="Berlin Sans FB" panose="020E0602020502020306" pitchFamily="34" charset="0"/>
              </a:rPr>
              <a:t>image: https://josserich.com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4CC14B-8200-90A0-C127-113E98700553}"/>
              </a:ext>
            </a:extLst>
          </p:cNvPr>
          <p:cNvSpPr/>
          <p:nvPr/>
        </p:nvSpPr>
        <p:spPr>
          <a:xfrm>
            <a:off x="7251442" y="3190006"/>
            <a:ext cx="1608614" cy="568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900" dirty="0">
                <a:latin typeface="Berlin Sans FB" panose="020E0602020502020306" pitchFamily="34" charset="0"/>
              </a:rPr>
              <a:t>name : Josse Surya </a:t>
            </a:r>
            <a:r>
              <a:rPr lang="en-US" sz="900" dirty="0" err="1">
                <a:latin typeface="Berlin Sans FB" panose="020E0602020502020306" pitchFamily="34" charset="0"/>
              </a:rPr>
              <a:t>Pinem</a:t>
            </a:r>
            <a:r>
              <a:rPr lang="en-US" sz="900" dirty="0">
                <a:latin typeface="Berlin Sans FB" panose="020E0602020502020306" pitchFamily="34" charset="0"/>
              </a:rPr>
              <a:t>,</a:t>
            </a:r>
          </a:p>
          <a:p>
            <a:r>
              <a:rPr lang="en-US" sz="900" dirty="0">
                <a:latin typeface="Berlin Sans FB" panose="020E0602020502020306" pitchFamily="34" charset="0"/>
              </a:rPr>
              <a:t>email : </a:t>
            </a:r>
            <a:r>
              <a:rPr lang="en-US" sz="900" dirty="0">
                <a:latin typeface="Berlin Sans FB" panose="020E0602020502020306" pitchFamily="34" charset="0"/>
                <a:hlinkClick r:id="rId11"/>
              </a:rPr>
              <a:t>pinemjosse@gmail.com</a:t>
            </a:r>
            <a:endParaRPr lang="en-US" sz="900" dirty="0">
              <a:latin typeface="Berlin Sans FB" panose="020E0602020502020306" pitchFamily="34" charset="0"/>
            </a:endParaRPr>
          </a:p>
          <a:p>
            <a:r>
              <a:rPr lang="en-US" sz="900" dirty="0">
                <a:latin typeface="Berlin Sans FB" panose="020E0602020502020306" pitchFamily="34" charset="0"/>
              </a:rPr>
              <a:t>image: https://josserich.com</a:t>
            </a:r>
          </a:p>
        </p:txBody>
      </p:sp>
    </p:spTree>
    <p:extLst>
      <p:ext uri="{BB962C8B-B14F-4D97-AF65-F5344CB8AC3E}">
        <p14:creationId xmlns:p14="http://schemas.microsoft.com/office/powerpoint/2010/main" val="75163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132 L 0.04336 -0.04352 C 0.05234 -0.05047 0.06588 -0.05394 0.08021 -0.05394 C 0.09635 -0.05394 0.10937 -0.05047 0.11836 -0.04352 L 0.16185 -0.0132 " pathEditMode="relative" rAng="0" ptsTypes="AAAAA">
                                      <p:cBhvr>
                                        <p:cTn id="6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86" y="-2037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2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48148E-6 L -0.49206 -0.0261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09" y="-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  <p:bldP spid="42" grpId="0" animBg="1"/>
      <p:bldP spid="41" grpId="0" animBg="1"/>
      <p:bldP spid="109" grpId="0" animBg="1"/>
      <p:bldP spid="2" grpId="0"/>
      <p:bldP spid="2" grpId="1"/>
      <p:bldP spid="2" grpId="2"/>
      <p:bldP spid="31" grpId="0"/>
      <p:bldP spid="31" grpId="1"/>
      <p:bldP spid="31" grpId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04364-B7EE-C19B-DFBD-09251C87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92DF4E5B-1453-F495-D07D-3D918C392A24}"/>
              </a:ext>
            </a:extLst>
          </p:cNvPr>
          <p:cNvGrpSpPr/>
          <p:nvPr/>
        </p:nvGrpSpPr>
        <p:grpSpPr>
          <a:xfrm>
            <a:off x="138677" y="133997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96D4491-1BB8-224D-16B4-5921D101CBB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AC5DDFB-10A5-D174-AADD-028C7B0F870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82D95A6-C3D6-DB01-C1B7-7E0517F9C5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FFAA019-394A-3113-1742-28A577B23AD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7459CAB-36F6-47E4-51E4-A09DA09CFD2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7C5036C-1C0B-B236-7386-112B7D82A23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E757B2D-E592-A983-CE7B-5E6C1D7649A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FFE033E-FCB8-919C-BA08-78F929C845B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F8B2621-24FB-7AD3-20B5-1F893B9BF51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#7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E9ED1B8-345D-B590-DCCB-69A7AD494FD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Postgresql</a:t>
                  </a:r>
                  <a:r>
                    <a:rPr lang="en-US" sz="2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 &amp; </a:t>
                  </a:r>
                  <a:r>
                    <a:rPr lang="en-US" sz="24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prisma</a:t>
                  </a:r>
                  <a:endPara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6061B50-0D65-7350-CA19-1ADB9CB8195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A0BA5F-4707-A819-F7DF-DA3316B106B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96469C1-326F-769B-A9C1-A83BCE43DD1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D771A4C-BC54-2E98-4D4E-44DF786FB10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F9D5D24-567B-2009-8041-D4BDC462ACE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DAB5A8-4944-FB6B-A57A-0A22C1D69E5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03B95B9-D9D7-26DB-777A-50CCA849406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118431B-4076-4B9D-D45F-02EC6DF3708A}"/>
              </a:ext>
            </a:extLst>
          </p:cNvPr>
          <p:cNvSpPr/>
          <p:nvPr/>
        </p:nvSpPr>
        <p:spPr>
          <a:xfrm>
            <a:off x="4902224" y="2038769"/>
            <a:ext cx="45719" cy="442713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0CD34C4-38FF-3293-0BE7-B54B33113A78}"/>
              </a:ext>
            </a:extLst>
          </p:cNvPr>
          <p:cNvGrpSpPr/>
          <p:nvPr/>
        </p:nvGrpSpPr>
        <p:grpSpPr>
          <a:xfrm>
            <a:off x="486629" y="5319108"/>
            <a:ext cx="2694169" cy="1267303"/>
            <a:chOff x="988074" y="5319108"/>
            <a:chExt cx="2694169" cy="12673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75D928-B452-E403-C69F-1C9F83D6919E}"/>
                </a:ext>
              </a:extLst>
            </p:cNvPr>
            <p:cNvSpPr txBox="1"/>
            <p:nvPr/>
          </p:nvSpPr>
          <p:spPr>
            <a:xfrm>
              <a:off x="988074" y="6001636"/>
              <a:ext cx="26941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FRONT-END 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6AC76AE-688C-24E4-6867-C4E095A555DF}"/>
                </a:ext>
              </a:extLst>
            </p:cNvPr>
            <p:cNvGrpSpPr/>
            <p:nvPr/>
          </p:nvGrpSpPr>
          <p:grpSpPr>
            <a:xfrm>
              <a:off x="1057521" y="5319108"/>
              <a:ext cx="2526742" cy="604149"/>
              <a:chOff x="709016" y="4892150"/>
              <a:chExt cx="3125965" cy="750267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4432BEA-D823-2A28-0E7B-88EE1E718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016" y="489215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CB54C1F-3647-E46E-6D46-47D210A29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5621" y="490120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BAECA91-AD78-96E1-4307-F1F5DAB5BA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1419" y="492241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DF8C3C9-F1FB-E8C2-BA45-20B3257C0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4981" y="4901207"/>
                <a:ext cx="720000" cy="720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943B631-5C7A-90E6-7689-544DF165CFAC}"/>
              </a:ext>
            </a:extLst>
          </p:cNvPr>
          <p:cNvGrpSpPr/>
          <p:nvPr/>
        </p:nvGrpSpPr>
        <p:grpSpPr>
          <a:xfrm>
            <a:off x="6714563" y="2569111"/>
            <a:ext cx="1419191" cy="1651705"/>
            <a:chOff x="5504672" y="820134"/>
            <a:chExt cx="1176475" cy="1467186"/>
          </a:xfrm>
        </p:grpSpPr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698DD6D7-BD2B-65F3-02A2-C9D56A79BFB7}"/>
                </a:ext>
              </a:extLst>
            </p:cNvPr>
            <p:cNvSpPr/>
            <p:nvPr/>
          </p:nvSpPr>
          <p:spPr>
            <a:xfrm>
              <a:off x="5509625" y="1674672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1D691F08-E046-17C4-568E-B1740C3B7F9B}"/>
                </a:ext>
              </a:extLst>
            </p:cNvPr>
            <p:cNvSpPr/>
            <p:nvPr/>
          </p:nvSpPr>
          <p:spPr>
            <a:xfrm>
              <a:off x="5509625" y="1245317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/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4F3C3705-313D-8444-55E1-24F47E68440F}"/>
                </a:ext>
              </a:extLst>
            </p:cNvPr>
            <p:cNvSpPr/>
            <p:nvPr/>
          </p:nvSpPr>
          <p:spPr>
            <a:xfrm>
              <a:off x="5504672" y="820134"/>
              <a:ext cx="1171522" cy="612648"/>
            </a:xfrm>
            <a:prstGeom prst="flowChartMagneticDisk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92A214F-3F02-4C6D-20E7-3C25831D6055}"/>
              </a:ext>
            </a:extLst>
          </p:cNvPr>
          <p:cNvGrpSpPr/>
          <p:nvPr/>
        </p:nvGrpSpPr>
        <p:grpSpPr>
          <a:xfrm>
            <a:off x="5757288" y="5206535"/>
            <a:ext cx="2519829" cy="1357494"/>
            <a:chOff x="5757288" y="5206535"/>
            <a:chExt cx="2519829" cy="13574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F1D018-38F2-9D92-95A1-E77FB88C4259}"/>
                </a:ext>
              </a:extLst>
            </p:cNvPr>
            <p:cNvSpPr txBox="1"/>
            <p:nvPr/>
          </p:nvSpPr>
          <p:spPr>
            <a:xfrm>
              <a:off x="5757288" y="5979254"/>
              <a:ext cx="25198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1"/>
                  </a:solidFill>
                  <a:highlight>
                    <a:srgbClr val="FFFF00"/>
                  </a:highlight>
                  <a:latin typeface="Gill Sans MT" panose="020B0502020104020203" pitchFamily="34" charset="0"/>
                </a:rPr>
                <a:t>BACK-END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72D320-4B5B-5922-3A46-491BE81CDEE4}"/>
                </a:ext>
              </a:extLst>
            </p:cNvPr>
            <p:cNvGrpSpPr/>
            <p:nvPr/>
          </p:nvGrpSpPr>
          <p:grpSpPr>
            <a:xfrm>
              <a:off x="5920043" y="5206535"/>
              <a:ext cx="2292548" cy="795101"/>
              <a:chOff x="5668658" y="4788639"/>
              <a:chExt cx="2752499" cy="96742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CD08476-2B50-368A-6366-E49FD33AF6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31482" y="4788639"/>
                <a:ext cx="1189675" cy="967428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150E044-6A24-C76A-09D9-2F8DC6808274}"/>
                  </a:ext>
                </a:extLst>
              </p:cNvPr>
              <p:cNvGrpSpPr/>
              <p:nvPr/>
            </p:nvGrpSpPr>
            <p:grpSpPr>
              <a:xfrm>
                <a:off x="5668658" y="4988768"/>
                <a:ext cx="1685929" cy="527088"/>
                <a:chOff x="3033435" y="6435546"/>
                <a:chExt cx="2734246" cy="106708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A75B28C4-0ED3-CA6E-9C25-8202EA3289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175" t="6678" r="10938" b="63134"/>
                <a:stretch>
                  <a:fillRect/>
                </a:stretch>
              </p:blipFill>
              <p:spPr>
                <a:xfrm>
                  <a:off x="3033435" y="6435546"/>
                  <a:ext cx="1527490" cy="820556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726BFB7D-3BDB-7545-DD40-2AD279785C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14" t="37539" r="10216" b="7202"/>
                <a:stretch>
                  <a:fillRect/>
                </a:stretch>
              </p:blipFill>
              <p:spPr>
                <a:xfrm>
                  <a:off x="4329216" y="6441357"/>
                  <a:ext cx="1438465" cy="1061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95C868F-439A-61C4-641F-723F95287F0D}"/>
              </a:ext>
            </a:extLst>
          </p:cNvPr>
          <p:cNvGrpSpPr/>
          <p:nvPr/>
        </p:nvGrpSpPr>
        <p:grpSpPr>
          <a:xfrm>
            <a:off x="486863" y="2165407"/>
            <a:ext cx="2841265" cy="2792348"/>
            <a:chOff x="988308" y="2165407"/>
            <a:chExt cx="2841265" cy="27923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31659EE-EDD4-89D8-2222-4025BECDFFDB}"/>
                </a:ext>
              </a:extLst>
            </p:cNvPr>
            <p:cNvGrpSpPr/>
            <p:nvPr/>
          </p:nvGrpSpPr>
          <p:grpSpPr>
            <a:xfrm>
              <a:off x="1568122" y="3855031"/>
              <a:ext cx="1807138" cy="1102724"/>
              <a:chOff x="1409304" y="2779716"/>
              <a:chExt cx="1551306" cy="110272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B6DB0D-EDA1-07C9-1782-B5E4FC6FD586}"/>
                  </a:ext>
                </a:extLst>
              </p:cNvPr>
              <p:cNvSpPr/>
              <p:nvPr/>
            </p:nvSpPr>
            <p:spPr>
              <a:xfrm>
                <a:off x="1409304" y="3376253"/>
                <a:ext cx="1551306" cy="50618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B5419280-4AF1-6A10-F89B-00B55120D31B}"/>
                  </a:ext>
                </a:extLst>
              </p:cNvPr>
              <p:cNvSpPr/>
              <p:nvPr/>
            </p:nvSpPr>
            <p:spPr>
              <a:xfrm>
                <a:off x="1763553" y="2779716"/>
                <a:ext cx="842808" cy="91440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38F159-8176-9480-4816-B346F4D03523}"/>
                </a:ext>
              </a:extLst>
            </p:cNvPr>
            <p:cNvGrpSpPr/>
            <p:nvPr/>
          </p:nvGrpSpPr>
          <p:grpSpPr>
            <a:xfrm>
              <a:off x="988308" y="2165407"/>
              <a:ext cx="2841265" cy="1990936"/>
              <a:chOff x="988308" y="2018135"/>
              <a:chExt cx="2572459" cy="181916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10D5108-9892-68A3-A675-DE63C3FF94EB}"/>
                  </a:ext>
                </a:extLst>
              </p:cNvPr>
              <p:cNvSpPr/>
              <p:nvPr/>
            </p:nvSpPr>
            <p:spPr>
              <a:xfrm>
                <a:off x="988308" y="2018135"/>
                <a:ext cx="2572459" cy="18191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5E7C17FE-4158-DC2A-EC26-DE094E5845A8}"/>
                  </a:ext>
                </a:extLst>
              </p:cNvPr>
              <p:cNvSpPr/>
              <p:nvPr/>
            </p:nvSpPr>
            <p:spPr>
              <a:xfrm>
                <a:off x="1140541" y="2182542"/>
                <a:ext cx="2281085" cy="1463487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6F6E4EB-C145-7349-6831-27F125C2DD25}"/>
              </a:ext>
            </a:extLst>
          </p:cNvPr>
          <p:cNvSpPr/>
          <p:nvPr/>
        </p:nvSpPr>
        <p:spPr>
          <a:xfrm>
            <a:off x="4145821" y="2864558"/>
            <a:ext cx="1611467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A4EF420-F038-B80F-2E96-57D6356518B0}"/>
              </a:ext>
            </a:extLst>
          </p:cNvPr>
          <p:cNvSpPr/>
          <p:nvPr/>
        </p:nvSpPr>
        <p:spPr>
          <a:xfrm flipH="1">
            <a:off x="4096490" y="3947009"/>
            <a:ext cx="1611467" cy="48463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7326A4F-F782-8BD9-596B-70AB247E5AA9}"/>
              </a:ext>
            </a:extLst>
          </p:cNvPr>
          <p:cNvSpPr/>
          <p:nvPr/>
        </p:nvSpPr>
        <p:spPr>
          <a:xfrm>
            <a:off x="2549997" y="1228875"/>
            <a:ext cx="4847195" cy="653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Authorization</a:t>
            </a:r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 ( is He Allowed ? )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3D0EB6-B0F8-5FF1-B557-6E653CEF2936}"/>
              </a:ext>
            </a:extLst>
          </p:cNvPr>
          <p:cNvSpPr/>
          <p:nvPr/>
        </p:nvSpPr>
        <p:spPr>
          <a:xfrm>
            <a:off x="967338" y="3019468"/>
            <a:ext cx="1784111" cy="3775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Delete Database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097C602-9D7B-12FD-9529-4972521F06CA}"/>
              </a:ext>
            </a:extLst>
          </p:cNvPr>
          <p:cNvSpPr/>
          <p:nvPr/>
        </p:nvSpPr>
        <p:spPr>
          <a:xfrm>
            <a:off x="1087963" y="3292689"/>
            <a:ext cx="435221" cy="442844"/>
          </a:xfrm>
          <a:custGeom>
            <a:avLst/>
            <a:gdLst>
              <a:gd name="csX0" fmla="*/ 0 w 609600"/>
              <a:gd name="csY0" fmla="*/ 334296 h 570271"/>
              <a:gd name="csX1" fmla="*/ 609600 w 609600"/>
              <a:gd name="csY1" fmla="*/ 0 h 570271"/>
              <a:gd name="csX2" fmla="*/ 550607 w 609600"/>
              <a:gd name="csY2" fmla="*/ 570271 h 570271"/>
              <a:gd name="csX3" fmla="*/ 363794 w 609600"/>
              <a:gd name="csY3" fmla="*/ 344129 h 570271"/>
              <a:gd name="csX4" fmla="*/ 0 w 609600"/>
              <a:gd name="csY4" fmla="*/ 334296 h 570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" h="570271">
                <a:moveTo>
                  <a:pt x="0" y="334296"/>
                </a:moveTo>
                <a:lnTo>
                  <a:pt x="609600" y="0"/>
                </a:lnTo>
                <a:lnTo>
                  <a:pt x="550607" y="570271"/>
                </a:lnTo>
                <a:lnTo>
                  <a:pt x="363794" y="344129"/>
                </a:lnTo>
                <a:lnTo>
                  <a:pt x="0" y="334296"/>
                </a:lnTo>
                <a:close/>
              </a:path>
            </a:pathLst>
          </a:custGeom>
          <a:ln w="28575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2DF38-E128-F55E-2CE1-47AD6A863574}"/>
              </a:ext>
            </a:extLst>
          </p:cNvPr>
          <p:cNvSpPr/>
          <p:nvPr/>
        </p:nvSpPr>
        <p:spPr>
          <a:xfrm>
            <a:off x="830551" y="2616719"/>
            <a:ext cx="2146145" cy="11428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erlin Sans FB" panose="020E0602020502020306" pitchFamily="34" charset="0"/>
              </a:rPr>
              <a:t>Database has been deleted !</a:t>
            </a:r>
          </a:p>
        </p:txBody>
      </p:sp>
    </p:spTree>
    <p:extLst>
      <p:ext uri="{BB962C8B-B14F-4D97-AF65-F5344CB8AC3E}">
        <p14:creationId xmlns:p14="http://schemas.microsoft.com/office/powerpoint/2010/main" val="4047511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0" grpId="0" animBg="1"/>
      <p:bldP spid="42" grpId="0" animBg="1"/>
      <p:bldP spid="2" grpId="0" animBg="1"/>
      <p:bldP spid="41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181513" y="1918114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#7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Postgresql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 &amp; Prisma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7529</TotalTime>
  <Words>3892</Words>
  <Application>Microsoft Office PowerPoint</Application>
  <PresentationFormat>Widescreen</PresentationFormat>
  <Paragraphs>3020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Aptos</vt:lpstr>
      <vt:lpstr>Arial</vt:lpstr>
      <vt:lpstr>Arial Black</vt:lpstr>
      <vt:lpstr>Bahnschrift</vt:lpstr>
      <vt:lpstr>Berlin Sans FB</vt:lpstr>
      <vt:lpstr>Berlin Sans FB Demi</vt:lpstr>
      <vt:lpstr>Calibri</vt:lpstr>
      <vt:lpstr>Calibri Light</vt:lpstr>
      <vt:lpstr>Consolas</vt:lpstr>
      <vt:lpstr>Copperplate Gothic Bold</vt:lpstr>
      <vt:lpstr>Eras Bold ITC</vt:lpstr>
      <vt:lpstr>Gill Sans MT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205</cp:revision>
  <dcterms:created xsi:type="dcterms:W3CDTF">2025-11-04T03:39:38Z</dcterms:created>
  <dcterms:modified xsi:type="dcterms:W3CDTF">2026-03-30T08:15:58Z</dcterms:modified>
</cp:coreProperties>
</file>
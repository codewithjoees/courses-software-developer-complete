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339" r:id="rId3"/>
    <p:sldId id="340" r:id="rId4"/>
    <p:sldId id="341" r:id="rId5"/>
    <p:sldId id="342" r:id="rId6"/>
    <p:sldId id="343" r:id="rId7"/>
    <p:sldId id="344" r:id="rId8"/>
    <p:sldId id="345" r:id="rId9"/>
    <p:sldId id="347" r:id="rId10"/>
    <p:sldId id="348" r:id="rId11"/>
    <p:sldId id="349" r:id="rId12"/>
    <p:sldId id="350" r:id="rId13"/>
    <p:sldId id="351" r:id="rId14"/>
    <p:sldId id="352" r:id="rId15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9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78" autoAdjust="0"/>
    <p:restoredTop sz="94660"/>
  </p:normalViewPr>
  <p:slideViewPr>
    <p:cSldViewPr snapToGrid="0">
      <p:cViewPr>
        <p:scale>
          <a:sx n="33" d="100"/>
          <a:sy n="33" d="100"/>
        </p:scale>
        <p:origin x="2616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A39722-1826-40CF-BF8C-131C7B77064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2AA439-7479-4F26-8C5D-4C662C69F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53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7638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357AC-C643-406A-0F7A-545E5D9D5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6D299D-395E-A0D0-F10D-1436AE7E37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549F84-1DF2-A7E6-F183-6F396DAAE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F5CA98-0F03-819B-D5B9-3C50F691FC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1201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1F5AA-BB75-99A8-5B83-505A7B0C3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43E3A1-FA61-F945-0283-85C2246692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514FFB-2F68-3105-741F-7569578E60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A5DFD-A75E-9645-3332-0B7AC8A363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4112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169B2-6A58-81B6-6EAD-13DD0B0E0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AC4E41-FC7A-B9E7-2F7A-8D707A1E43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204C09-2470-12A2-308D-9FBD657546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DF3A67-38BC-7D46-DDFE-953EA74196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3457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E1829-E7CC-9489-E7DE-B4606999F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CAFBA7-64AB-59D9-AB35-D852871E03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99D0A4-CC63-3198-D84C-C3D490C160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3EBDF3-56AC-F42B-67F4-850ADA95F0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7956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AD8C0-BDF2-CBB4-F5C5-E7FB8FFED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A8F170-C1D8-2D9E-084A-909A3CD4A8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37E0B9-1359-FBA6-65DD-79965532A9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200586-9D97-9B68-F845-A8D923641B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0175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C95EA-4C44-E488-B886-7FF901D4E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EFBEBB-FC6E-92DD-6EE3-A4DC2C9F0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DAC688-7E6F-6536-5DF1-10C04D12A9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3010B-28CA-F92B-63D1-A8D5ECE005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6957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55CD9-38CE-C192-87C4-18C3DCA39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5334D3-F2DF-7EF9-FDAE-ED3D0D5B07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9FCB06-8D3D-AAA3-36FD-13563F3272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FA469A-6A16-64D5-FAD7-59BF0B0139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5458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BE932-61F4-E8B0-C01F-0126DC9FC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3F5F75-B7C2-CF63-FD71-D81A092071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EE788A-5EB0-9879-ED6E-51DD0196E8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29D2A2-AFA2-F0FD-0B3B-67EDB7749E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6256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C34AA-44FC-B40C-FE64-88FF9D8E1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116788-ADB6-51BC-037A-5BB7D10D39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020A12-12F5-61DF-F1C3-063CD64051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A6F23-DC9D-62C4-6546-E768CB8420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4611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82194-8C9C-A434-D6EB-3D2679198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AAC7D9-2799-7211-1661-BBEF399E27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4C1BE9-82F8-3C0A-7C57-0DB622AB56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40829-3F8B-60C7-A88E-3F693507D4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5191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DFC0D-F431-22CE-CAE2-50B584F12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6FEFCD-457A-2434-799C-0656DA848E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9DBA34-012E-BF23-3B9A-1841738B4B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404054-3457-B6CB-D9F3-C78920010A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6791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CE509-D669-1F8E-3E26-6211CB1F1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C5CF4E-FBB0-F02D-5245-5FE5A177EA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CA8AA7-8F31-2556-728B-88456113C8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96622-0F77-83F5-2B3F-E7ACCE0FFC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2741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B6679-CECC-AAE4-7DD8-B2591A528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5F38DE-EBFE-B6A0-FC2D-69DEA9CFB5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A1FE38-C209-71BD-B8AD-2705127A9B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AB0705-5E9B-FB7A-4796-C97A9EEF78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472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558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795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597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563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983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318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720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786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593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76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220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EFF51B-7D6F-4CF9-A1E8-F4329305AAFA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492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8EA1B1DC-8C26-BF93-43FF-D841797C92F5}"/>
              </a:ext>
            </a:extLst>
          </p:cNvPr>
          <p:cNvGrpSpPr/>
          <p:nvPr/>
        </p:nvGrpSpPr>
        <p:grpSpPr>
          <a:xfrm>
            <a:off x="137560" y="204324"/>
            <a:ext cx="6506749" cy="11703694"/>
            <a:chOff x="137560" y="204324"/>
            <a:chExt cx="6506749" cy="1170369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1D4A95A3-0BBD-F11B-C914-6E969E927ED9}"/>
                </a:ext>
              </a:extLst>
            </p:cNvPr>
            <p:cNvGrpSpPr/>
            <p:nvPr/>
          </p:nvGrpSpPr>
          <p:grpSpPr>
            <a:xfrm>
              <a:off x="137560" y="204324"/>
              <a:ext cx="6506749" cy="630903"/>
              <a:chOff x="137560" y="257079"/>
              <a:chExt cx="6506749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854CE34C-BCC5-8428-C9C4-FBA5FF739328}"/>
                  </a:ext>
                </a:extLst>
              </p:cNvPr>
              <p:cNvSpPr/>
              <p:nvPr/>
            </p:nvSpPr>
            <p:spPr>
              <a:xfrm>
                <a:off x="137560" y="257079"/>
                <a:ext cx="6506749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E818E4C5-0B2A-76F2-4617-F5EC1555543E}"/>
                  </a:ext>
                </a:extLst>
              </p:cNvPr>
              <p:cNvSpPr/>
              <p:nvPr/>
            </p:nvSpPr>
            <p:spPr>
              <a:xfrm>
                <a:off x="405325" y="392530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FF750DEF-F459-BAE6-A7EC-9DEC4CF73B03}"/>
                  </a:ext>
                </a:extLst>
              </p:cNvPr>
              <p:cNvSpPr/>
              <p:nvPr/>
            </p:nvSpPr>
            <p:spPr>
              <a:xfrm>
                <a:off x="873480" y="392530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A588A40D-F6B3-58DA-F280-B2C2E8BFC4DB}"/>
                  </a:ext>
                </a:extLst>
              </p:cNvPr>
              <p:cNvSpPr/>
              <p:nvPr/>
            </p:nvSpPr>
            <p:spPr>
              <a:xfrm>
                <a:off x="1341635" y="392530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581FC32-07A9-D27D-3819-5A2CC0B9D9A8}"/>
                </a:ext>
              </a:extLst>
            </p:cNvPr>
            <p:cNvSpPr/>
            <p:nvPr/>
          </p:nvSpPr>
          <p:spPr>
            <a:xfrm>
              <a:off x="212180" y="965082"/>
              <a:ext cx="6401588" cy="1094293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38" name="Star: 4 Points 37">
            <a:extLst>
              <a:ext uri="{FF2B5EF4-FFF2-40B4-BE49-F238E27FC236}">
                <a16:creationId xmlns:a16="http://schemas.microsoft.com/office/drawing/2014/main" id="{0AFD7213-0818-4642-8579-D32799B04D79}"/>
              </a:ext>
            </a:extLst>
          </p:cNvPr>
          <p:cNvSpPr/>
          <p:nvPr/>
        </p:nvSpPr>
        <p:spPr>
          <a:xfrm>
            <a:off x="2513160" y="2112419"/>
            <a:ext cx="914400" cy="914400"/>
          </a:xfrm>
          <a:prstGeom prst="star4">
            <a:avLst/>
          </a:prstGeom>
          <a:solidFill>
            <a:srgbClr val="FFC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Star: 4 Points 38">
            <a:extLst>
              <a:ext uri="{FF2B5EF4-FFF2-40B4-BE49-F238E27FC236}">
                <a16:creationId xmlns:a16="http://schemas.microsoft.com/office/drawing/2014/main" id="{8B0B5542-F1DF-49AD-27FC-D9A65718E2B9}"/>
              </a:ext>
            </a:extLst>
          </p:cNvPr>
          <p:cNvSpPr/>
          <p:nvPr/>
        </p:nvSpPr>
        <p:spPr>
          <a:xfrm>
            <a:off x="4819669" y="9693776"/>
            <a:ext cx="618170" cy="477520"/>
          </a:xfrm>
          <a:prstGeom prst="star4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Star: 5 Points 39">
            <a:extLst>
              <a:ext uri="{FF2B5EF4-FFF2-40B4-BE49-F238E27FC236}">
                <a16:creationId xmlns:a16="http://schemas.microsoft.com/office/drawing/2014/main" id="{BE24B3F0-F10C-936D-774E-5D5B0749F36D}"/>
              </a:ext>
            </a:extLst>
          </p:cNvPr>
          <p:cNvSpPr/>
          <p:nvPr/>
        </p:nvSpPr>
        <p:spPr>
          <a:xfrm>
            <a:off x="2894204" y="11329315"/>
            <a:ext cx="558800" cy="471949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Star: 5 Points 40">
            <a:extLst>
              <a:ext uri="{FF2B5EF4-FFF2-40B4-BE49-F238E27FC236}">
                <a16:creationId xmlns:a16="http://schemas.microsoft.com/office/drawing/2014/main" id="{E1888422-8817-7119-1ED0-B3F9D7988431}"/>
              </a:ext>
            </a:extLst>
          </p:cNvPr>
          <p:cNvSpPr/>
          <p:nvPr/>
        </p:nvSpPr>
        <p:spPr>
          <a:xfrm>
            <a:off x="4472714" y="1348454"/>
            <a:ext cx="558800" cy="471949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Star: 5 Points 41">
            <a:extLst>
              <a:ext uri="{FF2B5EF4-FFF2-40B4-BE49-F238E27FC236}">
                <a16:creationId xmlns:a16="http://schemas.microsoft.com/office/drawing/2014/main" id="{2589ECA5-25A8-01BD-CC21-E905985F5C66}"/>
              </a:ext>
            </a:extLst>
          </p:cNvPr>
          <p:cNvSpPr/>
          <p:nvPr/>
        </p:nvSpPr>
        <p:spPr>
          <a:xfrm>
            <a:off x="5691970" y="2296648"/>
            <a:ext cx="558800" cy="471949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Star: 5 Points 42">
            <a:extLst>
              <a:ext uri="{FF2B5EF4-FFF2-40B4-BE49-F238E27FC236}">
                <a16:creationId xmlns:a16="http://schemas.microsoft.com/office/drawing/2014/main" id="{72A4F7B9-23B8-8335-A939-3123EE93179C}"/>
              </a:ext>
            </a:extLst>
          </p:cNvPr>
          <p:cNvSpPr/>
          <p:nvPr/>
        </p:nvSpPr>
        <p:spPr>
          <a:xfrm>
            <a:off x="782835" y="9188349"/>
            <a:ext cx="558800" cy="471949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tar: 6 Points 43">
            <a:extLst>
              <a:ext uri="{FF2B5EF4-FFF2-40B4-BE49-F238E27FC236}">
                <a16:creationId xmlns:a16="http://schemas.microsoft.com/office/drawing/2014/main" id="{3DED364F-5220-0FD0-46E0-0B62D2DCE506}"/>
              </a:ext>
            </a:extLst>
          </p:cNvPr>
          <p:cNvSpPr/>
          <p:nvPr/>
        </p:nvSpPr>
        <p:spPr>
          <a:xfrm>
            <a:off x="502773" y="2526504"/>
            <a:ext cx="457200" cy="477520"/>
          </a:xfrm>
          <a:prstGeom prst="star6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Star: 6 Points 44">
            <a:extLst>
              <a:ext uri="{FF2B5EF4-FFF2-40B4-BE49-F238E27FC236}">
                <a16:creationId xmlns:a16="http://schemas.microsoft.com/office/drawing/2014/main" id="{B1B0944B-C0D7-3D1C-1478-94CA762AEE46}"/>
              </a:ext>
            </a:extLst>
          </p:cNvPr>
          <p:cNvSpPr/>
          <p:nvPr/>
        </p:nvSpPr>
        <p:spPr>
          <a:xfrm flipH="1">
            <a:off x="502773" y="11166260"/>
            <a:ext cx="359275" cy="399030"/>
          </a:xfrm>
          <a:prstGeom prst="star6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Star: 4 Points 45">
            <a:extLst>
              <a:ext uri="{FF2B5EF4-FFF2-40B4-BE49-F238E27FC236}">
                <a16:creationId xmlns:a16="http://schemas.microsoft.com/office/drawing/2014/main" id="{C8A05DFA-F7BA-7DD2-F293-C8A049073BC3}"/>
              </a:ext>
            </a:extLst>
          </p:cNvPr>
          <p:cNvSpPr/>
          <p:nvPr/>
        </p:nvSpPr>
        <p:spPr>
          <a:xfrm>
            <a:off x="1299882" y="1218404"/>
            <a:ext cx="558800" cy="471949"/>
          </a:xfrm>
          <a:prstGeom prst="star4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1FC27B6-3175-E5EE-CBB8-165B6B6CFD3E}"/>
              </a:ext>
            </a:extLst>
          </p:cNvPr>
          <p:cNvSpPr/>
          <p:nvPr/>
        </p:nvSpPr>
        <p:spPr>
          <a:xfrm rot="20186118">
            <a:off x="5226182" y="10574164"/>
            <a:ext cx="927159" cy="680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2"/>
                </a:solidFill>
                <a:latin typeface="Eras Bold ITC" panose="020B0907030504020204" pitchFamily="34" charset="0"/>
              </a:rPr>
              <a:t>&lt;/&gt;</a:t>
            </a:r>
            <a:endParaRPr lang="en-US" dirty="0">
              <a:solidFill>
                <a:schemeClr val="accent2"/>
              </a:solidFill>
              <a:latin typeface="Eras Bold ITC" panose="020B0907030504020204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FCED4A5-83DE-003B-C124-CE31E8C86499}"/>
              </a:ext>
            </a:extLst>
          </p:cNvPr>
          <p:cNvSpPr/>
          <p:nvPr/>
        </p:nvSpPr>
        <p:spPr>
          <a:xfrm rot="1308130">
            <a:off x="2821328" y="9588592"/>
            <a:ext cx="927159" cy="680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6"/>
                </a:solidFill>
                <a:latin typeface="Eras Bold ITC" panose="020B0907030504020204" pitchFamily="34" charset="0"/>
              </a:rPr>
              <a:t>&lt;/&gt;</a:t>
            </a:r>
            <a:endParaRPr lang="en-US" dirty="0">
              <a:solidFill>
                <a:schemeClr val="accent6"/>
              </a:solidFill>
              <a:latin typeface="Eras Bold ITC" panose="020B0907030504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B014A1F-D3E9-85D5-CC94-7523A54C533E}"/>
              </a:ext>
            </a:extLst>
          </p:cNvPr>
          <p:cNvGrpSpPr/>
          <p:nvPr/>
        </p:nvGrpSpPr>
        <p:grpSpPr>
          <a:xfrm>
            <a:off x="370155" y="5785679"/>
            <a:ext cx="6116776" cy="2386503"/>
            <a:chOff x="1935157" y="2469629"/>
            <a:chExt cx="6116776" cy="2386503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D808F76A-6D08-BB8B-17E3-190A77166CD4}"/>
                </a:ext>
              </a:extLst>
            </p:cNvPr>
            <p:cNvSpPr/>
            <p:nvPr/>
          </p:nvSpPr>
          <p:spPr>
            <a:xfrm>
              <a:off x="1935157" y="2469629"/>
              <a:ext cx="6116776" cy="1513840"/>
            </a:xfrm>
            <a:prstGeom prst="roundRect">
              <a:avLst>
                <a:gd name="adj" fmla="val 0"/>
              </a:avLst>
            </a:prstGeom>
            <a:solidFill>
              <a:srgbClr val="FFF9A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rgbClr val="0240FF"/>
                  </a:solidFill>
                  <a:latin typeface="Berlin Sans FB Demi" panose="020E0802020502020306" pitchFamily="34" charset="0"/>
                </a:rPr>
                <a:t>“ Learn Programming For Beginners – Free Full Course “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378BB3AA-8D2E-B871-644A-B927784C030D}"/>
                </a:ext>
              </a:extLst>
            </p:cNvPr>
            <p:cNvSpPr/>
            <p:nvPr/>
          </p:nvSpPr>
          <p:spPr>
            <a:xfrm>
              <a:off x="2457803" y="4038717"/>
              <a:ext cx="5024284" cy="817415"/>
            </a:xfrm>
            <a:prstGeom prst="roundRect">
              <a:avLst>
                <a:gd name="adj" fmla="val 0"/>
              </a:avLst>
            </a:prstGeom>
            <a:solidFill>
              <a:srgbClr val="0240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Berlin Sans FB Demi" panose="020E0802020502020306" pitchFamily="34" charset="0"/>
                </a:rPr>
                <a:t>#7 – </a:t>
              </a:r>
              <a:r>
                <a:rPr lang="en-US" sz="3200" b="1" dirty="0" err="1">
                  <a:solidFill>
                    <a:schemeClr val="bg1"/>
                  </a:solidFill>
                  <a:latin typeface="Berlin Sans FB Demi" panose="020E0802020502020306" pitchFamily="34" charset="0"/>
                </a:rPr>
                <a:t>Postgresql</a:t>
              </a:r>
              <a:r>
                <a:rPr lang="en-US" sz="3200" b="1" dirty="0">
                  <a:solidFill>
                    <a:schemeClr val="bg1"/>
                  </a:solidFill>
                  <a:latin typeface="Berlin Sans FB Demi" panose="020E0802020502020306" pitchFamily="34" charset="0"/>
                </a:rPr>
                <a:t> &amp; Prisma </a:t>
              </a: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34352E38-3CC4-82FA-3CA5-157690FA07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3004" y="3975413"/>
            <a:ext cx="1444835" cy="144483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9C23AF9-7A8A-392C-EC4E-9AD3699B42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48507" y="4014576"/>
            <a:ext cx="1325097" cy="1366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695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30B7FC-7F0B-27BF-CCA8-9E30DF5F6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9F14517-DC05-34B8-BFDA-E178526FF682}"/>
              </a:ext>
            </a:extLst>
          </p:cNvPr>
          <p:cNvGrpSpPr/>
          <p:nvPr/>
        </p:nvGrpSpPr>
        <p:grpSpPr>
          <a:xfrm>
            <a:off x="137560" y="204324"/>
            <a:ext cx="6506749" cy="11703694"/>
            <a:chOff x="137560" y="204324"/>
            <a:chExt cx="6506749" cy="1170369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5B8C8CE-992B-B842-856C-CEDA37FA5EAC}"/>
                </a:ext>
              </a:extLst>
            </p:cNvPr>
            <p:cNvGrpSpPr/>
            <p:nvPr/>
          </p:nvGrpSpPr>
          <p:grpSpPr>
            <a:xfrm>
              <a:off x="137560" y="204324"/>
              <a:ext cx="6506749" cy="630903"/>
              <a:chOff x="137560" y="257079"/>
              <a:chExt cx="6506749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A79C2DC3-EB00-C830-8396-A5E07264531B}"/>
                  </a:ext>
                </a:extLst>
              </p:cNvPr>
              <p:cNvSpPr/>
              <p:nvPr/>
            </p:nvSpPr>
            <p:spPr>
              <a:xfrm>
                <a:off x="137560" y="257079"/>
                <a:ext cx="6506749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1CCDAEB0-7059-BE55-6309-4A7BA93F55A5}"/>
                  </a:ext>
                </a:extLst>
              </p:cNvPr>
              <p:cNvSpPr/>
              <p:nvPr/>
            </p:nvSpPr>
            <p:spPr>
              <a:xfrm>
                <a:off x="405325" y="392530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CC860FB8-68B3-8106-EC91-7C17BFD4E83A}"/>
                  </a:ext>
                </a:extLst>
              </p:cNvPr>
              <p:cNvSpPr/>
              <p:nvPr/>
            </p:nvSpPr>
            <p:spPr>
              <a:xfrm>
                <a:off x="873480" y="392530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69F353FC-E534-E67D-0C15-2EB71B1584D5}"/>
                  </a:ext>
                </a:extLst>
              </p:cNvPr>
              <p:cNvSpPr/>
              <p:nvPr/>
            </p:nvSpPr>
            <p:spPr>
              <a:xfrm>
                <a:off x="1341635" y="392530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4341548-0DE5-A86C-3845-2152651F9333}"/>
                </a:ext>
              </a:extLst>
            </p:cNvPr>
            <p:cNvSpPr/>
            <p:nvPr/>
          </p:nvSpPr>
          <p:spPr>
            <a:xfrm>
              <a:off x="212180" y="965082"/>
              <a:ext cx="6401588" cy="1094293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063C90E4-893E-28D7-E4FC-A37797185F05}"/>
              </a:ext>
            </a:extLst>
          </p:cNvPr>
          <p:cNvSpPr/>
          <p:nvPr/>
        </p:nvSpPr>
        <p:spPr>
          <a:xfrm>
            <a:off x="405324" y="2771640"/>
            <a:ext cx="2883168" cy="6821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What is PostgreSQL ?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51D3475-4442-FD8E-CACD-E7BEFF3CEA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2757" y="1752330"/>
            <a:ext cx="726275" cy="74897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CDC6689-0BF9-DFF2-20BE-538B1EB29D58}"/>
              </a:ext>
            </a:extLst>
          </p:cNvPr>
          <p:cNvSpPr/>
          <p:nvPr/>
        </p:nvSpPr>
        <p:spPr>
          <a:xfrm>
            <a:off x="405324" y="3870368"/>
            <a:ext cx="5555858" cy="1742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PostgreSQL is an </a:t>
            </a:r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freen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open-source database system that support both relational (SQL) and non-</a:t>
            </a:r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relationl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(JSON) queries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464FC5-F718-A357-94B2-E0D9675504AC}"/>
              </a:ext>
            </a:extLst>
          </p:cNvPr>
          <p:cNvSpPr/>
          <p:nvPr/>
        </p:nvSpPr>
        <p:spPr>
          <a:xfrm>
            <a:off x="367260" y="5836043"/>
            <a:ext cx="6047347" cy="12010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PostgreSQL is a back-end database for dynamic websites and web applications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490721-894F-7131-1845-022A078E30D9}"/>
              </a:ext>
            </a:extLst>
          </p:cNvPr>
          <p:cNvSpPr/>
          <p:nvPr/>
        </p:nvSpPr>
        <p:spPr>
          <a:xfrm>
            <a:off x="367260" y="7260093"/>
            <a:ext cx="5415183" cy="99528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Data is combination letters that represents a fact - Josse </a:t>
            </a:r>
          </a:p>
        </p:txBody>
      </p:sp>
    </p:spTree>
    <p:extLst>
      <p:ext uri="{BB962C8B-B14F-4D97-AF65-F5344CB8AC3E}">
        <p14:creationId xmlns:p14="http://schemas.microsoft.com/office/powerpoint/2010/main" val="3240309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950326-2F04-70C3-0EAA-062FFA00F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A3851A6-3754-F427-E58F-0BE99BBD62B6}"/>
              </a:ext>
            </a:extLst>
          </p:cNvPr>
          <p:cNvGrpSpPr/>
          <p:nvPr/>
        </p:nvGrpSpPr>
        <p:grpSpPr>
          <a:xfrm>
            <a:off x="137560" y="204324"/>
            <a:ext cx="6506749" cy="11703694"/>
            <a:chOff x="137560" y="204324"/>
            <a:chExt cx="6506749" cy="1170369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A886866-E3A2-2BCF-FBFA-9BD399471AF3}"/>
                </a:ext>
              </a:extLst>
            </p:cNvPr>
            <p:cNvGrpSpPr/>
            <p:nvPr/>
          </p:nvGrpSpPr>
          <p:grpSpPr>
            <a:xfrm>
              <a:off x="137560" y="204324"/>
              <a:ext cx="6506749" cy="630903"/>
              <a:chOff x="137560" y="257079"/>
              <a:chExt cx="6506749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294203E7-188D-800F-D570-F6DE06FCE233}"/>
                  </a:ext>
                </a:extLst>
              </p:cNvPr>
              <p:cNvSpPr/>
              <p:nvPr/>
            </p:nvSpPr>
            <p:spPr>
              <a:xfrm>
                <a:off x="137560" y="257079"/>
                <a:ext cx="6506749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A84A6A58-125E-B0FB-AF7C-53ADDD21E7A8}"/>
                  </a:ext>
                </a:extLst>
              </p:cNvPr>
              <p:cNvSpPr/>
              <p:nvPr/>
            </p:nvSpPr>
            <p:spPr>
              <a:xfrm>
                <a:off x="405325" y="392530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C5FB782A-08F5-1CF3-1F6E-CAF7A5304F75}"/>
                  </a:ext>
                </a:extLst>
              </p:cNvPr>
              <p:cNvSpPr/>
              <p:nvPr/>
            </p:nvSpPr>
            <p:spPr>
              <a:xfrm>
                <a:off x="873480" y="392530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68961F9C-DDFF-EEF4-B099-DD9E01D1A02E}"/>
                  </a:ext>
                </a:extLst>
              </p:cNvPr>
              <p:cNvSpPr/>
              <p:nvPr/>
            </p:nvSpPr>
            <p:spPr>
              <a:xfrm>
                <a:off x="1341635" y="392530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1B6E5F1-F167-D5F8-697F-47E0D22727AA}"/>
                </a:ext>
              </a:extLst>
            </p:cNvPr>
            <p:cNvSpPr/>
            <p:nvPr/>
          </p:nvSpPr>
          <p:spPr>
            <a:xfrm>
              <a:off x="212180" y="965082"/>
              <a:ext cx="6401588" cy="1094293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D45ABA63-E2E7-7D07-AD4D-EBE7B5AD0F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7070" y="1448503"/>
            <a:ext cx="2603859" cy="3905788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AC194F40-3694-B72B-6EB9-4AD487E93D69}"/>
              </a:ext>
            </a:extLst>
          </p:cNvPr>
          <p:cNvGrpSpPr/>
          <p:nvPr/>
        </p:nvGrpSpPr>
        <p:grpSpPr>
          <a:xfrm>
            <a:off x="847927" y="5837712"/>
            <a:ext cx="5130094" cy="3735606"/>
            <a:chOff x="509688" y="3749203"/>
            <a:chExt cx="5130094" cy="3735606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260AA4C-0952-5E27-E53E-8DA36D871272}"/>
                </a:ext>
              </a:extLst>
            </p:cNvPr>
            <p:cNvSpPr/>
            <p:nvPr/>
          </p:nvSpPr>
          <p:spPr>
            <a:xfrm>
              <a:off x="558071" y="4507740"/>
              <a:ext cx="5081711" cy="2977069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547107F-9466-BF12-135A-DE733176E23F}"/>
                </a:ext>
              </a:extLst>
            </p:cNvPr>
            <p:cNvSpPr txBox="1"/>
            <p:nvPr/>
          </p:nvSpPr>
          <p:spPr>
            <a:xfrm>
              <a:off x="528572" y="4586073"/>
              <a:ext cx="424289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Aptos" panose="020B0004020202020204" pitchFamily="34" charset="0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Name : Josse Surya </a:t>
              </a:r>
              <a:r>
                <a:rPr lang="en-US" sz="2800" dirty="0" err="1">
                  <a:latin typeface="Aptos" panose="020B0004020202020204" pitchFamily="34" charset="0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Pinem</a:t>
              </a:r>
              <a:endParaRPr lang="en-US" sz="2800" dirty="0">
                <a:latin typeface="Aptos" panose="020B0004020202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9A4106E-2B82-296F-62B5-134978C625C6}"/>
                </a:ext>
              </a:extLst>
            </p:cNvPr>
            <p:cNvSpPr txBox="1"/>
            <p:nvPr/>
          </p:nvSpPr>
          <p:spPr>
            <a:xfrm>
              <a:off x="515108" y="5155485"/>
              <a:ext cx="238687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Aptos" panose="020B0004020202020204" pitchFamily="34" charset="0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Age : 25 Years 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8D95206-F4E9-A3BC-019F-225E5FCB6EBF}"/>
                </a:ext>
              </a:extLst>
            </p:cNvPr>
            <p:cNvSpPr txBox="1"/>
            <p:nvPr/>
          </p:nvSpPr>
          <p:spPr>
            <a:xfrm>
              <a:off x="528574" y="6281360"/>
              <a:ext cx="506824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Aptos" panose="020B0004020202020204" pitchFamily="34" charset="0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Occupation : Software Engineer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B520949-D6B1-CBBE-AE93-0EBB6D87EAF2}"/>
                </a:ext>
              </a:extLst>
            </p:cNvPr>
            <p:cNvSpPr txBox="1"/>
            <p:nvPr/>
          </p:nvSpPr>
          <p:spPr>
            <a:xfrm>
              <a:off x="528572" y="6834076"/>
              <a:ext cx="384278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Aptos" panose="020B0004020202020204" pitchFamily="34" charset="0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Nationality : Indonesian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A899233-6735-1C6D-F330-DAACA8560FA4}"/>
                </a:ext>
              </a:extLst>
            </p:cNvPr>
            <p:cNvSpPr txBox="1"/>
            <p:nvPr/>
          </p:nvSpPr>
          <p:spPr>
            <a:xfrm>
              <a:off x="509688" y="5708201"/>
              <a:ext cx="23439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Aptos" panose="020B0004020202020204" pitchFamily="34" charset="0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Gender : Male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ADC774A4-ACCB-5467-688A-93F91F016257}"/>
                </a:ext>
              </a:extLst>
            </p:cNvPr>
            <p:cNvCxnSpPr>
              <a:cxnSpLocks/>
            </p:cNvCxnSpPr>
            <p:nvPr/>
          </p:nvCxnSpPr>
          <p:spPr>
            <a:xfrm>
              <a:off x="4636511" y="4178199"/>
              <a:ext cx="397479" cy="765815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EB215B4-D267-021F-6D95-49E93C658C59}"/>
                </a:ext>
              </a:extLst>
            </p:cNvPr>
            <p:cNvSpPr txBox="1"/>
            <p:nvPr/>
          </p:nvSpPr>
          <p:spPr>
            <a:xfrm>
              <a:off x="4200536" y="3749203"/>
              <a:ext cx="94929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Berlin Sans FB" panose="020E0602020502020306" pitchFamily="34" charset="0"/>
                </a:rPr>
                <a:t>Data</a:t>
              </a:r>
              <a:endParaRPr lang="en-US" dirty="0">
                <a:latin typeface="Berlin Sans FB" panose="020E06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4464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2E8D69-46BE-D713-E367-DE6D8248C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0C094AD-3F31-3FF0-2070-7D9123E716D5}"/>
              </a:ext>
            </a:extLst>
          </p:cNvPr>
          <p:cNvGrpSpPr/>
          <p:nvPr/>
        </p:nvGrpSpPr>
        <p:grpSpPr>
          <a:xfrm>
            <a:off x="137560" y="204324"/>
            <a:ext cx="6506749" cy="11703694"/>
            <a:chOff x="137560" y="204324"/>
            <a:chExt cx="6506749" cy="1170369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85F1E207-E0AA-2F89-10E1-CA5863BFBE55}"/>
                </a:ext>
              </a:extLst>
            </p:cNvPr>
            <p:cNvGrpSpPr/>
            <p:nvPr/>
          </p:nvGrpSpPr>
          <p:grpSpPr>
            <a:xfrm>
              <a:off x="137560" y="204324"/>
              <a:ext cx="6506749" cy="630903"/>
              <a:chOff x="137560" y="257079"/>
              <a:chExt cx="6506749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F86C131B-806B-0252-3E3F-8BD30EC14178}"/>
                  </a:ext>
                </a:extLst>
              </p:cNvPr>
              <p:cNvSpPr/>
              <p:nvPr/>
            </p:nvSpPr>
            <p:spPr>
              <a:xfrm>
                <a:off x="137560" y="257079"/>
                <a:ext cx="6506749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98305E58-DCFF-29FE-C56F-8354FEDC7211}"/>
                  </a:ext>
                </a:extLst>
              </p:cNvPr>
              <p:cNvSpPr/>
              <p:nvPr/>
            </p:nvSpPr>
            <p:spPr>
              <a:xfrm>
                <a:off x="405325" y="392530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B7D5155F-F9DB-F0A8-531C-AC648B0BBFE7}"/>
                  </a:ext>
                </a:extLst>
              </p:cNvPr>
              <p:cNvSpPr/>
              <p:nvPr/>
            </p:nvSpPr>
            <p:spPr>
              <a:xfrm>
                <a:off x="873480" y="392530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B97BF61-0C71-05B4-388A-DB681A191E29}"/>
                  </a:ext>
                </a:extLst>
              </p:cNvPr>
              <p:cNvSpPr/>
              <p:nvPr/>
            </p:nvSpPr>
            <p:spPr>
              <a:xfrm>
                <a:off x="1341635" y="392530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9C0A244-52AB-8B7C-A0AA-C9CE5F111450}"/>
                </a:ext>
              </a:extLst>
            </p:cNvPr>
            <p:cNvSpPr/>
            <p:nvPr/>
          </p:nvSpPr>
          <p:spPr>
            <a:xfrm>
              <a:off x="212180" y="965082"/>
              <a:ext cx="6401588" cy="1094293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D63408A-7C4B-FBA9-E0FC-A7B13CA0DC95}"/>
              </a:ext>
            </a:extLst>
          </p:cNvPr>
          <p:cNvGrpSpPr/>
          <p:nvPr/>
        </p:nvGrpSpPr>
        <p:grpSpPr>
          <a:xfrm>
            <a:off x="1454232" y="3418607"/>
            <a:ext cx="3873404" cy="1749821"/>
            <a:chOff x="374216" y="1460293"/>
            <a:chExt cx="3873404" cy="174982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9257520-7DE4-6D8A-093B-44B9ABF1C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4216" y="1470453"/>
              <a:ext cx="391110" cy="39111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71DE180-4764-1076-ADB6-507EBA7D90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4255" y="1470453"/>
              <a:ext cx="391110" cy="39111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ED48A1F-82AB-106C-3A79-0844AA8DFB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365" y="1470453"/>
              <a:ext cx="391110" cy="39111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C956186-6CFC-E5D8-0883-A2B1A864A4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03630" y="1470453"/>
              <a:ext cx="391110" cy="39111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8B95014-59E2-DDD7-864C-0DE63379A2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2239" y="1480613"/>
              <a:ext cx="391110" cy="39111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E023A75-6F99-DB61-2851-47172F2F0B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02557" y="1460293"/>
              <a:ext cx="391110" cy="39111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98ADC27-3ACC-F674-937B-F2A7057E57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2596" y="1460293"/>
              <a:ext cx="391110" cy="39111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2D6396E-8F06-C0A4-0423-36C910A9F4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3706" y="1460293"/>
              <a:ext cx="391110" cy="39111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020C072-545F-16D5-41DE-DD15D4D206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31971" y="1460293"/>
              <a:ext cx="391110" cy="39111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42E3906-501F-91AE-B0B8-8001A0AADD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20580" y="1470453"/>
              <a:ext cx="391110" cy="39111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4C30262-271D-5396-BBAF-8A6678B488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4216" y="1892043"/>
              <a:ext cx="391110" cy="39111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0F76AB3B-38FB-8817-B87A-E8807842C4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4255" y="1892043"/>
              <a:ext cx="391110" cy="39111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03EB2123-5874-039C-CD92-9FD7CAE2E4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365" y="1892043"/>
              <a:ext cx="391110" cy="391110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EF5484C3-E0FF-0B11-CCAE-EC1C243ECF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03630" y="1892043"/>
              <a:ext cx="391110" cy="391110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DDB84317-4FDA-D478-61D3-002A49C7C5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2239" y="1902203"/>
              <a:ext cx="391110" cy="39111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597DEAA4-62ED-2093-1705-4D9DCE915F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02557" y="1881883"/>
              <a:ext cx="391110" cy="39111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DF5E439-0E7B-E328-EA1F-D2FA76B9D2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2596" y="1881883"/>
              <a:ext cx="391110" cy="391110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E328ACC7-4C7A-574D-9705-A5FEDF16E3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3706" y="1881883"/>
              <a:ext cx="391110" cy="39111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DF20ED45-732C-45DC-2E4C-CA85FA0FBE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31971" y="1881883"/>
              <a:ext cx="391110" cy="391110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4B1E8E3B-F357-F2B9-FC48-4D7DE03B0D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20580" y="1892043"/>
              <a:ext cx="391110" cy="391110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1A341AF2-67C2-2C3E-37C0-E3F5A1F794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0146" y="2356774"/>
              <a:ext cx="391110" cy="391110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BB5E2326-DEDE-252B-F2D6-0EB176F841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0185" y="2356774"/>
              <a:ext cx="391110" cy="391110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E04223BA-57E3-78E0-C286-4D344BF5B1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1295" y="2356774"/>
              <a:ext cx="391110" cy="391110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6B13F9B3-F847-1229-8294-23077ABC81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39560" y="2356774"/>
              <a:ext cx="391110" cy="391110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15B6B548-B401-298C-5EB4-B242C9DC02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28169" y="2366934"/>
              <a:ext cx="391110" cy="391110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2F9277E3-659D-FD8D-0C42-4F5BF97D2B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38487" y="2346614"/>
              <a:ext cx="391110" cy="391110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B6C77E67-0FFF-DD95-B53C-C9741C3FDE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18526" y="2346614"/>
              <a:ext cx="391110" cy="391110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B85B1E19-AB13-7635-A0CF-FA7E5DCBAD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09636" y="2346614"/>
              <a:ext cx="391110" cy="391110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29F195E7-0366-4920-2B69-338648D0D1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67901" y="2346614"/>
              <a:ext cx="391110" cy="391110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CE9458C2-4133-B1D4-38F2-ADA3CAF596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6510" y="2356774"/>
              <a:ext cx="391110" cy="391110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22624258-DC51-4D4C-819B-23EE05C72F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4216" y="2808844"/>
              <a:ext cx="391110" cy="391110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8AE08D02-D0AC-D868-908A-DEFC11B39C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4255" y="2808844"/>
              <a:ext cx="391110" cy="391110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A5B75597-64F6-5B8C-414C-D00148B212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365" y="2808844"/>
              <a:ext cx="391110" cy="391110"/>
            </a:xfrm>
            <a:prstGeom prst="rect">
              <a:avLst/>
            </a:prstGeom>
          </p:spPr>
        </p:pic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B52EE364-311A-326B-1EF7-0E8069A6C7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03630" y="2808844"/>
              <a:ext cx="391110" cy="391110"/>
            </a:xfrm>
            <a:prstGeom prst="rect">
              <a:avLst/>
            </a:prstGeom>
          </p:spPr>
        </p:pic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654FA116-85AB-AB7C-10E9-67F30C9CAA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2239" y="2819004"/>
              <a:ext cx="391110" cy="391110"/>
            </a:xfrm>
            <a:prstGeom prst="rect">
              <a:avLst/>
            </a:prstGeom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6F031779-92AD-6F60-5BA0-2B6CA297F9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02557" y="2798684"/>
              <a:ext cx="391110" cy="391110"/>
            </a:xfrm>
            <a:prstGeom prst="rect">
              <a:avLst/>
            </a:prstGeom>
          </p:spPr>
        </p:pic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19071DCA-0B84-6189-49F2-A79589F86F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2596" y="2798684"/>
              <a:ext cx="391110" cy="391110"/>
            </a:xfrm>
            <a:prstGeom prst="rect">
              <a:avLst/>
            </a:prstGeom>
          </p:spPr>
        </p:pic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3FD2D9DB-2FDE-0259-5E2A-11E3CDC365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3706" y="2798684"/>
              <a:ext cx="391110" cy="391110"/>
            </a:xfrm>
            <a:prstGeom prst="rect">
              <a:avLst/>
            </a:prstGeom>
          </p:spPr>
        </p:pic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7B3A435F-CAFA-6921-BBEE-D08B0731D8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31971" y="2798684"/>
              <a:ext cx="391110" cy="391110"/>
            </a:xfrm>
            <a:prstGeom prst="rect">
              <a:avLst/>
            </a:prstGeom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49D6B90B-3CF3-C2DA-4113-C20336863A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20580" y="2808844"/>
              <a:ext cx="391110" cy="391110"/>
            </a:xfrm>
            <a:prstGeom prst="rect">
              <a:avLst/>
            </a:prstGeom>
          </p:spPr>
        </p:pic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4D7BD232-BC56-546C-87DE-FCA415334FD8}"/>
              </a:ext>
            </a:extLst>
          </p:cNvPr>
          <p:cNvSpPr/>
          <p:nvPr/>
        </p:nvSpPr>
        <p:spPr>
          <a:xfrm flipV="1">
            <a:off x="1029978" y="5657909"/>
            <a:ext cx="4798043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512DF8E9-2265-2531-1791-47058096A08A}"/>
              </a:ext>
            </a:extLst>
          </p:cNvPr>
          <p:cNvGrpSpPr/>
          <p:nvPr/>
        </p:nvGrpSpPr>
        <p:grpSpPr>
          <a:xfrm>
            <a:off x="1448491" y="1635805"/>
            <a:ext cx="3873404" cy="1749821"/>
            <a:chOff x="374216" y="1460293"/>
            <a:chExt cx="3873404" cy="1749821"/>
          </a:xfrm>
        </p:grpSpPr>
        <p:pic>
          <p:nvPicPr>
            <p:cNvPr id="106" name="Picture 105">
              <a:extLst>
                <a:ext uri="{FF2B5EF4-FFF2-40B4-BE49-F238E27FC236}">
                  <a16:creationId xmlns:a16="http://schemas.microsoft.com/office/drawing/2014/main" id="{ABBEB0D3-46D4-570E-CC58-9528E0682E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4216" y="1470453"/>
              <a:ext cx="391110" cy="391110"/>
            </a:xfrm>
            <a:prstGeom prst="rect">
              <a:avLst/>
            </a:prstGeom>
          </p:spPr>
        </p:pic>
        <p:pic>
          <p:nvPicPr>
            <p:cNvPr id="107" name="Picture 106">
              <a:extLst>
                <a:ext uri="{FF2B5EF4-FFF2-40B4-BE49-F238E27FC236}">
                  <a16:creationId xmlns:a16="http://schemas.microsoft.com/office/drawing/2014/main" id="{A46E491D-C8C6-8972-C5B9-7188BE6535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4255" y="1470453"/>
              <a:ext cx="391110" cy="391110"/>
            </a:xfrm>
            <a:prstGeom prst="rect">
              <a:avLst/>
            </a:prstGeom>
          </p:spPr>
        </p:pic>
        <p:pic>
          <p:nvPicPr>
            <p:cNvPr id="108" name="Picture 107">
              <a:extLst>
                <a:ext uri="{FF2B5EF4-FFF2-40B4-BE49-F238E27FC236}">
                  <a16:creationId xmlns:a16="http://schemas.microsoft.com/office/drawing/2014/main" id="{4053A839-77C6-2DDC-4B55-B5119D0AB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365" y="1470453"/>
              <a:ext cx="391110" cy="391110"/>
            </a:xfrm>
            <a:prstGeom prst="rect">
              <a:avLst/>
            </a:prstGeom>
          </p:spPr>
        </p:pic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C27C3A67-6E75-96D6-C722-CE880792B0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03630" y="1470453"/>
              <a:ext cx="391110" cy="391110"/>
            </a:xfrm>
            <a:prstGeom prst="rect">
              <a:avLst/>
            </a:prstGeom>
          </p:spPr>
        </p:pic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C46EB0FA-B056-D16C-7A7B-1D5A62DFA1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2239" y="1480613"/>
              <a:ext cx="391110" cy="391110"/>
            </a:xfrm>
            <a:prstGeom prst="rect">
              <a:avLst/>
            </a:prstGeom>
          </p:spPr>
        </p:pic>
        <p:pic>
          <p:nvPicPr>
            <p:cNvPr id="111" name="Picture 110">
              <a:extLst>
                <a:ext uri="{FF2B5EF4-FFF2-40B4-BE49-F238E27FC236}">
                  <a16:creationId xmlns:a16="http://schemas.microsoft.com/office/drawing/2014/main" id="{26735D48-AA0B-F6F6-5A17-9DB7CF20AF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02557" y="1460293"/>
              <a:ext cx="391110" cy="391110"/>
            </a:xfrm>
            <a:prstGeom prst="rect">
              <a:avLst/>
            </a:prstGeom>
          </p:spPr>
        </p:pic>
        <p:pic>
          <p:nvPicPr>
            <p:cNvPr id="112" name="Picture 111">
              <a:extLst>
                <a:ext uri="{FF2B5EF4-FFF2-40B4-BE49-F238E27FC236}">
                  <a16:creationId xmlns:a16="http://schemas.microsoft.com/office/drawing/2014/main" id="{723385EF-7D39-26AE-6500-99EC20551B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2596" y="1460293"/>
              <a:ext cx="391110" cy="391110"/>
            </a:xfrm>
            <a:prstGeom prst="rect">
              <a:avLst/>
            </a:prstGeom>
          </p:spPr>
        </p:pic>
        <p:pic>
          <p:nvPicPr>
            <p:cNvPr id="113" name="Picture 112">
              <a:extLst>
                <a:ext uri="{FF2B5EF4-FFF2-40B4-BE49-F238E27FC236}">
                  <a16:creationId xmlns:a16="http://schemas.microsoft.com/office/drawing/2014/main" id="{6159A87D-F71B-BD8F-08B2-CCA717D988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3706" y="1460293"/>
              <a:ext cx="391110" cy="391110"/>
            </a:xfrm>
            <a:prstGeom prst="rect">
              <a:avLst/>
            </a:prstGeom>
          </p:spPr>
        </p:pic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67CFC85C-9E03-FB33-16DF-FE112E73E0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31971" y="1460293"/>
              <a:ext cx="391110" cy="391110"/>
            </a:xfrm>
            <a:prstGeom prst="rect">
              <a:avLst/>
            </a:prstGeom>
          </p:spPr>
        </p:pic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C3D1FDB1-B3E3-00CB-55E3-34F7AEDE39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20580" y="1470453"/>
              <a:ext cx="391110" cy="391110"/>
            </a:xfrm>
            <a:prstGeom prst="rect">
              <a:avLst/>
            </a:prstGeom>
          </p:spPr>
        </p:pic>
        <p:pic>
          <p:nvPicPr>
            <p:cNvPr id="116" name="Picture 115">
              <a:extLst>
                <a:ext uri="{FF2B5EF4-FFF2-40B4-BE49-F238E27FC236}">
                  <a16:creationId xmlns:a16="http://schemas.microsoft.com/office/drawing/2014/main" id="{741CD2CE-12B5-8441-0DD1-06AB31E9FA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4216" y="1892043"/>
              <a:ext cx="391110" cy="391110"/>
            </a:xfrm>
            <a:prstGeom prst="rect">
              <a:avLst/>
            </a:prstGeom>
          </p:spPr>
        </p:pic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0E81C60F-38FC-C080-5663-74F6BD41F6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4255" y="1892043"/>
              <a:ext cx="391110" cy="391110"/>
            </a:xfrm>
            <a:prstGeom prst="rect">
              <a:avLst/>
            </a:prstGeom>
          </p:spPr>
        </p:pic>
        <p:pic>
          <p:nvPicPr>
            <p:cNvPr id="118" name="Picture 117">
              <a:extLst>
                <a:ext uri="{FF2B5EF4-FFF2-40B4-BE49-F238E27FC236}">
                  <a16:creationId xmlns:a16="http://schemas.microsoft.com/office/drawing/2014/main" id="{258508D8-F146-D678-EB4E-39F381063D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365" y="1892043"/>
              <a:ext cx="391110" cy="391110"/>
            </a:xfrm>
            <a:prstGeom prst="rect">
              <a:avLst/>
            </a:prstGeom>
          </p:spPr>
        </p:pic>
        <p:pic>
          <p:nvPicPr>
            <p:cNvPr id="119" name="Picture 118">
              <a:extLst>
                <a:ext uri="{FF2B5EF4-FFF2-40B4-BE49-F238E27FC236}">
                  <a16:creationId xmlns:a16="http://schemas.microsoft.com/office/drawing/2014/main" id="{52BCB3DD-326F-E379-61E5-825D95BEC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03630" y="1892043"/>
              <a:ext cx="391110" cy="391110"/>
            </a:xfrm>
            <a:prstGeom prst="rect">
              <a:avLst/>
            </a:prstGeom>
          </p:spPr>
        </p:pic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E0637028-E124-08D4-6725-E904699DFF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2239" y="1902203"/>
              <a:ext cx="391110" cy="391110"/>
            </a:xfrm>
            <a:prstGeom prst="rect">
              <a:avLst/>
            </a:prstGeom>
          </p:spPr>
        </p:pic>
        <p:pic>
          <p:nvPicPr>
            <p:cNvPr id="121" name="Picture 120">
              <a:extLst>
                <a:ext uri="{FF2B5EF4-FFF2-40B4-BE49-F238E27FC236}">
                  <a16:creationId xmlns:a16="http://schemas.microsoft.com/office/drawing/2014/main" id="{DF66420D-E634-37A2-E19E-8DCCB72057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02557" y="1881883"/>
              <a:ext cx="391110" cy="391110"/>
            </a:xfrm>
            <a:prstGeom prst="rect">
              <a:avLst/>
            </a:prstGeom>
          </p:spPr>
        </p:pic>
        <p:pic>
          <p:nvPicPr>
            <p:cNvPr id="122" name="Picture 121">
              <a:extLst>
                <a:ext uri="{FF2B5EF4-FFF2-40B4-BE49-F238E27FC236}">
                  <a16:creationId xmlns:a16="http://schemas.microsoft.com/office/drawing/2014/main" id="{75C68E1E-B005-135B-5199-02E0A278DA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2596" y="1881883"/>
              <a:ext cx="391110" cy="391110"/>
            </a:xfrm>
            <a:prstGeom prst="rect">
              <a:avLst/>
            </a:prstGeom>
          </p:spPr>
        </p:pic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6C8864FB-D17F-9E23-FFD5-42DE94E49C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3706" y="1881883"/>
              <a:ext cx="391110" cy="391110"/>
            </a:xfrm>
            <a:prstGeom prst="rect">
              <a:avLst/>
            </a:prstGeom>
          </p:spPr>
        </p:pic>
        <p:pic>
          <p:nvPicPr>
            <p:cNvPr id="124" name="Picture 123">
              <a:extLst>
                <a:ext uri="{FF2B5EF4-FFF2-40B4-BE49-F238E27FC236}">
                  <a16:creationId xmlns:a16="http://schemas.microsoft.com/office/drawing/2014/main" id="{C6CE36D2-464A-3537-C524-B3D4793D40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31971" y="1881883"/>
              <a:ext cx="391110" cy="391110"/>
            </a:xfrm>
            <a:prstGeom prst="rect">
              <a:avLst/>
            </a:prstGeom>
          </p:spPr>
        </p:pic>
        <p:pic>
          <p:nvPicPr>
            <p:cNvPr id="125" name="Picture 124">
              <a:extLst>
                <a:ext uri="{FF2B5EF4-FFF2-40B4-BE49-F238E27FC236}">
                  <a16:creationId xmlns:a16="http://schemas.microsoft.com/office/drawing/2014/main" id="{B68A2956-1AC7-C04A-E77B-552F677782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20580" y="1892043"/>
              <a:ext cx="391110" cy="391110"/>
            </a:xfrm>
            <a:prstGeom prst="rect">
              <a:avLst/>
            </a:prstGeom>
          </p:spPr>
        </p:pic>
        <p:pic>
          <p:nvPicPr>
            <p:cNvPr id="126" name="Picture 125">
              <a:extLst>
                <a:ext uri="{FF2B5EF4-FFF2-40B4-BE49-F238E27FC236}">
                  <a16:creationId xmlns:a16="http://schemas.microsoft.com/office/drawing/2014/main" id="{05E8CBC8-A6D3-40FC-85E1-E63FC41374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0146" y="2356774"/>
              <a:ext cx="391110" cy="391110"/>
            </a:xfrm>
            <a:prstGeom prst="rect">
              <a:avLst/>
            </a:prstGeom>
          </p:spPr>
        </p:pic>
        <p:pic>
          <p:nvPicPr>
            <p:cNvPr id="127" name="Picture 126">
              <a:extLst>
                <a:ext uri="{FF2B5EF4-FFF2-40B4-BE49-F238E27FC236}">
                  <a16:creationId xmlns:a16="http://schemas.microsoft.com/office/drawing/2014/main" id="{3F03F75B-AF1B-B873-8303-66AA5CD7B7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0185" y="2356774"/>
              <a:ext cx="391110" cy="391110"/>
            </a:xfrm>
            <a:prstGeom prst="rect">
              <a:avLst/>
            </a:prstGeom>
          </p:spPr>
        </p:pic>
        <p:pic>
          <p:nvPicPr>
            <p:cNvPr id="128" name="Picture 127">
              <a:extLst>
                <a:ext uri="{FF2B5EF4-FFF2-40B4-BE49-F238E27FC236}">
                  <a16:creationId xmlns:a16="http://schemas.microsoft.com/office/drawing/2014/main" id="{E478575C-038C-593D-B435-FA38502114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1295" y="2356774"/>
              <a:ext cx="391110" cy="391110"/>
            </a:xfrm>
            <a:prstGeom prst="rect">
              <a:avLst/>
            </a:prstGeom>
          </p:spPr>
        </p:pic>
        <p:pic>
          <p:nvPicPr>
            <p:cNvPr id="129" name="Picture 128">
              <a:extLst>
                <a:ext uri="{FF2B5EF4-FFF2-40B4-BE49-F238E27FC236}">
                  <a16:creationId xmlns:a16="http://schemas.microsoft.com/office/drawing/2014/main" id="{38BC544B-DF6A-BC7B-69E5-E693D3D522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39560" y="2356774"/>
              <a:ext cx="391110" cy="391110"/>
            </a:xfrm>
            <a:prstGeom prst="rect">
              <a:avLst/>
            </a:prstGeom>
          </p:spPr>
        </p:pic>
        <p:pic>
          <p:nvPicPr>
            <p:cNvPr id="130" name="Picture 129">
              <a:extLst>
                <a:ext uri="{FF2B5EF4-FFF2-40B4-BE49-F238E27FC236}">
                  <a16:creationId xmlns:a16="http://schemas.microsoft.com/office/drawing/2014/main" id="{EF2A90B7-BC9F-D64D-0823-6D6D94317B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28169" y="2366934"/>
              <a:ext cx="391110" cy="391110"/>
            </a:xfrm>
            <a:prstGeom prst="rect">
              <a:avLst/>
            </a:prstGeom>
          </p:spPr>
        </p:pic>
        <p:pic>
          <p:nvPicPr>
            <p:cNvPr id="131" name="Picture 130">
              <a:extLst>
                <a:ext uri="{FF2B5EF4-FFF2-40B4-BE49-F238E27FC236}">
                  <a16:creationId xmlns:a16="http://schemas.microsoft.com/office/drawing/2014/main" id="{41A5A231-AFE1-FB40-D5BB-26CF9D5FA9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38487" y="2346614"/>
              <a:ext cx="391110" cy="391110"/>
            </a:xfrm>
            <a:prstGeom prst="rect">
              <a:avLst/>
            </a:prstGeom>
          </p:spPr>
        </p:pic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AF70AC91-1DAA-CA1E-B50C-10755B634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18526" y="2346614"/>
              <a:ext cx="391110" cy="391110"/>
            </a:xfrm>
            <a:prstGeom prst="rect">
              <a:avLst/>
            </a:prstGeom>
          </p:spPr>
        </p:pic>
        <p:pic>
          <p:nvPicPr>
            <p:cNvPr id="133" name="Picture 132">
              <a:extLst>
                <a:ext uri="{FF2B5EF4-FFF2-40B4-BE49-F238E27FC236}">
                  <a16:creationId xmlns:a16="http://schemas.microsoft.com/office/drawing/2014/main" id="{9DE18DE3-F844-B320-6CE4-7FAAA5A50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09636" y="2346614"/>
              <a:ext cx="391110" cy="391110"/>
            </a:xfrm>
            <a:prstGeom prst="rect">
              <a:avLst/>
            </a:prstGeom>
          </p:spPr>
        </p:pic>
        <p:pic>
          <p:nvPicPr>
            <p:cNvPr id="134" name="Picture 133">
              <a:extLst>
                <a:ext uri="{FF2B5EF4-FFF2-40B4-BE49-F238E27FC236}">
                  <a16:creationId xmlns:a16="http://schemas.microsoft.com/office/drawing/2014/main" id="{80E6C2D0-6742-A4FD-2116-526E267BBB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67901" y="2346614"/>
              <a:ext cx="391110" cy="391110"/>
            </a:xfrm>
            <a:prstGeom prst="rect">
              <a:avLst/>
            </a:prstGeom>
          </p:spPr>
        </p:pic>
        <p:pic>
          <p:nvPicPr>
            <p:cNvPr id="135" name="Picture 134">
              <a:extLst>
                <a:ext uri="{FF2B5EF4-FFF2-40B4-BE49-F238E27FC236}">
                  <a16:creationId xmlns:a16="http://schemas.microsoft.com/office/drawing/2014/main" id="{579F1DE0-5250-9A7E-4633-EAD798436B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6510" y="2356774"/>
              <a:ext cx="391110" cy="391110"/>
            </a:xfrm>
            <a:prstGeom prst="rect">
              <a:avLst/>
            </a:prstGeom>
          </p:spPr>
        </p:pic>
        <p:pic>
          <p:nvPicPr>
            <p:cNvPr id="136" name="Picture 135">
              <a:extLst>
                <a:ext uri="{FF2B5EF4-FFF2-40B4-BE49-F238E27FC236}">
                  <a16:creationId xmlns:a16="http://schemas.microsoft.com/office/drawing/2014/main" id="{7AFE82C7-84F9-3BA2-B43D-3B3228CB1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4216" y="2808844"/>
              <a:ext cx="391110" cy="391110"/>
            </a:xfrm>
            <a:prstGeom prst="rect">
              <a:avLst/>
            </a:prstGeom>
          </p:spPr>
        </p:pic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76873B39-BD86-17D0-057B-23AEAEDE54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4255" y="2808844"/>
              <a:ext cx="391110" cy="391110"/>
            </a:xfrm>
            <a:prstGeom prst="rect">
              <a:avLst/>
            </a:prstGeom>
          </p:spPr>
        </p:pic>
        <p:pic>
          <p:nvPicPr>
            <p:cNvPr id="138" name="Picture 137">
              <a:extLst>
                <a:ext uri="{FF2B5EF4-FFF2-40B4-BE49-F238E27FC236}">
                  <a16:creationId xmlns:a16="http://schemas.microsoft.com/office/drawing/2014/main" id="{79AEEC46-B1D0-A6D7-499D-9D8CE2E78E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365" y="2808844"/>
              <a:ext cx="391110" cy="391110"/>
            </a:xfrm>
            <a:prstGeom prst="rect">
              <a:avLst/>
            </a:prstGeom>
          </p:spPr>
        </p:pic>
        <p:pic>
          <p:nvPicPr>
            <p:cNvPr id="139" name="Picture 138">
              <a:extLst>
                <a:ext uri="{FF2B5EF4-FFF2-40B4-BE49-F238E27FC236}">
                  <a16:creationId xmlns:a16="http://schemas.microsoft.com/office/drawing/2014/main" id="{AB6345A8-40C4-BD94-D3C6-E9E960476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03630" y="2808844"/>
              <a:ext cx="391110" cy="391110"/>
            </a:xfrm>
            <a:prstGeom prst="rect">
              <a:avLst/>
            </a:prstGeom>
          </p:spPr>
        </p:pic>
        <p:pic>
          <p:nvPicPr>
            <p:cNvPr id="140" name="Picture 139">
              <a:extLst>
                <a:ext uri="{FF2B5EF4-FFF2-40B4-BE49-F238E27FC236}">
                  <a16:creationId xmlns:a16="http://schemas.microsoft.com/office/drawing/2014/main" id="{EB0F3E7D-34C0-DC58-B57A-E90054C614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2239" y="2819004"/>
              <a:ext cx="391110" cy="391110"/>
            </a:xfrm>
            <a:prstGeom prst="rect">
              <a:avLst/>
            </a:prstGeom>
          </p:spPr>
        </p:pic>
        <p:pic>
          <p:nvPicPr>
            <p:cNvPr id="141" name="Picture 140">
              <a:extLst>
                <a:ext uri="{FF2B5EF4-FFF2-40B4-BE49-F238E27FC236}">
                  <a16:creationId xmlns:a16="http://schemas.microsoft.com/office/drawing/2014/main" id="{9D8D8335-FC03-28B8-E24E-B7E827C129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02557" y="2798684"/>
              <a:ext cx="391110" cy="391110"/>
            </a:xfrm>
            <a:prstGeom prst="rect">
              <a:avLst/>
            </a:prstGeom>
          </p:spPr>
        </p:pic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A4789555-79DD-B8D2-708D-EC526AD0E1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2596" y="2798684"/>
              <a:ext cx="391110" cy="391110"/>
            </a:xfrm>
            <a:prstGeom prst="rect">
              <a:avLst/>
            </a:prstGeom>
          </p:spPr>
        </p:pic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813D9FF6-D85E-A6BE-59AE-0A4E8D94D4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3706" y="2798684"/>
              <a:ext cx="391110" cy="391110"/>
            </a:xfrm>
            <a:prstGeom prst="rect">
              <a:avLst/>
            </a:prstGeom>
          </p:spPr>
        </p:pic>
        <p:pic>
          <p:nvPicPr>
            <p:cNvPr id="144" name="Picture 143">
              <a:extLst>
                <a:ext uri="{FF2B5EF4-FFF2-40B4-BE49-F238E27FC236}">
                  <a16:creationId xmlns:a16="http://schemas.microsoft.com/office/drawing/2014/main" id="{D6A73439-1DA9-3F09-6A34-BF04325220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31971" y="2798684"/>
              <a:ext cx="391110" cy="391110"/>
            </a:xfrm>
            <a:prstGeom prst="rect">
              <a:avLst/>
            </a:prstGeom>
          </p:spPr>
        </p:pic>
        <p:pic>
          <p:nvPicPr>
            <p:cNvPr id="145" name="Picture 144">
              <a:extLst>
                <a:ext uri="{FF2B5EF4-FFF2-40B4-BE49-F238E27FC236}">
                  <a16:creationId xmlns:a16="http://schemas.microsoft.com/office/drawing/2014/main" id="{B699EBF7-D6CC-B79A-72B6-AE009F18FE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20580" y="2808844"/>
              <a:ext cx="391110" cy="391110"/>
            </a:xfrm>
            <a:prstGeom prst="rect">
              <a:avLst/>
            </a:prstGeom>
          </p:spPr>
        </p:pic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5CC30FA-666F-2B93-45C3-1D5A1B6D2B57}"/>
              </a:ext>
            </a:extLst>
          </p:cNvPr>
          <p:cNvGrpSpPr/>
          <p:nvPr/>
        </p:nvGrpSpPr>
        <p:grpSpPr>
          <a:xfrm>
            <a:off x="2470635" y="2432941"/>
            <a:ext cx="2318173" cy="2092299"/>
            <a:chOff x="779369" y="5318055"/>
            <a:chExt cx="2084022" cy="1977247"/>
          </a:xfrm>
        </p:grpSpPr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A89CB2C3-FB54-742E-AD56-21C190B0F3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9369" y="5501162"/>
              <a:ext cx="1794140" cy="1794140"/>
            </a:xfrm>
            <a:prstGeom prst="rect">
              <a:avLst/>
            </a:prstGeom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332DAF4-9EFC-7CB4-2BE5-8607FE437038}"/>
                </a:ext>
              </a:extLst>
            </p:cNvPr>
            <p:cNvSpPr txBox="1"/>
            <p:nvPr/>
          </p:nvSpPr>
          <p:spPr>
            <a:xfrm rot="20724655">
              <a:off x="1611356" y="5318055"/>
              <a:ext cx="125203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dirty="0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rgbClr val="FF0000"/>
                  </a:solidFill>
                  <a:latin typeface="Berlin Sans FB" panose="020E0602020502020306" pitchFamily="34" charset="0"/>
                </a:rPr>
                <a:t>???</a:t>
              </a:r>
            </a:p>
          </p:txBody>
        </p:sp>
      </p:grpSp>
      <p:sp>
        <p:nvSpPr>
          <p:cNvPr id="146" name="TextBox 145">
            <a:extLst>
              <a:ext uri="{FF2B5EF4-FFF2-40B4-BE49-F238E27FC236}">
                <a16:creationId xmlns:a16="http://schemas.microsoft.com/office/drawing/2014/main" id="{58563BD5-E672-24E4-280E-4FFD465B078C}"/>
              </a:ext>
            </a:extLst>
          </p:cNvPr>
          <p:cNvSpPr txBox="1"/>
          <p:nvPr/>
        </p:nvSpPr>
        <p:spPr>
          <a:xfrm rot="1454155">
            <a:off x="3629722" y="1538694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highlight>
                  <a:srgbClr val="FFFF00"/>
                </a:highlight>
                <a:latin typeface="Berlin Sans FB" panose="020E0602020502020306" pitchFamily="34" charset="0"/>
              </a:rPr>
              <a:t>Keep data safe ???  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5D33A57B-4CE3-29DE-61C6-EC909EADE1E0}"/>
              </a:ext>
            </a:extLst>
          </p:cNvPr>
          <p:cNvSpPr txBox="1"/>
          <p:nvPr/>
        </p:nvSpPr>
        <p:spPr>
          <a:xfrm>
            <a:off x="1758349" y="2161359"/>
            <a:ext cx="16706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highlight>
                  <a:srgbClr val="FFFF00"/>
                </a:highlight>
                <a:latin typeface="Berlin Sans FB" panose="020E0602020502020306" pitchFamily="34" charset="0"/>
              </a:rPr>
              <a:t>Highest salary ???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1AA53BC9-9DE0-6AA9-C38A-1C62EBEFAD22}"/>
              </a:ext>
            </a:extLst>
          </p:cNvPr>
          <p:cNvSpPr txBox="1"/>
          <p:nvPr/>
        </p:nvSpPr>
        <p:spPr>
          <a:xfrm rot="20831480">
            <a:off x="3947466" y="3352120"/>
            <a:ext cx="23952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highlight>
                  <a:srgbClr val="FFFF00"/>
                </a:highlight>
                <a:latin typeface="Berlin Sans FB" panose="020E0602020502020306" pitchFamily="34" charset="0"/>
              </a:rPr>
              <a:t>Most frequently Absent???</a:t>
            </a:r>
          </a:p>
        </p:txBody>
      </p: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489CD70A-BFF3-F4B0-FB8A-C2160ACE5C3F}"/>
              </a:ext>
            </a:extLst>
          </p:cNvPr>
          <p:cNvGrpSpPr/>
          <p:nvPr/>
        </p:nvGrpSpPr>
        <p:grpSpPr>
          <a:xfrm>
            <a:off x="1489426" y="6802165"/>
            <a:ext cx="3879145" cy="3532623"/>
            <a:chOff x="1600891" y="1788205"/>
            <a:chExt cx="3879145" cy="3532623"/>
          </a:xfrm>
        </p:grpSpPr>
        <p:grpSp>
          <p:nvGrpSpPr>
            <p:cNvPr id="198" name="Group 197">
              <a:extLst>
                <a:ext uri="{FF2B5EF4-FFF2-40B4-BE49-F238E27FC236}">
                  <a16:creationId xmlns:a16="http://schemas.microsoft.com/office/drawing/2014/main" id="{54EAF967-62FC-5F79-7B32-2FCAAC654697}"/>
                </a:ext>
              </a:extLst>
            </p:cNvPr>
            <p:cNvGrpSpPr/>
            <p:nvPr/>
          </p:nvGrpSpPr>
          <p:grpSpPr>
            <a:xfrm>
              <a:off x="1606632" y="3571007"/>
              <a:ext cx="3873404" cy="1749821"/>
              <a:chOff x="374216" y="1460293"/>
              <a:chExt cx="3873404" cy="1749821"/>
            </a:xfrm>
          </p:grpSpPr>
          <p:pic>
            <p:nvPicPr>
              <p:cNvPr id="199" name="Picture 198">
                <a:extLst>
                  <a:ext uri="{FF2B5EF4-FFF2-40B4-BE49-F238E27FC236}">
                    <a16:creationId xmlns:a16="http://schemas.microsoft.com/office/drawing/2014/main" id="{120E601B-DEE8-30DD-9215-375FFE8773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4216" y="1470453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00" name="Picture 199">
                <a:extLst>
                  <a:ext uri="{FF2B5EF4-FFF2-40B4-BE49-F238E27FC236}">
                    <a16:creationId xmlns:a16="http://schemas.microsoft.com/office/drawing/2014/main" id="{9BAFA148-CDCF-196B-3BA1-2A14738129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54255" y="1470453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01" name="Picture 200">
                <a:extLst>
                  <a:ext uri="{FF2B5EF4-FFF2-40B4-BE49-F238E27FC236}">
                    <a16:creationId xmlns:a16="http://schemas.microsoft.com/office/drawing/2014/main" id="{F6DB3CF4-1096-15CC-3087-294CAFC9C7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45365" y="1470453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02" name="Picture 201">
                <a:extLst>
                  <a:ext uri="{FF2B5EF4-FFF2-40B4-BE49-F238E27FC236}">
                    <a16:creationId xmlns:a16="http://schemas.microsoft.com/office/drawing/2014/main" id="{9C6DB435-65C0-DDAC-D2D4-0DF52AB9C4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03630" y="1470453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03" name="Picture 202">
                <a:extLst>
                  <a:ext uri="{FF2B5EF4-FFF2-40B4-BE49-F238E27FC236}">
                    <a16:creationId xmlns:a16="http://schemas.microsoft.com/office/drawing/2014/main" id="{08A4DA29-08BD-7AAA-8C2F-6F04F91ACC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92239" y="1480613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04" name="Picture 203">
                <a:extLst>
                  <a:ext uri="{FF2B5EF4-FFF2-40B4-BE49-F238E27FC236}">
                    <a16:creationId xmlns:a16="http://schemas.microsoft.com/office/drawing/2014/main" id="{C7E92902-5D95-FC68-3DF9-32FB4F3C84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02557" y="1460293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05" name="Picture 204">
                <a:extLst>
                  <a:ext uri="{FF2B5EF4-FFF2-40B4-BE49-F238E27FC236}">
                    <a16:creationId xmlns:a16="http://schemas.microsoft.com/office/drawing/2014/main" id="{F0F75360-9019-C412-5B61-ED2C846B6B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82596" y="1460293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06" name="Picture 205">
                <a:extLst>
                  <a:ext uri="{FF2B5EF4-FFF2-40B4-BE49-F238E27FC236}">
                    <a16:creationId xmlns:a16="http://schemas.microsoft.com/office/drawing/2014/main" id="{F08B09A7-7918-2627-293F-1FF93E1637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73706" y="1460293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07" name="Picture 206">
                <a:extLst>
                  <a:ext uri="{FF2B5EF4-FFF2-40B4-BE49-F238E27FC236}">
                    <a16:creationId xmlns:a16="http://schemas.microsoft.com/office/drawing/2014/main" id="{E244C84B-6D6C-E497-65F0-5BC50298F6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31971" y="1460293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08" name="Picture 207">
                <a:extLst>
                  <a:ext uri="{FF2B5EF4-FFF2-40B4-BE49-F238E27FC236}">
                    <a16:creationId xmlns:a16="http://schemas.microsoft.com/office/drawing/2014/main" id="{9B522FC2-2111-D3C9-8D4B-400FF5BDA5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20580" y="1470453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09" name="Picture 208">
                <a:extLst>
                  <a:ext uri="{FF2B5EF4-FFF2-40B4-BE49-F238E27FC236}">
                    <a16:creationId xmlns:a16="http://schemas.microsoft.com/office/drawing/2014/main" id="{61DB6A5C-9F55-D1B9-9625-709717B13D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4216" y="1892043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10" name="Picture 209">
                <a:extLst>
                  <a:ext uri="{FF2B5EF4-FFF2-40B4-BE49-F238E27FC236}">
                    <a16:creationId xmlns:a16="http://schemas.microsoft.com/office/drawing/2014/main" id="{DF06C97E-8365-FC9D-250D-9A6D8C02B6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54255" y="1892043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11" name="Picture 210">
                <a:extLst>
                  <a:ext uri="{FF2B5EF4-FFF2-40B4-BE49-F238E27FC236}">
                    <a16:creationId xmlns:a16="http://schemas.microsoft.com/office/drawing/2014/main" id="{00761F43-74C6-F5FC-69F4-69F7A33A96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45365" y="1892043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12" name="Picture 211">
                <a:extLst>
                  <a:ext uri="{FF2B5EF4-FFF2-40B4-BE49-F238E27FC236}">
                    <a16:creationId xmlns:a16="http://schemas.microsoft.com/office/drawing/2014/main" id="{407C64D4-FBC4-67DC-2DFC-3DAFFBD4ED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03630" y="1892043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13" name="Picture 212">
                <a:extLst>
                  <a:ext uri="{FF2B5EF4-FFF2-40B4-BE49-F238E27FC236}">
                    <a16:creationId xmlns:a16="http://schemas.microsoft.com/office/drawing/2014/main" id="{DE5059A5-A75B-7706-FC52-B94AADC2B1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92239" y="1902203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14" name="Picture 213">
                <a:extLst>
                  <a:ext uri="{FF2B5EF4-FFF2-40B4-BE49-F238E27FC236}">
                    <a16:creationId xmlns:a16="http://schemas.microsoft.com/office/drawing/2014/main" id="{8ECF7C4D-E334-DE9E-EC5D-14BDF3C66F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02557" y="1881883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15" name="Picture 214">
                <a:extLst>
                  <a:ext uri="{FF2B5EF4-FFF2-40B4-BE49-F238E27FC236}">
                    <a16:creationId xmlns:a16="http://schemas.microsoft.com/office/drawing/2014/main" id="{44308146-4DBE-827A-2B1C-FAC54CEDD0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82596" y="1881883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16" name="Picture 215">
                <a:extLst>
                  <a:ext uri="{FF2B5EF4-FFF2-40B4-BE49-F238E27FC236}">
                    <a16:creationId xmlns:a16="http://schemas.microsoft.com/office/drawing/2014/main" id="{66475010-85B0-0C84-3644-C215B10476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73706" y="1881883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17" name="Picture 216">
                <a:extLst>
                  <a:ext uri="{FF2B5EF4-FFF2-40B4-BE49-F238E27FC236}">
                    <a16:creationId xmlns:a16="http://schemas.microsoft.com/office/drawing/2014/main" id="{4BFB30A3-1892-E5B1-BC84-FB2EAA7D17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31971" y="1881883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18" name="Picture 217">
                <a:extLst>
                  <a:ext uri="{FF2B5EF4-FFF2-40B4-BE49-F238E27FC236}">
                    <a16:creationId xmlns:a16="http://schemas.microsoft.com/office/drawing/2014/main" id="{37DF6D59-B7E0-30A5-78BB-60D77B241E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20580" y="1892043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19" name="Picture 218">
                <a:extLst>
                  <a:ext uri="{FF2B5EF4-FFF2-40B4-BE49-F238E27FC236}">
                    <a16:creationId xmlns:a16="http://schemas.microsoft.com/office/drawing/2014/main" id="{BE7D701D-1AAE-D267-0F42-790B8DEA78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0146" y="2356774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20" name="Picture 219">
                <a:extLst>
                  <a:ext uri="{FF2B5EF4-FFF2-40B4-BE49-F238E27FC236}">
                    <a16:creationId xmlns:a16="http://schemas.microsoft.com/office/drawing/2014/main" id="{54FBF097-B3FE-0592-6078-9AA5D7196E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0185" y="2356774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21" name="Picture 220">
                <a:extLst>
                  <a:ext uri="{FF2B5EF4-FFF2-40B4-BE49-F238E27FC236}">
                    <a16:creationId xmlns:a16="http://schemas.microsoft.com/office/drawing/2014/main" id="{871D0ECD-DB7F-4726-A118-3CFF2B8202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81295" y="2356774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22" name="Picture 221">
                <a:extLst>
                  <a:ext uri="{FF2B5EF4-FFF2-40B4-BE49-F238E27FC236}">
                    <a16:creationId xmlns:a16="http://schemas.microsoft.com/office/drawing/2014/main" id="{79239DB9-4594-7180-E6A5-C30ECB79FD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39560" y="2356774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23" name="Picture 222">
                <a:extLst>
                  <a:ext uri="{FF2B5EF4-FFF2-40B4-BE49-F238E27FC236}">
                    <a16:creationId xmlns:a16="http://schemas.microsoft.com/office/drawing/2014/main" id="{79F659D6-722B-8C93-AEB6-D21D381CDB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28169" y="2366934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24" name="Picture 223">
                <a:extLst>
                  <a:ext uri="{FF2B5EF4-FFF2-40B4-BE49-F238E27FC236}">
                    <a16:creationId xmlns:a16="http://schemas.microsoft.com/office/drawing/2014/main" id="{5AD8EC12-EABD-5B3A-8C16-3D037A91E4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38487" y="2346614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25" name="Picture 224">
                <a:extLst>
                  <a:ext uri="{FF2B5EF4-FFF2-40B4-BE49-F238E27FC236}">
                    <a16:creationId xmlns:a16="http://schemas.microsoft.com/office/drawing/2014/main" id="{DA08DC37-7372-F45C-CC37-02D6811AD0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18526" y="2346614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26" name="Picture 225">
                <a:extLst>
                  <a:ext uri="{FF2B5EF4-FFF2-40B4-BE49-F238E27FC236}">
                    <a16:creationId xmlns:a16="http://schemas.microsoft.com/office/drawing/2014/main" id="{2806C99E-6063-80B7-EBD4-3EF3E2E092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09636" y="2346614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27" name="Picture 226">
                <a:extLst>
                  <a:ext uri="{FF2B5EF4-FFF2-40B4-BE49-F238E27FC236}">
                    <a16:creationId xmlns:a16="http://schemas.microsoft.com/office/drawing/2014/main" id="{35E4A33C-9C26-2982-5A85-C55F9B4FDE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67901" y="2346614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28" name="Picture 227">
                <a:extLst>
                  <a:ext uri="{FF2B5EF4-FFF2-40B4-BE49-F238E27FC236}">
                    <a16:creationId xmlns:a16="http://schemas.microsoft.com/office/drawing/2014/main" id="{65BE347A-2549-2B7E-45D2-D429A6B167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56510" y="2356774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29" name="Picture 228">
                <a:extLst>
                  <a:ext uri="{FF2B5EF4-FFF2-40B4-BE49-F238E27FC236}">
                    <a16:creationId xmlns:a16="http://schemas.microsoft.com/office/drawing/2014/main" id="{AECCAE6C-CE5B-CA5A-93ED-2340BA2B2D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4216" y="2808844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30" name="Picture 229">
                <a:extLst>
                  <a:ext uri="{FF2B5EF4-FFF2-40B4-BE49-F238E27FC236}">
                    <a16:creationId xmlns:a16="http://schemas.microsoft.com/office/drawing/2014/main" id="{AF94616C-F349-CB7C-5695-E89477A1D0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54255" y="2808844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31" name="Picture 230">
                <a:extLst>
                  <a:ext uri="{FF2B5EF4-FFF2-40B4-BE49-F238E27FC236}">
                    <a16:creationId xmlns:a16="http://schemas.microsoft.com/office/drawing/2014/main" id="{7EA31A70-03D4-9253-DA5C-E29CF78629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45365" y="2808844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32" name="Picture 231">
                <a:extLst>
                  <a:ext uri="{FF2B5EF4-FFF2-40B4-BE49-F238E27FC236}">
                    <a16:creationId xmlns:a16="http://schemas.microsoft.com/office/drawing/2014/main" id="{0191E816-8D44-6A3E-7F69-A7A7CDA1CA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03630" y="2808844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33" name="Picture 232">
                <a:extLst>
                  <a:ext uri="{FF2B5EF4-FFF2-40B4-BE49-F238E27FC236}">
                    <a16:creationId xmlns:a16="http://schemas.microsoft.com/office/drawing/2014/main" id="{84D406E4-49A6-90E1-15F1-85C0E6462A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92239" y="2819004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34" name="Picture 233">
                <a:extLst>
                  <a:ext uri="{FF2B5EF4-FFF2-40B4-BE49-F238E27FC236}">
                    <a16:creationId xmlns:a16="http://schemas.microsoft.com/office/drawing/2014/main" id="{EC296AF4-7DE4-1B41-A722-D5BF280127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02557" y="2798684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35" name="Picture 234">
                <a:extLst>
                  <a:ext uri="{FF2B5EF4-FFF2-40B4-BE49-F238E27FC236}">
                    <a16:creationId xmlns:a16="http://schemas.microsoft.com/office/drawing/2014/main" id="{BD929C49-514F-E50B-B127-B660C49822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82596" y="2798684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36" name="Picture 235">
                <a:extLst>
                  <a:ext uri="{FF2B5EF4-FFF2-40B4-BE49-F238E27FC236}">
                    <a16:creationId xmlns:a16="http://schemas.microsoft.com/office/drawing/2014/main" id="{2460E371-4CFC-B476-EBD1-112A3A5291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73706" y="2798684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37" name="Picture 236">
                <a:extLst>
                  <a:ext uri="{FF2B5EF4-FFF2-40B4-BE49-F238E27FC236}">
                    <a16:creationId xmlns:a16="http://schemas.microsoft.com/office/drawing/2014/main" id="{16A770F5-FB2B-D6D3-2972-8A37976E07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31971" y="2798684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38" name="Picture 237">
                <a:extLst>
                  <a:ext uri="{FF2B5EF4-FFF2-40B4-BE49-F238E27FC236}">
                    <a16:creationId xmlns:a16="http://schemas.microsoft.com/office/drawing/2014/main" id="{5B32C8D9-82FC-CD64-1438-CB86216106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20580" y="2808844"/>
                <a:ext cx="391110" cy="391110"/>
              </a:xfrm>
              <a:prstGeom prst="rect">
                <a:avLst/>
              </a:prstGeom>
            </p:spPr>
          </p:pic>
        </p:grpSp>
        <p:grpSp>
          <p:nvGrpSpPr>
            <p:cNvPr id="239" name="Group 238">
              <a:extLst>
                <a:ext uri="{FF2B5EF4-FFF2-40B4-BE49-F238E27FC236}">
                  <a16:creationId xmlns:a16="http://schemas.microsoft.com/office/drawing/2014/main" id="{F4E8B47B-7D31-4D32-35DE-682661F107AC}"/>
                </a:ext>
              </a:extLst>
            </p:cNvPr>
            <p:cNvGrpSpPr/>
            <p:nvPr/>
          </p:nvGrpSpPr>
          <p:grpSpPr>
            <a:xfrm>
              <a:off x="1600891" y="1788205"/>
              <a:ext cx="3873404" cy="1749821"/>
              <a:chOff x="374216" y="1460293"/>
              <a:chExt cx="3873404" cy="1749821"/>
            </a:xfrm>
          </p:grpSpPr>
          <p:pic>
            <p:nvPicPr>
              <p:cNvPr id="240" name="Picture 239">
                <a:extLst>
                  <a:ext uri="{FF2B5EF4-FFF2-40B4-BE49-F238E27FC236}">
                    <a16:creationId xmlns:a16="http://schemas.microsoft.com/office/drawing/2014/main" id="{73CDF762-EFD6-B631-7F49-775B009D66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4216" y="1470453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41" name="Picture 240">
                <a:extLst>
                  <a:ext uri="{FF2B5EF4-FFF2-40B4-BE49-F238E27FC236}">
                    <a16:creationId xmlns:a16="http://schemas.microsoft.com/office/drawing/2014/main" id="{CE8C1796-EF40-160B-FD76-FB9503B789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54255" y="1470453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42" name="Picture 241">
                <a:extLst>
                  <a:ext uri="{FF2B5EF4-FFF2-40B4-BE49-F238E27FC236}">
                    <a16:creationId xmlns:a16="http://schemas.microsoft.com/office/drawing/2014/main" id="{786C942C-AD42-544B-CBD0-45002E10E3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45365" y="1470453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43" name="Picture 242">
                <a:extLst>
                  <a:ext uri="{FF2B5EF4-FFF2-40B4-BE49-F238E27FC236}">
                    <a16:creationId xmlns:a16="http://schemas.microsoft.com/office/drawing/2014/main" id="{2971207A-2340-EC8C-8295-E65C550D8F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03630" y="1470453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44" name="Picture 243">
                <a:extLst>
                  <a:ext uri="{FF2B5EF4-FFF2-40B4-BE49-F238E27FC236}">
                    <a16:creationId xmlns:a16="http://schemas.microsoft.com/office/drawing/2014/main" id="{8EF47856-1047-61B2-2F1E-4DCCF40375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92239" y="1480613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45" name="Picture 244">
                <a:extLst>
                  <a:ext uri="{FF2B5EF4-FFF2-40B4-BE49-F238E27FC236}">
                    <a16:creationId xmlns:a16="http://schemas.microsoft.com/office/drawing/2014/main" id="{9CC26D4C-7EBF-943A-4311-74BB81AB2A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02557" y="1460293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46" name="Picture 245">
                <a:extLst>
                  <a:ext uri="{FF2B5EF4-FFF2-40B4-BE49-F238E27FC236}">
                    <a16:creationId xmlns:a16="http://schemas.microsoft.com/office/drawing/2014/main" id="{8CA91E05-FF46-4727-8E50-328872D65A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82596" y="1460293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47" name="Picture 246">
                <a:extLst>
                  <a:ext uri="{FF2B5EF4-FFF2-40B4-BE49-F238E27FC236}">
                    <a16:creationId xmlns:a16="http://schemas.microsoft.com/office/drawing/2014/main" id="{658B1B96-F38C-2497-35AE-CC051AA667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73706" y="1460293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48" name="Picture 247">
                <a:extLst>
                  <a:ext uri="{FF2B5EF4-FFF2-40B4-BE49-F238E27FC236}">
                    <a16:creationId xmlns:a16="http://schemas.microsoft.com/office/drawing/2014/main" id="{31F71494-20D3-554F-7879-E1AFBE0F55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31971" y="1460293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49" name="Picture 248">
                <a:extLst>
                  <a:ext uri="{FF2B5EF4-FFF2-40B4-BE49-F238E27FC236}">
                    <a16:creationId xmlns:a16="http://schemas.microsoft.com/office/drawing/2014/main" id="{C81B8847-A973-DC60-6AC2-00AAFEC3A8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20580" y="1470453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50" name="Picture 249">
                <a:extLst>
                  <a:ext uri="{FF2B5EF4-FFF2-40B4-BE49-F238E27FC236}">
                    <a16:creationId xmlns:a16="http://schemas.microsoft.com/office/drawing/2014/main" id="{D3012A6E-48E6-1FAF-3106-1CA90C0674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4216" y="1892043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51" name="Picture 250">
                <a:extLst>
                  <a:ext uri="{FF2B5EF4-FFF2-40B4-BE49-F238E27FC236}">
                    <a16:creationId xmlns:a16="http://schemas.microsoft.com/office/drawing/2014/main" id="{3D168DE9-E151-EB32-37C4-DCD0412870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54255" y="1892043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52" name="Picture 251">
                <a:extLst>
                  <a:ext uri="{FF2B5EF4-FFF2-40B4-BE49-F238E27FC236}">
                    <a16:creationId xmlns:a16="http://schemas.microsoft.com/office/drawing/2014/main" id="{59128B61-5F3D-E8A2-65F2-31E5159EE4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45365" y="1892043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53" name="Picture 252">
                <a:extLst>
                  <a:ext uri="{FF2B5EF4-FFF2-40B4-BE49-F238E27FC236}">
                    <a16:creationId xmlns:a16="http://schemas.microsoft.com/office/drawing/2014/main" id="{BD425AFC-BDA6-5BEC-968A-FD0E4A8E11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03630" y="1892043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54" name="Picture 253">
                <a:extLst>
                  <a:ext uri="{FF2B5EF4-FFF2-40B4-BE49-F238E27FC236}">
                    <a16:creationId xmlns:a16="http://schemas.microsoft.com/office/drawing/2014/main" id="{72FDA568-97D9-5FDE-8A07-94941DF409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92239" y="1902203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55" name="Picture 254">
                <a:extLst>
                  <a:ext uri="{FF2B5EF4-FFF2-40B4-BE49-F238E27FC236}">
                    <a16:creationId xmlns:a16="http://schemas.microsoft.com/office/drawing/2014/main" id="{585C7BB0-EB9C-73AC-F016-A7B720AB56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02557" y="1881883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56" name="Picture 255">
                <a:extLst>
                  <a:ext uri="{FF2B5EF4-FFF2-40B4-BE49-F238E27FC236}">
                    <a16:creationId xmlns:a16="http://schemas.microsoft.com/office/drawing/2014/main" id="{27AD13F3-4419-E91E-37B2-44E9C9F50F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82596" y="1881883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57" name="Picture 256">
                <a:extLst>
                  <a:ext uri="{FF2B5EF4-FFF2-40B4-BE49-F238E27FC236}">
                    <a16:creationId xmlns:a16="http://schemas.microsoft.com/office/drawing/2014/main" id="{79FB181E-1FAB-0005-5461-FF4DECD499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73706" y="1881883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58" name="Picture 257">
                <a:extLst>
                  <a:ext uri="{FF2B5EF4-FFF2-40B4-BE49-F238E27FC236}">
                    <a16:creationId xmlns:a16="http://schemas.microsoft.com/office/drawing/2014/main" id="{87F96AD1-4AED-6A7D-2528-0470E6B07E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31971" y="1881883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59" name="Picture 258">
                <a:extLst>
                  <a:ext uri="{FF2B5EF4-FFF2-40B4-BE49-F238E27FC236}">
                    <a16:creationId xmlns:a16="http://schemas.microsoft.com/office/drawing/2014/main" id="{BFCE2AFB-A31C-06BD-2F4C-814AA4E110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20580" y="1892043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60" name="Picture 259">
                <a:extLst>
                  <a:ext uri="{FF2B5EF4-FFF2-40B4-BE49-F238E27FC236}">
                    <a16:creationId xmlns:a16="http://schemas.microsoft.com/office/drawing/2014/main" id="{5C3AD7E1-07EB-EF41-9144-3DAAF34C48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0146" y="2356774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61" name="Picture 260">
                <a:extLst>
                  <a:ext uri="{FF2B5EF4-FFF2-40B4-BE49-F238E27FC236}">
                    <a16:creationId xmlns:a16="http://schemas.microsoft.com/office/drawing/2014/main" id="{587EA2DF-798E-05EF-46FC-CEC293080F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0185" y="2356774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62" name="Picture 261">
                <a:extLst>
                  <a:ext uri="{FF2B5EF4-FFF2-40B4-BE49-F238E27FC236}">
                    <a16:creationId xmlns:a16="http://schemas.microsoft.com/office/drawing/2014/main" id="{5DEC98A4-9CBD-0267-F426-837ABAEFCF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81295" y="2356774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63" name="Picture 262">
                <a:extLst>
                  <a:ext uri="{FF2B5EF4-FFF2-40B4-BE49-F238E27FC236}">
                    <a16:creationId xmlns:a16="http://schemas.microsoft.com/office/drawing/2014/main" id="{7F0A7D03-C2EB-C1D8-C3E8-8BBF4759AB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39560" y="2356774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64" name="Picture 263">
                <a:extLst>
                  <a:ext uri="{FF2B5EF4-FFF2-40B4-BE49-F238E27FC236}">
                    <a16:creationId xmlns:a16="http://schemas.microsoft.com/office/drawing/2014/main" id="{AAEEE94F-D423-D548-89B0-ABA5DA8657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28169" y="2366934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65" name="Picture 264">
                <a:extLst>
                  <a:ext uri="{FF2B5EF4-FFF2-40B4-BE49-F238E27FC236}">
                    <a16:creationId xmlns:a16="http://schemas.microsoft.com/office/drawing/2014/main" id="{FD1402E5-D978-E4D6-B50E-B52AD56928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38487" y="2346614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66" name="Picture 265">
                <a:extLst>
                  <a:ext uri="{FF2B5EF4-FFF2-40B4-BE49-F238E27FC236}">
                    <a16:creationId xmlns:a16="http://schemas.microsoft.com/office/drawing/2014/main" id="{84108519-4326-2A7D-C066-67D28BF9B5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18526" y="2346614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67" name="Picture 266">
                <a:extLst>
                  <a:ext uri="{FF2B5EF4-FFF2-40B4-BE49-F238E27FC236}">
                    <a16:creationId xmlns:a16="http://schemas.microsoft.com/office/drawing/2014/main" id="{0C623F28-47CC-6130-9BB4-FF49724A19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09636" y="2346614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68" name="Picture 267">
                <a:extLst>
                  <a:ext uri="{FF2B5EF4-FFF2-40B4-BE49-F238E27FC236}">
                    <a16:creationId xmlns:a16="http://schemas.microsoft.com/office/drawing/2014/main" id="{0CF0A323-DC0D-6E20-7C1F-07429F8F1B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67901" y="2346614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69" name="Picture 268">
                <a:extLst>
                  <a:ext uri="{FF2B5EF4-FFF2-40B4-BE49-F238E27FC236}">
                    <a16:creationId xmlns:a16="http://schemas.microsoft.com/office/drawing/2014/main" id="{EFD80FF8-FBD3-A5CD-9A64-048B3EE22E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56510" y="2356774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70" name="Picture 269">
                <a:extLst>
                  <a:ext uri="{FF2B5EF4-FFF2-40B4-BE49-F238E27FC236}">
                    <a16:creationId xmlns:a16="http://schemas.microsoft.com/office/drawing/2014/main" id="{6BAFBF4F-DB18-7816-5D1D-0C22596A80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4216" y="2808844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71" name="Picture 270">
                <a:extLst>
                  <a:ext uri="{FF2B5EF4-FFF2-40B4-BE49-F238E27FC236}">
                    <a16:creationId xmlns:a16="http://schemas.microsoft.com/office/drawing/2014/main" id="{70AE838B-62C2-4B1F-4291-374571548D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54255" y="2808844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72" name="Picture 271">
                <a:extLst>
                  <a:ext uri="{FF2B5EF4-FFF2-40B4-BE49-F238E27FC236}">
                    <a16:creationId xmlns:a16="http://schemas.microsoft.com/office/drawing/2014/main" id="{5FF97F2D-12B4-0D5A-464B-61AD7E5A53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45365" y="2808844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73" name="Picture 272">
                <a:extLst>
                  <a:ext uri="{FF2B5EF4-FFF2-40B4-BE49-F238E27FC236}">
                    <a16:creationId xmlns:a16="http://schemas.microsoft.com/office/drawing/2014/main" id="{DA0CC77E-9996-450B-2771-0B012BC11E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03630" y="2808844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74" name="Picture 273">
                <a:extLst>
                  <a:ext uri="{FF2B5EF4-FFF2-40B4-BE49-F238E27FC236}">
                    <a16:creationId xmlns:a16="http://schemas.microsoft.com/office/drawing/2014/main" id="{46E01804-6230-CFFC-EA5A-A2D07FC60A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92239" y="2819004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75" name="Picture 274">
                <a:extLst>
                  <a:ext uri="{FF2B5EF4-FFF2-40B4-BE49-F238E27FC236}">
                    <a16:creationId xmlns:a16="http://schemas.microsoft.com/office/drawing/2014/main" id="{CA4929D5-8895-F141-39B9-23B9BC0F83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02557" y="2798684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76" name="Picture 275">
                <a:extLst>
                  <a:ext uri="{FF2B5EF4-FFF2-40B4-BE49-F238E27FC236}">
                    <a16:creationId xmlns:a16="http://schemas.microsoft.com/office/drawing/2014/main" id="{7BE04A3F-FFA6-2DDB-2961-586E4F28A5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82596" y="2798684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77" name="Picture 276">
                <a:extLst>
                  <a:ext uri="{FF2B5EF4-FFF2-40B4-BE49-F238E27FC236}">
                    <a16:creationId xmlns:a16="http://schemas.microsoft.com/office/drawing/2014/main" id="{618569C7-1F69-D66E-1C9E-3C2B5E0DEB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73706" y="2798684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78" name="Picture 277">
                <a:extLst>
                  <a:ext uri="{FF2B5EF4-FFF2-40B4-BE49-F238E27FC236}">
                    <a16:creationId xmlns:a16="http://schemas.microsoft.com/office/drawing/2014/main" id="{D6E93654-D418-6F65-744D-2D78CD5296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31971" y="2798684"/>
                <a:ext cx="391110" cy="391110"/>
              </a:xfrm>
              <a:prstGeom prst="rect">
                <a:avLst/>
              </a:prstGeom>
            </p:spPr>
          </p:pic>
          <p:pic>
            <p:nvPicPr>
              <p:cNvPr id="279" name="Picture 278">
                <a:extLst>
                  <a:ext uri="{FF2B5EF4-FFF2-40B4-BE49-F238E27FC236}">
                    <a16:creationId xmlns:a16="http://schemas.microsoft.com/office/drawing/2014/main" id="{E53D7A00-C3CA-42BF-F5CE-F767E107AA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20580" y="2808844"/>
                <a:ext cx="391110" cy="391110"/>
              </a:xfrm>
              <a:prstGeom prst="rect">
                <a:avLst/>
              </a:prstGeom>
            </p:spPr>
          </p:pic>
        </p:grpSp>
      </p:grp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F0191038-1ADB-5887-D801-58240369D47A}"/>
              </a:ext>
            </a:extLst>
          </p:cNvPr>
          <p:cNvGrpSpPr/>
          <p:nvPr/>
        </p:nvGrpSpPr>
        <p:grpSpPr>
          <a:xfrm>
            <a:off x="1475162" y="7504038"/>
            <a:ext cx="2237024" cy="2424625"/>
            <a:chOff x="2470227" y="7649311"/>
            <a:chExt cx="2237024" cy="2424625"/>
          </a:xfrm>
        </p:grpSpPr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DE788D8B-AC93-69A3-EF85-CF161359BD70}"/>
                </a:ext>
              </a:extLst>
            </p:cNvPr>
            <p:cNvGrpSpPr/>
            <p:nvPr/>
          </p:nvGrpSpPr>
          <p:grpSpPr>
            <a:xfrm>
              <a:off x="2577983" y="7649311"/>
              <a:ext cx="1857910" cy="2030839"/>
              <a:chOff x="5504672" y="820134"/>
              <a:chExt cx="1176475" cy="1467186"/>
            </a:xfrm>
          </p:grpSpPr>
          <p:sp>
            <p:nvSpPr>
              <p:cNvPr id="152" name="Flowchart: Magnetic Disk 151">
                <a:extLst>
                  <a:ext uri="{FF2B5EF4-FFF2-40B4-BE49-F238E27FC236}">
                    <a16:creationId xmlns:a16="http://schemas.microsoft.com/office/drawing/2014/main" id="{425974AF-F3CA-E890-8C37-CCED378B134F}"/>
                  </a:ext>
                </a:extLst>
              </p:cNvPr>
              <p:cNvSpPr/>
              <p:nvPr/>
            </p:nvSpPr>
            <p:spPr>
              <a:xfrm>
                <a:off x="5509625" y="1674672"/>
                <a:ext cx="1171522" cy="612648"/>
              </a:xfrm>
              <a:prstGeom prst="flowChartMagneticDisk">
                <a:avLst/>
              </a:pr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" name="Flowchart: Magnetic Disk 152">
                <a:extLst>
                  <a:ext uri="{FF2B5EF4-FFF2-40B4-BE49-F238E27FC236}">
                    <a16:creationId xmlns:a16="http://schemas.microsoft.com/office/drawing/2014/main" id="{2F4C1C7E-B6BA-B02C-62FF-6617A0B0490E}"/>
                  </a:ext>
                </a:extLst>
              </p:cNvPr>
              <p:cNvSpPr/>
              <p:nvPr/>
            </p:nvSpPr>
            <p:spPr>
              <a:xfrm>
                <a:off x="5509625" y="1245317"/>
                <a:ext cx="1171522" cy="612648"/>
              </a:xfrm>
              <a:prstGeom prst="flowChartMagneticDisk">
                <a:avLst/>
              </a:pr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100" dirty="0"/>
              </a:p>
            </p:txBody>
          </p:sp>
          <p:sp>
            <p:nvSpPr>
              <p:cNvPr id="154" name="Flowchart: Magnetic Disk 153">
                <a:extLst>
                  <a:ext uri="{FF2B5EF4-FFF2-40B4-BE49-F238E27FC236}">
                    <a16:creationId xmlns:a16="http://schemas.microsoft.com/office/drawing/2014/main" id="{F162A226-CDAA-6E06-C146-1044BEC48E06}"/>
                  </a:ext>
                </a:extLst>
              </p:cNvPr>
              <p:cNvSpPr/>
              <p:nvPr/>
            </p:nvSpPr>
            <p:spPr>
              <a:xfrm>
                <a:off x="5504672" y="820134"/>
                <a:ext cx="1171522" cy="612648"/>
              </a:xfrm>
              <a:prstGeom prst="flowChartMagneticDisk">
                <a:avLst/>
              </a:pr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283" name="Picture 282">
              <a:extLst>
                <a:ext uri="{FF2B5EF4-FFF2-40B4-BE49-F238E27FC236}">
                  <a16:creationId xmlns:a16="http://schemas.microsoft.com/office/drawing/2014/main" id="{7FDDE840-F836-FF04-19F3-DAC1986A56D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70227" y="8258467"/>
              <a:ext cx="989509" cy="952761"/>
            </a:xfrm>
            <a:prstGeom prst="rect">
              <a:avLst/>
            </a:prstGeom>
          </p:spPr>
        </p:pic>
        <p:pic>
          <p:nvPicPr>
            <p:cNvPr id="151" name="Picture 150">
              <a:extLst>
                <a:ext uri="{FF2B5EF4-FFF2-40B4-BE49-F238E27FC236}">
                  <a16:creationId xmlns:a16="http://schemas.microsoft.com/office/drawing/2014/main" id="{BC61F28A-262A-2AE4-BA67-40EE690E9F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37037" y="8734848"/>
              <a:ext cx="1670214" cy="1339088"/>
            </a:xfrm>
            <a:prstGeom prst="rect">
              <a:avLst/>
            </a:prstGeom>
          </p:spPr>
        </p:pic>
      </p:grpSp>
      <p:sp>
        <p:nvSpPr>
          <p:cNvPr id="281" name="TextBox 280">
            <a:extLst>
              <a:ext uri="{FF2B5EF4-FFF2-40B4-BE49-F238E27FC236}">
                <a16:creationId xmlns:a16="http://schemas.microsoft.com/office/drawing/2014/main" id="{5D49981B-F496-8123-5CCE-A95FCC179DED}"/>
              </a:ext>
            </a:extLst>
          </p:cNvPr>
          <p:cNvSpPr txBox="1"/>
          <p:nvPr/>
        </p:nvSpPr>
        <p:spPr>
          <a:xfrm>
            <a:off x="3428999" y="7916131"/>
            <a:ext cx="13821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highlight>
                  <a:srgbClr val="FFFF00"/>
                </a:highlight>
                <a:latin typeface="Berlin Sans FB" panose="020E0602020502020306" pitchFamily="34" charset="0"/>
              </a:rPr>
              <a:t>Data Safe !</a:t>
            </a: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E130CD97-71C9-2D57-2039-BBDC483FFBBB}"/>
              </a:ext>
            </a:extLst>
          </p:cNvPr>
          <p:cNvSpPr txBox="1"/>
          <p:nvPr/>
        </p:nvSpPr>
        <p:spPr>
          <a:xfrm>
            <a:off x="3428999" y="8316241"/>
            <a:ext cx="27206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highlight>
                  <a:srgbClr val="FFFF00"/>
                </a:highlight>
                <a:latin typeface="Berlin Sans FB" panose="020E0602020502020306" pitchFamily="34" charset="0"/>
              </a:rPr>
              <a:t>Andrew is highest salary</a:t>
            </a: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9D074DCC-E5C5-C70D-B22A-CB00A34E0A82}"/>
              </a:ext>
            </a:extLst>
          </p:cNvPr>
          <p:cNvSpPr txBox="1"/>
          <p:nvPr/>
        </p:nvSpPr>
        <p:spPr>
          <a:xfrm>
            <a:off x="3450800" y="8716351"/>
            <a:ext cx="23772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highlight>
                  <a:srgbClr val="FFFF00"/>
                </a:highlight>
                <a:latin typeface="Berlin Sans FB" panose="020E0602020502020306" pitchFamily="34" charset="0"/>
              </a:rPr>
              <a:t>John is most frequently absent</a:t>
            </a:r>
          </a:p>
        </p:txBody>
      </p:sp>
    </p:spTree>
    <p:extLst>
      <p:ext uri="{BB962C8B-B14F-4D97-AF65-F5344CB8AC3E}">
        <p14:creationId xmlns:p14="http://schemas.microsoft.com/office/powerpoint/2010/main" val="263462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2AC0DA-A952-2C0A-46C1-89FD9505B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9814D59-5C66-FA41-5DD4-D42B44B4CBF3}"/>
              </a:ext>
            </a:extLst>
          </p:cNvPr>
          <p:cNvGrpSpPr/>
          <p:nvPr/>
        </p:nvGrpSpPr>
        <p:grpSpPr>
          <a:xfrm>
            <a:off x="137560" y="204324"/>
            <a:ext cx="6506749" cy="11703694"/>
            <a:chOff x="137560" y="204324"/>
            <a:chExt cx="6506749" cy="1170369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60171A1A-BCA3-E186-AEF6-7999199F32BE}"/>
                </a:ext>
              </a:extLst>
            </p:cNvPr>
            <p:cNvGrpSpPr/>
            <p:nvPr/>
          </p:nvGrpSpPr>
          <p:grpSpPr>
            <a:xfrm>
              <a:off x="137560" y="204324"/>
              <a:ext cx="6506749" cy="630903"/>
              <a:chOff x="137560" y="257079"/>
              <a:chExt cx="6506749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68F51DC-D12F-86DD-73B2-5D0596844D58}"/>
                  </a:ext>
                </a:extLst>
              </p:cNvPr>
              <p:cNvSpPr/>
              <p:nvPr/>
            </p:nvSpPr>
            <p:spPr>
              <a:xfrm>
                <a:off x="137560" y="257079"/>
                <a:ext cx="6506749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604C7A2F-5825-C8F1-D30F-4F7DFF074D09}"/>
                  </a:ext>
                </a:extLst>
              </p:cNvPr>
              <p:cNvSpPr/>
              <p:nvPr/>
            </p:nvSpPr>
            <p:spPr>
              <a:xfrm>
                <a:off x="405325" y="392530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9EB60C26-4037-449C-5D88-47CD85A8CB92}"/>
                  </a:ext>
                </a:extLst>
              </p:cNvPr>
              <p:cNvSpPr/>
              <p:nvPr/>
            </p:nvSpPr>
            <p:spPr>
              <a:xfrm>
                <a:off x="873480" y="392530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0B669FA-BD43-F129-0DC9-8319A32B3C4B}"/>
                  </a:ext>
                </a:extLst>
              </p:cNvPr>
              <p:cNvSpPr/>
              <p:nvPr/>
            </p:nvSpPr>
            <p:spPr>
              <a:xfrm>
                <a:off x="1341635" y="392530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20884D5-3398-C272-62F8-3FDD4F8474A1}"/>
                </a:ext>
              </a:extLst>
            </p:cNvPr>
            <p:cNvSpPr/>
            <p:nvPr/>
          </p:nvSpPr>
          <p:spPr>
            <a:xfrm>
              <a:off x="212180" y="965082"/>
              <a:ext cx="6401588" cy="1094293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84" name="Rectangle 83">
            <a:extLst>
              <a:ext uri="{FF2B5EF4-FFF2-40B4-BE49-F238E27FC236}">
                <a16:creationId xmlns:a16="http://schemas.microsoft.com/office/drawing/2014/main" id="{2E491D09-3DB0-86E1-A868-6BF975F05FB3}"/>
              </a:ext>
            </a:extLst>
          </p:cNvPr>
          <p:cNvSpPr/>
          <p:nvPr/>
        </p:nvSpPr>
        <p:spPr>
          <a:xfrm>
            <a:off x="405325" y="1202461"/>
            <a:ext cx="3799772" cy="5817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Syntax PostgreSQL :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89DB98-C605-469F-DA35-896C381F3895}"/>
              </a:ext>
            </a:extLst>
          </p:cNvPr>
          <p:cNvSpPr/>
          <p:nvPr/>
        </p:nvSpPr>
        <p:spPr>
          <a:xfrm>
            <a:off x="405325" y="2021608"/>
            <a:ext cx="3899340" cy="45827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CREATE TABLE Employee (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Id INT AUTO_INCREMENT </a:t>
            </a:r>
            <a:b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</a:b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PRIMARY KEY,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Name Varchar(255),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Position Varchar(255),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Salary INT,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Absent INT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BE1884-0726-5B87-8A41-23A4E36D9B26}"/>
              </a:ext>
            </a:extLst>
          </p:cNvPr>
          <p:cNvSpPr/>
          <p:nvPr/>
        </p:nvSpPr>
        <p:spPr>
          <a:xfrm>
            <a:off x="405325" y="6841696"/>
            <a:ext cx="4463915" cy="29242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INSERT INTO Employee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(Name, Position, Salary, Absent)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Values</a:t>
            </a:r>
            <a:b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</a:b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(“John Doe”, “Software Engineer”, 1.400, 0)</a:t>
            </a:r>
          </a:p>
        </p:txBody>
      </p:sp>
    </p:spTree>
    <p:extLst>
      <p:ext uri="{BB962C8B-B14F-4D97-AF65-F5344CB8AC3E}">
        <p14:creationId xmlns:p14="http://schemas.microsoft.com/office/powerpoint/2010/main" val="414652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34D804-7AE0-5282-FE21-BE2373C22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A968FD5A-BEAA-6F40-B399-92B99CB9DE19}"/>
              </a:ext>
            </a:extLst>
          </p:cNvPr>
          <p:cNvGrpSpPr/>
          <p:nvPr/>
        </p:nvGrpSpPr>
        <p:grpSpPr>
          <a:xfrm>
            <a:off x="137560" y="204324"/>
            <a:ext cx="6506749" cy="11703694"/>
            <a:chOff x="137560" y="204324"/>
            <a:chExt cx="6506749" cy="1170369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F99DCC7-2E13-2295-ADDD-6FA59171F7AA}"/>
                </a:ext>
              </a:extLst>
            </p:cNvPr>
            <p:cNvGrpSpPr/>
            <p:nvPr/>
          </p:nvGrpSpPr>
          <p:grpSpPr>
            <a:xfrm>
              <a:off x="137560" y="204324"/>
              <a:ext cx="6506749" cy="630903"/>
              <a:chOff x="137560" y="257079"/>
              <a:chExt cx="6506749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9F38B909-10C9-3C0D-B1EB-7734E9B5EBD8}"/>
                  </a:ext>
                </a:extLst>
              </p:cNvPr>
              <p:cNvSpPr/>
              <p:nvPr/>
            </p:nvSpPr>
            <p:spPr>
              <a:xfrm>
                <a:off x="137560" y="257079"/>
                <a:ext cx="6506749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6CE059B6-94F5-07E1-721A-9F63B90F1996}"/>
                  </a:ext>
                </a:extLst>
              </p:cNvPr>
              <p:cNvSpPr/>
              <p:nvPr/>
            </p:nvSpPr>
            <p:spPr>
              <a:xfrm>
                <a:off x="405325" y="392530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7A8A8993-A6E8-12EA-7062-1E236B0DB6DC}"/>
                  </a:ext>
                </a:extLst>
              </p:cNvPr>
              <p:cNvSpPr/>
              <p:nvPr/>
            </p:nvSpPr>
            <p:spPr>
              <a:xfrm>
                <a:off x="873480" y="392530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E3725CF9-C247-F117-1E86-AAD0CA09DE55}"/>
                  </a:ext>
                </a:extLst>
              </p:cNvPr>
              <p:cNvSpPr/>
              <p:nvPr/>
            </p:nvSpPr>
            <p:spPr>
              <a:xfrm>
                <a:off x="1341635" y="392530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77CE364-A717-81DC-8A2C-C2BD2A24F8CB}"/>
                </a:ext>
              </a:extLst>
            </p:cNvPr>
            <p:cNvSpPr/>
            <p:nvPr/>
          </p:nvSpPr>
          <p:spPr>
            <a:xfrm>
              <a:off x="212180" y="965082"/>
              <a:ext cx="6401588" cy="1094293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141" name="Rectangle 140">
            <a:extLst>
              <a:ext uri="{FF2B5EF4-FFF2-40B4-BE49-F238E27FC236}">
                <a16:creationId xmlns:a16="http://schemas.microsoft.com/office/drawing/2014/main" id="{90419826-D849-B54E-8BE4-2EA04DC0E4D5}"/>
              </a:ext>
            </a:extLst>
          </p:cNvPr>
          <p:cNvSpPr/>
          <p:nvPr/>
        </p:nvSpPr>
        <p:spPr>
          <a:xfrm>
            <a:off x="376512" y="2181695"/>
            <a:ext cx="5146865" cy="25672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UPDATE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Employee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SET Position = “SPV Software Engineer”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Where Name = “John Doe”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9CBE0A-7428-5770-BAA5-69A4BBDB14A3}"/>
              </a:ext>
            </a:extLst>
          </p:cNvPr>
          <p:cNvSpPr/>
          <p:nvPr/>
        </p:nvSpPr>
        <p:spPr>
          <a:xfrm>
            <a:off x="376511" y="1252522"/>
            <a:ext cx="4031743" cy="7732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SELECT * FROM Employee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7DEFFD-600B-1D84-3F07-42096182A024}"/>
              </a:ext>
            </a:extLst>
          </p:cNvPr>
          <p:cNvSpPr/>
          <p:nvPr/>
        </p:nvSpPr>
        <p:spPr>
          <a:xfrm>
            <a:off x="376511" y="4904837"/>
            <a:ext cx="4031743" cy="13660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DELETE FROM Employee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WHERE Name = “John Doe”  </a:t>
            </a:r>
          </a:p>
        </p:txBody>
      </p:sp>
    </p:spTree>
    <p:extLst>
      <p:ext uri="{BB962C8B-B14F-4D97-AF65-F5344CB8AC3E}">
        <p14:creationId xmlns:p14="http://schemas.microsoft.com/office/powerpoint/2010/main" val="1352117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06E44A-2F1B-4540-1013-D68DFE029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6B7D87D-B904-E84B-C184-F5BEEDA86704}"/>
              </a:ext>
            </a:extLst>
          </p:cNvPr>
          <p:cNvGrpSpPr/>
          <p:nvPr/>
        </p:nvGrpSpPr>
        <p:grpSpPr>
          <a:xfrm>
            <a:off x="137560" y="204324"/>
            <a:ext cx="6506749" cy="11703694"/>
            <a:chOff x="137560" y="204324"/>
            <a:chExt cx="6506749" cy="1170369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C0E3F696-3E3D-AB9E-5370-0BE4AE8D9F88}"/>
                </a:ext>
              </a:extLst>
            </p:cNvPr>
            <p:cNvGrpSpPr/>
            <p:nvPr/>
          </p:nvGrpSpPr>
          <p:grpSpPr>
            <a:xfrm>
              <a:off x="137560" y="204324"/>
              <a:ext cx="6506749" cy="630903"/>
              <a:chOff x="137560" y="257079"/>
              <a:chExt cx="6506749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10AAEB00-C774-0613-6003-40BF0D909B7B}"/>
                  </a:ext>
                </a:extLst>
              </p:cNvPr>
              <p:cNvSpPr/>
              <p:nvPr/>
            </p:nvSpPr>
            <p:spPr>
              <a:xfrm>
                <a:off x="137560" y="257079"/>
                <a:ext cx="6506749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D87918C0-4553-E5C2-C316-98A19756E0F4}"/>
                  </a:ext>
                </a:extLst>
              </p:cNvPr>
              <p:cNvSpPr/>
              <p:nvPr/>
            </p:nvSpPr>
            <p:spPr>
              <a:xfrm>
                <a:off x="405325" y="392530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13B441A0-6661-BB72-1963-CC2A582F4F0B}"/>
                  </a:ext>
                </a:extLst>
              </p:cNvPr>
              <p:cNvSpPr/>
              <p:nvPr/>
            </p:nvSpPr>
            <p:spPr>
              <a:xfrm>
                <a:off x="873480" y="392530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9E4C4957-BCD2-06F0-0D3C-A785ACEC764A}"/>
                  </a:ext>
                </a:extLst>
              </p:cNvPr>
              <p:cNvSpPr/>
              <p:nvPr/>
            </p:nvSpPr>
            <p:spPr>
              <a:xfrm>
                <a:off x="1341635" y="392530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BF5B19CB-2680-6525-9D00-921DE94817A3}"/>
                </a:ext>
              </a:extLst>
            </p:cNvPr>
            <p:cNvSpPr/>
            <p:nvPr/>
          </p:nvSpPr>
          <p:spPr>
            <a:xfrm>
              <a:off x="212180" y="965082"/>
              <a:ext cx="6401588" cy="1094293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58DD1D8-4F19-CC17-0931-A0A7FB7C78EF}"/>
              </a:ext>
            </a:extLst>
          </p:cNvPr>
          <p:cNvGrpSpPr/>
          <p:nvPr/>
        </p:nvGrpSpPr>
        <p:grpSpPr>
          <a:xfrm>
            <a:off x="405325" y="2410360"/>
            <a:ext cx="5958777" cy="1454673"/>
            <a:chOff x="378867" y="1166070"/>
            <a:chExt cx="5958777" cy="123165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4ACB71C-8E25-661F-B9F6-99DFEFE8C659}"/>
                </a:ext>
              </a:extLst>
            </p:cNvPr>
            <p:cNvSpPr/>
            <p:nvPr/>
          </p:nvSpPr>
          <p:spPr>
            <a:xfrm>
              <a:off x="378867" y="1166070"/>
              <a:ext cx="5958777" cy="123165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4506A3A-F252-0606-4531-58C9B3110E92}"/>
                </a:ext>
              </a:extLst>
            </p:cNvPr>
            <p:cNvSpPr txBox="1"/>
            <p:nvPr/>
          </p:nvSpPr>
          <p:spPr>
            <a:xfrm>
              <a:off x="467440" y="1271472"/>
              <a:ext cx="5789672" cy="10163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Berlin Sans FB" panose="020E0602020502020306" pitchFamily="34" charset="0"/>
                </a:rPr>
                <a:t>Prisma is Object-Relational Mapper (ORM) for Node.js and Typescript that simplifies database interactions  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849EBCD-355F-32A7-CFBC-AE489D302B98}"/>
              </a:ext>
            </a:extLst>
          </p:cNvPr>
          <p:cNvGrpSpPr/>
          <p:nvPr/>
        </p:nvGrpSpPr>
        <p:grpSpPr>
          <a:xfrm>
            <a:off x="1244477" y="1329524"/>
            <a:ext cx="2415476" cy="716395"/>
            <a:chOff x="378867" y="1159155"/>
            <a:chExt cx="2435081" cy="71639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A6940E8-2553-4A34-74BC-23565617F0BF}"/>
                </a:ext>
              </a:extLst>
            </p:cNvPr>
            <p:cNvSpPr/>
            <p:nvPr/>
          </p:nvSpPr>
          <p:spPr>
            <a:xfrm>
              <a:off x="378867" y="1159155"/>
              <a:ext cx="2435081" cy="71639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408CC25-8A15-6C4E-8531-D3E866D63B3E}"/>
                </a:ext>
              </a:extLst>
            </p:cNvPr>
            <p:cNvSpPr txBox="1"/>
            <p:nvPr/>
          </p:nvSpPr>
          <p:spPr>
            <a:xfrm>
              <a:off x="398691" y="1300882"/>
              <a:ext cx="2312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Berlin Sans FB" panose="020E0602020502020306" pitchFamily="34" charset="0"/>
                </a:rPr>
                <a:t>What is Prisma ? </a:t>
              </a: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170D0645-FB1D-5909-1E6E-270E105410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12" y="1314987"/>
            <a:ext cx="730931" cy="73093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86007C9-4A27-88AA-13AA-682CFA01A156}"/>
              </a:ext>
            </a:extLst>
          </p:cNvPr>
          <p:cNvSpPr/>
          <p:nvPr/>
        </p:nvSpPr>
        <p:spPr>
          <a:xfrm>
            <a:off x="452867" y="4203845"/>
            <a:ext cx="3606759" cy="6806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Syntax Model Prisma : 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9DE5CFA-3AEE-69BD-54A8-27BBEAAABC2F}"/>
              </a:ext>
            </a:extLst>
          </p:cNvPr>
          <p:cNvGrpSpPr/>
          <p:nvPr/>
        </p:nvGrpSpPr>
        <p:grpSpPr>
          <a:xfrm>
            <a:off x="441670" y="5053844"/>
            <a:ext cx="5506679" cy="3070015"/>
            <a:chOff x="406442" y="1965832"/>
            <a:chExt cx="5506678" cy="307001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BCDB298-D221-7898-9DBA-883F0F99222E}"/>
                </a:ext>
              </a:extLst>
            </p:cNvPr>
            <p:cNvSpPr/>
            <p:nvPr/>
          </p:nvSpPr>
          <p:spPr>
            <a:xfrm>
              <a:off x="406442" y="1965832"/>
              <a:ext cx="5506678" cy="307001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599A57DC-3C68-A1DE-F57A-97B6B4516A30}"/>
                </a:ext>
              </a:extLst>
            </p:cNvPr>
            <p:cNvGrpSpPr/>
            <p:nvPr/>
          </p:nvGrpSpPr>
          <p:grpSpPr>
            <a:xfrm>
              <a:off x="529940" y="2114001"/>
              <a:ext cx="5259682" cy="2795552"/>
              <a:chOff x="586442" y="2085975"/>
              <a:chExt cx="5259682" cy="2795552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D3C8CBC-C590-98E0-11F5-93A7338DB164}"/>
                  </a:ext>
                </a:extLst>
              </p:cNvPr>
              <p:cNvSpPr txBox="1"/>
              <p:nvPr/>
            </p:nvSpPr>
            <p:spPr>
              <a:xfrm>
                <a:off x="586442" y="2102348"/>
                <a:ext cx="185110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model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6519ED-032D-3C17-E4ED-9B1B4F41A09C}"/>
                  </a:ext>
                </a:extLst>
              </p:cNvPr>
              <p:cNvSpPr txBox="1"/>
              <p:nvPr/>
            </p:nvSpPr>
            <p:spPr>
              <a:xfrm>
                <a:off x="1437746" y="2085975"/>
                <a:ext cx="185110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Employee ( 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8D18EA9-9D11-D582-F1E3-F4B50FA3C6F4}"/>
                  </a:ext>
                </a:extLst>
              </p:cNvPr>
              <p:cNvSpPr txBox="1"/>
              <p:nvPr/>
            </p:nvSpPr>
            <p:spPr>
              <a:xfrm>
                <a:off x="612535" y="2527731"/>
                <a:ext cx="4781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Id 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B2562B7-D4D6-D197-6483-78B1BEE817A8}"/>
                  </a:ext>
                </a:extLst>
              </p:cNvPr>
              <p:cNvSpPr txBox="1"/>
              <p:nvPr/>
            </p:nvSpPr>
            <p:spPr>
              <a:xfrm>
                <a:off x="1522259" y="2529764"/>
                <a:ext cx="56410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INT 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278EBFE-5A71-73E3-95C2-77CCDF9FA03E}"/>
                  </a:ext>
                </a:extLst>
              </p:cNvPr>
              <p:cNvSpPr txBox="1"/>
              <p:nvPr/>
            </p:nvSpPr>
            <p:spPr>
              <a:xfrm>
                <a:off x="2821484" y="2498816"/>
                <a:ext cx="30246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@default(autoincrement())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D8D6CDA-DFC8-EC3A-AF17-CE08B6BC247D}"/>
                  </a:ext>
                </a:extLst>
              </p:cNvPr>
              <p:cNvSpPr txBox="1"/>
              <p:nvPr/>
            </p:nvSpPr>
            <p:spPr>
              <a:xfrm>
                <a:off x="2282546" y="2502298"/>
                <a:ext cx="6313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@id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78F9CCB-933D-F8E9-2DF4-57382C96D9E1}"/>
                  </a:ext>
                </a:extLst>
              </p:cNvPr>
              <p:cNvSpPr txBox="1"/>
              <p:nvPr/>
            </p:nvSpPr>
            <p:spPr>
              <a:xfrm>
                <a:off x="595989" y="2911354"/>
                <a:ext cx="8513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name 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E7ED65F-BB50-3748-7088-1E4CF937CBBF}"/>
                  </a:ext>
                </a:extLst>
              </p:cNvPr>
              <p:cNvSpPr txBox="1"/>
              <p:nvPr/>
            </p:nvSpPr>
            <p:spPr>
              <a:xfrm>
                <a:off x="1522259" y="2914835"/>
                <a:ext cx="80146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String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965900F-20A2-577B-3BC3-BE5437F75A76}"/>
                  </a:ext>
                </a:extLst>
              </p:cNvPr>
              <p:cNvSpPr txBox="1"/>
              <p:nvPr/>
            </p:nvSpPr>
            <p:spPr>
              <a:xfrm>
                <a:off x="602597" y="3331435"/>
                <a:ext cx="115311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position 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8D0E87B-4163-83D6-211C-F26DE8A4099E}"/>
                  </a:ext>
                </a:extLst>
              </p:cNvPr>
              <p:cNvSpPr txBox="1"/>
              <p:nvPr/>
            </p:nvSpPr>
            <p:spPr>
              <a:xfrm>
                <a:off x="1540569" y="3315803"/>
                <a:ext cx="191035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String 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4005F56-C6E4-5C1F-E281-30DF894C4AD6}"/>
                  </a:ext>
                </a:extLst>
              </p:cNvPr>
              <p:cNvSpPr txBox="1"/>
              <p:nvPr/>
            </p:nvSpPr>
            <p:spPr>
              <a:xfrm>
                <a:off x="595989" y="3709556"/>
                <a:ext cx="92803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salary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C47C614-B326-3E0D-4089-04140C29A8BC}"/>
                  </a:ext>
                </a:extLst>
              </p:cNvPr>
              <p:cNvSpPr txBox="1"/>
              <p:nvPr/>
            </p:nvSpPr>
            <p:spPr>
              <a:xfrm>
                <a:off x="1567713" y="3690310"/>
                <a:ext cx="92803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INT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B26CF29-5D25-C678-2858-1D9C95BA4080}"/>
                  </a:ext>
                </a:extLst>
              </p:cNvPr>
              <p:cNvSpPr txBox="1"/>
              <p:nvPr/>
            </p:nvSpPr>
            <p:spPr>
              <a:xfrm>
                <a:off x="599707" y="4081306"/>
                <a:ext cx="92803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absent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28927F8-469B-56CF-D65B-EAF92672D3F9}"/>
                  </a:ext>
                </a:extLst>
              </p:cNvPr>
              <p:cNvSpPr txBox="1"/>
              <p:nvPr/>
            </p:nvSpPr>
            <p:spPr>
              <a:xfrm>
                <a:off x="1584974" y="4081305"/>
                <a:ext cx="75260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INT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013648F-E2BD-A486-5474-B6B63B617876}"/>
                  </a:ext>
                </a:extLst>
              </p:cNvPr>
              <p:cNvSpPr txBox="1"/>
              <p:nvPr/>
            </p:nvSpPr>
            <p:spPr>
              <a:xfrm>
                <a:off x="631186" y="4481417"/>
                <a:ext cx="75260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)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94455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4EC720-5018-179A-70FD-B1C009A57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E2C59583-84CD-ECC1-1794-C794BF66C956}"/>
              </a:ext>
            </a:extLst>
          </p:cNvPr>
          <p:cNvGrpSpPr/>
          <p:nvPr/>
        </p:nvGrpSpPr>
        <p:grpSpPr>
          <a:xfrm>
            <a:off x="137560" y="204324"/>
            <a:ext cx="6506749" cy="11703694"/>
            <a:chOff x="137560" y="204324"/>
            <a:chExt cx="6506749" cy="1170369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FE0D0D6A-D551-F795-1378-84F43C9FD57E}"/>
                </a:ext>
              </a:extLst>
            </p:cNvPr>
            <p:cNvGrpSpPr/>
            <p:nvPr/>
          </p:nvGrpSpPr>
          <p:grpSpPr>
            <a:xfrm>
              <a:off x="137560" y="204324"/>
              <a:ext cx="6506749" cy="630903"/>
              <a:chOff x="137560" y="257079"/>
              <a:chExt cx="6506749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0C9A06CD-526E-ACE4-FC92-7624B4553857}"/>
                  </a:ext>
                </a:extLst>
              </p:cNvPr>
              <p:cNvSpPr/>
              <p:nvPr/>
            </p:nvSpPr>
            <p:spPr>
              <a:xfrm>
                <a:off x="137560" y="257079"/>
                <a:ext cx="6506749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E40EC90-8EC6-7CC9-4635-9934471CB3B9}"/>
                  </a:ext>
                </a:extLst>
              </p:cNvPr>
              <p:cNvSpPr/>
              <p:nvPr/>
            </p:nvSpPr>
            <p:spPr>
              <a:xfrm>
                <a:off x="405325" y="392530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EB63735E-F3E1-7595-F477-DE2D4C735150}"/>
                  </a:ext>
                </a:extLst>
              </p:cNvPr>
              <p:cNvSpPr/>
              <p:nvPr/>
            </p:nvSpPr>
            <p:spPr>
              <a:xfrm>
                <a:off x="873480" y="392530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D4171FF3-EACE-8EAE-51E7-04E925E900EA}"/>
                  </a:ext>
                </a:extLst>
              </p:cNvPr>
              <p:cNvSpPr/>
              <p:nvPr/>
            </p:nvSpPr>
            <p:spPr>
              <a:xfrm>
                <a:off x="1341635" y="392530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4DAAAD7-9535-6ADA-931E-F4D61D79B79C}"/>
                </a:ext>
              </a:extLst>
            </p:cNvPr>
            <p:cNvSpPr/>
            <p:nvPr/>
          </p:nvSpPr>
          <p:spPr>
            <a:xfrm>
              <a:off x="212180" y="965082"/>
              <a:ext cx="6401588" cy="1094293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78" name="Rectangle 77">
            <a:extLst>
              <a:ext uri="{FF2B5EF4-FFF2-40B4-BE49-F238E27FC236}">
                <a16:creationId xmlns:a16="http://schemas.microsoft.com/office/drawing/2014/main" id="{7B3F8BE6-500D-BEB4-51D3-6B00ECC0EF54}"/>
              </a:ext>
            </a:extLst>
          </p:cNvPr>
          <p:cNvSpPr/>
          <p:nvPr/>
        </p:nvSpPr>
        <p:spPr>
          <a:xfrm>
            <a:off x="484318" y="1193963"/>
            <a:ext cx="3606759" cy="6806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Syntax CRUD Prisma : 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CAB37E8D-9C45-C158-AB91-236859D12E5B}"/>
              </a:ext>
            </a:extLst>
          </p:cNvPr>
          <p:cNvGrpSpPr/>
          <p:nvPr/>
        </p:nvGrpSpPr>
        <p:grpSpPr>
          <a:xfrm>
            <a:off x="484318" y="2083998"/>
            <a:ext cx="5350681" cy="3416513"/>
            <a:chOff x="378809" y="2013658"/>
            <a:chExt cx="5350681" cy="3416513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AA1BF619-A71C-3A27-9B5A-E378211B8F07}"/>
                </a:ext>
              </a:extLst>
            </p:cNvPr>
            <p:cNvGrpSpPr/>
            <p:nvPr/>
          </p:nvGrpSpPr>
          <p:grpSpPr>
            <a:xfrm>
              <a:off x="378809" y="2498171"/>
              <a:ext cx="5350681" cy="2932000"/>
              <a:chOff x="406441" y="2074867"/>
              <a:chExt cx="5350681" cy="2931999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A68A2D77-A6C7-06F4-3B3F-4AD36C13ED67}"/>
                  </a:ext>
                </a:extLst>
              </p:cNvPr>
              <p:cNvSpPr/>
              <p:nvPr/>
            </p:nvSpPr>
            <p:spPr>
              <a:xfrm>
                <a:off x="406441" y="2074867"/>
                <a:ext cx="5350681" cy="29319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C13CAF2A-003E-9BD1-8D38-35ADC654DCD6}"/>
                  </a:ext>
                </a:extLst>
              </p:cNvPr>
              <p:cNvSpPr txBox="1"/>
              <p:nvPr/>
            </p:nvSpPr>
            <p:spPr>
              <a:xfrm>
                <a:off x="488864" y="2213874"/>
                <a:ext cx="81338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await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FD30D1C-77EB-D409-1BE7-7CA10BB8CFEE}"/>
                  </a:ext>
                </a:extLst>
              </p:cNvPr>
              <p:cNvSpPr txBox="1"/>
              <p:nvPr/>
            </p:nvSpPr>
            <p:spPr>
              <a:xfrm>
                <a:off x="1243982" y="2183519"/>
                <a:ext cx="204607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err="1">
                    <a:latin typeface="Berlin Sans FB" panose="020E0602020502020306" pitchFamily="34" charset="0"/>
                  </a:rPr>
                  <a:t>prisma.employee</a:t>
                </a:r>
                <a:r>
                  <a:rPr lang="en-US" sz="2000" dirty="0">
                    <a:latin typeface="Berlin Sans FB" panose="020E0602020502020306" pitchFamily="34" charset="0"/>
                  </a:rPr>
                  <a:t>.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8E61967D-DE81-B746-249A-25F9D1225E02}"/>
                  </a:ext>
                </a:extLst>
              </p:cNvPr>
              <p:cNvSpPr txBox="1"/>
              <p:nvPr/>
            </p:nvSpPr>
            <p:spPr>
              <a:xfrm>
                <a:off x="3091411" y="2177526"/>
                <a:ext cx="86156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create</a:t>
                </a: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2A50444-5411-4C0F-0A04-67182F526995}"/>
                  </a:ext>
                </a:extLst>
              </p:cNvPr>
              <p:cNvSpPr txBox="1"/>
              <p:nvPr/>
            </p:nvSpPr>
            <p:spPr>
              <a:xfrm>
                <a:off x="3747070" y="2163738"/>
                <a:ext cx="25747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(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A403BC4-0B80-AC7E-972B-022DCA03CD4D}"/>
                  </a:ext>
                </a:extLst>
              </p:cNvPr>
              <p:cNvSpPr txBox="1"/>
              <p:nvPr/>
            </p:nvSpPr>
            <p:spPr>
              <a:xfrm>
                <a:off x="3857623" y="2156675"/>
                <a:ext cx="30246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{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6F614F47-8CDE-7062-8726-BC92CE5617EE}"/>
                  </a:ext>
                </a:extLst>
              </p:cNvPr>
              <p:cNvSpPr txBox="1"/>
              <p:nvPr/>
            </p:nvSpPr>
            <p:spPr>
              <a:xfrm>
                <a:off x="606073" y="2572610"/>
                <a:ext cx="125704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data : { 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458D583F-F153-C0F1-37B8-FA948F5E6C4E}"/>
                  </a:ext>
                </a:extLst>
              </p:cNvPr>
              <p:cNvSpPr txBox="1"/>
              <p:nvPr/>
            </p:nvSpPr>
            <p:spPr>
              <a:xfrm>
                <a:off x="595236" y="4170146"/>
                <a:ext cx="20550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}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F7C8FBA0-3C26-39A5-C207-B3F3F4AAF9B6}"/>
                  </a:ext>
                </a:extLst>
              </p:cNvPr>
              <p:cNvSpPr txBox="1"/>
              <p:nvPr/>
            </p:nvSpPr>
            <p:spPr>
              <a:xfrm>
                <a:off x="800396" y="2924927"/>
                <a:ext cx="10425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name :</a:t>
                </a:r>
                <a:endParaRPr lang="en-US" sz="2000" dirty="0"/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93F5D041-14EE-2AEC-8E08-54BB02D42301}"/>
                  </a:ext>
                </a:extLst>
              </p:cNvPr>
              <p:cNvSpPr txBox="1"/>
              <p:nvPr/>
            </p:nvSpPr>
            <p:spPr>
              <a:xfrm>
                <a:off x="1663316" y="2913930"/>
                <a:ext cx="147889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“John Doe”,</a:t>
                </a: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12580A63-6933-C52A-98FA-DFA6D47C1BC1}"/>
                  </a:ext>
                </a:extLst>
              </p:cNvPr>
              <p:cNvSpPr txBox="1"/>
              <p:nvPr/>
            </p:nvSpPr>
            <p:spPr>
              <a:xfrm>
                <a:off x="796140" y="3252307"/>
                <a:ext cx="116363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position :</a:t>
                </a: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AD121427-D378-0392-B676-F9FCD92CAC01}"/>
                  </a:ext>
                </a:extLst>
              </p:cNvPr>
              <p:cNvSpPr txBox="1"/>
              <p:nvPr/>
            </p:nvSpPr>
            <p:spPr>
              <a:xfrm>
                <a:off x="807240" y="3578988"/>
                <a:ext cx="101032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salary :</a:t>
                </a: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2D5297CE-4562-4EF1-5E99-FA0749BBD291}"/>
                  </a:ext>
                </a:extLst>
              </p:cNvPr>
              <p:cNvSpPr txBox="1"/>
              <p:nvPr/>
            </p:nvSpPr>
            <p:spPr>
              <a:xfrm>
                <a:off x="771876" y="3909872"/>
                <a:ext cx="100306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absent :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D7BD184E-8101-E321-ECC2-908D7EF84610}"/>
                  </a:ext>
                </a:extLst>
              </p:cNvPr>
              <p:cNvSpPr txBox="1"/>
              <p:nvPr/>
            </p:nvSpPr>
            <p:spPr>
              <a:xfrm>
                <a:off x="1728757" y="3262712"/>
                <a:ext cx="259283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 “Software Engineer” ,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1AEFCC3D-ED43-AF65-DB3B-BA278500B6F0}"/>
                  </a:ext>
                </a:extLst>
              </p:cNvPr>
              <p:cNvSpPr txBox="1"/>
              <p:nvPr/>
            </p:nvSpPr>
            <p:spPr>
              <a:xfrm>
                <a:off x="1674478" y="3631519"/>
                <a:ext cx="100306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1.400,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D2AF6F97-4491-20B2-7725-B84494B2A823}"/>
                  </a:ext>
                </a:extLst>
              </p:cNvPr>
              <p:cNvSpPr txBox="1"/>
              <p:nvPr/>
            </p:nvSpPr>
            <p:spPr>
              <a:xfrm>
                <a:off x="1676852" y="3938002"/>
                <a:ext cx="50254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 0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26D71EF-C5FA-17A7-6BEF-73B0ED5FA17B}"/>
                  </a:ext>
                </a:extLst>
              </p:cNvPr>
              <p:cNvSpPr txBox="1"/>
              <p:nvPr/>
            </p:nvSpPr>
            <p:spPr>
              <a:xfrm>
                <a:off x="485801" y="4466740"/>
                <a:ext cx="13402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}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7E933B8B-DFFC-CE92-9576-577D9ADF600B}"/>
                  </a:ext>
                </a:extLst>
              </p:cNvPr>
              <p:cNvSpPr txBox="1"/>
              <p:nvPr/>
            </p:nvSpPr>
            <p:spPr>
              <a:xfrm>
                <a:off x="581629" y="4476900"/>
                <a:ext cx="34451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);</a:t>
                </a:r>
              </a:p>
            </p:txBody>
          </p:sp>
        </p:grp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D980A6CE-456E-601B-FD6A-A635724AE83D}"/>
                </a:ext>
              </a:extLst>
            </p:cNvPr>
            <p:cNvSpPr/>
            <p:nvPr/>
          </p:nvSpPr>
          <p:spPr>
            <a:xfrm>
              <a:off x="378809" y="2013658"/>
              <a:ext cx="1068353" cy="46576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Create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DE2B587F-5CD5-12E6-1038-E20D1AE41D2D}"/>
              </a:ext>
            </a:extLst>
          </p:cNvPr>
          <p:cNvGrpSpPr/>
          <p:nvPr/>
        </p:nvGrpSpPr>
        <p:grpSpPr>
          <a:xfrm>
            <a:off x="468084" y="5735690"/>
            <a:ext cx="4110092" cy="1085503"/>
            <a:chOff x="362575" y="5735690"/>
            <a:chExt cx="4110092" cy="108550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0D59DD7-A074-D229-B8E8-DB2D0C7D49B3}"/>
                </a:ext>
              </a:extLst>
            </p:cNvPr>
            <p:cNvSpPr/>
            <p:nvPr/>
          </p:nvSpPr>
          <p:spPr>
            <a:xfrm>
              <a:off x="362575" y="6212674"/>
              <a:ext cx="4110092" cy="60851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ts val="1651"/>
                </a:lnSpc>
              </a:pPr>
              <a:r>
                <a:rPr lang="en-US" sz="20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await </a:t>
              </a:r>
              <a:r>
                <a:rPr lang="en-US" sz="2000" dirty="0" err="1">
                  <a:solidFill>
                    <a:schemeClr val="tx1"/>
                  </a:solidFill>
                  <a:latin typeface="Berlin Sans FB" panose="020E0602020502020306" pitchFamily="34" charset="0"/>
                </a:rPr>
                <a:t>prisma.employee.findMany</a:t>
              </a:r>
              <a:r>
                <a:rPr lang="en-US" sz="20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({})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BAD7726B-B9DD-FB15-07B0-4B21BD1F2F53}"/>
                </a:ext>
              </a:extLst>
            </p:cNvPr>
            <p:cNvSpPr/>
            <p:nvPr/>
          </p:nvSpPr>
          <p:spPr>
            <a:xfrm>
              <a:off x="378808" y="5735690"/>
              <a:ext cx="1068353" cy="46576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Read</a:t>
              </a: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989113F0-C020-8325-0552-62D5D176B326}"/>
              </a:ext>
            </a:extLst>
          </p:cNvPr>
          <p:cNvGrpSpPr/>
          <p:nvPr/>
        </p:nvGrpSpPr>
        <p:grpSpPr>
          <a:xfrm>
            <a:off x="475664" y="7000671"/>
            <a:ext cx="4313175" cy="2605233"/>
            <a:chOff x="405325" y="7018256"/>
            <a:chExt cx="4313175" cy="260523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87BEF51-AC1E-E771-28CE-0034D4BE1D98}"/>
                </a:ext>
              </a:extLst>
            </p:cNvPr>
            <p:cNvGrpSpPr/>
            <p:nvPr/>
          </p:nvGrpSpPr>
          <p:grpSpPr>
            <a:xfrm>
              <a:off x="405325" y="7534130"/>
              <a:ext cx="4313175" cy="2089359"/>
              <a:chOff x="406443" y="2201301"/>
              <a:chExt cx="4110092" cy="2241557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D5BFD691-91DC-B893-77D3-3D86CF43CEE0}"/>
                  </a:ext>
                </a:extLst>
              </p:cNvPr>
              <p:cNvSpPr/>
              <p:nvPr/>
            </p:nvSpPr>
            <p:spPr>
              <a:xfrm>
                <a:off x="406443" y="2201301"/>
                <a:ext cx="4110092" cy="224155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08223E9-4CF4-5E16-C387-4AA4512A09EC}"/>
                  </a:ext>
                </a:extLst>
              </p:cNvPr>
              <p:cNvSpPr txBox="1"/>
              <p:nvPr/>
            </p:nvSpPr>
            <p:spPr>
              <a:xfrm>
                <a:off x="459781" y="2284425"/>
                <a:ext cx="3860625" cy="20802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await </a:t>
                </a:r>
                <a:r>
                  <a:rPr lang="en-US" sz="2000" dirty="0" err="1">
                    <a:latin typeface="Berlin Sans FB" panose="020E0602020502020306" pitchFamily="34" charset="0"/>
                  </a:rPr>
                  <a:t>prisma.employee.update</a:t>
                </a:r>
                <a:r>
                  <a:rPr lang="en-US" sz="2000" dirty="0">
                    <a:latin typeface="Berlin Sans FB" panose="020E0602020502020306" pitchFamily="34" charset="0"/>
                  </a:rPr>
                  <a:t>({</a:t>
                </a:r>
              </a:p>
              <a:p>
                <a:r>
                  <a:rPr lang="en-US" sz="2000" dirty="0">
                    <a:latin typeface="Berlin Sans FB" panose="020E0602020502020306" pitchFamily="34" charset="0"/>
                  </a:rPr>
                  <a:t> where: { name: “John Doe” }</a:t>
                </a:r>
              </a:p>
              <a:p>
                <a:r>
                  <a:rPr lang="en-US" sz="2000" dirty="0">
                    <a:latin typeface="Berlin Sans FB" panose="020E0602020502020306" pitchFamily="34" charset="0"/>
                  </a:rPr>
                  <a:t> data: {</a:t>
                </a:r>
              </a:p>
              <a:p>
                <a:r>
                  <a:rPr lang="en-US" sz="2000" dirty="0">
                    <a:latin typeface="Berlin Sans FB" panose="020E0602020502020306" pitchFamily="34" charset="0"/>
                  </a:rPr>
                  <a:t>  position: “</a:t>
                </a:r>
                <a:r>
                  <a:rPr lang="en-US" sz="2000" dirty="0" err="1">
                    <a:latin typeface="Berlin Sans FB" panose="020E0602020502020306" pitchFamily="34" charset="0"/>
                  </a:rPr>
                  <a:t>Spv</a:t>
                </a:r>
                <a:r>
                  <a:rPr lang="en-US" sz="2000" dirty="0">
                    <a:latin typeface="Berlin Sans FB" panose="020E0602020502020306" pitchFamily="34" charset="0"/>
                  </a:rPr>
                  <a:t> Software Engineer”</a:t>
                </a:r>
              </a:p>
              <a:p>
                <a:r>
                  <a:rPr lang="en-US" sz="2000" dirty="0">
                    <a:latin typeface="Berlin Sans FB" panose="020E0602020502020306" pitchFamily="34" charset="0"/>
                  </a:rPr>
                  <a:t> }</a:t>
                </a:r>
              </a:p>
              <a:p>
                <a:r>
                  <a:rPr lang="en-US" sz="2000" dirty="0">
                    <a:latin typeface="Berlin Sans FB" panose="020E0602020502020306" pitchFamily="34" charset="0"/>
                  </a:rPr>
                  <a:t>})</a:t>
                </a:r>
              </a:p>
            </p:txBody>
          </p:sp>
        </p:grp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41C2A45B-577C-B78C-AEC7-D24C63EBA99E}"/>
                </a:ext>
              </a:extLst>
            </p:cNvPr>
            <p:cNvSpPr/>
            <p:nvPr/>
          </p:nvSpPr>
          <p:spPr>
            <a:xfrm>
              <a:off x="405325" y="7018256"/>
              <a:ext cx="1244837" cy="47163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Update</a:t>
              </a: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7E427F3F-87C4-B56E-4D2C-ABCEBEF81E72}"/>
              </a:ext>
            </a:extLst>
          </p:cNvPr>
          <p:cNvGrpSpPr/>
          <p:nvPr/>
        </p:nvGrpSpPr>
        <p:grpSpPr>
          <a:xfrm>
            <a:off x="471680" y="9859139"/>
            <a:ext cx="4031743" cy="1726832"/>
            <a:chOff x="506850" y="9806384"/>
            <a:chExt cx="4031743" cy="1726832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363408F9-DD21-D0B3-7FF9-71FA37BA34E2}"/>
                </a:ext>
              </a:extLst>
            </p:cNvPr>
            <p:cNvSpPr/>
            <p:nvPr/>
          </p:nvSpPr>
          <p:spPr>
            <a:xfrm>
              <a:off x="506850" y="10311493"/>
              <a:ext cx="4031743" cy="122172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await </a:t>
              </a:r>
              <a:r>
                <a:rPr lang="en-US" sz="2000" dirty="0" err="1">
                  <a:solidFill>
                    <a:schemeClr val="tx1"/>
                  </a:solidFill>
                  <a:latin typeface="Berlin Sans FB" panose="020E0602020502020306" pitchFamily="34" charset="0"/>
                </a:rPr>
                <a:t>prisma.employee.delete</a:t>
              </a:r>
              <a:r>
                <a:rPr lang="en-US" sz="20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({</a:t>
              </a:r>
            </a:p>
            <a:p>
              <a:r>
                <a:rPr lang="en-US" sz="20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 where : { name : “John Doe” } </a:t>
              </a:r>
            </a:p>
            <a:p>
              <a:r>
                <a:rPr lang="en-US" sz="20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)}</a:t>
              </a: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E659F1C4-C53B-B3D9-58DC-2E8624AC7747}"/>
                </a:ext>
              </a:extLst>
            </p:cNvPr>
            <p:cNvSpPr/>
            <p:nvPr/>
          </p:nvSpPr>
          <p:spPr>
            <a:xfrm>
              <a:off x="506850" y="9806384"/>
              <a:ext cx="1244837" cy="47163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Delete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7329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914CBD-9B50-91F4-D613-028169FF4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E586261-1F0A-E4C6-9827-9FE9ECC6798C}"/>
              </a:ext>
            </a:extLst>
          </p:cNvPr>
          <p:cNvGrpSpPr/>
          <p:nvPr/>
        </p:nvGrpSpPr>
        <p:grpSpPr>
          <a:xfrm>
            <a:off x="137560" y="204324"/>
            <a:ext cx="6506749" cy="11703694"/>
            <a:chOff x="137560" y="204324"/>
            <a:chExt cx="6506749" cy="1170369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19B045C0-E8CA-1AA4-FD16-B6989E4EDDA2}"/>
                </a:ext>
              </a:extLst>
            </p:cNvPr>
            <p:cNvGrpSpPr/>
            <p:nvPr/>
          </p:nvGrpSpPr>
          <p:grpSpPr>
            <a:xfrm>
              <a:off x="137560" y="204324"/>
              <a:ext cx="6506749" cy="630903"/>
              <a:chOff x="137560" y="257079"/>
              <a:chExt cx="6506749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243C104-218F-B7BA-02FB-67FCB22ECF3A}"/>
                  </a:ext>
                </a:extLst>
              </p:cNvPr>
              <p:cNvSpPr/>
              <p:nvPr/>
            </p:nvSpPr>
            <p:spPr>
              <a:xfrm>
                <a:off x="137560" y="257079"/>
                <a:ext cx="6506749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F1C2A77-9F94-A390-D2F6-363A240148AC}"/>
                  </a:ext>
                </a:extLst>
              </p:cNvPr>
              <p:cNvSpPr/>
              <p:nvPr/>
            </p:nvSpPr>
            <p:spPr>
              <a:xfrm>
                <a:off x="405325" y="392530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6D3B2AB2-DCFF-B68D-8961-439F0C40BE67}"/>
                  </a:ext>
                </a:extLst>
              </p:cNvPr>
              <p:cNvSpPr/>
              <p:nvPr/>
            </p:nvSpPr>
            <p:spPr>
              <a:xfrm>
                <a:off x="873480" y="392530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6DC39C3A-4295-EAC6-2948-2521888CAF53}"/>
                  </a:ext>
                </a:extLst>
              </p:cNvPr>
              <p:cNvSpPr/>
              <p:nvPr/>
            </p:nvSpPr>
            <p:spPr>
              <a:xfrm>
                <a:off x="1341635" y="392530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0AB83F3-7482-84F6-F922-369704279B36}"/>
                </a:ext>
              </a:extLst>
            </p:cNvPr>
            <p:cNvSpPr/>
            <p:nvPr/>
          </p:nvSpPr>
          <p:spPr>
            <a:xfrm>
              <a:off x="212180" y="965082"/>
              <a:ext cx="6401588" cy="1094293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14E7928C-655D-53B4-3155-F54EAC825EA8}"/>
              </a:ext>
            </a:extLst>
          </p:cNvPr>
          <p:cNvSpPr/>
          <p:nvPr/>
        </p:nvSpPr>
        <p:spPr>
          <a:xfrm>
            <a:off x="405325" y="1421065"/>
            <a:ext cx="2141213" cy="5805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Pagination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8A4DFD-12DE-F2D9-6B40-41B4FDD45585}"/>
              </a:ext>
            </a:extLst>
          </p:cNvPr>
          <p:cNvSpPr/>
          <p:nvPr/>
        </p:nvSpPr>
        <p:spPr>
          <a:xfrm>
            <a:off x="405325" y="2131443"/>
            <a:ext cx="5995475" cy="19481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Pagination is a method of breaking up very long content or data into smaller, sequential pages, usually marked with numbers (1, 2, 3...) or "Next/Previous" buttons.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7DB8028-ED79-DD6F-1EAC-C66197F6B440}"/>
              </a:ext>
            </a:extLst>
          </p:cNvPr>
          <p:cNvGrpSpPr/>
          <p:nvPr/>
        </p:nvGrpSpPr>
        <p:grpSpPr>
          <a:xfrm>
            <a:off x="405325" y="4548362"/>
            <a:ext cx="5589609" cy="1838315"/>
            <a:chOff x="379630" y="4557994"/>
            <a:chExt cx="5589609" cy="183831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8B66E4F-BD47-C717-0997-86F28C56CCE8}"/>
                </a:ext>
              </a:extLst>
            </p:cNvPr>
            <p:cNvSpPr/>
            <p:nvPr/>
          </p:nvSpPr>
          <p:spPr>
            <a:xfrm>
              <a:off x="379630" y="5154839"/>
              <a:ext cx="5191088" cy="70483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ts val="1651"/>
                </a:lnSpc>
              </a:pPr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await </a:t>
              </a:r>
              <a:r>
                <a:rPr lang="en-US" sz="2400" dirty="0" err="1">
                  <a:solidFill>
                    <a:schemeClr val="tx1"/>
                  </a:solidFill>
                  <a:latin typeface="Berlin Sans FB" panose="020E0602020502020306" pitchFamily="34" charset="0"/>
                </a:rPr>
                <a:t>prisma.employee.findMany</a:t>
              </a:r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({ })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81387E8-0F34-6E03-1391-2835E807418F}"/>
                </a:ext>
              </a:extLst>
            </p:cNvPr>
            <p:cNvGrpSpPr/>
            <p:nvPr/>
          </p:nvGrpSpPr>
          <p:grpSpPr>
            <a:xfrm>
              <a:off x="4677024" y="4775330"/>
              <a:ext cx="1171711" cy="706528"/>
              <a:chOff x="7189908" y="772914"/>
              <a:chExt cx="1171710" cy="706528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B8D6AC7-69E4-49B1-7110-F3B609BD365C}"/>
                  </a:ext>
                </a:extLst>
              </p:cNvPr>
              <p:cNvSpPr/>
              <p:nvPr/>
            </p:nvSpPr>
            <p:spPr>
              <a:xfrm rot="20148102">
                <a:off x="7189908" y="772914"/>
                <a:ext cx="1171710" cy="60851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ts val="1651"/>
                  </a:lnSpc>
                </a:pPr>
                <a:r>
                  <a:rPr lang="en-US" sz="2400" dirty="0">
                    <a:solidFill>
                      <a:schemeClr val="tx1"/>
                    </a:solidFill>
                    <a:highlight>
                      <a:srgbClr val="FFFF00"/>
                    </a:highlight>
                    <a:latin typeface="Berlin Sans FB" panose="020E0602020502020306" pitchFamily="34" charset="0"/>
                  </a:rPr>
                  <a:t>skip: 10 </a:t>
                </a:r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1FF65F46-E791-6270-1609-D29B055D4A3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91741" y="979241"/>
                <a:ext cx="893391" cy="500201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1A1B94F-AB0C-3D44-B131-4E258D224F68}"/>
                </a:ext>
              </a:extLst>
            </p:cNvPr>
            <p:cNvGrpSpPr/>
            <p:nvPr/>
          </p:nvGrpSpPr>
          <p:grpSpPr>
            <a:xfrm>
              <a:off x="4689565" y="5508924"/>
              <a:ext cx="1279674" cy="887385"/>
              <a:chOff x="6908971" y="1190294"/>
              <a:chExt cx="1279673" cy="887384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F13BE88-A52B-32E4-B4B6-C7738917576B}"/>
                  </a:ext>
                </a:extLst>
              </p:cNvPr>
              <p:cNvSpPr/>
              <p:nvPr/>
            </p:nvSpPr>
            <p:spPr>
              <a:xfrm rot="1831312">
                <a:off x="6908971" y="1469160"/>
                <a:ext cx="1279673" cy="60851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ts val="1651"/>
                  </a:lnSpc>
                </a:pPr>
                <a:r>
                  <a:rPr lang="en-US" sz="2400" dirty="0">
                    <a:solidFill>
                      <a:schemeClr val="tx1"/>
                    </a:solidFill>
                    <a:highlight>
                      <a:srgbClr val="FFFF00"/>
                    </a:highlight>
                    <a:latin typeface="Berlin Sans FB" panose="020E0602020502020306" pitchFamily="34" charset="0"/>
                  </a:rPr>
                  <a:t>take: 10 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65CC7331-9D44-DA65-C845-C3819620476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182400" y="1190294"/>
                <a:ext cx="809254" cy="444327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81B5A77-096E-3847-D35D-254369AD2390}"/>
                </a:ext>
              </a:extLst>
            </p:cNvPr>
            <p:cNvSpPr/>
            <p:nvPr/>
          </p:nvSpPr>
          <p:spPr>
            <a:xfrm>
              <a:off x="388016" y="4557994"/>
              <a:ext cx="1296310" cy="58633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Syntax 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79314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A04119-6732-7B95-A6A7-3386F840D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64DDEC7-65A0-0A54-C501-11D0F51B4F78}"/>
              </a:ext>
            </a:extLst>
          </p:cNvPr>
          <p:cNvGrpSpPr/>
          <p:nvPr/>
        </p:nvGrpSpPr>
        <p:grpSpPr>
          <a:xfrm>
            <a:off x="137560" y="204324"/>
            <a:ext cx="6506749" cy="11703694"/>
            <a:chOff x="137560" y="204324"/>
            <a:chExt cx="6506749" cy="1170369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283CB64-E918-FDA1-FC93-D704BF2D3B16}"/>
                </a:ext>
              </a:extLst>
            </p:cNvPr>
            <p:cNvGrpSpPr/>
            <p:nvPr/>
          </p:nvGrpSpPr>
          <p:grpSpPr>
            <a:xfrm>
              <a:off x="137560" y="204324"/>
              <a:ext cx="6506749" cy="630903"/>
              <a:chOff x="137560" y="257079"/>
              <a:chExt cx="6506749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22320A98-65C2-C22C-0BC8-CCD91D72EAAB}"/>
                  </a:ext>
                </a:extLst>
              </p:cNvPr>
              <p:cNvSpPr/>
              <p:nvPr/>
            </p:nvSpPr>
            <p:spPr>
              <a:xfrm>
                <a:off x="137560" y="257079"/>
                <a:ext cx="6506749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6A8AA6B1-E09D-22AB-137E-3CAE16658E28}"/>
                  </a:ext>
                </a:extLst>
              </p:cNvPr>
              <p:cNvSpPr/>
              <p:nvPr/>
            </p:nvSpPr>
            <p:spPr>
              <a:xfrm>
                <a:off x="405325" y="392530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221F715E-F826-9016-D1BB-C837275E42F8}"/>
                  </a:ext>
                </a:extLst>
              </p:cNvPr>
              <p:cNvSpPr/>
              <p:nvPr/>
            </p:nvSpPr>
            <p:spPr>
              <a:xfrm>
                <a:off x="873480" y="392530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CA19958D-18F9-5297-8F43-75526EEC87CD}"/>
                  </a:ext>
                </a:extLst>
              </p:cNvPr>
              <p:cNvSpPr/>
              <p:nvPr/>
            </p:nvSpPr>
            <p:spPr>
              <a:xfrm>
                <a:off x="1341635" y="392530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BE2904D7-05A2-D2C7-8EAE-4A9CA3B22D4A}"/>
                </a:ext>
              </a:extLst>
            </p:cNvPr>
            <p:cNvSpPr/>
            <p:nvPr/>
          </p:nvSpPr>
          <p:spPr>
            <a:xfrm>
              <a:off x="212180" y="965082"/>
              <a:ext cx="6401588" cy="1094293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C5B556F-6193-69C2-3573-ABA60992850F}"/>
              </a:ext>
            </a:extLst>
          </p:cNvPr>
          <p:cNvGrpSpPr/>
          <p:nvPr/>
        </p:nvGrpSpPr>
        <p:grpSpPr>
          <a:xfrm>
            <a:off x="869691" y="4966692"/>
            <a:ext cx="2076133" cy="963086"/>
            <a:chOff x="988074" y="5319108"/>
            <a:chExt cx="2694169" cy="131094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C864707-07D4-137A-5D14-4E3938A0B0A6}"/>
                </a:ext>
              </a:extLst>
            </p:cNvPr>
            <p:cNvSpPr txBox="1"/>
            <p:nvPr/>
          </p:nvSpPr>
          <p:spPr>
            <a:xfrm>
              <a:off x="988074" y="6001636"/>
              <a:ext cx="2694169" cy="6284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accent1"/>
                  </a:solidFill>
                  <a:highlight>
                    <a:srgbClr val="FFFF00"/>
                  </a:highlight>
                  <a:latin typeface="Gill Sans MT" panose="020B0502020104020203" pitchFamily="34" charset="0"/>
                </a:rPr>
                <a:t>FRONT-END 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A7D24D9-2DA1-4D7D-EDDA-B1AAE857D01E}"/>
                </a:ext>
              </a:extLst>
            </p:cNvPr>
            <p:cNvGrpSpPr/>
            <p:nvPr/>
          </p:nvGrpSpPr>
          <p:grpSpPr>
            <a:xfrm>
              <a:off x="1057521" y="5319108"/>
              <a:ext cx="2526742" cy="604149"/>
              <a:chOff x="709016" y="4892150"/>
              <a:chExt cx="3125965" cy="750267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0E060F26-A87E-A70B-2832-95582980C7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9016" y="4892150"/>
                <a:ext cx="720000" cy="720000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723B7330-E972-04F4-97D0-E6457D1A7B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05621" y="4901207"/>
                <a:ext cx="720000" cy="720000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35317FC9-6E78-FEAB-038B-EBB9EE80B8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21419" y="4922417"/>
                <a:ext cx="720000" cy="720000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4E376D9F-A9AD-033B-D244-E7D98EC487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14981" y="4901207"/>
                <a:ext cx="720000" cy="720000"/>
              </a:xfrm>
              <a:prstGeom prst="rect">
                <a:avLst/>
              </a:prstGeom>
            </p:spPr>
          </p:pic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E310A95-B8EE-C389-DEC7-D0CB06F6B108}"/>
              </a:ext>
            </a:extLst>
          </p:cNvPr>
          <p:cNvGrpSpPr/>
          <p:nvPr/>
        </p:nvGrpSpPr>
        <p:grpSpPr>
          <a:xfrm>
            <a:off x="869691" y="2591653"/>
            <a:ext cx="1930530" cy="1928735"/>
            <a:chOff x="988308" y="2165407"/>
            <a:chExt cx="2841265" cy="2792348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75CC031-4B76-272A-796F-7A3086D673B4}"/>
                </a:ext>
              </a:extLst>
            </p:cNvPr>
            <p:cNvGrpSpPr/>
            <p:nvPr/>
          </p:nvGrpSpPr>
          <p:grpSpPr>
            <a:xfrm>
              <a:off x="1568122" y="3855031"/>
              <a:ext cx="1807138" cy="1102724"/>
              <a:chOff x="1409304" y="2779716"/>
              <a:chExt cx="1551306" cy="1102724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EBBB300B-376E-EF5A-63EB-DD06B27BC734}"/>
                  </a:ext>
                </a:extLst>
              </p:cNvPr>
              <p:cNvSpPr/>
              <p:nvPr/>
            </p:nvSpPr>
            <p:spPr>
              <a:xfrm>
                <a:off x="1409304" y="3376253"/>
                <a:ext cx="1551306" cy="50618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Isosceles Triangle 23">
                <a:extLst>
                  <a:ext uri="{FF2B5EF4-FFF2-40B4-BE49-F238E27FC236}">
                    <a16:creationId xmlns:a16="http://schemas.microsoft.com/office/drawing/2014/main" id="{B7B2667B-A518-44AD-EB70-7D19730FFE4A}"/>
                  </a:ext>
                </a:extLst>
              </p:cNvPr>
              <p:cNvSpPr/>
              <p:nvPr/>
            </p:nvSpPr>
            <p:spPr>
              <a:xfrm>
                <a:off x="1763553" y="2779716"/>
                <a:ext cx="842808" cy="914400"/>
              </a:xfrm>
              <a:prstGeom prst="triangl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F21C4FA4-17CC-E77B-6268-8E310C48398C}"/>
                </a:ext>
              </a:extLst>
            </p:cNvPr>
            <p:cNvGrpSpPr/>
            <p:nvPr/>
          </p:nvGrpSpPr>
          <p:grpSpPr>
            <a:xfrm>
              <a:off x="988308" y="2165407"/>
              <a:ext cx="2841265" cy="1990936"/>
              <a:chOff x="988308" y="2018135"/>
              <a:chExt cx="2572459" cy="1819168"/>
            </a:xfrm>
          </p:grpSpPr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1E96558C-2EA0-214C-6A39-7B8627D7D211}"/>
                  </a:ext>
                </a:extLst>
              </p:cNvPr>
              <p:cNvSpPr/>
              <p:nvPr/>
            </p:nvSpPr>
            <p:spPr>
              <a:xfrm>
                <a:off x="988308" y="2018135"/>
                <a:ext cx="2572459" cy="181916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4026FE75-027E-4012-9EB2-119D16E24133}"/>
                  </a:ext>
                </a:extLst>
              </p:cNvPr>
              <p:cNvSpPr/>
              <p:nvPr/>
            </p:nvSpPr>
            <p:spPr>
              <a:xfrm>
                <a:off x="1140541" y="2182542"/>
                <a:ext cx="2281085" cy="1463487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BB61D69-4AF3-89F1-5248-E5DBFBECC7B8}"/>
              </a:ext>
            </a:extLst>
          </p:cNvPr>
          <p:cNvGrpSpPr/>
          <p:nvPr/>
        </p:nvGrpSpPr>
        <p:grpSpPr>
          <a:xfrm>
            <a:off x="4010521" y="4877222"/>
            <a:ext cx="1888872" cy="1079377"/>
            <a:chOff x="5920043" y="5206535"/>
            <a:chExt cx="2292548" cy="1332189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D915720-BCC4-57FB-B2F1-D5702DD6F2CC}"/>
                </a:ext>
              </a:extLst>
            </p:cNvPr>
            <p:cNvSpPr txBox="1"/>
            <p:nvPr/>
          </p:nvSpPr>
          <p:spPr>
            <a:xfrm>
              <a:off x="6013313" y="6044900"/>
              <a:ext cx="1969571" cy="493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1"/>
                  </a:solidFill>
                  <a:highlight>
                    <a:srgbClr val="FFFF00"/>
                  </a:highlight>
                  <a:latin typeface="Gill Sans MT" panose="020B0502020104020203" pitchFamily="34" charset="0"/>
                </a:rPr>
                <a:t>BACK-END </a:t>
              </a: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E71F21B-3EEC-825B-FE97-6DCAF8C61F58}"/>
                </a:ext>
              </a:extLst>
            </p:cNvPr>
            <p:cNvGrpSpPr/>
            <p:nvPr/>
          </p:nvGrpSpPr>
          <p:grpSpPr>
            <a:xfrm>
              <a:off x="5920043" y="5206535"/>
              <a:ext cx="2292548" cy="795101"/>
              <a:chOff x="5668658" y="4788639"/>
              <a:chExt cx="2752499" cy="967428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D2264513-F67A-FA7E-1F9C-0D9A37A108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31482" y="4788639"/>
                <a:ext cx="1189675" cy="967428"/>
              </a:xfrm>
              <a:prstGeom prst="rect">
                <a:avLst/>
              </a:prstGeom>
            </p:spPr>
          </p:pic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996C997F-B927-0517-0A3B-5DD38D1F2072}"/>
                  </a:ext>
                </a:extLst>
              </p:cNvPr>
              <p:cNvGrpSpPr/>
              <p:nvPr/>
            </p:nvGrpSpPr>
            <p:grpSpPr>
              <a:xfrm>
                <a:off x="5668658" y="4988768"/>
                <a:ext cx="1685929" cy="527088"/>
                <a:chOff x="3033435" y="6435546"/>
                <a:chExt cx="2734246" cy="1067082"/>
              </a:xfrm>
            </p:grpSpPr>
            <p:pic>
              <p:nvPicPr>
                <p:cNvPr id="26" name="Picture 25">
                  <a:extLst>
                    <a:ext uri="{FF2B5EF4-FFF2-40B4-BE49-F238E27FC236}">
                      <a16:creationId xmlns:a16="http://schemas.microsoft.com/office/drawing/2014/main" id="{F16CA2AF-822D-1940-B463-EA381F75DF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1175" t="6678" r="10938" b="63134"/>
                <a:stretch>
                  <a:fillRect/>
                </a:stretch>
              </p:blipFill>
              <p:spPr>
                <a:xfrm>
                  <a:off x="3033435" y="6435546"/>
                  <a:ext cx="1527490" cy="820556"/>
                </a:xfrm>
                <a:prstGeom prst="rect">
                  <a:avLst/>
                </a:prstGeom>
              </p:spPr>
            </p:pic>
            <p:pic>
              <p:nvPicPr>
                <p:cNvPr id="27" name="Picture 26">
                  <a:extLst>
                    <a:ext uri="{FF2B5EF4-FFF2-40B4-BE49-F238E27FC236}">
                      <a16:creationId xmlns:a16="http://schemas.microsoft.com/office/drawing/2014/main" id="{D5D55F39-CC19-84DD-9776-D5FDCEF26B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8614" t="37539" r="10216" b="7202"/>
                <a:stretch>
                  <a:fillRect/>
                </a:stretch>
              </p:blipFill>
              <p:spPr>
                <a:xfrm>
                  <a:off x="4329216" y="6441357"/>
                  <a:ext cx="1438465" cy="1061271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2E687780-969C-7B41-2635-CE541B1750DF}"/>
              </a:ext>
            </a:extLst>
          </p:cNvPr>
          <p:cNvSpPr/>
          <p:nvPr/>
        </p:nvSpPr>
        <p:spPr>
          <a:xfrm>
            <a:off x="1076301" y="6040832"/>
            <a:ext cx="4581981" cy="45719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9083FF1-1EE3-42EA-4497-781493E2506A}"/>
              </a:ext>
            </a:extLst>
          </p:cNvPr>
          <p:cNvGrpSpPr/>
          <p:nvPr/>
        </p:nvGrpSpPr>
        <p:grpSpPr>
          <a:xfrm>
            <a:off x="4549143" y="3273993"/>
            <a:ext cx="900092" cy="1098933"/>
            <a:chOff x="5504672" y="820134"/>
            <a:chExt cx="1176475" cy="1467186"/>
          </a:xfrm>
        </p:grpSpPr>
        <p:sp>
          <p:nvSpPr>
            <p:cNvPr id="34" name="Flowchart: Magnetic Disk 33">
              <a:extLst>
                <a:ext uri="{FF2B5EF4-FFF2-40B4-BE49-F238E27FC236}">
                  <a16:creationId xmlns:a16="http://schemas.microsoft.com/office/drawing/2014/main" id="{F74C0179-5E6D-32CC-DBC8-FEB3504C66DE}"/>
                </a:ext>
              </a:extLst>
            </p:cNvPr>
            <p:cNvSpPr/>
            <p:nvPr/>
          </p:nvSpPr>
          <p:spPr>
            <a:xfrm>
              <a:off x="5509625" y="1674672"/>
              <a:ext cx="1171522" cy="612648"/>
            </a:xfrm>
            <a:prstGeom prst="flowChartMagneticDisk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lowchart: Magnetic Disk 34">
              <a:extLst>
                <a:ext uri="{FF2B5EF4-FFF2-40B4-BE49-F238E27FC236}">
                  <a16:creationId xmlns:a16="http://schemas.microsoft.com/office/drawing/2014/main" id="{E6C105CA-73B9-B9B1-80D5-24D1BB209094}"/>
                </a:ext>
              </a:extLst>
            </p:cNvPr>
            <p:cNvSpPr/>
            <p:nvPr/>
          </p:nvSpPr>
          <p:spPr>
            <a:xfrm>
              <a:off x="5509625" y="1245317"/>
              <a:ext cx="1171522" cy="612648"/>
            </a:xfrm>
            <a:prstGeom prst="flowChartMagneticDisk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100" dirty="0"/>
            </a:p>
          </p:txBody>
        </p:sp>
        <p:sp>
          <p:nvSpPr>
            <p:cNvPr id="38" name="Flowchart: Magnetic Disk 37">
              <a:extLst>
                <a:ext uri="{FF2B5EF4-FFF2-40B4-BE49-F238E27FC236}">
                  <a16:creationId xmlns:a16="http://schemas.microsoft.com/office/drawing/2014/main" id="{7CA490F1-908A-CE72-0450-1E26B3FB7874}"/>
                </a:ext>
              </a:extLst>
            </p:cNvPr>
            <p:cNvSpPr/>
            <p:nvPr/>
          </p:nvSpPr>
          <p:spPr>
            <a:xfrm>
              <a:off x="5504672" y="820134"/>
              <a:ext cx="1171522" cy="612648"/>
            </a:xfrm>
            <a:prstGeom prst="flowChartMagneticDisk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46" name="Group 645">
            <a:extLst>
              <a:ext uri="{FF2B5EF4-FFF2-40B4-BE49-F238E27FC236}">
                <a16:creationId xmlns:a16="http://schemas.microsoft.com/office/drawing/2014/main" id="{7DEC7077-E2A0-2810-11F1-C1C69C5B301D}"/>
              </a:ext>
            </a:extLst>
          </p:cNvPr>
          <p:cNvGrpSpPr/>
          <p:nvPr/>
        </p:nvGrpSpPr>
        <p:grpSpPr>
          <a:xfrm>
            <a:off x="4181220" y="2179283"/>
            <a:ext cx="1629203" cy="1004122"/>
            <a:chOff x="6215561" y="2476129"/>
            <a:chExt cx="2077504" cy="1493137"/>
          </a:xfrm>
        </p:grpSpPr>
        <p:sp>
          <p:nvSpPr>
            <p:cNvPr id="647" name="Rectangle 646">
              <a:extLst>
                <a:ext uri="{FF2B5EF4-FFF2-40B4-BE49-F238E27FC236}">
                  <a16:creationId xmlns:a16="http://schemas.microsoft.com/office/drawing/2014/main" id="{3CA9644E-7A30-5514-5F47-056E19472456}"/>
                </a:ext>
              </a:extLst>
            </p:cNvPr>
            <p:cNvSpPr/>
            <p:nvPr/>
          </p:nvSpPr>
          <p:spPr>
            <a:xfrm>
              <a:off x="6236125" y="2480774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100" dirty="0" err="1">
                  <a:solidFill>
                    <a:schemeClr val="tx1"/>
                  </a:solidFill>
                </a:rPr>
                <a:t>Fsdfasdfasd</a:t>
              </a:r>
              <a:endParaRPr lang="en-US" sz="1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00" dirty="0" err="1">
                  <a:solidFill>
                    <a:schemeClr val="tx1"/>
                  </a:solidFill>
                </a:rPr>
                <a:t>Fasdddddddddddddddd</a:t>
              </a:r>
              <a:endParaRPr lang="en-US" sz="1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00" dirty="0" err="1">
                  <a:solidFill>
                    <a:schemeClr val="tx1"/>
                  </a:solidFill>
                </a:rPr>
                <a:t>Sdafdsafdsasadddddd</a:t>
              </a:r>
              <a:endParaRPr lang="en-US" sz="100" dirty="0">
                <a:solidFill>
                  <a:schemeClr val="tx1"/>
                </a:solidFill>
              </a:endParaRPr>
            </a:p>
            <a:p>
              <a:r>
                <a:rPr lang="en-US" sz="100" dirty="0" err="1">
                  <a:solidFill>
                    <a:schemeClr val="tx1"/>
                  </a:solidFill>
                </a:rPr>
                <a:t>sdafssssssssssssssssssss</a:t>
              </a:r>
              <a:endParaRPr lang="en-US" sz="100" dirty="0">
                <a:solidFill>
                  <a:schemeClr val="tx1"/>
                </a:solidFill>
              </a:endParaRPr>
            </a:p>
          </p:txBody>
        </p:sp>
        <p:sp>
          <p:nvSpPr>
            <p:cNvPr id="648" name="Rectangle 647">
              <a:extLst>
                <a:ext uri="{FF2B5EF4-FFF2-40B4-BE49-F238E27FC236}">
                  <a16:creationId xmlns:a16="http://schemas.microsoft.com/office/drawing/2014/main" id="{4BC2DD2B-4E66-BDA8-1FD6-A79216087B24}"/>
                </a:ext>
              </a:extLst>
            </p:cNvPr>
            <p:cNvSpPr/>
            <p:nvPr/>
          </p:nvSpPr>
          <p:spPr>
            <a:xfrm>
              <a:off x="6661471" y="247612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100" dirty="0" err="1">
                  <a:solidFill>
                    <a:schemeClr val="tx1"/>
                  </a:solidFill>
                </a:rPr>
                <a:t>Fsdfasdfasd</a:t>
              </a:r>
              <a:endParaRPr lang="en-US" sz="1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00" dirty="0" err="1">
                  <a:solidFill>
                    <a:schemeClr val="tx1"/>
                  </a:solidFill>
                </a:rPr>
                <a:t>Fasdddddddddddddddd</a:t>
              </a:r>
              <a:endParaRPr lang="en-US" sz="1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00" dirty="0" err="1">
                  <a:solidFill>
                    <a:schemeClr val="tx1"/>
                  </a:solidFill>
                </a:rPr>
                <a:t>Sdafdsafdsasadddddd</a:t>
              </a:r>
              <a:endParaRPr lang="en-US" sz="100" dirty="0">
                <a:solidFill>
                  <a:schemeClr val="tx1"/>
                </a:solidFill>
              </a:endParaRPr>
            </a:p>
            <a:p>
              <a:r>
                <a:rPr lang="en-US" sz="100" dirty="0" err="1">
                  <a:solidFill>
                    <a:schemeClr val="tx1"/>
                  </a:solidFill>
                </a:rPr>
                <a:t>sdafssssssssssssssssssss</a:t>
              </a:r>
              <a:endParaRPr lang="en-US" sz="100" dirty="0">
                <a:solidFill>
                  <a:schemeClr val="tx1"/>
                </a:solidFill>
              </a:endParaRPr>
            </a:p>
          </p:txBody>
        </p:sp>
        <p:sp>
          <p:nvSpPr>
            <p:cNvPr id="649" name="Rectangle 648">
              <a:extLst>
                <a:ext uri="{FF2B5EF4-FFF2-40B4-BE49-F238E27FC236}">
                  <a16:creationId xmlns:a16="http://schemas.microsoft.com/office/drawing/2014/main" id="{832892D9-CD40-06D5-9FF9-AD5146D05D18}"/>
                </a:ext>
              </a:extLst>
            </p:cNvPr>
            <p:cNvSpPr/>
            <p:nvPr/>
          </p:nvSpPr>
          <p:spPr>
            <a:xfrm>
              <a:off x="7082095" y="248222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100" dirty="0" err="1">
                  <a:solidFill>
                    <a:schemeClr val="tx1"/>
                  </a:solidFill>
                </a:rPr>
                <a:t>Fsdfasdfasd</a:t>
              </a:r>
              <a:endParaRPr lang="en-US" sz="1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00" dirty="0" err="1">
                  <a:solidFill>
                    <a:schemeClr val="tx1"/>
                  </a:solidFill>
                </a:rPr>
                <a:t>Fasdddddddddddddddd</a:t>
              </a:r>
              <a:endParaRPr lang="en-US" sz="1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00" dirty="0" err="1">
                  <a:solidFill>
                    <a:schemeClr val="tx1"/>
                  </a:solidFill>
                </a:rPr>
                <a:t>Sdafdsafdsasadddddd</a:t>
              </a:r>
              <a:endParaRPr lang="en-US" sz="100" dirty="0">
                <a:solidFill>
                  <a:schemeClr val="tx1"/>
                </a:solidFill>
              </a:endParaRPr>
            </a:p>
            <a:p>
              <a:r>
                <a:rPr lang="en-US" sz="100" dirty="0" err="1">
                  <a:solidFill>
                    <a:schemeClr val="tx1"/>
                  </a:solidFill>
                </a:rPr>
                <a:t>sdafssssssssssssssssssss</a:t>
              </a:r>
              <a:endParaRPr lang="en-US" sz="100" dirty="0">
                <a:solidFill>
                  <a:schemeClr val="tx1"/>
                </a:solidFill>
              </a:endParaRPr>
            </a:p>
          </p:txBody>
        </p:sp>
        <p:sp>
          <p:nvSpPr>
            <p:cNvPr id="650" name="Rectangle 649">
              <a:extLst>
                <a:ext uri="{FF2B5EF4-FFF2-40B4-BE49-F238E27FC236}">
                  <a16:creationId xmlns:a16="http://schemas.microsoft.com/office/drawing/2014/main" id="{A47C5BA8-17CD-8130-F339-4F40DAE4EAE5}"/>
                </a:ext>
              </a:extLst>
            </p:cNvPr>
            <p:cNvSpPr/>
            <p:nvPr/>
          </p:nvSpPr>
          <p:spPr>
            <a:xfrm>
              <a:off x="7484431" y="247612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100" dirty="0" err="1">
                  <a:solidFill>
                    <a:schemeClr val="tx1"/>
                  </a:solidFill>
                </a:rPr>
                <a:t>Fsdfasdfasd</a:t>
              </a:r>
              <a:endParaRPr lang="en-US" sz="1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00" dirty="0" err="1">
                  <a:solidFill>
                    <a:schemeClr val="tx1"/>
                  </a:solidFill>
                </a:rPr>
                <a:t>Fasdddddddddddddddd</a:t>
              </a:r>
              <a:endParaRPr lang="en-US" sz="1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00" dirty="0" err="1">
                  <a:solidFill>
                    <a:schemeClr val="tx1"/>
                  </a:solidFill>
                </a:rPr>
                <a:t>Sdafdsafdsasadddddd</a:t>
              </a:r>
              <a:endParaRPr lang="en-US" sz="100" dirty="0">
                <a:solidFill>
                  <a:schemeClr val="tx1"/>
                </a:solidFill>
              </a:endParaRPr>
            </a:p>
            <a:p>
              <a:r>
                <a:rPr lang="en-US" sz="100" dirty="0" err="1">
                  <a:solidFill>
                    <a:schemeClr val="tx1"/>
                  </a:solidFill>
                </a:rPr>
                <a:t>sdafssssssssssssssssssss</a:t>
              </a:r>
              <a:endParaRPr lang="en-US" sz="100" dirty="0">
                <a:solidFill>
                  <a:schemeClr val="tx1"/>
                </a:solidFill>
              </a:endParaRPr>
            </a:p>
          </p:txBody>
        </p:sp>
        <p:sp>
          <p:nvSpPr>
            <p:cNvPr id="651" name="Rectangle 650">
              <a:extLst>
                <a:ext uri="{FF2B5EF4-FFF2-40B4-BE49-F238E27FC236}">
                  <a16:creationId xmlns:a16="http://schemas.microsoft.com/office/drawing/2014/main" id="{0A004462-E844-56A2-8F2D-A2DEEDEBA97A}"/>
                </a:ext>
              </a:extLst>
            </p:cNvPr>
            <p:cNvSpPr/>
            <p:nvPr/>
          </p:nvSpPr>
          <p:spPr>
            <a:xfrm>
              <a:off x="7905055" y="2488321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100" dirty="0" err="1">
                  <a:solidFill>
                    <a:schemeClr val="tx1"/>
                  </a:solidFill>
                </a:rPr>
                <a:t>Fsdfasdfasd</a:t>
              </a:r>
              <a:endParaRPr lang="en-US" sz="1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00" dirty="0" err="1">
                  <a:solidFill>
                    <a:schemeClr val="tx1"/>
                  </a:solidFill>
                </a:rPr>
                <a:t>Fasdddddddddddddddd</a:t>
              </a:r>
              <a:endParaRPr lang="en-US" sz="1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00" dirty="0" err="1">
                  <a:solidFill>
                    <a:schemeClr val="tx1"/>
                  </a:solidFill>
                </a:rPr>
                <a:t>Sdafdsafdsasadddddd</a:t>
              </a:r>
              <a:endParaRPr lang="en-US" sz="100" dirty="0">
                <a:solidFill>
                  <a:schemeClr val="tx1"/>
                </a:solidFill>
              </a:endParaRPr>
            </a:p>
            <a:p>
              <a:r>
                <a:rPr lang="en-US" sz="100" dirty="0" err="1">
                  <a:solidFill>
                    <a:schemeClr val="tx1"/>
                  </a:solidFill>
                </a:rPr>
                <a:t>sdafssssssssssssssssssss</a:t>
              </a:r>
              <a:endParaRPr lang="en-US" sz="100" dirty="0">
                <a:solidFill>
                  <a:schemeClr val="tx1"/>
                </a:solidFill>
              </a:endParaRPr>
            </a:p>
          </p:txBody>
        </p:sp>
        <p:sp>
          <p:nvSpPr>
            <p:cNvPr id="652" name="Rectangle 651">
              <a:extLst>
                <a:ext uri="{FF2B5EF4-FFF2-40B4-BE49-F238E27FC236}">
                  <a16:creationId xmlns:a16="http://schemas.microsoft.com/office/drawing/2014/main" id="{83101C00-767D-B8BD-1386-D1F574BE2B6D}"/>
                </a:ext>
              </a:extLst>
            </p:cNvPr>
            <p:cNvSpPr/>
            <p:nvPr/>
          </p:nvSpPr>
          <p:spPr>
            <a:xfrm>
              <a:off x="6236125" y="3016364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100" dirty="0" err="1">
                  <a:solidFill>
                    <a:schemeClr val="tx1"/>
                  </a:solidFill>
                </a:rPr>
                <a:t>Fsdfasdfasd</a:t>
              </a:r>
              <a:endParaRPr lang="en-US" sz="1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00" dirty="0" err="1">
                  <a:solidFill>
                    <a:schemeClr val="tx1"/>
                  </a:solidFill>
                </a:rPr>
                <a:t>Fasdddddddddddddddd</a:t>
              </a:r>
              <a:endParaRPr lang="en-US" sz="1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00" dirty="0" err="1">
                  <a:solidFill>
                    <a:schemeClr val="tx1"/>
                  </a:solidFill>
                </a:rPr>
                <a:t>Sdafdsafdsasadddddd</a:t>
              </a:r>
              <a:endParaRPr lang="en-US" sz="100" dirty="0">
                <a:solidFill>
                  <a:schemeClr val="tx1"/>
                </a:solidFill>
              </a:endParaRPr>
            </a:p>
            <a:p>
              <a:r>
                <a:rPr lang="en-US" sz="100" dirty="0" err="1">
                  <a:solidFill>
                    <a:schemeClr val="tx1"/>
                  </a:solidFill>
                </a:rPr>
                <a:t>sdafssssssssssssssssssss</a:t>
              </a:r>
              <a:endParaRPr lang="en-US" sz="100" dirty="0">
                <a:solidFill>
                  <a:schemeClr val="tx1"/>
                </a:solidFill>
              </a:endParaRPr>
            </a:p>
          </p:txBody>
        </p:sp>
        <p:sp>
          <p:nvSpPr>
            <p:cNvPr id="653" name="Rectangle 652">
              <a:extLst>
                <a:ext uri="{FF2B5EF4-FFF2-40B4-BE49-F238E27FC236}">
                  <a16:creationId xmlns:a16="http://schemas.microsoft.com/office/drawing/2014/main" id="{7585A2A0-4288-2F7C-3563-C21F921CA794}"/>
                </a:ext>
              </a:extLst>
            </p:cNvPr>
            <p:cNvSpPr/>
            <p:nvPr/>
          </p:nvSpPr>
          <p:spPr>
            <a:xfrm>
              <a:off x="6661471" y="301171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100" dirty="0" err="1">
                  <a:solidFill>
                    <a:schemeClr val="tx1"/>
                  </a:solidFill>
                </a:rPr>
                <a:t>Fsdfasdfasd</a:t>
              </a:r>
              <a:endParaRPr lang="en-US" sz="1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00" dirty="0" err="1">
                  <a:solidFill>
                    <a:schemeClr val="tx1"/>
                  </a:solidFill>
                </a:rPr>
                <a:t>Fasdddddddddddddddd</a:t>
              </a:r>
              <a:endParaRPr lang="en-US" sz="1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00" dirty="0" err="1">
                  <a:solidFill>
                    <a:schemeClr val="tx1"/>
                  </a:solidFill>
                </a:rPr>
                <a:t>Sdafdsafdsasadddddd</a:t>
              </a:r>
              <a:endParaRPr lang="en-US" sz="100" dirty="0">
                <a:solidFill>
                  <a:schemeClr val="tx1"/>
                </a:solidFill>
              </a:endParaRPr>
            </a:p>
            <a:p>
              <a:r>
                <a:rPr lang="en-US" sz="100" dirty="0" err="1">
                  <a:solidFill>
                    <a:schemeClr val="tx1"/>
                  </a:solidFill>
                </a:rPr>
                <a:t>sdafssssssssssssssssssss</a:t>
              </a:r>
              <a:endParaRPr lang="en-US" sz="100" dirty="0">
                <a:solidFill>
                  <a:schemeClr val="tx1"/>
                </a:solidFill>
              </a:endParaRPr>
            </a:p>
          </p:txBody>
        </p:sp>
        <p:sp>
          <p:nvSpPr>
            <p:cNvPr id="654" name="Rectangle 653">
              <a:extLst>
                <a:ext uri="{FF2B5EF4-FFF2-40B4-BE49-F238E27FC236}">
                  <a16:creationId xmlns:a16="http://schemas.microsoft.com/office/drawing/2014/main" id="{9654E1F2-50D5-C223-A594-BDBE2A0A2A31}"/>
                </a:ext>
              </a:extLst>
            </p:cNvPr>
            <p:cNvSpPr/>
            <p:nvPr/>
          </p:nvSpPr>
          <p:spPr>
            <a:xfrm>
              <a:off x="7082095" y="301781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100" dirty="0" err="1">
                  <a:solidFill>
                    <a:schemeClr val="tx1"/>
                  </a:solidFill>
                </a:rPr>
                <a:t>Fsdfasdfasd</a:t>
              </a:r>
              <a:endParaRPr lang="en-US" sz="1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00" dirty="0" err="1">
                  <a:solidFill>
                    <a:schemeClr val="tx1"/>
                  </a:solidFill>
                </a:rPr>
                <a:t>Fasdddddddddddddddd</a:t>
              </a:r>
              <a:endParaRPr lang="en-US" sz="1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00" dirty="0" err="1">
                  <a:solidFill>
                    <a:schemeClr val="tx1"/>
                  </a:solidFill>
                </a:rPr>
                <a:t>Sdafdsafdsasadddddd</a:t>
              </a:r>
              <a:endParaRPr lang="en-US" sz="100" dirty="0">
                <a:solidFill>
                  <a:schemeClr val="tx1"/>
                </a:solidFill>
              </a:endParaRPr>
            </a:p>
            <a:p>
              <a:r>
                <a:rPr lang="en-US" sz="100" dirty="0" err="1">
                  <a:solidFill>
                    <a:schemeClr val="tx1"/>
                  </a:solidFill>
                </a:rPr>
                <a:t>sdafssssssssssssssssssss</a:t>
              </a:r>
              <a:endParaRPr lang="en-US" sz="100" dirty="0">
                <a:solidFill>
                  <a:schemeClr val="tx1"/>
                </a:solidFill>
              </a:endParaRPr>
            </a:p>
          </p:txBody>
        </p:sp>
        <p:sp>
          <p:nvSpPr>
            <p:cNvPr id="655" name="Rectangle 654">
              <a:extLst>
                <a:ext uri="{FF2B5EF4-FFF2-40B4-BE49-F238E27FC236}">
                  <a16:creationId xmlns:a16="http://schemas.microsoft.com/office/drawing/2014/main" id="{E37B972D-67F3-FE06-066B-BF171644C57C}"/>
                </a:ext>
              </a:extLst>
            </p:cNvPr>
            <p:cNvSpPr/>
            <p:nvPr/>
          </p:nvSpPr>
          <p:spPr>
            <a:xfrm>
              <a:off x="7484431" y="301171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100" dirty="0" err="1">
                  <a:solidFill>
                    <a:schemeClr val="tx1"/>
                  </a:solidFill>
                </a:rPr>
                <a:t>Fsdfasdfasd</a:t>
              </a:r>
              <a:endParaRPr lang="en-US" sz="1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00" dirty="0" err="1">
                  <a:solidFill>
                    <a:schemeClr val="tx1"/>
                  </a:solidFill>
                </a:rPr>
                <a:t>Fasdddddddddddddddd</a:t>
              </a:r>
              <a:endParaRPr lang="en-US" sz="1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00" dirty="0" err="1">
                  <a:solidFill>
                    <a:schemeClr val="tx1"/>
                  </a:solidFill>
                </a:rPr>
                <a:t>Sdafdsafdsasadddddd</a:t>
              </a:r>
              <a:endParaRPr lang="en-US" sz="100" dirty="0">
                <a:solidFill>
                  <a:schemeClr val="tx1"/>
                </a:solidFill>
              </a:endParaRPr>
            </a:p>
            <a:p>
              <a:r>
                <a:rPr lang="en-US" sz="100" dirty="0" err="1">
                  <a:solidFill>
                    <a:schemeClr val="tx1"/>
                  </a:solidFill>
                </a:rPr>
                <a:t>sdafssssssssssssssssssss</a:t>
              </a:r>
              <a:endParaRPr lang="en-US" sz="100" dirty="0">
                <a:solidFill>
                  <a:schemeClr val="tx1"/>
                </a:solidFill>
              </a:endParaRPr>
            </a:p>
          </p:txBody>
        </p:sp>
        <p:sp>
          <p:nvSpPr>
            <p:cNvPr id="656" name="Rectangle 655">
              <a:extLst>
                <a:ext uri="{FF2B5EF4-FFF2-40B4-BE49-F238E27FC236}">
                  <a16:creationId xmlns:a16="http://schemas.microsoft.com/office/drawing/2014/main" id="{28ECF5F6-3C99-9C2D-6679-6EB3493C8BE8}"/>
                </a:ext>
              </a:extLst>
            </p:cNvPr>
            <p:cNvSpPr/>
            <p:nvPr/>
          </p:nvSpPr>
          <p:spPr>
            <a:xfrm>
              <a:off x="7905055" y="3023911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100" dirty="0" err="1">
                  <a:solidFill>
                    <a:schemeClr val="tx1"/>
                  </a:solidFill>
                </a:rPr>
                <a:t>Fsdfasdfasd</a:t>
              </a:r>
              <a:endParaRPr lang="en-US" sz="1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00" dirty="0" err="1">
                  <a:solidFill>
                    <a:schemeClr val="tx1"/>
                  </a:solidFill>
                </a:rPr>
                <a:t>Fasdddddddddddddddd</a:t>
              </a:r>
              <a:endParaRPr lang="en-US" sz="1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00" dirty="0" err="1">
                  <a:solidFill>
                    <a:schemeClr val="tx1"/>
                  </a:solidFill>
                </a:rPr>
                <a:t>Sdafdsafdsasadddddd</a:t>
              </a:r>
              <a:endParaRPr lang="en-US" sz="100" dirty="0">
                <a:solidFill>
                  <a:schemeClr val="tx1"/>
                </a:solidFill>
              </a:endParaRPr>
            </a:p>
            <a:p>
              <a:r>
                <a:rPr lang="en-US" sz="100" dirty="0" err="1">
                  <a:solidFill>
                    <a:schemeClr val="tx1"/>
                  </a:solidFill>
                </a:rPr>
                <a:t>sdafssssssssssssssssssss</a:t>
              </a:r>
              <a:endParaRPr lang="en-US" sz="100" dirty="0">
                <a:solidFill>
                  <a:schemeClr val="tx1"/>
                </a:solidFill>
              </a:endParaRPr>
            </a:p>
          </p:txBody>
        </p:sp>
        <p:sp>
          <p:nvSpPr>
            <p:cNvPr id="657" name="Rectangle 656">
              <a:extLst>
                <a:ext uri="{FF2B5EF4-FFF2-40B4-BE49-F238E27FC236}">
                  <a16:creationId xmlns:a16="http://schemas.microsoft.com/office/drawing/2014/main" id="{86F143E8-748B-DA44-8FE8-A4627B677DF7}"/>
                </a:ext>
              </a:extLst>
            </p:cNvPr>
            <p:cNvSpPr/>
            <p:nvPr/>
          </p:nvSpPr>
          <p:spPr>
            <a:xfrm>
              <a:off x="6215561" y="3508063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100" dirty="0" err="1">
                  <a:solidFill>
                    <a:schemeClr val="tx1"/>
                  </a:solidFill>
                </a:rPr>
                <a:t>Fsdfasdfasd</a:t>
              </a:r>
              <a:endParaRPr lang="en-US" sz="1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00" dirty="0" err="1">
                  <a:solidFill>
                    <a:schemeClr val="tx1"/>
                  </a:solidFill>
                </a:rPr>
                <a:t>Fasdddddddddddddddd</a:t>
              </a:r>
              <a:endParaRPr lang="en-US" sz="1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00" dirty="0" err="1">
                  <a:solidFill>
                    <a:schemeClr val="tx1"/>
                  </a:solidFill>
                </a:rPr>
                <a:t>Sdafdsafdsasadddddd</a:t>
              </a:r>
              <a:endParaRPr lang="en-US" sz="100" dirty="0">
                <a:solidFill>
                  <a:schemeClr val="tx1"/>
                </a:solidFill>
              </a:endParaRPr>
            </a:p>
            <a:p>
              <a:r>
                <a:rPr lang="en-US" sz="100" dirty="0" err="1">
                  <a:solidFill>
                    <a:schemeClr val="tx1"/>
                  </a:solidFill>
                </a:rPr>
                <a:t>sdafssssssssssssssssssss</a:t>
              </a:r>
              <a:endParaRPr lang="en-US" sz="100" dirty="0">
                <a:solidFill>
                  <a:schemeClr val="tx1"/>
                </a:solidFill>
              </a:endParaRPr>
            </a:p>
          </p:txBody>
        </p:sp>
        <p:sp>
          <p:nvSpPr>
            <p:cNvPr id="658" name="Rectangle 657">
              <a:extLst>
                <a:ext uri="{FF2B5EF4-FFF2-40B4-BE49-F238E27FC236}">
                  <a16:creationId xmlns:a16="http://schemas.microsoft.com/office/drawing/2014/main" id="{3134CF2E-0056-D122-65BE-240CC5308143}"/>
                </a:ext>
              </a:extLst>
            </p:cNvPr>
            <p:cNvSpPr/>
            <p:nvPr/>
          </p:nvSpPr>
          <p:spPr>
            <a:xfrm>
              <a:off x="6640907" y="3503418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100" dirty="0" err="1">
                  <a:solidFill>
                    <a:schemeClr val="tx1"/>
                  </a:solidFill>
                </a:rPr>
                <a:t>Fsdfasdfasd</a:t>
              </a:r>
              <a:endParaRPr lang="en-US" sz="1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00" dirty="0" err="1">
                  <a:solidFill>
                    <a:schemeClr val="tx1"/>
                  </a:solidFill>
                </a:rPr>
                <a:t>Fasdddddddddddddddd</a:t>
              </a:r>
              <a:endParaRPr lang="en-US" sz="1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00" dirty="0" err="1">
                  <a:solidFill>
                    <a:schemeClr val="tx1"/>
                  </a:solidFill>
                </a:rPr>
                <a:t>Sdafdsafdsasadddddd</a:t>
              </a:r>
              <a:endParaRPr lang="en-US" sz="100" dirty="0">
                <a:solidFill>
                  <a:schemeClr val="tx1"/>
                </a:solidFill>
              </a:endParaRPr>
            </a:p>
            <a:p>
              <a:r>
                <a:rPr lang="en-US" sz="100" dirty="0" err="1">
                  <a:solidFill>
                    <a:schemeClr val="tx1"/>
                  </a:solidFill>
                </a:rPr>
                <a:t>sdafssssssssssssssssssss</a:t>
              </a:r>
              <a:endParaRPr lang="en-US" sz="100" dirty="0">
                <a:solidFill>
                  <a:schemeClr val="tx1"/>
                </a:solidFill>
              </a:endParaRPr>
            </a:p>
          </p:txBody>
        </p:sp>
        <p:sp>
          <p:nvSpPr>
            <p:cNvPr id="659" name="Rectangle 658">
              <a:extLst>
                <a:ext uri="{FF2B5EF4-FFF2-40B4-BE49-F238E27FC236}">
                  <a16:creationId xmlns:a16="http://schemas.microsoft.com/office/drawing/2014/main" id="{CECA1171-92FB-5F90-4909-8A2B7FC5BBC3}"/>
                </a:ext>
              </a:extLst>
            </p:cNvPr>
            <p:cNvSpPr/>
            <p:nvPr/>
          </p:nvSpPr>
          <p:spPr>
            <a:xfrm>
              <a:off x="7061531" y="3509514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100" dirty="0" err="1">
                  <a:solidFill>
                    <a:schemeClr val="tx1"/>
                  </a:solidFill>
                </a:rPr>
                <a:t>Fsdfasdfasd</a:t>
              </a:r>
              <a:endParaRPr lang="en-US" sz="1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00" dirty="0" err="1">
                  <a:solidFill>
                    <a:schemeClr val="tx1"/>
                  </a:solidFill>
                </a:rPr>
                <a:t>Fasdddddddddddddddd</a:t>
              </a:r>
              <a:endParaRPr lang="en-US" sz="1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00" dirty="0" err="1">
                  <a:solidFill>
                    <a:schemeClr val="tx1"/>
                  </a:solidFill>
                </a:rPr>
                <a:t>Sdafdsafdsasadddddd</a:t>
              </a:r>
              <a:endParaRPr lang="en-US" sz="100" dirty="0">
                <a:solidFill>
                  <a:schemeClr val="tx1"/>
                </a:solidFill>
              </a:endParaRPr>
            </a:p>
            <a:p>
              <a:r>
                <a:rPr lang="en-US" sz="100" dirty="0" err="1">
                  <a:solidFill>
                    <a:schemeClr val="tx1"/>
                  </a:solidFill>
                </a:rPr>
                <a:t>sdafssssssssssssssssssss</a:t>
              </a:r>
              <a:endParaRPr lang="en-US" sz="100" dirty="0">
                <a:solidFill>
                  <a:schemeClr val="tx1"/>
                </a:solidFill>
              </a:endParaRPr>
            </a:p>
          </p:txBody>
        </p:sp>
        <p:sp>
          <p:nvSpPr>
            <p:cNvPr id="660" name="Rectangle 659">
              <a:extLst>
                <a:ext uri="{FF2B5EF4-FFF2-40B4-BE49-F238E27FC236}">
                  <a16:creationId xmlns:a16="http://schemas.microsoft.com/office/drawing/2014/main" id="{0DE24775-C87B-E45E-1E05-13A6B2361625}"/>
                </a:ext>
              </a:extLst>
            </p:cNvPr>
            <p:cNvSpPr/>
            <p:nvPr/>
          </p:nvSpPr>
          <p:spPr>
            <a:xfrm>
              <a:off x="7463867" y="3503418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100" dirty="0" err="1">
                  <a:solidFill>
                    <a:schemeClr val="tx1"/>
                  </a:solidFill>
                </a:rPr>
                <a:t>Fsdfasdfasd</a:t>
              </a:r>
              <a:endParaRPr lang="en-US" sz="1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00" dirty="0" err="1">
                  <a:solidFill>
                    <a:schemeClr val="tx1"/>
                  </a:solidFill>
                </a:rPr>
                <a:t>Fasdddddddddddddddd</a:t>
              </a:r>
              <a:endParaRPr lang="en-US" sz="1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00" dirty="0" err="1">
                  <a:solidFill>
                    <a:schemeClr val="tx1"/>
                  </a:solidFill>
                </a:rPr>
                <a:t>Sdafdsafdsasadddddd</a:t>
              </a:r>
              <a:endParaRPr lang="en-US" sz="100" dirty="0">
                <a:solidFill>
                  <a:schemeClr val="tx1"/>
                </a:solidFill>
              </a:endParaRPr>
            </a:p>
            <a:p>
              <a:r>
                <a:rPr lang="en-US" sz="100" dirty="0" err="1">
                  <a:solidFill>
                    <a:schemeClr val="tx1"/>
                  </a:solidFill>
                </a:rPr>
                <a:t>sdafssssssssssssssssssss</a:t>
              </a:r>
              <a:endParaRPr lang="en-US" sz="100" dirty="0">
                <a:solidFill>
                  <a:schemeClr val="tx1"/>
                </a:solidFill>
              </a:endParaRPr>
            </a:p>
          </p:txBody>
        </p:sp>
        <p:sp>
          <p:nvSpPr>
            <p:cNvPr id="661" name="Rectangle 660">
              <a:extLst>
                <a:ext uri="{FF2B5EF4-FFF2-40B4-BE49-F238E27FC236}">
                  <a16:creationId xmlns:a16="http://schemas.microsoft.com/office/drawing/2014/main" id="{3C360B45-C24A-82A5-7AE8-C32B19E09589}"/>
                </a:ext>
              </a:extLst>
            </p:cNvPr>
            <p:cNvSpPr/>
            <p:nvPr/>
          </p:nvSpPr>
          <p:spPr>
            <a:xfrm>
              <a:off x="7884491" y="3515610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100" dirty="0" err="1">
                  <a:solidFill>
                    <a:schemeClr val="tx1"/>
                  </a:solidFill>
                </a:rPr>
                <a:t>Fsdfasdfasd</a:t>
              </a:r>
              <a:endParaRPr lang="en-US" sz="1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00" dirty="0" err="1">
                  <a:solidFill>
                    <a:schemeClr val="tx1"/>
                  </a:solidFill>
                </a:rPr>
                <a:t>Fasdddddddddddddddd</a:t>
              </a:r>
              <a:endParaRPr lang="en-US" sz="1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00" dirty="0" err="1">
                  <a:solidFill>
                    <a:schemeClr val="tx1"/>
                  </a:solidFill>
                </a:rPr>
                <a:t>Sdafdsafdsasadddddd</a:t>
              </a:r>
              <a:endParaRPr lang="en-US" sz="100" dirty="0">
                <a:solidFill>
                  <a:schemeClr val="tx1"/>
                </a:solidFill>
              </a:endParaRPr>
            </a:p>
            <a:p>
              <a:r>
                <a:rPr lang="en-US" sz="100" dirty="0" err="1">
                  <a:solidFill>
                    <a:schemeClr val="tx1"/>
                  </a:solidFill>
                </a:rPr>
                <a:t>sdafssssssssssssssssssss</a:t>
              </a:r>
              <a:endParaRPr lang="en-US" sz="100" dirty="0">
                <a:solidFill>
                  <a:schemeClr val="tx1"/>
                </a:solidFill>
              </a:endParaRPr>
            </a:p>
          </p:txBody>
        </p:sp>
      </p:grp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C95B81E4-DE17-1B20-75BD-ED270AE456E7}"/>
              </a:ext>
            </a:extLst>
          </p:cNvPr>
          <p:cNvSpPr/>
          <p:nvPr/>
        </p:nvSpPr>
        <p:spPr>
          <a:xfrm>
            <a:off x="3217512" y="3087146"/>
            <a:ext cx="783985" cy="3759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9EBDC906-7F81-A9DC-B221-1AC1237D3C69}"/>
              </a:ext>
            </a:extLst>
          </p:cNvPr>
          <p:cNvSpPr/>
          <p:nvPr/>
        </p:nvSpPr>
        <p:spPr>
          <a:xfrm flipH="1">
            <a:off x="3217512" y="3945573"/>
            <a:ext cx="783985" cy="375901"/>
          </a:xfrm>
          <a:prstGeom prst="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1CE0021-1EA0-00A4-5F55-B6CC6B4F0221}"/>
              </a:ext>
            </a:extLst>
          </p:cNvPr>
          <p:cNvSpPr/>
          <p:nvPr/>
        </p:nvSpPr>
        <p:spPr>
          <a:xfrm>
            <a:off x="1218332" y="1397298"/>
            <a:ext cx="4110092" cy="6085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651"/>
              </a:lnSpc>
            </a:pPr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await </a:t>
            </a:r>
            <a:r>
              <a:rPr lang="en-US" sz="20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prisma.employee.findMany</a:t>
            </a:r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({})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5CEBECA-6406-4F39-48C4-585B02BD34F7}"/>
              </a:ext>
            </a:extLst>
          </p:cNvPr>
          <p:cNvSpPr/>
          <p:nvPr/>
        </p:nvSpPr>
        <p:spPr>
          <a:xfrm>
            <a:off x="1076301" y="6526650"/>
            <a:ext cx="4252123" cy="6085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651"/>
              </a:lnSpc>
            </a:pPr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await </a:t>
            </a:r>
            <a:r>
              <a:rPr lang="en-US" sz="20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prisma.employee.findMany</a:t>
            </a:r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({   })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9F74A5B-BAD4-7CFA-0BD0-A8541BA54DDD}"/>
              </a:ext>
            </a:extLst>
          </p:cNvPr>
          <p:cNvGrpSpPr/>
          <p:nvPr/>
        </p:nvGrpSpPr>
        <p:grpSpPr>
          <a:xfrm>
            <a:off x="4694696" y="6110108"/>
            <a:ext cx="1014267" cy="694273"/>
            <a:chOff x="6544393" y="736716"/>
            <a:chExt cx="1014266" cy="694273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2E0708B3-CB25-74D8-368B-58CCB0A794FF}"/>
                </a:ext>
              </a:extLst>
            </p:cNvPr>
            <p:cNvSpPr/>
            <p:nvPr/>
          </p:nvSpPr>
          <p:spPr>
            <a:xfrm rot="20148102">
              <a:off x="6544393" y="736716"/>
              <a:ext cx="1014266" cy="6085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ts val="1651"/>
                </a:lnSpc>
              </a:pPr>
              <a:r>
                <a:rPr lang="en-US" sz="2000" dirty="0">
                  <a:solidFill>
                    <a:schemeClr val="tx1"/>
                  </a:solidFill>
                  <a:highlight>
                    <a:srgbClr val="FFFF00"/>
                  </a:highlight>
                  <a:latin typeface="Berlin Sans FB" panose="020E0602020502020306" pitchFamily="34" charset="0"/>
                </a:rPr>
                <a:t>skip: 10 </a:t>
              </a:r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1049BBDD-C53D-2787-85AB-0F9FBBBB28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97588" y="1093463"/>
              <a:ext cx="650177" cy="33752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2E9CE16C-CAC5-0B4C-FFC5-EC0FD059BE59}"/>
              </a:ext>
            </a:extLst>
          </p:cNvPr>
          <p:cNvGrpSpPr/>
          <p:nvPr/>
        </p:nvGrpSpPr>
        <p:grpSpPr>
          <a:xfrm rot="2077207">
            <a:off x="4748991" y="6719839"/>
            <a:ext cx="1158596" cy="836749"/>
            <a:chOff x="6217010" y="840797"/>
            <a:chExt cx="1158595" cy="836748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FE2F7E17-2F5F-3451-2F0F-9F09E2227E9B}"/>
                </a:ext>
              </a:extLst>
            </p:cNvPr>
            <p:cNvSpPr/>
            <p:nvPr/>
          </p:nvSpPr>
          <p:spPr>
            <a:xfrm rot="21167803">
              <a:off x="6217010" y="1069027"/>
              <a:ext cx="1158595" cy="6085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ts val="1651"/>
                </a:lnSpc>
              </a:pPr>
              <a:r>
                <a:rPr lang="en-US" sz="2000" dirty="0">
                  <a:solidFill>
                    <a:schemeClr val="tx1"/>
                  </a:solidFill>
                  <a:highlight>
                    <a:srgbClr val="FFFF00"/>
                  </a:highlight>
                  <a:latin typeface="Berlin Sans FB" panose="020E0602020502020306" pitchFamily="34" charset="0"/>
                </a:rPr>
                <a:t>take: 10 </a:t>
              </a:r>
            </a:p>
          </p:txBody>
        </p: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41AF75A9-6BEA-7722-E310-3AA0B9B5F915}"/>
                </a:ext>
              </a:extLst>
            </p:cNvPr>
            <p:cNvCxnSpPr>
              <a:cxnSpLocks/>
            </p:cNvCxnSpPr>
            <p:nvPr/>
          </p:nvCxnSpPr>
          <p:spPr>
            <a:xfrm rot="18117199" flipH="1" flipV="1">
              <a:off x="6432597" y="816704"/>
              <a:ext cx="612225" cy="66041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52899BF6-7448-9670-4CCB-72BD25BAC8AF}"/>
              </a:ext>
            </a:extLst>
          </p:cNvPr>
          <p:cNvGrpSpPr/>
          <p:nvPr/>
        </p:nvGrpSpPr>
        <p:grpSpPr>
          <a:xfrm>
            <a:off x="889480" y="10226448"/>
            <a:ext cx="2076133" cy="963086"/>
            <a:chOff x="988074" y="5319108"/>
            <a:chExt cx="2694169" cy="1310940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1AA20B51-FF09-6A98-7291-6CBFEC1687DB}"/>
                </a:ext>
              </a:extLst>
            </p:cNvPr>
            <p:cNvSpPr txBox="1"/>
            <p:nvPr/>
          </p:nvSpPr>
          <p:spPr>
            <a:xfrm>
              <a:off x="988074" y="6001636"/>
              <a:ext cx="2694169" cy="6284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accent1"/>
                  </a:solidFill>
                  <a:highlight>
                    <a:srgbClr val="FFFF00"/>
                  </a:highlight>
                  <a:latin typeface="Gill Sans MT" panose="020B0502020104020203" pitchFamily="34" charset="0"/>
                </a:rPr>
                <a:t>FRONT-END </a:t>
              </a:r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509BA4A0-7CAF-0B8D-C393-1AF6B8069BED}"/>
                </a:ext>
              </a:extLst>
            </p:cNvPr>
            <p:cNvGrpSpPr/>
            <p:nvPr/>
          </p:nvGrpSpPr>
          <p:grpSpPr>
            <a:xfrm>
              <a:off x="1057521" y="5319108"/>
              <a:ext cx="2526742" cy="604149"/>
              <a:chOff x="709016" y="4892150"/>
              <a:chExt cx="3125965" cy="750267"/>
            </a:xfrm>
          </p:grpSpPr>
          <p:pic>
            <p:nvPicPr>
              <p:cNvPr id="57" name="Picture 56">
                <a:extLst>
                  <a:ext uri="{FF2B5EF4-FFF2-40B4-BE49-F238E27FC236}">
                    <a16:creationId xmlns:a16="http://schemas.microsoft.com/office/drawing/2014/main" id="{46888CE8-987D-5474-DC26-7A57F1B47E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9016" y="4892150"/>
                <a:ext cx="720000" cy="720000"/>
              </a:xfrm>
              <a:prstGeom prst="rect">
                <a:avLst/>
              </a:prstGeom>
            </p:spPr>
          </p:pic>
          <p:pic>
            <p:nvPicPr>
              <p:cNvPr id="58" name="Picture 57">
                <a:extLst>
                  <a:ext uri="{FF2B5EF4-FFF2-40B4-BE49-F238E27FC236}">
                    <a16:creationId xmlns:a16="http://schemas.microsoft.com/office/drawing/2014/main" id="{F07BEE4E-61EF-C5D0-9B8B-949D9A0ECF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05621" y="4901207"/>
                <a:ext cx="720000" cy="720000"/>
              </a:xfrm>
              <a:prstGeom prst="rect">
                <a:avLst/>
              </a:prstGeom>
            </p:spPr>
          </p:pic>
          <p:pic>
            <p:nvPicPr>
              <p:cNvPr id="59" name="Picture 58">
                <a:extLst>
                  <a:ext uri="{FF2B5EF4-FFF2-40B4-BE49-F238E27FC236}">
                    <a16:creationId xmlns:a16="http://schemas.microsoft.com/office/drawing/2014/main" id="{8221F47A-683B-D17B-46BB-54793C5F2A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21419" y="4922417"/>
                <a:ext cx="720000" cy="720000"/>
              </a:xfrm>
              <a:prstGeom prst="rect">
                <a:avLst/>
              </a:prstGeom>
            </p:spPr>
          </p:pic>
          <p:pic>
            <p:nvPicPr>
              <p:cNvPr id="60" name="Picture 59">
                <a:extLst>
                  <a:ext uri="{FF2B5EF4-FFF2-40B4-BE49-F238E27FC236}">
                    <a16:creationId xmlns:a16="http://schemas.microsoft.com/office/drawing/2014/main" id="{AE1DF2E0-4968-D4AB-93F8-00C69777C5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14981" y="4901207"/>
                <a:ext cx="720000" cy="720000"/>
              </a:xfrm>
              <a:prstGeom prst="rect">
                <a:avLst/>
              </a:prstGeom>
            </p:spPr>
          </p:pic>
        </p:grp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A3ADA7F2-3A58-747C-8B37-6EFF9EFD9F8E}"/>
              </a:ext>
            </a:extLst>
          </p:cNvPr>
          <p:cNvGrpSpPr/>
          <p:nvPr/>
        </p:nvGrpSpPr>
        <p:grpSpPr>
          <a:xfrm>
            <a:off x="889480" y="7851409"/>
            <a:ext cx="1930530" cy="1928735"/>
            <a:chOff x="988308" y="2165407"/>
            <a:chExt cx="2841265" cy="2792348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05B3781C-9EC4-EC3F-2CC5-1F3D380E68D3}"/>
                </a:ext>
              </a:extLst>
            </p:cNvPr>
            <p:cNvGrpSpPr/>
            <p:nvPr/>
          </p:nvGrpSpPr>
          <p:grpSpPr>
            <a:xfrm>
              <a:off x="1568122" y="3855031"/>
              <a:ext cx="1807138" cy="1102724"/>
              <a:chOff x="1409304" y="2779716"/>
              <a:chExt cx="1551306" cy="1102724"/>
            </a:xfrm>
          </p:grpSpPr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A697C74E-AB73-ED2C-E1D0-0A090C0CE722}"/>
                  </a:ext>
                </a:extLst>
              </p:cNvPr>
              <p:cNvSpPr/>
              <p:nvPr/>
            </p:nvSpPr>
            <p:spPr>
              <a:xfrm>
                <a:off x="1409304" y="3376253"/>
                <a:ext cx="1551306" cy="50618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Isosceles Triangle 66">
                <a:extLst>
                  <a:ext uri="{FF2B5EF4-FFF2-40B4-BE49-F238E27FC236}">
                    <a16:creationId xmlns:a16="http://schemas.microsoft.com/office/drawing/2014/main" id="{EAC76DCE-D6B3-E892-8A2B-B8D4EB818275}"/>
                  </a:ext>
                </a:extLst>
              </p:cNvPr>
              <p:cNvSpPr/>
              <p:nvPr/>
            </p:nvSpPr>
            <p:spPr>
              <a:xfrm>
                <a:off x="1763553" y="2779716"/>
                <a:ext cx="842808" cy="914400"/>
              </a:xfrm>
              <a:prstGeom prst="triangl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3FFA4848-548B-2A4B-5493-3DBBB3F9B832}"/>
                </a:ext>
              </a:extLst>
            </p:cNvPr>
            <p:cNvGrpSpPr/>
            <p:nvPr/>
          </p:nvGrpSpPr>
          <p:grpSpPr>
            <a:xfrm>
              <a:off x="988308" y="2165407"/>
              <a:ext cx="2841265" cy="1990936"/>
              <a:chOff x="988308" y="2018135"/>
              <a:chExt cx="2572459" cy="1819168"/>
            </a:xfrm>
          </p:grpSpPr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CAF0E405-107E-B110-9C12-EB0BBF300F04}"/>
                  </a:ext>
                </a:extLst>
              </p:cNvPr>
              <p:cNvSpPr/>
              <p:nvPr/>
            </p:nvSpPr>
            <p:spPr>
              <a:xfrm>
                <a:off x="988308" y="2018135"/>
                <a:ext cx="2572459" cy="181916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Rectangle: Rounded Corners 64">
                <a:extLst>
                  <a:ext uri="{FF2B5EF4-FFF2-40B4-BE49-F238E27FC236}">
                    <a16:creationId xmlns:a16="http://schemas.microsoft.com/office/drawing/2014/main" id="{F33BC4A2-C6AF-49B3-255E-12CD7FECB1CA}"/>
                  </a:ext>
                </a:extLst>
              </p:cNvPr>
              <p:cNvSpPr/>
              <p:nvPr/>
            </p:nvSpPr>
            <p:spPr>
              <a:xfrm>
                <a:off x="1140541" y="2182542"/>
                <a:ext cx="2281085" cy="1463487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024DA8E6-695E-716C-AD66-448A3806BD34}"/>
              </a:ext>
            </a:extLst>
          </p:cNvPr>
          <p:cNvGrpSpPr/>
          <p:nvPr/>
        </p:nvGrpSpPr>
        <p:grpSpPr>
          <a:xfrm>
            <a:off x="3832670" y="10222768"/>
            <a:ext cx="1888872" cy="1079377"/>
            <a:chOff x="5920043" y="5206535"/>
            <a:chExt cx="2292548" cy="1332189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5D5DABFC-81B0-5245-F398-5106A876CDB1}"/>
                </a:ext>
              </a:extLst>
            </p:cNvPr>
            <p:cNvSpPr txBox="1"/>
            <p:nvPr/>
          </p:nvSpPr>
          <p:spPr>
            <a:xfrm>
              <a:off x="6013313" y="6044900"/>
              <a:ext cx="1969571" cy="493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1"/>
                  </a:solidFill>
                  <a:highlight>
                    <a:srgbClr val="FFFF00"/>
                  </a:highlight>
                  <a:latin typeface="Gill Sans MT" panose="020B0502020104020203" pitchFamily="34" charset="0"/>
                </a:rPr>
                <a:t>BACK-END </a:t>
              </a:r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AC9C8876-5A7E-B40B-4E49-A9B5973BFA98}"/>
                </a:ext>
              </a:extLst>
            </p:cNvPr>
            <p:cNvGrpSpPr/>
            <p:nvPr/>
          </p:nvGrpSpPr>
          <p:grpSpPr>
            <a:xfrm>
              <a:off x="5920043" y="5206535"/>
              <a:ext cx="2292548" cy="795101"/>
              <a:chOff x="5668658" y="4788639"/>
              <a:chExt cx="2752499" cy="967428"/>
            </a:xfrm>
          </p:grpSpPr>
          <p:pic>
            <p:nvPicPr>
              <p:cNvPr id="71" name="Picture 70">
                <a:extLst>
                  <a:ext uri="{FF2B5EF4-FFF2-40B4-BE49-F238E27FC236}">
                    <a16:creationId xmlns:a16="http://schemas.microsoft.com/office/drawing/2014/main" id="{170757A4-30F1-C19F-9A9D-33E3007322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31482" y="4788639"/>
                <a:ext cx="1189675" cy="967428"/>
              </a:xfrm>
              <a:prstGeom prst="rect">
                <a:avLst/>
              </a:prstGeom>
            </p:spPr>
          </p:pic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BF25404D-5A2C-4992-41C3-E133A41DC0BC}"/>
                  </a:ext>
                </a:extLst>
              </p:cNvPr>
              <p:cNvGrpSpPr/>
              <p:nvPr/>
            </p:nvGrpSpPr>
            <p:grpSpPr>
              <a:xfrm>
                <a:off x="5668658" y="4988768"/>
                <a:ext cx="1685929" cy="527088"/>
                <a:chOff x="3033435" y="6435546"/>
                <a:chExt cx="2734246" cy="1067082"/>
              </a:xfrm>
            </p:grpSpPr>
            <p:pic>
              <p:nvPicPr>
                <p:cNvPr id="73" name="Picture 72">
                  <a:extLst>
                    <a:ext uri="{FF2B5EF4-FFF2-40B4-BE49-F238E27FC236}">
                      <a16:creationId xmlns:a16="http://schemas.microsoft.com/office/drawing/2014/main" id="{C6269568-C5BA-E64C-2DFB-A7FBEF1A222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1175" t="6678" r="10938" b="63134"/>
                <a:stretch>
                  <a:fillRect/>
                </a:stretch>
              </p:blipFill>
              <p:spPr>
                <a:xfrm>
                  <a:off x="3033435" y="6435546"/>
                  <a:ext cx="1527490" cy="820556"/>
                </a:xfrm>
                <a:prstGeom prst="rect">
                  <a:avLst/>
                </a:prstGeom>
              </p:spPr>
            </p:pic>
            <p:pic>
              <p:nvPicPr>
                <p:cNvPr id="74" name="Picture 73">
                  <a:extLst>
                    <a:ext uri="{FF2B5EF4-FFF2-40B4-BE49-F238E27FC236}">
                      <a16:creationId xmlns:a16="http://schemas.microsoft.com/office/drawing/2014/main" id="{E587E0A9-4EE0-0F63-3DCE-20BB05572EC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8614" t="37539" r="10216" b="7202"/>
                <a:stretch>
                  <a:fillRect/>
                </a:stretch>
              </p:blipFill>
              <p:spPr>
                <a:xfrm>
                  <a:off x="4329216" y="6441357"/>
                  <a:ext cx="1438465" cy="1061271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A8E49DB-A412-495C-CF3D-833D76A902F3}"/>
              </a:ext>
            </a:extLst>
          </p:cNvPr>
          <p:cNvGrpSpPr/>
          <p:nvPr/>
        </p:nvGrpSpPr>
        <p:grpSpPr>
          <a:xfrm>
            <a:off x="4542698" y="8355523"/>
            <a:ext cx="900092" cy="1098933"/>
            <a:chOff x="5504672" y="820134"/>
            <a:chExt cx="1176475" cy="1467186"/>
          </a:xfrm>
        </p:grpSpPr>
        <p:sp>
          <p:nvSpPr>
            <p:cNvPr id="76" name="Flowchart: Magnetic Disk 75">
              <a:extLst>
                <a:ext uri="{FF2B5EF4-FFF2-40B4-BE49-F238E27FC236}">
                  <a16:creationId xmlns:a16="http://schemas.microsoft.com/office/drawing/2014/main" id="{0C10C718-7C31-B91B-89BD-03478D42D095}"/>
                </a:ext>
              </a:extLst>
            </p:cNvPr>
            <p:cNvSpPr/>
            <p:nvPr/>
          </p:nvSpPr>
          <p:spPr>
            <a:xfrm>
              <a:off x="5509625" y="1674672"/>
              <a:ext cx="1171522" cy="612648"/>
            </a:xfrm>
            <a:prstGeom prst="flowChartMagneticDisk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Flowchart: Magnetic Disk 76">
              <a:extLst>
                <a:ext uri="{FF2B5EF4-FFF2-40B4-BE49-F238E27FC236}">
                  <a16:creationId xmlns:a16="http://schemas.microsoft.com/office/drawing/2014/main" id="{7A0041F3-0B54-C276-ED6B-2103905022A1}"/>
                </a:ext>
              </a:extLst>
            </p:cNvPr>
            <p:cNvSpPr/>
            <p:nvPr/>
          </p:nvSpPr>
          <p:spPr>
            <a:xfrm>
              <a:off x="5509625" y="1245317"/>
              <a:ext cx="1171522" cy="612648"/>
            </a:xfrm>
            <a:prstGeom prst="flowChartMagneticDisk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100" dirty="0"/>
            </a:p>
          </p:txBody>
        </p:sp>
        <p:sp>
          <p:nvSpPr>
            <p:cNvPr id="78" name="Flowchart: Magnetic Disk 77">
              <a:extLst>
                <a:ext uri="{FF2B5EF4-FFF2-40B4-BE49-F238E27FC236}">
                  <a16:creationId xmlns:a16="http://schemas.microsoft.com/office/drawing/2014/main" id="{3B63399C-B0EA-DB8C-C1B4-0DAB75B25E70}"/>
                </a:ext>
              </a:extLst>
            </p:cNvPr>
            <p:cNvSpPr/>
            <p:nvPr/>
          </p:nvSpPr>
          <p:spPr>
            <a:xfrm>
              <a:off x="5504672" y="820134"/>
              <a:ext cx="1171522" cy="612648"/>
            </a:xfrm>
            <a:prstGeom prst="flowChartMagneticDisk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0" name="Rectangle 89">
            <a:extLst>
              <a:ext uri="{FF2B5EF4-FFF2-40B4-BE49-F238E27FC236}">
                <a16:creationId xmlns:a16="http://schemas.microsoft.com/office/drawing/2014/main" id="{7FE687BE-94B1-06E0-E96A-0F1C357DD26F}"/>
              </a:ext>
            </a:extLst>
          </p:cNvPr>
          <p:cNvSpPr/>
          <p:nvPr/>
        </p:nvSpPr>
        <p:spPr>
          <a:xfrm>
            <a:off x="4844640" y="7837126"/>
            <a:ext cx="304282" cy="3050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100" dirty="0" err="1">
                <a:solidFill>
                  <a:schemeClr val="tx1"/>
                </a:solidFill>
              </a:rPr>
              <a:t>Fsdfasdfasd</a:t>
            </a:r>
            <a:endParaRPr lang="en-US" sz="100" dirty="0">
              <a:solidFill>
                <a:schemeClr val="tx1"/>
              </a:solidFill>
            </a:endParaRPr>
          </a:p>
          <a:p>
            <a:pPr algn="ctr"/>
            <a:r>
              <a:rPr lang="en-US" sz="100" dirty="0" err="1">
                <a:solidFill>
                  <a:schemeClr val="tx1"/>
                </a:solidFill>
              </a:rPr>
              <a:t>Fasdddddddddddddddd</a:t>
            </a:r>
            <a:endParaRPr lang="en-US" sz="100" dirty="0">
              <a:solidFill>
                <a:schemeClr val="tx1"/>
              </a:solidFill>
            </a:endParaRPr>
          </a:p>
          <a:p>
            <a:pPr algn="ctr"/>
            <a:r>
              <a:rPr lang="en-US" sz="100" dirty="0" err="1">
                <a:solidFill>
                  <a:schemeClr val="tx1"/>
                </a:solidFill>
              </a:rPr>
              <a:t>Sdafdsafdsasadddddd</a:t>
            </a:r>
            <a:endParaRPr lang="en-US" sz="100" dirty="0">
              <a:solidFill>
                <a:schemeClr val="tx1"/>
              </a:solidFill>
            </a:endParaRPr>
          </a:p>
          <a:p>
            <a:r>
              <a:rPr lang="en-US" sz="100" dirty="0" err="1">
                <a:solidFill>
                  <a:schemeClr val="tx1"/>
                </a:solidFill>
              </a:rPr>
              <a:t>sdafssssssssssssssssssss</a:t>
            </a:r>
            <a:endParaRPr lang="en-US" sz="100" dirty="0">
              <a:solidFill>
                <a:schemeClr val="tx1"/>
              </a:solidFill>
            </a:endParaRPr>
          </a:p>
        </p:txBody>
      </p:sp>
      <p:sp>
        <p:nvSpPr>
          <p:cNvPr id="98" name="Arrow: Right 97">
            <a:extLst>
              <a:ext uri="{FF2B5EF4-FFF2-40B4-BE49-F238E27FC236}">
                <a16:creationId xmlns:a16="http://schemas.microsoft.com/office/drawing/2014/main" id="{4399F6F4-50EA-109A-3093-0AD3D4B55C50}"/>
              </a:ext>
            </a:extLst>
          </p:cNvPr>
          <p:cNvSpPr/>
          <p:nvPr/>
        </p:nvSpPr>
        <p:spPr>
          <a:xfrm>
            <a:off x="3125235" y="7920949"/>
            <a:ext cx="783985" cy="3759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Arrow: Right 98">
            <a:extLst>
              <a:ext uri="{FF2B5EF4-FFF2-40B4-BE49-F238E27FC236}">
                <a16:creationId xmlns:a16="http://schemas.microsoft.com/office/drawing/2014/main" id="{009DAA6A-63AC-6D74-575C-5DF24E6DB1FC}"/>
              </a:ext>
            </a:extLst>
          </p:cNvPr>
          <p:cNvSpPr/>
          <p:nvPr/>
        </p:nvSpPr>
        <p:spPr>
          <a:xfrm flipH="1">
            <a:off x="3125235" y="8779376"/>
            <a:ext cx="783985" cy="375901"/>
          </a:xfrm>
          <a:prstGeom prst="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DC3A6317-EC73-B99C-4BD3-36C200F8352D}"/>
              </a:ext>
            </a:extLst>
          </p:cNvPr>
          <p:cNvGrpSpPr/>
          <p:nvPr/>
        </p:nvGrpSpPr>
        <p:grpSpPr>
          <a:xfrm>
            <a:off x="559388" y="6663278"/>
            <a:ext cx="730439" cy="324105"/>
            <a:chOff x="152419" y="6751810"/>
            <a:chExt cx="730439" cy="324105"/>
          </a:xfrm>
          <a:solidFill>
            <a:schemeClr val="accent6"/>
          </a:solidFill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1B98E5AD-BB98-87E8-9C96-678860924A9F}"/>
                </a:ext>
              </a:extLst>
            </p:cNvPr>
            <p:cNvSpPr/>
            <p:nvPr/>
          </p:nvSpPr>
          <p:spPr>
            <a:xfrm rot="18094135">
              <a:off x="215213" y="6833121"/>
              <a:ext cx="180000" cy="30558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4F81450F-98D9-11D0-EE06-2904FFBA1466}"/>
                </a:ext>
              </a:extLst>
            </p:cNvPr>
            <p:cNvSpPr/>
            <p:nvPr/>
          </p:nvSpPr>
          <p:spPr>
            <a:xfrm rot="13514212">
              <a:off x="468858" y="6517810"/>
              <a:ext cx="180000" cy="64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82837AF2-B8A2-BC4B-20F4-3239279230FC}"/>
              </a:ext>
            </a:extLst>
          </p:cNvPr>
          <p:cNvGrpSpPr/>
          <p:nvPr/>
        </p:nvGrpSpPr>
        <p:grpSpPr>
          <a:xfrm>
            <a:off x="733330" y="1492797"/>
            <a:ext cx="154407" cy="471399"/>
            <a:chOff x="740950" y="1447077"/>
            <a:chExt cx="154407" cy="471399"/>
          </a:xfrm>
          <a:solidFill>
            <a:srgbClr val="FF0000"/>
          </a:solidFill>
        </p:grpSpPr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24D4561C-642B-8090-F725-BC81774481CE}"/>
                </a:ext>
              </a:extLst>
            </p:cNvPr>
            <p:cNvSpPr/>
            <p:nvPr/>
          </p:nvSpPr>
          <p:spPr>
            <a:xfrm rot="18999005">
              <a:off x="740950" y="1447077"/>
              <a:ext cx="137285" cy="46160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49F2F241-D0B7-6D2C-5455-9380195C7883}"/>
                </a:ext>
              </a:extLst>
            </p:cNvPr>
            <p:cNvSpPr/>
            <p:nvPr/>
          </p:nvSpPr>
          <p:spPr>
            <a:xfrm rot="2600995" flipH="1">
              <a:off x="758072" y="1456873"/>
              <a:ext cx="137285" cy="46160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88752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E4B0D1-61D9-72BF-627E-0A7EEBEF5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B4C3E14D-36D4-3ACE-1DEC-7D3460313B9E}"/>
              </a:ext>
            </a:extLst>
          </p:cNvPr>
          <p:cNvGrpSpPr/>
          <p:nvPr/>
        </p:nvGrpSpPr>
        <p:grpSpPr>
          <a:xfrm>
            <a:off x="137560" y="204324"/>
            <a:ext cx="6506749" cy="11703694"/>
            <a:chOff x="137560" y="204324"/>
            <a:chExt cx="6506749" cy="1170369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F43C466D-A4E8-0D67-50BE-42AF999B315B}"/>
                </a:ext>
              </a:extLst>
            </p:cNvPr>
            <p:cNvGrpSpPr/>
            <p:nvPr/>
          </p:nvGrpSpPr>
          <p:grpSpPr>
            <a:xfrm>
              <a:off x="137560" y="204324"/>
              <a:ext cx="6506749" cy="630903"/>
              <a:chOff x="137560" y="257079"/>
              <a:chExt cx="6506749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5E629CCE-5020-D337-2AAB-6D32BC8583CF}"/>
                  </a:ext>
                </a:extLst>
              </p:cNvPr>
              <p:cNvSpPr/>
              <p:nvPr/>
            </p:nvSpPr>
            <p:spPr>
              <a:xfrm>
                <a:off x="137560" y="257079"/>
                <a:ext cx="6506749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526D9FE2-5384-E2C2-865D-373DDDF0D15C}"/>
                  </a:ext>
                </a:extLst>
              </p:cNvPr>
              <p:cNvSpPr/>
              <p:nvPr/>
            </p:nvSpPr>
            <p:spPr>
              <a:xfrm>
                <a:off x="405325" y="392530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0B6FA606-9196-065B-2A11-0AFF75334970}"/>
                  </a:ext>
                </a:extLst>
              </p:cNvPr>
              <p:cNvSpPr/>
              <p:nvPr/>
            </p:nvSpPr>
            <p:spPr>
              <a:xfrm>
                <a:off x="873480" y="392530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F9627088-E221-1614-AEF2-58A61FB96D4C}"/>
                  </a:ext>
                </a:extLst>
              </p:cNvPr>
              <p:cNvSpPr/>
              <p:nvPr/>
            </p:nvSpPr>
            <p:spPr>
              <a:xfrm>
                <a:off x="1341635" y="392530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07B78DE-40AA-5047-3A3B-335279E2E004}"/>
                </a:ext>
              </a:extLst>
            </p:cNvPr>
            <p:cNvSpPr/>
            <p:nvPr/>
          </p:nvSpPr>
          <p:spPr>
            <a:xfrm>
              <a:off x="212180" y="965082"/>
              <a:ext cx="6401588" cy="1094293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68E2DCF-08C0-0941-24AF-BB83CF53E7CD}"/>
              </a:ext>
            </a:extLst>
          </p:cNvPr>
          <p:cNvGrpSpPr/>
          <p:nvPr/>
        </p:nvGrpSpPr>
        <p:grpSpPr>
          <a:xfrm>
            <a:off x="897692" y="3710653"/>
            <a:ext cx="1776923" cy="1990191"/>
            <a:chOff x="1770581" y="2282813"/>
            <a:chExt cx="2502466" cy="2978443"/>
          </a:xfrm>
        </p:grpSpPr>
        <p:grpSp>
          <p:nvGrpSpPr>
            <p:cNvPr id="4" name="customer">
              <a:extLst>
                <a:ext uri="{FF2B5EF4-FFF2-40B4-BE49-F238E27FC236}">
                  <a16:creationId xmlns:a16="http://schemas.microsoft.com/office/drawing/2014/main" id="{FBD40A13-C077-8164-61BC-0537F4D7BCE6}"/>
                </a:ext>
              </a:extLst>
            </p:cNvPr>
            <p:cNvGrpSpPr/>
            <p:nvPr/>
          </p:nvGrpSpPr>
          <p:grpSpPr>
            <a:xfrm>
              <a:off x="1824552" y="2282813"/>
              <a:ext cx="2257428" cy="2142586"/>
              <a:chOff x="367349" y="2837880"/>
              <a:chExt cx="1695193" cy="1611698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7DE0FB9B-BD18-7B7D-5C29-79B6F2228B75}"/>
                  </a:ext>
                </a:extLst>
              </p:cNvPr>
              <p:cNvSpPr/>
              <p:nvPr/>
            </p:nvSpPr>
            <p:spPr>
              <a:xfrm>
                <a:off x="634044" y="3691751"/>
                <a:ext cx="1222319" cy="748236"/>
              </a:xfrm>
              <a:custGeom>
                <a:avLst/>
                <a:gdLst>
                  <a:gd name="csX0" fmla="*/ 114030 w 1709920"/>
                  <a:gd name="csY0" fmla="*/ 321584 h 1025691"/>
                  <a:gd name="csX1" fmla="*/ 125460 w 1709920"/>
                  <a:gd name="csY1" fmla="*/ 89174 h 1025691"/>
                  <a:gd name="csX2" fmla="*/ 369300 w 1709920"/>
                  <a:gd name="csY2" fmla="*/ 16784 h 1025691"/>
                  <a:gd name="csX3" fmla="*/ 403590 w 1709920"/>
                  <a:gd name="csY3" fmla="*/ 203474 h 1025691"/>
                  <a:gd name="csX4" fmla="*/ 552180 w 1709920"/>
                  <a:gd name="csY4" fmla="*/ 294914 h 1025691"/>
                  <a:gd name="csX5" fmla="*/ 716010 w 1709920"/>
                  <a:gd name="csY5" fmla="*/ 553994 h 1025691"/>
                  <a:gd name="csX6" fmla="*/ 898890 w 1709920"/>
                  <a:gd name="csY6" fmla="*/ 275864 h 1025691"/>
                  <a:gd name="csX7" fmla="*/ 1062720 w 1709920"/>
                  <a:gd name="csY7" fmla="*/ 264434 h 1025691"/>
                  <a:gd name="csX8" fmla="*/ 1108440 w 1709920"/>
                  <a:gd name="csY8" fmla="*/ 54884 h 1025691"/>
                  <a:gd name="csX9" fmla="*/ 1218930 w 1709920"/>
                  <a:gd name="csY9" fmla="*/ 77744 h 1025691"/>
                  <a:gd name="csX10" fmla="*/ 1672320 w 1709920"/>
                  <a:gd name="csY10" fmla="*/ 896894 h 1025691"/>
                  <a:gd name="csX11" fmla="*/ 117840 w 1709920"/>
                  <a:gd name="csY11" fmla="*/ 965474 h 1025691"/>
                  <a:gd name="csX12" fmla="*/ 114030 w 1709920"/>
                  <a:gd name="csY12" fmla="*/ 321584 h 102569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709920" h="1025691">
                    <a:moveTo>
                      <a:pt x="114030" y="321584"/>
                    </a:moveTo>
                    <a:cubicBezTo>
                      <a:pt x="115300" y="175534"/>
                      <a:pt x="82915" y="139974"/>
                      <a:pt x="125460" y="89174"/>
                    </a:cubicBezTo>
                    <a:cubicBezTo>
                      <a:pt x="168005" y="38374"/>
                      <a:pt x="322945" y="-2266"/>
                      <a:pt x="369300" y="16784"/>
                    </a:cubicBezTo>
                    <a:cubicBezTo>
                      <a:pt x="415655" y="35834"/>
                      <a:pt x="373110" y="157119"/>
                      <a:pt x="403590" y="203474"/>
                    </a:cubicBezTo>
                    <a:cubicBezTo>
                      <a:pt x="434070" y="249829"/>
                      <a:pt x="500110" y="236494"/>
                      <a:pt x="552180" y="294914"/>
                    </a:cubicBezTo>
                    <a:cubicBezTo>
                      <a:pt x="604250" y="353334"/>
                      <a:pt x="658225" y="557169"/>
                      <a:pt x="716010" y="553994"/>
                    </a:cubicBezTo>
                    <a:cubicBezTo>
                      <a:pt x="773795" y="550819"/>
                      <a:pt x="841105" y="324124"/>
                      <a:pt x="898890" y="275864"/>
                    </a:cubicBezTo>
                    <a:cubicBezTo>
                      <a:pt x="956675" y="227604"/>
                      <a:pt x="1027795" y="301264"/>
                      <a:pt x="1062720" y="264434"/>
                    </a:cubicBezTo>
                    <a:cubicBezTo>
                      <a:pt x="1097645" y="227604"/>
                      <a:pt x="1082405" y="85999"/>
                      <a:pt x="1108440" y="54884"/>
                    </a:cubicBezTo>
                    <a:cubicBezTo>
                      <a:pt x="1134475" y="23769"/>
                      <a:pt x="1124950" y="-62591"/>
                      <a:pt x="1218930" y="77744"/>
                    </a:cubicBezTo>
                    <a:cubicBezTo>
                      <a:pt x="1312910" y="218079"/>
                      <a:pt x="1855835" y="748939"/>
                      <a:pt x="1672320" y="896894"/>
                    </a:cubicBezTo>
                    <a:cubicBezTo>
                      <a:pt x="1488805" y="1044849"/>
                      <a:pt x="380095" y="1061994"/>
                      <a:pt x="117840" y="965474"/>
                    </a:cubicBezTo>
                    <a:cubicBezTo>
                      <a:pt x="-144415" y="868954"/>
                      <a:pt x="112760" y="467634"/>
                      <a:pt x="114030" y="321584"/>
                    </a:cubicBezTo>
                    <a:close/>
                  </a:path>
                </a:pathLst>
              </a:cu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13AF5A32-5C15-A610-2904-24DE88A41087}"/>
                  </a:ext>
                </a:extLst>
              </p:cNvPr>
              <p:cNvSpPr/>
              <p:nvPr/>
            </p:nvSpPr>
            <p:spPr>
              <a:xfrm>
                <a:off x="367349" y="4348592"/>
                <a:ext cx="1646702" cy="100986"/>
              </a:xfrm>
              <a:prstGeom prst="round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371">
                <a:extLst>
                  <a:ext uri="{FF2B5EF4-FFF2-40B4-BE49-F238E27FC236}">
                    <a16:creationId xmlns:a16="http://schemas.microsoft.com/office/drawing/2014/main" id="{90B27B0B-C947-B125-B658-23F272219A2A}"/>
                  </a:ext>
                </a:extLst>
              </p:cNvPr>
              <p:cNvSpPr/>
              <p:nvPr/>
            </p:nvSpPr>
            <p:spPr>
              <a:xfrm>
                <a:off x="551191" y="3514915"/>
                <a:ext cx="196011" cy="307686"/>
              </a:xfrm>
              <a:custGeom>
                <a:avLst/>
                <a:gdLst>
                  <a:gd name="csX0" fmla="*/ 0 w 282166"/>
                  <a:gd name="csY0" fmla="*/ 210347 h 420693"/>
                  <a:gd name="csX1" fmla="*/ 141083 w 282166"/>
                  <a:gd name="csY1" fmla="*/ 0 h 420693"/>
                  <a:gd name="csX2" fmla="*/ 282166 w 282166"/>
                  <a:gd name="csY2" fmla="*/ 210347 h 420693"/>
                  <a:gd name="csX3" fmla="*/ 141083 w 282166"/>
                  <a:gd name="csY3" fmla="*/ 420694 h 420693"/>
                  <a:gd name="csX4" fmla="*/ 0 w 282166"/>
                  <a:gd name="csY4" fmla="*/ 210347 h 420693"/>
                  <a:gd name="csX0" fmla="*/ 0 w 228826"/>
                  <a:gd name="csY0" fmla="*/ 256469 h 421780"/>
                  <a:gd name="csX1" fmla="*/ 87743 w 228826"/>
                  <a:gd name="csY1" fmla="*/ 402 h 421780"/>
                  <a:gd name="csX2" fmla="*/ 228826 w 228826"/>
                  <a:gd name="csY2" fmla="*/ 210749 h 421780"/>
                  <a:gd name="csX3" fmla="*/ 87743 w 228826"/>
                  <a:gd name="csY3" fmla="*/ 421096 h 421780"/>
                  <a:gd name="csX4" fmla="*/ 0 w 228826"/>
                  <a:gd name="csY4" fmla="*/ 256469 h 4217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28826" h="421780">
                    <a:moveTo>
                      <a:pt x="0" y="256469"/>
                    </a:moveTo>
                    <a:cubicBezTo>
                      <a:pt x="0" y="140298"/>
                      <a:pt x="49605" y="8022"/>
                      <a:pt x="87743" y="402"/>
                    </a:cubicBezTo>
                    <a:cubicBezTo>
                      <a:pt x="125881" y="-7218"/>
                      <a:pt x="228826" y="94578"/>
                      <a:pt x="228826" y="210749"/>
                    </a:cubicBezTo>
                    <a:cubicBezTo>
                      <a:pt x="228826" y="326920"/>
                      <a:pt x="125881" y="413476"/>
                      <a:pt x="87743" y="421096"/>
                    </a:cubicBezTo>
                    <a:cubicBezTo>
                      <a:pt x="49605" y="428716"/>
                      <a:pt x="0" y="372640"/>
                      <a:pt x="0" y="256469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39274FE9-7DDA-326F-FAE7-802F2E9F5533}"/>
                  </a:ext>
                </a:extLst>
              </p:cNvPr>
              <p:cNvSpPr/>
              <p:nvPr/>
            </p:nvSpPr>
            <p:spPr>
              <a:xfrm>
                <a:off x="531378" y="3716486"/>
                <a:ext cx="241125" cy="667050"/>
              </a:xfrm>
              <a:prstGeom prst="roundRect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C15D996E-543D-CE4D-9AED-A30D3384E345}"/>
                  </a:ext>
                </a:extLst>
              </p:cNvPr>
              <p:cNvSpPr/>
              <p:nvPr/>
            </p:nvSpPr>
            <p:spPr>
              <a:xfrm>
                <a:off x="1541971" y="3638366"/>
                <a:ext cx="429021" cy="436666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E2929E7-5423-835F-1475-15B552034693}"/>
                  </a:ext>
                </a:extLst>
              </p:cNvPr>
              <p:cNvSpPr/>
              <p:nvPr/>
            </p:nvSpPr>
            <p:spPr>
              <a:xfrm>
                <a:off x="1614923" y="3667671"/>
                <a:ext cx="251665" cy="262655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7A43DE1C-0530-C22E-6CA2-C6ECD71717E4}"/>
                  </a:ext>
                </a:extLst>
              </p:cNvPr>
              <p:cNvSpPr/>
              <p:nvPr/>
            </p:nvSpPr>
            <p:spPr>
              <a:xfrm>
                <a:off x="1408893" y="3725099"/>
                <a:ext cx="653649" cy="667050"/>
              </a:xfrm>
              <a:prstGeom prst="round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D5CE4763-EE0A-8424-D905-8CE2BE05C7A8}"/>
                  </a:ext>
                </a:extLst>
              </p:cNvPr>
              <p:cNvSpPr/>
              <p:nvPr/>
            </p:nvSpPr>
            <p:spPr>
              <a:xfrm>
                <a:off x="1537225" y="3849462"/>
                <a:ext cx="424009" cy="45548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5981C83B-393D-EB43-A036-E017F781F338}"/>
                  </a:ext>
                </a:extLst>
              </p:cNvPr>
              <p:cNvSpPr/>
              <p:nvPr/>
            </p:nvSpPr>
            <p:spPr>
              <a:xfrm>
                <a:off x="1595941" y="3903823"/>
                <a:ext cx="310268" cy="357374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: Rounded Corners 78">
                <a:extLst>
                  <a:ext uri="{FF2B5EF4-FFF2-40B4-BE49-F238E27FC236}">
                    <a16:creationId xmlns:a16="http://schemas.microsoft.com/office/drawing/2014/main" id="{AC3F4D52-0B77-29D6-02F0-32C4CFBC8275}"/>
                  </a:ext>
                </a:extLst>
              </p:cNvPr>
              <p:cNvSpPr/>
              <p:nvPr/>
            </p:nvSpPr>
            <p:spPr>
              <a:xfrm>
                <a:off x="812473" y="2837880"/>
                <a:ext cx="746464" cy="903072"/>
              </a:xfrm>
              <a:prstGeom prst="roundRect">
                <a:avLst>
                  <a:gd name="adj" fmla="val 30667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Isosceles Triangle 79">
                <a:extLst>
                  <a:ext uri="{FF2B5EF4-FFF2-40B4-BE49-F238E27FC236}">
                    <a16:creationId xmlns:a16="http://schemas.microsoft.com/office/drawing/2014/main" id="{8BCB3B3C-A729-9669-418C-4B04B2BF7815}"/>
                  </a:ext>
                </a:extLst>
              </p:cNvPr>
              <p:cNvSpPr/>
              <p:nvPr/>
            </p:nvSpPr>
            <p:spPr>
              <a:xfrm flipV="1">
                <a:off x="885993" y="3435344"/>
                <a:ext cx="579298" cy="508526"/>
              </a:xfrm>
              <a:prstGeom prst="triangl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81" name="Group 80">
                <a:extLst>
                  <a:ext uri="{FF2B5EF4-FFF2-40B4-BE49-F238E27FC236}">
                    <a16:creationId xmlns:a16="http://schemas.microsoft.com/office/drawing/2014/main" id="{C7DDC4DC-01AF-C744-57B8-9026B72D79F9}"/>
                  </a:ext>
                </a:extLst>
              </p:cNvPr>
              <p:cNvGrpSpPr/>
              <p:nvPr/>
            </p:nvGrpSpPr>
            <p:grpSpPr>
              <a:xfrm>
                <a:off x="800797" y="3227751"/>
                <a:ext cx="753578" cy="239432"/>
                <a:chOff x="4459806" y="3418439"/>
                <a:chExt cx="1054192" cy="544883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864EE96F-CD6E-08C3-5F38-C5BE9D700774}"/>
                    </a:ext>
                  </a:extLst>
                </p:cNvPr>
                <p:cNvSpPr/>
                <p:nvPr/>
              </p:nvSpPr>
              <p:spPr>
                <a:xfrm>
                  <a:off x="4459806" y="3443796"/>
                  <a:ext cx="443797" cy="519526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" name="Oval 91">
                  <a:extLst>
                    <a:ext uri="{FF2B5EF4-FFF2-40B4-BE49-F238E27FC236}">
                      <a16:creationId xmlns:a16="http://schemas.microsoft.com/office/drawing/2014/main" id="{797CAFC8-AD94-3EEB-0606-D95B91FDAB38}"/>
                    </a:ext>
                  </a:extLst>
                </p:cNvPr>
                <p:cNvSpPr/>
                <p:nvPr/>
              </p:nvSpPr>
              <p:spPr>
                <a:xfrm>
                  <a:off x="5070201" y="3418439"/>
                  <a:ext cx="443797" cy="519526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FFDA55F7-3D11-3B8F-2710-5704CE705307}"/>
                  </a:ext>
                </a:extLst>
              </p:cNvPr>
              <p:cNvSpPr/>
              <p:nvPr/>
            </p:nvSpPr>
            <p:spPr>
              <a:xfrm>
                <a:off x="848610" y="2991787"/>
                <a:ext cx="653649" cy="66705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0388D8C0-2382-7A42-7C82-7EA300859D72}"/>
                  </a:ext>
                </a:extLst>
              </p:cNvPr>
              <p:cNvGrpSpPr/>
              <p:nvPr/>
            </p:nvGrpSpPr>
            <p:grpSpPr>
              <a:xfrm>
                <a:off x="1001579" y="3188507"/>
                <a:ext cx="351643" cy="114408"/>
                <a:chOff x="4709482" y="3477328"/>
                <a:chExt cx="491919" cy="205345"/>
              </a:xfrm>
              <a:solidFill>
                <a:schemeClr val="tx1"/>
              </a:solidFill>
            </p:grpSpPr>
            <p:sp>
              <p:nvSpPr>
                <p:cNvPr id="85" name="Oval 84">
                  <a:extLst>
                    <a:ext uri="{FF2B5EF4-FFF2-40B4-BE49-F238E27FC236}">
                      <a16:creationId xmlns:a16="http://schemas.microsoft.com/office/drawing/2014/main" id="{F39E5CB6-5ED4-5403-C723-A6418C34A4EE}"/>
                    </a:ext>
                  </a:extLst>
                </p:cNvPr>
                <p:cNvSpPr/>
                <p:nvPr/>
              </p:nvSpPr>
              <p:spPr>
                <a:xfrm>
                  <a:off x="4709482" y="3477328"/>
                  <a:ext cx="116734" cy="199826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Oval 85">
                  <a:extLst>
                    <a:ext uri="{FF2B5EF4-FFF2-40B4-BE49-F238E27FC236}">
                      <a16:creationId xmlns:a16="http://schemas.microsoft.com/office/drawing/2014/main" id="{06741DBD-B71E-CB1C-DB9E-0694D7202CEE}"/>
                    </a:ext>
                  </a:extLst>
                </p:cNvPr>
                <p:cNvSpPr/>
                <p:nvPr/>
              </p:nvSpPr>
              <p:spPr>
                <a:xfrm>
                  <a:off x="5084667" y="3482847"/>
                  <a:ext cx="116734" cy="199826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D9B5D12F-6AB7-43BC-2A45-EB26671090FF}"/>
                  </a:ext>
                </a:extLst>
              </p:cNvPr>
              <p:cNvSpPr/>
              <p:nvPr/>
            </p:nvSpPr>
            <p:spPr>
              <a:xfrm>
                <a:off x="1084732" y="3477562"/>
                <a:ext cx="165757" cy="46846"/>
              </a:xfrm>
              <a:custGeom>
                <a:avLst/>
                <a:gdLst>
                  <a:gd name="csX0" fmla="*/ 1540 w 289500"/>
                  <a:gd name="csY0" fmla="*/ 15129 h 167670"/>
                  <a:gd name="csX1" fmla="*/ 283480 w 289500"/>
                  <a:gd name="csY1" fmla="*/ 22749 h 167670"/>
                  <a:gd name="csX2" fmla="*/ 176800 w 289500"/>
                  <a:gd name="csY2" fmla="*/ 167529 h 167670"/>
                  <a:gd name="csX3" fmla="*/ 1540 w 289500"/>
                  <a:gd name="csY3" fmla="*/ 15129 h 1676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89500" h="167670">
                    <a:moveTo>
                      <a:pt x="1540" y="15129"/>
                    </a:moveTo>
                    <a:cubicBezTo>
                      <a:pt x="19320" y="-9001"/>
                      <a:pt x="254270" y="-2651"/>
                      <a:pt x="283480" y="22749"/>
                    </a:cubicBezTo>
                    <a:cubicBezTo>
                      <a:pt x="312690" y="48149"/>
                      <a:pt x="228870" y="162449"/>
                      <a:pt x="176800" y="167529"/>
                    </a:cubicBezTo>
                    <a:cubicBezTo>
                      <a:pt x="124730" y="172609"/>
                      <a:pt x="-16240" y="39259"/>
                      <a:pt x="1540" y="15129"/>
                    </a:cubicBezTo>
                    <a:close/>
                  </a:path>
                </a:pathLst>
              </a:cu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AB3F99F-E5F5-5FAA-A4E1-4ED5D301AC2E}"/>
                </a:ext>
              </a:extLst>
            </p:cNvPr>
            <p:cNvSpPr txBox="1"/>
            <p:nvPr/>
          </p:nvSpPr>
          <p:spPr>
            <a:xfrm>
              <a:off x="1770581" y="4662467"/>
              <a:ext cx="2502466" cy="5987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1"/>
                  </a:solidFill>
                  <a:highlight>
                    <a:srgbClr val="FFFF00"/>
                  </a:highlight>
                  <a:latin typeface="Gill Sans MT" panose="020B0502020104020203" pitchFamily="34" charset="0"/>
                </a:rPr>
                <a:t>FRONT-END</a:t>
              </a:r>
            </a:p>
          </p:txBody>
        </p: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A5290D46-2F61-D549-CAD8-F99F871F3E8F}"/>
              </a:ext>
            </a:extLst>
          </p:cNvPr>
          <p:cNvSpPr/>
          <p:nvPr/>
        </p:nvSpPr>
        <p:spPr>
          <a:xfrm>
            <a:off x="1007949" y="6174105"/>
            <a:ext cx="4581981" cy="45719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27" name="TextBox 2326">
            <a:extLst>
              <a:ext uri="{FF2B5EF4-FFF2-40B4-BE49-F238E27FC236}">
                <a16:creationId xmlns:a16="http://schemas.microsoft.com/office/drawing/2014/main" id="{955A7E3B-A41A-36A4-9041-8CB023B5106A}"/>
              </a:ext>
            </a:extLst>
          </p:cNvPr>
          <p:cNvSpPr txBox="1"/>
          <p:nvPr/>
        </p:nvSpPr>
        <p:spPr>
          <a:xfrm>
            <a:off x="4099629" y="5273403"/>
            <a:ext cx="16485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  <a:highlight>
                  <a:srgbClr val="FFFF00"/>
                </a:highlight>
                <a:latin typeface="Gill Sans MT" panose="020B0502020104020203" pitchFamily="34" charset="0"/>
              </a:rPr>
              <a:t>BACK-END</a:t>
            </a:r>
          </a:p>
        </p:txBody>
      </p:sp>
      <p:pic>
        <p:nvPicPr>
          <p:cNvPr id="2328" name="Picture 2327">
            <a:extLst>
              <a:ext uri="{FF2B5EF4-FFF2-40B4-BE49-F238E27FC236}">
                <a16:creationId xmlns:a16="http://schemas.microsoft.com/office/drawing/2014/main" id="{38EAA949-73F1-E45C-57E0-E9E308F864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2929" y="3581117"/>
            <a:ext cx="1389465" cy="1389465"/>
          </a:xfrm>
          <a:prstGeom prst="rect">
            <a:avLst/>
          </a:prstGeom>
        </p:spPr>
      </p:pic>
      <p:grpSp>
        <p:nvGrpSpPr>
          <p:cNvPr id="2329" name="Group 2328">
            <a:extLst>
              <a:ext uri="{FF2B5EF4-FFF2-40B4-BE49-F238E27FC236}">
                <a16:creationId xmlns:a16="http://schemas.microsoft.com/office/drawing/2014/main" id="{947D9F44-A7EC-74CC-E53D-BAF47870ECF9}"/>
              </a:ext>
            </a:extLst>
          </p:cNvPr>
          <p:cNvGrpSpPr/>
          <p:nvPr/>
        </p:nvGrpSpPr>
        <p:grpSpPr>
          <a:xfrm>
            <a:off x="465010" y="3818026"/>
            <a:ext cx="733308" cy="761683"/>
            <a:chOff x="1749085" y="3335736"/>
            <a:chExt cx="1084630" cy="972530"/>
          </a:xfrm>
        </p:grpSpPr>
        <p:grpSp>
          <p:nvGrpSpPr>
            <p:cNvPr id="2330" name="Group 2329">
              <a:extLst>
                <a:ext uri="{FF2B5EF4-FFF2-40B4-BE49-F238E27FC236}">
                  <a16:creationId xmlns:a16="http://schemas.microsoft.com/office/drawing/2014/main" id="{C6EA453C-6DC6-554B-97EB-6ED423475DF4}"/>
                </a:ext>
              </a:extLst>
            </p:cNvPr>
            <p:cNvGrpSpPr/>
            <p:nvPr/>
          </p:nvGrpSpPr>
          <p:grpSpPr>
            <a:xfrm>
              <a:off x="2233283" y="3335736"/>
              <a:ext cx="470284" cy="697177"/>
              <a:chOff x="2192888" y="3357289"/>
              <a:chExt cx="470284" cy="697177"/>
            </a:xfrm>
          </p:grpSpPr>
          <p:sp>
            <p:nvSpPr>
              <p:cNvPr id="2340" name="Oval 2339">
                <a:extLst>
                  <a:ext uri="{FF2B5EF4-FFF2-40B4-BE49-F238E27FC236}">
                    <a16:creationId xmlns:a16="http://schemas.microsoft.com/office/drawing/2014/main" id="{25D554CF-92E2-BFAF-4637-C5A8F8B150B6}"/>
                  </a:ext>
                </a:extLst>
              </p:cNvPr>
              <p:cNvSpPr/>
              <p:nvPr/>
            </p:nvSpPr>
            <p:spPr>
              <a:xfrm rot="1022227">
                <a:off x="2367988" y="3357289"/>
                <a:ext cx="127070" cy="382673"/>
              </a:xfrm>
              <a:prstGeom prst="ellipse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41" name="Oval 2340">
                <a:extLst>
                  <a:ext uri="{FF2B5EF4-FFF2-40B4-BE49-F238E27FC236}">
                    <a16:creationId xmlns:a16="http://schemas.microsoft.com/office/drawing/2014/main" id="{643897CF-F85D-7451-626A-A52FECA64C23}"/>
                  </a:ext>
                </a:extLst>
              </p:cNvPr>
              <p:cNvSpPr/>
              <p:nvPr/>
            </p:nvSpPr>
            <p:spPr>
              <a:xfrm rot="20882135">
                <a:off x="2296796" y="3392661"/>
                <a:ext cx="127070" cy="382673"/>
              </a:xfrm>
              <a:prstGeom prst="ellipse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42" name="Oval 2341">
                <a:extLst>
                  <a:ext uri="{FF2B5EF4-FFF2-40B4-BE49-F238E27FC236}">
                    <a16:creationId xmlns:a16="http://schemas.microsoft.com/office/drawing/2014/main" id="{32133C98-B962-F1EB-C4F0-34E71D4D13C3}"/>
                  </a:ext>
                </a:extLst>
              </p:cNvPr>
              <p:cNvSpPr/>
              <p:nvPr/>
            </p:nvSpPr>
            <p:spPr>
              <a:xfrm>
                <a:off x="2192888" y="3472270"/>
                <a:ext cx="470284" cy="582196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31" name="Group 2330">
              <a:extLst>
                <a:ext uri="{FF2B5EF4-FFF2-40B4-BE49-F238E27FC236}">
                  <a16:creationId xmlns:a16="http://schemas.microsoft.com/office/drawing/2014/main" id="{07896A51-4A07-948A-22F4-40F52687D2B9}"/>
                </a:ext>
              </a:extLst>
            </p:cNvPr>
            <p:cNvGrpSpPr/>
            <p:nvPr/>
          </p:nvGrpSpPr>
          <p:grpSpPr>
            <a:xfrm>
              <a:off x="1759875" y="3346975"/>
              <a:ext cx="470284" cy="707491"/>
              <a:chOff x="1759875" y="3346975"/>
              <a:chExt cx="470284" cy="707491"/>
            </a:xfrm>
          </p:grpSpPr>
          <p:sp>
            <p:nvSpPr>
              <p:cNvPr id="2338" name="Oval 2337">
                <a:extLst>
                  <a:ext uri="{FF2B5EF4-FFF2-40B4-BE49-F238E27FC236}">
                    <a16:creationId xmlns:a16="http://schemas.microsoft.com/office/drawing/2014/main" id="{7348E2FD-321C-D96E-6AB7-5CFEF103E68D}"/>
                  </a:ext>
                </a:extLst>
              </p:cNvPr>
              <p:cNvSpPr/>
              <p:nvPr/>
            </p:nvSpPr>
            <p:spPr>
              <a:xfrm>
                <a:off x="1759875" y="3472270"/>
                <a:ext cx="470284" cy="58219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39" name="Oval 2338">
                <a:extLst>
                  <a:ext uri="{FF2B5EF4-FFF2-40B4-BE49-F238E27FC236}">
                    <a16:creationId xmlns:a16="http://schemas.microsoft.com/office/drawing/2014/main" id="{E4784F50-F07A-3DF1-6868-FCE8FD0EAAA5}"/>
                  </a:ext>
                </a:extLst>
              </p:cNvPr>
              <p:cNvSpPr/>
              <p:nvPr/>
            </p:nvSpPr>
            <p:spPr>
              <a:xfrm rot="18541303">
                <a:off x="1945121" y="3458755"/>
                <a:ext cx="327216" cy="103655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32" name="Group 2331">
              <a:extLst>
                <a:ext uri="{FF2B5EF4-FFF2-40B4-BE49-F238E27FC236}">
                  <a16:creationId xmlns:a16="http://schemas.microsoft.com/office/drawing/2014/main" id="{FC2E8CE3-80F1-692F-32B2-A7FA01B69C61}"/>
                </a:ext>
              </a:extLst>
            </p:cNvPr>
            <p:cNvGrpSpPr/>
            <p:nvPr/>
          </p:nvGrpSpPr>
          <p:grpSpPr>
            <a:xfrm>
              <a:off x="1983116" y="3530300"/>
              <a:ext cx="247043" cy="391313"/>
              <a:chOff x="1983116" y="3530300"/>
              <a:chExt cx="247043" cy="391313"/>
            </a:xfrm>
          </p:grpSpPr>
          <p:sp>
            <p:nvSpPr>
              <p:cNvPr id="2336" name="Oval 2335">
                <a:extLst>
                  <a:ext uri="{FF2B5EF4-FFF2-40B4-BE49-F238E27FC236}">
                    <a16:creationId xmlns:a16="http://schemas.microsoft.com/office/drawing/2014/main" id="{A392109D-357C-335F-8247-C8EA9EDFEC1F}"/>
                  </a:ext>
                </a:extLst>
              </p:cNvPr>
              <p:cNvSpPr/>
              <p:nvPr/>
            </p:nvSpPr>
            <p:spPr>
              <a:xfrm>
                <a:off x="2103089" y="3538940"/>
                <a:ext cx="127070" cy="382673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37" name="Oval 2336">
                <a:extLst>
                  <a:ext uri="{FF2B5EF4-FFF2-40B4-BE49-F238E27FC236}">
                    <a16:creationId xmlns:a16="http://schemas.microsoft.com/office/drawing/2014/main" id="{7DF4B9F5-9BAE-FF3A-4AD9-249E02102AB9}"/>
                  </a:ext>
                </a:extLst>
              </p:cNvPr>
              <p:cNvSpPr/>
              <p:nvPr/>
            </p:nvSpPr>
            <p:spPr>
              <a:xfrm>
                <a:off x="1983116" y="3530300"/>
                <a:ext cx="127070" cy="382673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33" name="Group 2332">
              <a:extLst>
                <a:ext uri="{FF2B5EF4-FFF2-40B4-BE49-F238E27FC236}">
                  <a16:creationId xmlns:a16="http://schemas.microsoft.com/office/drawing/2014/main" id="{D9320237-5F93-93A6-3943-1BF91C26DD16}"/>
                </a:ext>
              </a:extLst>
            </p:cNvPr>
            <p:cNvGrpSpPr/>
            <p:nvPr/>
          </p:nvGrpSpPr>
          <p:grpSpPr>
            <a:xfrm>
              <a:off x="1749085" y="3781447"/>
              <a:ext cx="1084630" cy="526819"/>
              <a:chOff x="1749085" y="3781447"/>
              <a:chExt cx="1084630" cy="526819"/>
            </a:xfrm>
          </p:grpSpPr>
          <p:sp>
            <p:nvSpPr>
              <p:cNvPr id="2334" name="Rectangle: Rounded Corners 2333">
                <a:extLst>
                  <a:ext uri="{FF2B5EF4-FFF2-40B4-BE49-F238E27FC236}">
                    <a16:creationId xmlns:a16="http://schemas.microsoft.com/office/drawing/2014/main" id="{D8F853E1-46DA-52D0-FE69-80224EDB4E31}"/>
                  </a:ext>
                </a:extLst>
              </p:cNvPr>
              <p:cNvSpPr/>
              <p:nvPr/>
            </p:nvSpPr>
            <p:spPr>
              <a:xfrm>
                <a:off x="1759875" y="3800665"/>
                <a:ext cx="1073840" cy="507601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35" name="Oval 2334">
                <a:extLst>
                  <a:ext uri="{FF2B5EF4-FFF2-40B4-BE49-F238E27FC236}">
                    <a16:creationId xmlns:a16="http://schemas.microsoft.com/office/drawing/2014/main" id="{AC99FF68-60D8-A4A4-0311-960012A22247}"/>
                  </a:ext>
                </a:extLst>
              </p:cNvPr>
              <p:cNvSpPr/>
              <p:nvPr/>
            </p:nvSpPr>
            <p:spPr>
              <a:xfrm flipV="1">
                <a:off x="1749085" y="3781447"/>
                <a:ext cx="1073840" cy="11552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344" name="Arrow: Right 2343">
            <a:extLst>
              <a:ext uri="{FF2B5EF4-FFF2-40B4-BE49-F238E27FC236}">
                <a16:creationId xmlns:a16="http://schemas.microsoft.com/office/drawing/2014/main" id="{F0502963-D310-9285-4027-966D0139156A}"/>
              </a:ext>
            </a:extLst>
          </p:cNvPr>
          <p:cNvSpPr/>
          <p:nvPr/>
        </p:nvSpPr>
        <p:spPr>
          <a:xfrm>
            <a:off x="3020981" y="4190829"/>
            <a:ext cx="783985" cy="3759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45" name="Arrow: Right 2344">
            <a:extLst>
              <a:ext uri="{FF2B5EF4-FFF2-40B4-BE49-F238E27FC236}">
                <a16:creationId xmlns:a16="http://schemas.microsoft.com/office/drawing/2014/main" id="{14280F43-4232-99BF-1A70-0AC418F50DA7}"/>
              </a:ext>
            </a:extLst>
          </p:cNvPr>
          <p:cNvSpPr/>
          <p:nvPr/>
        </p:nvSpPr>
        <p:spPr>
          <a:xfrm flipH="1">
            <a:off x="2948330" y="4974791"/>
            <a:ext cx="783985" cy="375901"/>
          </a:xfrm>
          <a:prstGeom prst="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415" name="Group 2414">
            <a:extLst>
              <a:ext uri="{FF2B5EF4-FFF2-40B4-BE49-F238E27FC236}">
                <a16:creationId xmlns:a16="http://schemas.microsoft.com/office/drawing/2014/main" id="{F2FA2C93-8D33-9120-30F5-3C23419CF1BF}"/>
              </a:ext>
            </a:extLst>
          </p:cNvPr>
          <p:cNvGrpSpPr/>
          <p:nvPr/>
        </p:nvGrpSpPr>
        <p:grpSpPr>
          <a:xfrm>
            <a:off x="472453" y="3135436"/>
            <a:ext cx="733308" cy="761683"/>
            <a:chOff x="1749085" y="3335736"/>
            <a:chExt cx="1084630" cy="972530"/>
          </a:xfrm>
        </p:grpSpPr>
        <p:grpSp>
          <p:nvGrpSpPr>
            <p:cNvPr id="2416" name="Group 2415">
              <a:extLst>
                <a:ext uri="{FF2B5EF4-FFF2-40B4-BE49-F238E27FC236}">
                  <a16:creationId xmlns:a16="http://schemas.microsoft.com/office/drawing/2014/main" id="{C952E887-7B08-33D5-A655-E6AAEFBA93ED}"/>
                </a:ext>
              </a:extLst>
            </p:cNvPr>
            <p:cNvGrpSpPr/>
            <p:nvPr/>
          </p:nvGrpSpPr>
          <p:grpSpPr>
            <a:xfrm>
              <a:off x="2233283" y="3335736"/>
              <a:ext cx="470284" cy="697177"/>
              <a:chOff x="2192888" y="3357289"/>
              <a:chExt cx="470284" cy="697177"/>
            </a:xfrm>
          </p:grpSpPr>
          <p:sp>
            <p:nvSpPr>
              <p:cNvPr id="2426" name="Oval 2425">
                <a:extLst>
                  <a:ext uri="{FF2B5EF4-FFF2-40B4-BE49-F238E27FC236}">
                    <a16:creationId xmlns:a16="http://schemas.microsoft.com/office/drawing/2014/main" id="{C55889C4-4AF5-2D4C-90C8-C7A01D001447}"/>
                  </a:ext>
                </a:extLst>
              </p:cNvPr>
              <p:cNvSpPr/>
              <p:nvPr/>
            </p:nvSpPr>
            <p:spPr>
              <a:xfrm rot="1022227">
                <a:off x="2367988" y="3357289"/>
                <a:ext cx="127070" cy="382673"/>
              </a:xfrm>
              <a:prstGeom prst="ellipse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27" name="Oval 2426">
                <a:extLst>
                  <a:ext uri="{FF2B5EF4-FFF2-40B4-BE49-F238E27FC236}">
                    <a16:creationId xmlns:a16="http://schemas.microsoft.com/office/drawing/2014/main" id="{7E037CEB-D496-5817-FE45-27EB2270EAB6}"/>
                  </a:ext>
                </a:extLst>
              </p:cNvPr>
              <p:cNvSpPr/>
              <p:nvPr/>
            </p:nvSpPr>
            <p:spPr>
              <a:xfrm rot="20882135">
                <a:off x="2296796" y="3392661"/>
                <a:ext cx="127070" cy="382673"/>
              </a:xfrm>
              <a:prstGeom prst="ellipse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28" name="Oval 2427">
                <a:extLst>
                  <a:ext uri="{FF2B5EF4-FFF2-40B4-BE49-F238E27FC236}">
                    <a16:creationId xmlns:a16="http://schemas.microsoft.com/office/drawing/2014/main" id="{5EF8ADFD-6D22-FEB3-C9E5-9BC657DB0275}"/>
                  </a:ext>
                </a:extLst>
              </p:cNvPr>
              <p:cNvSpPr/>
              <p:nvPr/>
            </p:nvSpPr>
            <p:spPr>
              <a:xfrm>
                <a:off x="2192888" y="3472270"/>
                <a:ext cx="470284" cy="582196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17" name="Group 2416">
              <a:extLst>
                <a:ext uri="{FF2B5EF4-FFF2-40B4-BE49-F238E27FC236}">
                  <a16:creationId xmlns:a16="http://schemas.microsoft.com/office/drawing/2014/main" id="{F8BFD944-FCC5-0281-422D-C6738C3DD56E}"/>
                </a:ext>
              </a:extLst>
            </p:cNvPr>
            <p:cNvGrpSpPr/>
            <p:nvPr/>
          </p:nvGrpSpPr>
          <p:grpSpPr>
            <a:xfrm>
              <a:off x="1759875" y="3346975"/>
              <a:ext cx="470284" cy="707491"/>
              <a:chOff x="1759875" y="3346975"/>
              <a:chExt cx="470284" cy="707491"/>
            </a:xfrm>
          </p:grpSpPr>
          <p:sp>
            <p:nvSpPr>
              <p:cNvPr id="2424" name="Oval 2423">
                <a:extLst>
                  <a:ext uri="{FF2B5EF4-FFF2-40B4-BE49-F238E27FC236}">
                    <a16:creationId xmlns:a16="http://schemas.microsoft.com/office/drawing/2014/main" id="{428972F3-28B8-B194-38B5-67055A226743}"/>
                  </a:ext>
                </a:extLst>
              </p:cNvPr>
              <p:cNvSpPr/>
              <p:nvPr/>
            </p:nvSpPr>
            <p:spPr>
              <a:xfrm>
                <a:off x="1759875" y="3472270"/>
                <a:ext cx="470284" cy="58219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25" name="Oval 2424">
                <a:extLst>
                  <a:ext uri="{FF2B5EF4-FFF2-40B4-BE49-F238E27FC236}">
                    <a16:creationId xmlns:a16="http://schemas.microsoft.com/office/drawing/2014/main" id="{FB195AAD-A06A-E373-3169-1F0654DF0F21}"/>
                  </a:ext>
                </a:extLst>
              </p:cNvPr>
              <p:cNvSpPr/>
              <p:nvPr/>
            </p:nvSpPr>
            <p:spPr>
              <a:xfrm rot="18541303">
                <a:off x="1945121" y="3458755"/>
                <a:ext cx="327216" cy="103655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18" name="Group 2417">
              <a:extLst>
                <a:ext uri="{FF2B5EF4-FFF2-40B4-BE49-F238E27FC236}">
                  <a16:creationId xmlns:a16="http://schemas.microsoft.com/office/drawing/2014/main" id="{75452311-D588-7B67-317C-F669015368F5}"/>
                </a:ext>
              </a:extLst>
            </p:cNvPr>
            <p:cNvGrpSpPr/>
            <p:nvPr/>
          </p:nvGrpSpPr>
          <p:grpSpPr>
            <a:xfrm>
              <a:off x="1983116" y="3530300"/>
              <a:ext cx="247043" cy="391313"/>
              <a:chOff x="1983116" y="3530300"/>
              <a:chExt cx="247043" cy="391313"/>
            </a:xfrm>
          </p:grpSpPr>
          <p:sp>
            <p:nvSpPr>
              <p:cNvPr id="2422" name="Oval 2421">
                <a:extLst>
                  <a:ext uri="{FF2B5EF4-FFF2-40B4-BE49-F238E27FC236}">
                    <a16:creationId xmlns:a16="http://schemas.microsoft.com/office/drawing/2014/main" id="{7CA550FC-61CB-6DB5-08A7-BA63734F525C}"/>
                  </a:ext>
                </a:extLst>
              </p:cNvPr>
              <p:cNvSpPr/>
              <p:nvPr/>
            </p:nvSpPr>
            <p:spPr>
              <a:xfrm>
                <a:off x="2103089" y="3538940"/>
                <a:ext cx="127070" cy="382673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23" name="Oval 2422">
                <a:extLst>
                  <a:ext uri="{FF2B5EF4-FFF2-40B4-BE49-F238E27FC236}">
                    <a16:creationId xmlns:a16="http://schemas.microsoft.com/office/drawing/2014/main" id="{B68171F0-C6FB-B145-E88F-7D9764A74D6C}"/>
                  </a:ext>
                </a:extLst>
              </p:cNvPr>
              <p:cNvSpPr/>
              <p:nvPr/>
            </p:nvSpPr>
            <p:spPr>
              <a:xfrm>
                <a:off x="1983116" y="3530300"/>
                <a:ext cx="127070" cy="382673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19" name="Group 2418">
              <a:extLst>
                <a:ext uri="{FF2B5EF4-FFF2-40B4-BE49-F238E27FC236}">
                  <a16:creationId xmlns:a16="http://schemas.microsoft.com/office/drawing/2014/main" id="{5C444C03-66D2-6866-40AD-4F619649A70B}"/>
                </a:ext>
              </a:extLst>
            </p:cNvPr>
            <p:cNvGrpSpPr/>
            <p:nvPr/>
          </p:nvGrpSpPr>
          <p:grpSpPr>
            <a:xfrm>
              <a:off x="1749085" y="3781447"/>
              <a:ext cx="1084630" cy="526819"/>
              <a:chOff x="1749085" y="3781447"/>
              <a:chExt cx="1084630" cy="526819"/>
            </a:xfrm>
          </p:grpSpPr>
          <p:sp>
            <p:nvSpPr>
              <p:cNvPr id="2420" name="Rectangle: Rounded Corners 2419">
                <a:extLst>
                  <a:ext uri="{FF2B5EF4-FFF2-40B4-BE49-F238E27FC236}">
                    <a16:creationId xmlns:a16="http://schemas.microsoft.com/office/drawing/2014/main" id="{2F0A83AC-7DD0-EBF4-A205-DA13EBB521B1}"/>
                  </a:ext>
                </a:extLst>
              </p:cNvPr>
              <p:cNvSpPr/>
              <p:nvPr/>
            </p:nvSpPr>
            <p:spPr>
              <a:xfrm>
                <a:off x="1759875" y="3800665"/>
                <a:ext cx="1073840" cy="507601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21" name="Oval 2420">
                <a:extLst>
                  <a:ext uri="{FF2B5EF4-FFF2-40B4-BE49-F238E27FC236}">
                    <a16:creationId xmlns:a16="http://schemas.microsoft.com/office/drawing/2014/main" id="{3DCA0D77-6632-81A8-3C56-8A1F3EDD5E43}"/>
                  </a:ext>
                </a:extLst>
              </p:cNvPr>
              <p:cNvSpPr/>
              <p:nvPr/>
            </p:nvSpPr>
            <p:spPr>
              <a:xfrm flipV="1">
                <a:off x="1749085" y="3781447"/>
                <a:ext cx="1073840" cy="11552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429" name="Group 2428">
            <a:extLst>
              <a:ext uri="{FF2B5EF4-FFF2-40B4-BE49-F238E27FC236}">
                <a16:creationId xmlns:a16="http://schemas.microsoft.com/office/drawing/2014/main" id="{43CFC86C-6E69-D34E-0E03-405577C0D9A4}"/>
              </a:ext>
            </a:extLst>
          </p:cNvPr>
          <p:cNvGrpSpPr/>
          <p:nvPr/>
        </p:nvGrpSpPr>
        <p:grpSpPr>
          <a:xfrm>
            <a:off x="522427" y="2451192"/>
            <a:ext cx="733308" cy="761683"/>
            <a:chOff x="1749085" y="3335736"/>
            <a:chExt cx="1084630" cy="972530"/>
          </a:xfrm>
        </p:grpSpPr>
        <p:grpSp>
          <p:nvGrpSpPr>
            <p:cNvPr id="2430" name="Group 2429">
              <a:extLst>
                <a:ext uri="{FF2B5EF4-FFF2-40B4-BE49-F238E27FC236}">
                  <a16:creationId xmlns:a16="http://schemas.microsoft.com/office/drawing/2014/main" id="{80C027F9-332A-3921-566E-C2BB6758C7FA}"/>
                </a:ext>
              </a:extLst>
            </p:cNvPr>
            <p:cNvGrpSpPr/>
            <p:nvPr/>
          </p:nvGrpSpPr>
          <p:grpSpPr>
            <a:xfrm>
              <a:off x="2233283" y="3335736"/>
              <a:ext cx="470284" cy="697177"/>
              <a:chOff x="2192888" y="3357289"/>
              <a:chExt cx="470284" cy="697177"/>
            </a:xfrm>
          </p:grpSpPr>
          <p:sp>
            <p:nvSpPr>
              <p:cNvPr id="2440" name="Oval 2439">
                <a:extLst>
                  <a:ext uri="{FF2B5EF4-FFF2-40B4-BE49-F238E27FC236}">
                    <a16:creationId xmlns:a16="http://schemas.microsoft.com/office/drawing/2014/main" id="{2C7BA31B-65C2-A232-692D-1F56769BFE47}"/>
                  </a:ext>
                </a:extLst>
              </p:cNvPr>
              <p:cNvSpPr/>
              <p:nvPr/>
            </p:nvSpPr>
            <p:spPr>
              <a:xfrm rot="1022227">
                <a:off x="2367988" y="3357289"/>
                <a:ext cx="127070" cy="382673"/>
              </a:xfrm>
              <a:prstGeom prst="ellipse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41" name="Oval 2440">
                <a:extLst>
                  <a:ext uri="{FF2B5EF4-FFF2-40B4-BE49-F238E27FC236}">
                    <a16:creationId xmlns:a16="http://schemas.microsoft.com/office/drawing/2014/main" id="{08898F15-0893-1092-194C-8BE960804166}"/>
                  </a:ext>
                </a:extLst>
              </p:cNvPr>
              <p:cNvSpPr/>
              <p:nvPr/>
            </p:nvSpPr>
            <p:spPr>
              <a:xfrm rot="20882135">
                <a:off x="2296796" y="3392661"/>
                <a:ext cx="127070" cy="382673"/>
              </a:xfrm>
              <a:prstGeom prst="ellipse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42" name="Oval 2441">
                <a:extLst>
                  <a:ext uri="{FF2B5EF4-FFF2-40B4-BE49-F238E27FC236}">
                    <a16:creationId xmlns:a16="http://schemas.microsoft.com/office/drawing/2014/main" id="{6D39B427-1ED1-C2CA-52A4-7409A988CC52}"/>
                  </a:ext>
                </a:extLst>
              </p:cNvPr>
              <p:cNvSpPr/>
              <p:nvPr/>
            </p:nvSpPr>
            <p:spPr>
              <a:xfrm>
                <a:off x="2192888" y="3472270"/>
                <a:ext cx="470284" cy="582196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31" name="Group 2430">
              <a:extLst>
                <a:ext uri="{FF2B5EF4-FFF2-40B4-BE49-F238E27FC236}">
                  <a16:creationId xmlns:a16="http://schemas.microsoft.com/office/drawing/2014/main" id="{B5FC6392-0A7F-8A47-FFAA-5E2FDBA124CA}"/>
                </a:ext>
              </a:extLst>
            </p:cNvPr>
            <p:cNvGrpSpPr/>
            <p:nvPr/>
          </p:nvGrpSpPr>
          <p:grpSpPr>
            <a:xfrm>
              <a:off x="1759875" y="3346975"/>
              <a:ext cx="470284" cy="707491"/>
              <a:chOff x="1759875" y="3346975"/>
              <a:chExt cx="470284" cy="707491"/>
            </a:xfrm>
          </p:grpSpPr>
          <p:sp>
            <p:nvSpPr>
              <p:cNvPr id="2438" name="Oval 2437">
                <a:extLst>
                  <a:ext uri="{FF2B5EF4-FFF2-40B4-BE49-F238E27FC236}">
                    <a16:creationId xmlns:a16="http://schemas.microsoft.com/office/drawing/2014/main" id="{5496EDA6-9EB5-0266-0FB5-8E584BD1D0C2}"/>
                  </a:ext>
                </a:extLst>
              </p:cNvPr>
              <p:cNvSpPr/>
              <p:nvPr/>
            </p:nvSpPr>
            <p:spPr>
              <a:xfrm>
                <a:off x="1759875" y="3472270"/>
                <a:ext cx="470284" cy="58219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39" name="Oval 2438">
                <a:extLst>
                  <a:ext uri="{FF2B5EF4-FFF2-40B4-BE49-F238E27FC236}">
                    <a16:creationId xmlns:a16="http://schemas.microsoft.com/office/drawing/2014/main" id="{146DDBCD-DD93-181B-CFBD-16C8E682C7AB}"/>
                  </a:ext>
                </a:extLst>
              </p:cNvPr>
              <p:cNvSpPr/>
              <p:nvPr/>
            </p:nvSpPr>
            <p:spPr>
              <a:xfrm rot="18541303">
                <a:off x="1945121" y="3458755"/>
                <a:ext cx="327216" cy="103655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32" name="Group 2431">
              <a:extLst>
                <a:ext uri="{FF2B5EF4-FFF2-40B4-BE49-F238E27FC236}">
                  <a16:creationId xmlns:a16="http://schemas.microsoft.com/office/drawing/2014/main" id="{2C543F2F-7560-303A-0302-FE0EF5598ECC}"/>
                </a:ext>
              </a:extLst>
            </p:cNvPr>
            <p:cNvGrpSpPr/>
            <p:nvPr/>
          </p:nvGrpSpPr>
          <p:grpSpPr>
            <a:xfrm>
              <a:off x="1983116" y="3530300"/>
              <a:ext cx="247043" cy="391313"/>
              <a:chOff x="1983116" y="3530300"/>
              <a:chExt cx="247043" cy="391313"/>
            </a:xfrm>
          </p:grpSpPr>
          <p:sp>
            <p:nvSpPr>
              <p:cNvPr id="2436" name="Oval 2435">
                <a:extLst>
                  <a:ext uri="{FF2B5EF4-FFF2-40B4-BE49-F238E27FC236}">
                    <a16:creationId xmlns:a16="http://schemas.microsoft.com/office/drawing/2014/main" id="{E8E89178-3340-C8D8-6A2D-A52AAA8F44BA}"/>
                  </a:ext>
                </a:extLst>
              </p:cNvPr>
              <p:cNvSpPr/>
              <p:nvPr/>
            </p:nvSpPr>
            <p:spPr>
              <a:xfrm>
                <a:off x="2103089" y="3538940"/>
                <a:ext cx="127070" cy="382673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37" name="Oval 2436">
                <a:extLst>
                  <a:ext uri="{FF2B5EF4-FFF2-40B4-BE49-F238E27FC236}">
                    <a16:creationId xmlns:a16="http://schemas.microsoft.com/office/drawing/2014/main" id="{7AD8143C-459F-D4F0-9C93-7C41D229FD18}"/>
                  </a:ext>
                </a:extLst>
              </p:cNvPr>
              <p:cNvSpPr/>
              <p:nvPr/>
            </p:nvSpPr>
            <p:spPr>
              <a:xfrm>
                <a:off x="1983116" y="3530300"/>
                <a:ext cx="127070" cy="382673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33" name="Group 2432">
              <a:extLst>
                <a:ext uri="{FF2B5EF4-FFF2-40B4-BE49-F238E27FC236}">
                  <a16:creationId xmlns:a16="http://schemas.microsoft.com/office/drawing/2014/main" id="{D1ED8D6F-216A-8A1C-868B-FE4A70CCECBB}"/>
                </a:ext>
              </a:extLst>
            </p:cNvPr>
            <p:cNvGrpSpPr/>
            <p:nvPr/>
          </p:nvGrpSpPr>
          <p:grpSpPr>
            <a:xfrm>
              <a:off x="1749085" y="3781447"/>
              <a:ext cx="1084630" cy="526819"/>
              <a:chOff x="1749085" y="3781447"/>
              <a:chExt cx="1084630" cy="526819"/>
            </a:xfrm>
          </p:grpSpPr>
          <p:sp>
            <p:nvSpPr>
              <p:cNvPr id="2434" name="Rectangle: Rounded Corners 2433">
                <a:extLst>
                  <a:ext uri="{FF2B5EF4-FFF2-40B4-BE49-F238E27FC236}">
                    <a16:creationId xmlns:a16="http://schemas.microsoft.com/office/drawing/2014/main" id="{D27133E0-18A1-43D6-7771-E6B06C1872E3}"/>
                  </a:ext>
                </a:extLst>
              </p:cNvPr>
              <p:cNvSpPr/>
              <p:nvPr/>
            </p:nvSpPr>
            <p:spPr>
              <a:xfrm>
                <a:off x="1759875" y="3800665"/>
                <a:ext cx="1073840" cy="507601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35" name="Oval 2434">
                <a:extLst>
                  <a:ext uri="{FF2B5EF4-FFF2-40B4-BE49-F238E27FC236}">
                    <a16:creationId xmlns:a16="http://schemas.microsoft.com/office/drawing/2014/main" id="{D347E588-6418-47AE-E634-41A38C76B3AF}"/>
                  </a:ext>
                </a:extLst>
              </p:cNvPr>
              <p:cNvSpPr/>
              <p:nvPr/>
            </p:nvSpPr>
            <p:spPr>
              <a:xfrm flipV="1">
                <a:off x="1749085" y="3781447"/>
                <a:ext cx="1073840" cy="11552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443" name="Group 2442">
            <a:extLst>
              <a:ext uri="{FF2B5EF4-FFF2-40B4-BE49-F238E27FC236}">
                <a16:creationId xmlns:a16="http://schemas.microsoft.com/office/drawing/2014/main" id="{DA2E2C84-12D8-A1AB-BDA0-79519C0185A7}"/>
              </a:ext>
            </a:extLst>
          </p:cNvPr>
          <p:cNvGrpSpPr/>
          <p:nvPr/>
        </p:nvGrpSpPr>
        <p:grpSpPr>
          <a:xfrm>
            <a:off x="465220" y="1824873"/>
            <a:ext cx="733308" cy="761683"/>
            <a:chOff x="1749085" y="3335736"/>
            <a:chExt cx="1084630" cy="972530"/>
          </a:xfrm>
        </p:grpSpPr>
        <p:grpSp>
          <p:nvGrpSpPr>
            <p:cNvPr id="2444" name="Group 2443">
              <a:extLst>
                <a:ext uri="{FF2B5EF4-FFF2-40B4-BE49-F238E27FC236}">
                  <a16:creationId xmlns:a16="http://schemas.microsoft.com/office/drawing/2014/main" id="{65EC4DB6-EECD-DA08-E177-91E6307BDF86}"/>
                </a:ext>
              </a:extLst>
            </p:cNvPr>
            <p:cNvGrpSpPr/>
            <p:nvPr/>
          </p:nvGrpSpPr>
          <p:grpSpPr>
            <a:xfrm>
              <a:off x="2233283" y="3335736"/>
              <a:ext cx="470284" cy="697177"/>
              <a:chOff x="2192888" y="3357289"/>
              <a:chExt cx="470284" cy="697177"/>
            </a:xfrm>
          </p:grpSpPr>
          <p:sp>
            <p:nvSpPr>
              <p:cNvPr id="2454" name="Oval 2453">
                <a:extLst>
                  <a:ext uri="{FF2B5EF4-FFF2-40B4-BE49-F238E27FC236}">
                    <a16:creationId xmlns:a16="http://schemas.microsoft.com/office/drawing/2014/main" id="{8924EBDB-4968-41A3-ED8E-1CEB2EF340D4}"/>
                  </a:ext>
                </a:extLst>
              </p:cNvPr>
              <p:cNvSpPr/>
              <p:nvPr/>
            </p:nvSpPr>
            <p:spPr>
              <a:xfrm rot="1022227">
                <a:off x="2367988" y="3357289"/>
                <a:ext cx="127070" cy="382673"/>
              </a:xfrm>
              <a:prstGeom prst="ellipse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55" name="Oval 2454">
                <a:extLst>
                  <a:ext uri="{FF2B5EF4-FFF2-40B4-BE49-F238E27FC236}">
                    <a16:creationId xmlns:a16="http://schemas.microsoft.com/office/drawing/2014/main" id="{87321188-53F8-A00C-6C38-709B096DFBB4}"/>
                  </a:ext>
                </a:extLst>
              </p:cNvPr>
              <p:cNvSpPr/>
              <p:nvPr/>
            </p:nvSpPr>
            <p:spPr>
              <a:xfrm rot="20882135">
                <a:off x="2296796" y="3392661"/>
                <a:ext cx="127070" cy="382673"/>
              </a:xfrm>
              <a:prstGeom prst="ellipse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56" name="Oval 2455">
                <a:extLst>
                  <a:ext uri="{FF2B5EF4-FFF2-40B4-BE49-F238E27FC236}">
                    <a16:creationId xmlns:a16="http://schemas.microsoft.com/office/drawing/2014/main" id="{0CF8956B-F26C-744A-1B7F-BF8D259A4F77}"/>
                  </a:ext>
                </a:extLst>
              </p:cNvPr>
              <p:cNvSpPr/>
              <p:nvPr/>
            </p:nvSpPr>
            <p:spPr>
              <a:xfrm>
                <a:off x="2192888" y="3472270"/>
                <a:ext cx="470284" cy="582196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45" name="Group 2444">
              <a:extLst>
                <a:ext uri="{FF2B5EF4-FFF2-40B4-BE49-F238E27FC236}">
                  <a16:creationId xmlns:a16="http://schemas.microsoft.com/office/drawing/2014/main" id="{862BF5DA-4ADE-95EA-0206-A387846DBDE4}"/>
                </a:ext>
              </a:extLst>
            </p:cNvPr>
            <p:cNvGrpSpPr/>
            <p:nvPr/>
          </p:nvGrpSpPr>
          <p:grpSpPr>
            <a:xfrm>
              <a:off x="1759875" y="3346975"/>
              <a:ext cx="470284" cy="707491"/>
              <a:chOff x="1759875" y="3346975"/>
              <a:chExt cx="470284" cy="707491"/>
            </a:xfrm>
          </p:grpSpPr>
          <p:sp>
            <p:nvSpPr>
              <p:cNvPr id="2452" name="Oval 2451">
                <a:extLst>
                  <a:ext uri="{FF2B5EF4-FFF2-40B4-BE49-F238E27FC236}">
                    <a16:creationId xmlns:a16="http://schemas.microsoft.com/office/drawing/2014/main" id="{6B204612-96F6-DE1A-D4E3-9E9B811CB49D}"/>
                  </a:ext>
                </a:extLst>
              </p:cNvPr>
              <p:cNvSpPr/>
              <p:nvPr/>
            </p:nvSpPr>
            <p:spPr>
              <a:xfrm>
                <a:off x="1759875" y="3472270"/>
                <a:ext cx="470284" cy="58219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53" name="Oval 2452">
                <a:extLst>
                  <a:ext uri="{FF2B5EF4-FFF2-40B4-BE49-F238E27FC236}">
                    <a16:creationId xmlns:a16="http://schemas.microsoft.com/office/drawing/2014/main" id="{47DBB77E-CDB7-37DD-0E94-588CAA9CAAD9}"/>
                  </a:ext>
                </a:extLst>
              </p:cNvPr>
              <p:cNvSpPr/>
              <p:nvPr/>
            </p:nvSpPr>
            <p:spPr>
              <a:xfrm rot="18541303">
                <a:off x="1945121" y="3458755"/>
                <a:ext cx="327216" cy="103655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46" name="Group 2445">
              <a:extLst>
                <a:ext uri="{FF2B5EF4-FFF2-40B4-BE49-F238E27FC236}">
                  <a16:creationId xmlns:a16="http://schemas.microsoft.com/office/drawing/2014/main" id="{838F0CF4-E8B2-8D47-275B-0D9C31435553}"/>
                </a:ext>
              </a:extLst>
            </p:cNvPr>
            <p:cNvGrpSpPr/>
            <p:nvPr/>
          </p:nvGrpSpPr>
          <p:grpSpPr>
            <a:xfrm>
              <a:off x="1983116" y="3530300"/>
              <a:ext cx="247043" cy="391313"/>
              <a:chOff x="1983116" y="3530300"/>
              <a:chExt cx="247043" cy="391313"/>
            </a:xfrm>
          </p:grpSpPr>
          <p:sp>
            <p:nvSpPr>
              <p:cNvPr id="2450" name="Oval 2449">
                <a:extLst>
                  <a:ext uri="{FF2B5EF4-FFF2-40B4-BE49-F238E27FC236}">
                    <a16:creationId xmlns:a16="http://schemas.microsoft.com/office/drawing/2014/main" id="{1BBDA3EE-339F-D256-C934-7F83550A403B}"/>
                  </a:ext>
                </a:extLst>
              </p:cNvPr>
              <p:cNvSpPr/>
              <p:nvPr/>
            </p:nvSpPr>
            <p:spPr>
              <a:xfrm>
                <a:off x="2103089" y="3538940"/>
                <a:ext cx="127070" cy="382673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51" name="Oval 2450">
                <a:extLst>
                  <a:ext uri="{FF2B5EF4-FFF2-40B4-BE49-F238E27FC236}">
                    <a16:creationId xmlns:a16="http://schemas.microsoft.com/office/drawing/2014/main" id="{671037F5-77B9-A9A5-B68D-B9528A61471C}"/>
                  </a:ext>
                </a:extLst>
              </p:cNvPr>
              <p:cNvSpPr/>
              <p:nvPr/>
            </p:nvSpPr>
            <p:spPr>
              <a:xfrm>
                <a:off x="1983116" y="3530300"/>
                <a:ext cx="127070" cy="382673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47" name="Group 2446">
              <a:extLst>
                <a:ext uri="{FF2B5EF4-FFF2-40B4-BE49-F238E27FC236}">
                  <a16:creationId xmlns:a16="http://schemas.microsoft.com/office/drawing/2014/main" id="{ABDB47F5-C849-2459-5A9D-0785D9A15C46}"/>
                </a:ext>
              </a:extLst>
            </p:cNvPr>
            <p:cNvGrpSpPr/>
            <p:nvPr/>
          </p:nvGrpSpPr>
          <p:grpSpPr>
            <a:xfrm>
              <a:off x="1749085" y="3781447"/>
              <a:ext cx="1084630" cy="526819"/>
              <a:chOff x="1749085" y="3781447"/>
              <a:chExt cx="1084630" cy="526819"/>
            </a:xfrm>
          </p:grpSpPr>
          <p:sp>
            <p:nvSpPr>
              <p:cNvPr id="2448" name="Rectangle: Rounded Corners 2447">
                <a:extLst>
                  <a:ext uri="{FF2B5EF4-FFF2-40B4-BE49-F238E27FC236}">
                    <a16:creationId xmlns:a16="http://schemas.microsoft.com/office/drawing/2014/main" id="{F7E52F48-3F95-1816-F76A-E09145F593CF}"/>
                  </a:ext>
                </a:extLst>
              </p:cNvPr>
              <p:cNvSpPr/>
              <p:nvPr/>
            </p:nvSpPr>
            <p:spPr>
              <a:xfrm>
                <a:off x="1759875" y="3800665"/>
                <a:ext cx="1073840" cy="507601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49" name="Oval 2448">
                <a:extLst>
                  <a:ext uri="{FF2B5EF4-FFF2-40B4-BE49-F238E27FC236}">
                    <a16:creationId xmlns:a16="http://schemas.microsoft.com/office/drawing/2014/main" id="{38E4C510-D0B6-BBB5-2B3B-E62EF83D5EDF}"/>
                  </a:ext>
                </a:extLst>
              </p:cNvPr>
              <p:cNvSpPr/>
              <p:nvPr/>
            </p:nvSpPr>
            <p:spPr>
              <a:xfrm flipV="1">
                <a:off x="1749085" y="3781447"/>
                <a:ext cx="1073840" cy="11552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526" name="Group 2525">
            <a:extLst>
              <a:ext uri="{FF2B5EF4-FFF2-40B4-BE49-F238E27FC236}">
                <a16:creationId xmlns:a16="http://schemas.microsoft.com/office/drawing/2014/main" id="{7A29B815-83A4-4D11-452E-2779D6848D6C}"/>
              </a:ext>
            </a:extLst>
          </p:cNvPr>
          <p:cNvGrpSpPr/>
          <p:nvPr/>
        </p:nvGrpSpPr>
        <p:grpSpPr>
          <a:xfrm>
            <a:off x="630679" y="7064121"/>
            <a:ext cx="5369832" cy="2845235"/>
            <a:chOff x="488665" y="7464836"/>
            <a:chExt cx="5369832" cy="2845235"/>
          </a:xfrm>
        </p:grpSpPr>
        <p:grpSp>
          <p:nvGrpSpPr>
            <p:cNvPr id="2346" name="Group 2345">
              <a:extLst>
                <a:ext uri="{FF2B5EF4-FFF2-40B4-BE49-F238E27FC236}">
                  <a16:creationId xmlns:a16="http://schemas.microsoft.com/office/drawing/2014/main" id="{FF5B634D-7ED5-B6FC-5693-068A372FF674}"/>
                </a:ext>
              </a:extLst>
            </p:cNvPr>
            <p:cNvGrpSpPr/>
            <p:nvPr/>
          </p:nvGrpSpPr>
          <p:grpSpPr>
            <a:xfrm>
              <a:off x="671841" y="8319880"/>
              <a:ext cx="1776923" cy="1990191"/>
              <a:chOff x="1770581" y="2282813"/>
              <a:chExt cx="2502466" cy="2978443"/>
            </a:xfrm>
          </p:grpSpPr>
          <p:grpSp>
            <p:nvGrpSpPr>
              <p:cNvPr id="2347" name="customer">
                <a:extLst>
                  <a:ext uri="{FF2B5EF4-FFF2-40B4-BE49-F238E27FC236}">
                    <a16:creationId xmlns:a16="http://schemas.microsoft.com/office/drawing/2014/main" id="{B7008077-F30A-80C1-7AB3-82CE7E81F96E}"/>
                  </a:ext>
                </a:extLst>
              </p:cNvPr>
              <p:cNvGrpSpPr/>
              <p:nvPr/>
            </p:nvGrpSpPr>
            <p:grpSpPr>
              <a:xfrm>
                <a:off x="1824552" y="2282813"/>
                <a:ext cx="2257428" cy="2142586"/>
                <a:chOff x="367349" y="2837880"/>
                <a:chExt cx="1695193" cy="1611698"/>
              </a:xfrm>
            </p:grpSpPr>
            <p:sp>
              <p:nvSpPr>
                <p:cNvPr id="2349" name="Freeform: Shape 2348">
                  <a:extLst>
                    <a:ext uri="{FF2B5EF4-FFF2-40B4-BE49-F238E27FC236}">
                      <a16:creationId xmlns:a16="http://schemas.microsoft.com/office/drawing/2014/main" id="{A7E99913-B2B6-6ACF-8DE3-5ED35873C6E1}"/>
                    </a:ext>
                  </a:extLst>
                </p:cNvPr>
                <p:cNvSpPr/>
                <p:nvPr/>
              </p:nvSpPr>
              <p:spPr>
                <a:xfrm>
                  <a:off x="634044" y="3691751"/>
                  <a:ext cx="1222319" cy="748236"/>
                </a:xfrm>
                <a:custGeom>
                  <a:avLst/>
                  <a:gdLst>
                    <a:gd name="csX0" fmla="*/ 114030 w 1709920"/>
                    <a:gd name="csY0" fmla="*/ 321584 h 1025691"/>
                    <a:gd name="csX1" fmla="*/ 125460 w 1709920"/>
                    <a:gd name="csY1" fmla="*/ 89174 h 1025691"/>
                    <a:gd name="csX2" fmla="*/ 369300 w 1709920"/>
                    <a:gd name="csY2" fmla="*/ 16784 h 1025691"/>
                    <a:gd name="csX3" fmla="*/ 403590 w 1709920"/>
                    <a:gd name="csY3" fmla="*/ 203474 h 1025691"/>
                    <a:gd name="csX4" fmla="*/ 552180 w 1709920"/>
                    <a:gd name="csY4" fmla="*/ 294914 h 1025691"/>
                    <a:gd name="csX5" fmla="*/ 716010 w 1709920"/>
                    <a:gd name="csY5" fmla="*/ 553994 h 1025691"/>
                    <a:gd name="csX6" fmla="*/ 898890 w 1709920"/>
                    <a:gd name="csY6" fmla="*/ 275864 h 1025691"/>
                    <a:gd name="csX7" fmla="*/ 1062720 w 1709920"/>
                    <a:gd name="csY7" fmla="*/ 264434 h 1025691"/>
                    <a:gd name="csX8" fmla="*/ 1108440 w 1709920"/>
                    <a:gd name="csY8" fmla="*/ 54884 h 1025691"/>
                    <a:gd name="csX9" fmla="*/ 1218930 w 1709920"/>
                    <a:gd name="csY9" fmla="*/ 77744 h 1025691"/>
                    <a:gd name="csX10" fmla="*/ 1672320 w 1709920"/>
                    <a:gd name="csY10" fmla="*/ 896894 h 1025691"/>
                    <a:gd name="csX11" fmla="*/ 117840 w 1709920"/>
                    <a:gd name="csY11" fmla="*/ 965474 h 1025691"/>
                    <a:gd name="csX12" fmla="*/ 114030 w 1709920"/>
                    <a:gd name="csY12" fmla="*/ 321584 h 102569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1709920" h="1025691">
                      <a:moveTo>
                        <a:pt x="114030" y="321584"/>
                      </a:moveTo>
                      <a:cubicBezTo>
                        <a:pt x="115300" y="175534"/>
                        <a:pt x="82915" y="139974"/>
                        <a:pt x="125460" y="89174"/>
                      </a:cubicBezTo>
                      <a:cubicBezTo>
                        <a:pt x="168005" y="38374"/>
                        <a:pt x="322945" y="-2266"/>
                        <a:pt x="369300" y="16784"/>
                      </a:cubicBezTo>
                      <a:cubicBezTo>
                        <a:pt x="415655" y="35834"/>
                        <a:pt x="373110" y="157119"/>
                        <a:pt x="403590" y="203474"/>
                      </a:cubicBezTo>
                      <a:cubicBezTo>
                        <a:pt x="434070" y="249829"/>
                        <a:pt x="500110" y="236494"/>
                        <a:pt x="552180" y="294914"/>
                      </a:cubicBezTo>
                      <a:cubicBezTo>
                        <a:pt x="604250" y="353334"/>
                        <a:pt x="658225" y="557169"/>
                        <a:pt x="716010" y="553994"/>
                      </a:cubicBezTo>
                      <a:cubicBezTo>
                        <a:pt x="773795" y="550819"/>
                        <a:pt x="841105" y="324124"/>
                        <a:pt x="898890" y="275864"/>
                      </a:cubicBezTo>
                      <a:cubicBezTo>
                        <a:pt x="956675" y="227604"/>
                        <a:pt x="1027795" y="301264"/>
                        <a:pt x="1062720" y="264434"/>
                      </a:cubicBezTo>
                      <a:cubicBezTo>
                        <a:pt x="1097645" y="227604"/>
                        <a:pt x="1082405" y="85999"/>
                        <a:pt x="1108440" y="54884"/>
                      </a:cubicBezTo>
                      <a:cubicBezTo>
                        <a:pt x="1134475" y="23769"/>
                        <a:pt x="1124950" y="-62591"/>
                        <a:pt x="1218930" y="77744"/>
                      </a:cubicBezTo>
                      <a:cubicBezTo>
                        <a:pt x="1312910" y="218079"/>
                        <a:pt x="1855835" y="748939"/>
                        <a:pt x="1672320" y="896894"/>
                      </a:cubicBezTo>
                      <a:cubicBezTo>
                        <a:pt x="1488805" y="1044849"/>
                        <a:pt x="380095" y="1061994"/>
                        <a:pt x="117840" y="965474"/>
                      </a:cubicBezTo>
                      <a:cubicBezTo>
                        <a:pt x="-144415" y="868954"/>
                        <a:pt x="112760" y="467634"/>
                        <a:pt x="114030" y="32158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350" name="Rectangle: Rounded Corners 2349">
                  <a:extLst>
                    <a:ext uri="{FF2B5EF4-FFF2-40B4-BE49-F238E27FC236}">
                      <a16:creationId xmlns:a16="http://schemas.microsoft.com/office/drawing/2014/main" id="{4DB7E14A-A03E-4B0B-CAE6-00D23A1F00C8}"/>
                    </a:ext>
                  </a:extLst>
                </p:cNvPr>
                <p:cNvSpPr/>
                <p:nvPr/>
              </p:nvSpPr>
              <p:spPr>
                <a:xfrm>
                  <a:off x="367349" y="4348592"/>
                  <a:ext cx="1646702" cy="100986"/>
                </a:xfrm>
                <a:prstGeom prst="roundRect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51" name="Oval 1371">
                  <a:extLst>
                    <a:ext uri="{FF2B5EF4-FFF2-40B4-BE49-F238E27FC236}">
                      <a16:creationId xmlns:a16="http://schemas.microsoft.com/office/drawing/2014/main" id="{AE4DB026-D36E-7116-24EB-988D7852518F}"/>
                    </a:ext>
                  </a:extLst>
                </p:cNvPr>
                <p:cNvSpPr/>
                <p:nvPr/>
              </p:nvSpPr>
              <p:spPr>
                <a:xfrm>
                  <a:off x="551191" y="3514915"/>
                  <a:ext cx="196011" cy="307686"/>
                </a:xfrm>
                <a:custGeom>
                  <a:avLst/>
                  <a:gdLst>
                    <a:gd name="csX0" fmla="*/ 0 w 282166"/>
                    <a:gd name="csY0" fmla="*/ 210347 h 420693"/>
                    <a:gd name="csX1" fmla="*/ 141083 w 282166"/>
                    <a:gd name="csY1" fmla="*/ 0 h 420693"/>
                    <a:gd name="csX2" fmla="*/ 282166 w 282166"/>
                    <a:gd name="csY2" fmla="*/ 210347 h 420693"/>
                    <a:gd name="csX3" fmla="*/ 141083 w 282166"/>
                    <a:gd name="csY3" fmla="*/ 420694 h 420693"/>
                    <a:gd name="csX4" fmla="*/ 0 w 282166"/>
                    <a:gd name="csY4" fmla="*/ 210347 h 420693"/>
                    <a:gd name="csX0" fmla="*/ 0 w 228826"/>
                    <a:gd name="csY0" fmla="*/ 256469 h 421780"/>
                    <a:gd name="csX1" fmla="*/ 87743 w 228826"/>
                    <a:gd name="csY1" fmla="*/ 402 h 421780"/>
                    <a:gd name="csX2" fmla="*/ 228826 w 228826"/>
                    <a:gd name="csY2" fmla="*/ 210749 h 421780"/>
                    <a:gd name="csX3" fmla="*/ 87743 w 228826"/>
                    <a:gd name="csY3" fmla="*/ 421096 h 421780"/>
                    <a:gd name="csX4" fmla="*/ 0 w 228826"/>
                    <a:gd name="csY4" fmla="*/ 256469 h 42178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28826" h="421780">
                      <a:moveTo>
                        <a:pt x="0" y="256469"/>
                      </a:moveTo>
                      <a:cubicBezTo>
                        <a:pt x="0" y="140298"/>
                        <a:pt x="49605" y="8022"/>
                        <a:pt x="87743" y="402"/>
                      </a:cubicBezTo>
                      <a:cubicBezTo>
                        <a:pt x="125881" y="-7218"/>
                        <a:pt x="228826" y="94578"/>
                        <a:pt x="228826" y="210749"/>
                      </a:cubicBezTo>
                      <a:cubicBezTo>
                        <a:pt x="228826" y="326920"/>
                        <a:pt x="125881" y="413476"/>
                        <a:pt x="87743" y="421096"/>
                      </a:cubicBezTo>
                      <a:cubicBezTo>
                        <a:pt x="49605" y="428716"/>
                        <a:pt x="0" y="372640"/>
                        <a:pt x="0" y="256469"/>
                      </a:cubicBezTo>
                      <a:close/>
                    </a:path>
                  </a:pathLst>
                </a:custGeom>
                <a:solidFill>
                  <a:schemeClr val="accent2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52" name="Rectangle: Rounded Corners 2351">
                  <a:extLst>
                    <a:ext uri="{FF2B5EF4-FFF2-40B4-BE49-F238E27FC236}">
                      <a16:creationId xmlns:a16="http://schemas.microsoft.com/office/drawing/2014/main" id="{18FAA1F1-9490-09B2-8B13-D53883E8DE89}"/>
                    </a:ext>
                  </a:extLst>
                </p:cNvPr>
                <p:cNvSpPr/>
                <p:nvPr/>
              </p:nvSpPr>
              <p:spPr>
                <a:xfrm>
                  <a:off x="531378" y="3716486"/>
                  <a:ext cx="241125" cy="667050"/>
                </a:xfrm>
                <a:prstGeom prst="roundRect">
                  <a:avLst/>
                </a:prstGeom>
                <a:solidFill>
                  <a:schemeClr val="accent4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53" name="Oval 2352">
                  <a:extLst>
                    <a:ext uri="{FF2B5EF4-FFF2-40B4-BE49-F238E27FC236}">
                      <a16:creationId xmlns:a16="http://schemas.microsoft.com/office/drawing/2014/main" id="{0F61A4F2-2254-ECD1-0812-B04AFE806DCE}"/>
                    </a:ext>
                  </a:extLst>
                </p:cNvPr>
                <p:cNvSpPr/>
                <p:nvPr/>
              </p:nvSpPr>
              <p:spPr>
                <a:xfrm>
                  <a:off x="1541971" y="3638366"/>
                  <a:ext cx="429021" cy="436666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54" name="Oval 2353">
                  <a:extLst>
                    <a:ext uri="{FF2B5EF4-FFF2-40B4-BE49-F238E27FC236}">
                      <a16:creationId xmlns:a16="http://schemas.microsoft.com/office/drawing/2014/main" id="{41601F38-5F4E-60C9-C22B-2864DCE0CB49}"/>
                    </a:ext>
                  </a:extLst>
                </p:cNvPr>
                <p:cNvSpPr/>
                <p:nvPr/>
              </p:nvSpPr>
              <p:spPr>
                <a:xfrm>
                  <a:off x="1614923" y="3667671"/>
                  <a:ext cx="251665" cy="262655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55" name="Rectangle: Rounded Corners 2354">
                  <a:extLst>
                    <a:ext uri="{FF2B5EF4-FFF2-40B4-BE49-F238E27FC236}">
                      <a16:creationId xmlns:a16="http://schemas.microsoft.com/office/drawing/2014/main" id="{5BABC2C1-AB78-F0FF-91EE-3B289DCDF959}"/>
                    </a:ext>
                  </a:extLst>
                </p:cNvPr>
                <p:cNvSpPr/>
                <p:nvPr/>
              </p:nvSpPr>
              <p:spPr>
                <a:xfrm>
                  <a:off x="1408893" y="3725099"/>
                  <a:ext cx="653649" cy="667050"/>
                </a:xfrm>
                <a:prstGeom prst="roundRect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356" name="Oval 2355">
                  <a:extLst>
                    <a:ext uri="{FF2B5EF4-FFF2-40B4-BE49-F238E27FC236}">
                      <a16:creationId xmlns:a16="http://schemas.microsoft.com/office/drawing/2014/main" id="{931B4283-C4D8-7BAC-1BCB-A120393EEAB0}"/>
                    </a:ext>
                  </a:extLst>
                </p:cNvPr>
                <p:cNvSpPr/>
                <p:nvPr/>
              </p:nvSpPr>
              <p:spPr>
                <a:xfrm>
                  <a:off x="1537225" y="3849462"/>
                  <a:ext cx="424009" cy="45548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57" name="Oval 2356">
                  <a:extLst>
                    <a:ext uri="{FF2B5EF4-FFF2-40B4-BE49-F238E27FC236}">
                      <a16:creationId xmlns:a16="http://schemas.microsoft.com/office/drawing/2014/main" id="{07097809-7A1B-8A44-F839-26920B0270BC}"/>
                    </a:ext>
                  </a:extLst>
                </p:cNvPr>
                <p:cNvSpPr/>
                <p:nvPr/>
              </p:nvSpPr>
              <p:spPr>
                <a:xfrm>
                  <a:off x="1595941" y="3903823"/>
                  <a:ext cx="310268" cy="357374"/>
                </a:xfrm>
                <a:prstGeom prst="ellipse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58" name="Rectangle: Rounded Corners 2357">
                  <a:extLst>
                    <a:ext uri="{FF2B5EF4-FFF2-40B4-BE49-F238E27FC236}">
                      <a16:creationId xmlns:a16="http://schemas.microsoft.com/office/drawing/2014/main" id="{6335CE46-0087-1A80-36E1-A6AD10AEE829}"/>
                    </a:ext>
                  </a:extLst>
                </p:cNvPr>
                <p:cNvSpPr/>
                <p:nvPr/>
              </p:nvSpPr>
              <p:spPr>
                <a:xfrm>
                  <a:off x="812473" y="2837880"/>
                  <a:ext cx="746464" cy="903072"/>
                </a:xfrm>
                <a:prstGeom prst="roundRect">
                  <a:avLst>
                    <a:gd name="adj" fmla="val 30667"/>
                  </a:avLst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59" name="Isosceles Triangle 2358">
                  <a:extLst>
                    <a:ext uri="{FF2B5EF4-FFF2-40B4-BE49-F238E27FC236}">
                      <a16:creationId xmlns:a16="http://schemas.microsoft.com/office/drawing/2014/main" id="{494C8FD4-3745-DB61-6D24-3CC047FD4475}"/>
                    </a:ext>
                  </a:extLst>
                </p:cNvPr>
                <p:cNvSpPr/>
                <p:nvPr/>
              </p:nvSpPr>
              <p:spPr>
                <a:xfrm flipV="1">
                  <a:off x="885993" y="3435344"/>
                  <a:ext cx="579298" cy="508526"/>
                </a:xfrm>
                <a:prstGeom prst="triangl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360" name="Group 2359">
                  <a:extLst>
                    <a:ext uri="{FF2B5EF4-FFF2-40B4-BE49-F238E27FC236}">
                      <a16:creationId xmlns:a16="http://schemas.microsoft.com/office/drawing/2014/main" id="{8FBDE28A-11E6-260F-8566-E43BDC4CED50}"/>
                    </a:ext>
                  </a:extLst>
                </p:cNvPr>
                <p:cNvGrpSpPr/>
                <p:nvPr/>
              </p:nvGrpSpPr>
              <p:grpSpPr>
                <a:xfrm>
                  <a:off x="800797" y="3227751"/>
                  <a:ext cx="753578" cy="239432"/>
                  <a:chOff x="4459806" y="3418439"/>
                  <a:chExt cx="1054192" cy="544883"/>
                </a:xfrm>
                <a:solidFill>
                  <a:schemeClr val="accent2">
                    <a:lumMod val="20000"/>
                    <a:lumOff val="80000"/>
                  </a:schemeClr>
                </a:solidFill>
              </p:grpSpPr>
              <p:sp>
                <p:nvSpPr>
                  <p:cNvPr id="2366" name="Oval 2365">
                    <a:extLst>
                      <a:ext uri="{FF2B5EF4-FFF2-40B4-BE49-F238E27FC236}">
                        <a16:creationId xmlns:a16="http://schemas.microsoft.com/office/drawing/2014/main" id="{D6049381-7852-EDC6-EB20-66161123BFF0}"/>
                      </a:ext>
                    </a:extLst>
                  </p:cNvPr>
                  <p:cNvSpPr/>
                  <p:nvPr/>
                </p:nvSpPr>
                <p:spPr>
                  <a:xfrm>
                    <a:off x="4459806" y="3443796"/>
                    <a:ext cx="443797" cy="519526"/>
                  </a:xfrm>
                  <a:prstGeom prst="ellipse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67" name="Oval 2366">
                    <a:extLst>
                      <a:ext uri="{FF2B5EF4-FFF2-40B4-BE49-F238E27FC236}">
                        <a16:creationId xmlns:a16="http://schemas.microsoft.com/office/drawing/2014/main" id="{E46A6759-AD65-9DA0-BC15-3D00C7EDCF45}"/>
                      </a:ext>
                    </a:extLst>
                  </p:cNvPr>
                  <p:cNvSpPr/>
                  <p:nvPr/>
                </p:nvSpPr>
                <p:spPr>
                  <a:xfrm>
                    <a:off x="5070201" y="3418439"/>
                    <a:ext cx="443797" cy="519526"/>
                  </a:xfrm>
                  <a:prstGeom prst="ellipse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2361" name="Oval 2360">
                  <a:extLst>
                    <a:ext uri="{FF2B5EF4-FFF2-40B4-BE49-F238E27FC236}">
                      <a16:creationId xmlns:a16="http://schemas.microsoft.com/office/drawing/2014/main" id="{0404D949-75E5-B0A7-539A-3C8AB317FB1B}"/>
                    </a:ext>
                  </a:extLst>
                </p:cNvPr>
                <p:cNvSpPr/>
                <p:nvPr/>
              </p:nvSpPr>
              <p:spPr>
                <a:xfrm>
                  <a:off x="848610" y="2991787"/>
                  <a:ext cx="653649" cy="667050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362" name="Group 2361">
                  <a:extLst>
                    <a:ext uri="{FF2B5EF4-FFF2-40B4-BE49-F238E27FC236}">
                      <a16:creationId xmlns:a16="http://schemas.microsoft.com/office/drawing/2014/main" id="{93E97525-34DC-C1AC-09AC-F733320F99A9}"/>
                    </a:ext>
                  </a:extLst>
                </p:cNvPr>
                <p:cNvGrpSpPr/>
                <p:nvPr/>
              </p:nvGrpSpPr>
              <p:grpSpPr>
                <a:xfrm>
                  <a:off x="1001579" y="3188507"/>
                  <a:ext cx="351643" cy="114408"/>
                  <a:chOff x="4709482" y="3477328"/>
                  <a:chExt cx="491919" cy="205345"/>
                </a:xfrm>
                <a:solidFill>
                  <a:schemeClr val="tx1"/>
                </a:solidFill>
              </p:grpSpPr>
              <p:sp>
                <p:nvSpPr>
                  <p:cNvPr id="2364" name="Oval 2363">
                    <a:extLst>
                      <a:ext uri="{FF2B5EF4-FFF2-40B4-BE49-F238E27FC236}">
                        <a16:creationId xmlns:a16="http://schemas.microsoft.com/office/drawing/2014/main" id="{77AD1861-DB96-F176-F4C8-E1B0BFA714BF}"/>
                      </a:ext>
                    </a:extLst>
                  </p:cNvPr>
                  <p:cNvSpPr/>
                  <p:nvPr/>
                </p:nvSpPr>
                <p:spPr>
                  <a:xfrm>
                    <a:off x="4709482" y="3477328"/>
                    <a:ext cx="116734" cy="199826"/>
                  </a:xfrm>
                  <a:prstGeom prst="ellipse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65" name="Oval 2364">
                    <a:extLst>
                      <a:ext uri="{FF2B5EF4-FFF2-40B4-BE49-F238E27FC236}">
                        <a16:creationId xmlns:a16="http://schemas.microsoft.com/office/drawing/2014/main" id="{77A12777-9223-6075-2A1B-2C54CB52E4BA}"/>
                      </a:ext>
                    </a:extLst>
                  </p:cNvPr>
                  <p:cNvSpPr/>
                  <p:nvPr/>
                </p:nvSpPr>
                <p:spPr>
                  <a:xfrm>
                    <a:off x="5084667" y="3482847"/>
                    <a:ext cx="116734" cy="199826"/>
                  </a:xfrm>
                  <a:prstGeom prst="ellipse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2363" name="Freeform: Shape 2362">
                  <a:extLst>
                    <a:ext uri="{FF2B5EF4-FFF2-40B4-BE49-F238E27FC236}">
                      <a16:creationId xmlns:a16="http://schemas.microsoft.com/office/drawing/2014/main" id="{5964C8B7-6115-4AE0-707E-23C8B480C669}"/>
                    </a:ext>
                  </a:extLst>
                </p:cNvPr>
                <p:cNvSpPr/>
                <p:nvPr/>
              </p:nvSpPr>
              <p:spPr>
                <a:xfrm>
                  <a:off x="1084732" y="3477562"/>
                  <a:ext cx="165757" cy="46846"/>
                </a:xfrm>
                <a:custGeom>
                  <a:avLst/>
                  <a:gdLst>
                    <a:gd name="csX0" fmla="*/ 1540 w 289500"/>
                    <a:gd name="csY0" fmla="*/ 15129 h 167670"/>
                    <a:gd name="csX1" fmla="*/ 283480 w 289500"/>
                    <a:gd name="csY1" fmla="*/ 22749 h 167670"/>
                    <a:gd name="csX2" fmla="*/ 176800 w 289500"/>
                    <a:gd name="csY2" fmla="*/ 167529 h 167670"/>
                    <a:gd name="csX3" fmla="*/ 1540 w 289500"/>
                    <a:gd name="csY3" fmla="*/ 15129 h 16767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89500" h="167670">
                      <a:moveTo>
                        <a:pt x="1540" y="15129"/>
                      </a:moveTo>
                      <a:cubicBezTo>
                        <a:pt x="19320" y="-9001"/>
                        <a:pt x="254270" y="-2651"/>
                        <a:pt x="283480" y="22749"/>
                      </a:cubicBezTo>
                      <a:cubicBezTo>
                        <a:pt x="312690" y="48149"/>
                        <a:pt x="228870" y="162449"/>
                        <a:pt x="176800" y="167529"/>
                      </a:cubicBezTo>
                      <a:cubicBezTo>
                        <a:pt x="124730" y="172609"/>
                        <a:pt x="-16240" y="39259"/>
                        <a:pt x="1540" y="15129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2348" name="TextBox 2347">
                <a:extLst>
                  <a:ext uri="{FF2B5EF4-FFF2-40B4-BE49-F238E27FC236}">
                    <a16:creationId xmlns:a16="http://schemas.microsoft.com/office/drawing/2014/main" id="{90DD5D5A-4F2B-81BE-256F-AA2E8979F50E}"/>
                  </a:ext>
                </a:extLst>
              </p:cNvPr>
              <p:cNvSpPr txBox="1"/>
              <p:nvPr/>
            </p:nvSpPr>
            <p:spPr>
              <a:xfrm>
                <a:off x="1770581" y="4662467"/>
                <a:ext cx="2502466" cy="598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1"/>
                    </a:solidFill>
                    <a:highlight>
                      <a:srgbClr val="FFFF00"/>
                    </a:highlight>
                    <a:latin typeface="Gill Sans MT" panose="020B0502020104020203" pitchFamily="34" charset="0"/>
                  </a:rPr>
                  <a:t>FRONT-END</a:t>
                </a:r>
              </a:p>
            </p:txBody>
          </p:sp>
        </p:grpSp>
        <p:sp>
          <p:nvSpPr>
            <p:cNvPr id="2369" name="TextBox 2368">
              <a:extLst>
                <a:ext uri="{FF2B5EF4-FFF2-40B4-BE49-F238E27FC236}">
                  <a16:creationId xmlns:a16="http://schemas.microsoft.com/office/drawing/2014/main" id="{61A6E235-820E-F76A-257A-970876D98F9C}"/>
                </a:ext>
              </a:extLst>
            </p:cNvPr>
            <p:cNvSpPr txBox="1"/>
            <p:nvPr/>
          </p:nvSpPr>
          <p:spPr>
            <a:xfrm>
              <a:off x="4209977" y="9909961"/>
              <a:ext cx="16485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1"/>
                  </a:solidFill>
                  <a:highlight>
                    <a:srgbClr val="FFFF00"/>
                  </a:highlight>
                  <a:latin typeface="Gill Sans MT" panose="020B0502020104020203" pitchFamily="34" charset="0"/>
                </a:rPr>
                <a:t>BACK-END</a:t>
              </a:r>
            </a:p>
          </p:txBody>
        </p:sp>
        <p:pic>
          <p:nvPicPr>
            <p:cNvPr id="2370" name="Picture 2369">
              <a:extLst>
                <a:ext uri="{FF2B5EF4-FFF2-40B4-BE49-F238E27FC236}">
                  <a16:creationId xmlns:a16="http://schemas.microsoft.com/office/drawing/2014/main" id="{AF1C70A1-1D42-D62B-EDBA-EB261F52F1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95732" y="8171206"/>
              <a:ext cx="1389465" cy="1389465"/>
            </a:xfrm>
            <a:prstGeom prst="rect">
              <a:avLst/>
            </a:prstGeom>
          </p:spPr>
        </p:pic>
        <p:grpSp>
          <p:nvGrpSpPr>
            <p:cNvPr id="2371" name="Group 2370">
              <a:extLst>
                <a:ext uri="{FF2B5EF4-FFF2-40B4-BE49-F238E27FC236}">
                  <a16:creationId xmlns:a16="http://schemas.microsoft.com/office/drawing/2014/main" id="{5764F549-D02A-2C1D-B62F-D78D9678A38C}"/>
                </a:ext>
              </a:extLst>
            </p:cNvPr>
            <p:cNvGrpSpPr/>
            <p:nvPr/>
          </p:nvGrpSpPr>
          <p:grpSpPr>
            <a:xfrm>
              <a:off x="488665" y="8895800"/>
              <a:ext cx="733308" cy="761683"/>
              <a:chOff x="1749085" y="3335736"/>
              <a:chExt cx="1084630" cy="972530"/>
            </a:xfrm>
          </p:grpSpPr>
          <p:grpSp>
            <p:nvGrpSpPr>
              <p:cNvPr id="2372" name="Group 2371">
                <a:extLst>
                  <a:ext uri="{FF2B5EF4-FFF2-40B4-BE49-F238E27FC236}">
                    <a16:creationId xmlns:a16="http://schemas.microsoft.com/office/drawing/2014/main" id="{AFFDE487-8E73-78EE-E59B-CCBB0FC204CB}"/>
                  </a:ext>
                </a:extLst>
              </p:cNvPr>
              <p:cNvGrpSpPr/>
              <p:nvPr/>
            </p:nvGrpSpPr>
            <p:grpSpPr>
              <a:xfrm>
                <a:off x="2233283" y="3335736"/>
                <a:ext cx="470284" cy="697177"/>
                <a:chOff x="2192888" y="3357289"/>
                <a:chExt cx="470284" cy="697177"/>
              </a:xfrm>
            </p:grpSpPr>
            <p:sp>
              <p:nvSpPr>
                <p:cNvPr id="2382" name="Oval 2381">
                  <a:extLst>
                    <a:ext uri="{FF2B5EF4-FFF2-40B4-BE49-F238E27FC236}">
                      <a16:creationId xmlns:a16="http://schemas.microsoft.com/office/drawing/2014/main" id="{A12F1A19-614E-30F5-635C-AB691FA474F9}"/>
                    </a:ext>
                  </a:extLst>
                </p:cNvPr>
                <p:cNvSpPr/>
                <p:nvPr/>
              </p:nvSpPr>
              <p:spPr>
                <a:xfrm rot="1022227">
                  <a:off x="2367988" y="3357289"/>
                  <a:ext cx="127070" cy="382673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83" name="Oval 2382">
                  <a:extLst>
                    <a:ext uri="{FF2B5EF4-FFF2-40B4-BE49-F238E27FC236}">
                      <a16:creationId xmlns:a16="http://schemas.microsoft.com/office/drawing/2014/main" id="{470F3E73-1260-8E07-0A18-AE2A16D79743}"/>
                    </a:ext>
                  </a:extLst>
                </p:cNvPr>
                <p:cNvSpPr/>
                <p:nvPr/>
              </p:nvSpPr>
              <p:spPr>
                <a:xfrm rot="20882135">
                  <a:off x="2296796" y="3392661"/>
                  <a:ext cx="127070" cy="382673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84" name="Oval 2383">
                  <a:extLst>
                    <a:ext uri="{FF2B5EF4-FFF2-40B4-BE49-F238E27FC236}">
                      <a16:creationId xmlns:a16="http://schemas.microsoft.com/office/drawing/2014/main" id="{1A23BFDC-9807-6764-B6FE-28F10431B6DB}"/>
                    </a:ext>
                  </a:extLst>
                </p:cNvPr>
                <p:cNvSpPr/>
                <p:nvPr/>
              </p:nvSpPr>
              <p:spPr>
                <a:xfrm>
                  <a:off x="2192888" y="3472270"/>
                  <a:ext cx="470284" cy="582196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373" name="Group 2372">
                <a:extLst>
                  <a:ext uri="{FF2B5EF4-FFF2-40B4-BE49-F238E27FC236}">
                    <a16:creationId xmlns:a16="http://schemas.microsoft.com/office/drawing/2014/main" id="{42F5B189-00FC-DF70-C61F-9008295245A0}"/>
                  </a:ext>
                </a:extLst>
              </p:cNvPr>
              <p:cNvGrpSpPr/>
              <p:nvPr/>
            </p:nvGrpSpPr>
            <p:grpSpPr>
              <a:xfrm>
                <a:off x="1759875" y="3346975"/>
                <a:ext cx="470284" cy="707491"/>
                <a:chOff x="1759875" y="3346975"/>
                <a:chExt cx="470284" cy="707491"/>
              </a:xfrm>
            </p:grpSpPr>
            <p:sp>
              <p:nvSpPr>
                <p:cNvPr id="2380" name="Oval 2379">
                  <a:extLst>
                    <a:ext uri="{FF2B5EF4-FFF2-40B4-BE49-F238E27FC236}">
                      <a16:creationId xmlns:a16="http://schemas.microsoft.com/office/drawing/2014/main" id="{07FB439D-EB9C-1A1F-87FB-0EE1A34E43AA}"/>
                    </a:ext>
                  </a:extLst>
                </p:cNvPr>
                <p:cNvSpPr/>
                <p:nvPr/>
              </p:nvSpPr>
              <p:spPr>
                <a:xfrm>
                  <a:off x="1759875" y="3472270"/>
                  <a:ext cx="470284" cy="582196"/>
                </a:xfrm>
                <a:prstGeom prst="ellipse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81" name="Oval 2380">
                  <a:extLst>
                    <a:ext uri="{FF2B5EF4-FFF2-40B4-BE49-F238E27FC236}">
                      <a16:creationId xmlns:a16="http://schemas.microsoft.com/office/drawing/2014/main" id="{6F6615C3-F5FE-7CE5-2FBC-782CB3C895D7}"/>
                    </a:ext>
                  </a:extLst>
                </p:cNvPr>
                <p:cNvSpPr/>
                <p:nvPr/>
              </p:nvSpPr>
              <p:spPr>
                <a:xfrm rot="18541303">
                  <a:off x="1945121" y="3458755"/>
                  <a:ext cx="327216" cy="103655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374" name="Group 2373">
                <a:extLst>
                  <a:ext uri="{FF2B5EF4-FFF2-40B4-BE49-F238E27FC236}">
                    <a16:creationId xmlns:a16="http://schemas.microsoft.com/office/drawing/2014/main" id="{EC556251-9338-50A3-C377-C20F219B9002}"/>
                  </a:ext>
                </a:extLst>
              </p:cNvPr>
              <p:cNvGrpSpPr/>
              <p:nvPr/>
            </p:nvGrpSpPr>
            <p:grpSpPr>
              <a:xfrm>
                <a:off x="1983116" y="3530300"/>
                <a:ext cx="247043" cy="391313"/>
                <a:chOff x="1983116" y="3530300"/>
                <a:chExt cx="247043" cy="391313"/>
              </a:xfrm>
            </p:grpSpPr>
            <p:sp>
              <p:nvSpPr>
                <p:cNvPr id="2378" name="Oval 2377">
                  <a:extLst>
                    <a:ext uri="{FF2B5EF4-FFF2-40B4-BE49-F238E27FC236}">
                      <a16:creationId xmlns:a16="http://schemas.microsoft.com/office/drawing/2014/main" id="{A66D7E41-6386-D2D1-ED2C-2ED0F110FF4A}"/>
                    </a:ext>
                  </a:extLst>
                </p:cNvPr>
                <p:cNvSpPr/>
                <p:nvPr/>
              </p:nvSpPr>
              <p:spPr>
                <a:xfrm>
                  <a:off x="2103089" y="3538940"/>
                  <a:ext cx="127070" cy="382673"/>
                </a:xfrm>
                <a:prstGeom prst="ellipse">
                  <a:avLst/>
                </a:prstGeom>
                <a:solidFill>
                  <a:schemeClr val="accent4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79" name="Oval 2378">
                  <a:extLst>
                    <a:ext uri="{FF2B5EF4-FFF2-40B4-BE49-F238E27FC236}">
                      <a16:creationId xmlns:a16="http://schemas.microsoft.com/office/drawing/2014/main" id="{5B0430E9-D466-5586-5BAD-0D0709121888}"/>
                    </a:ext>
                  </a:extLst>
                </p:cNvPr>
                <p:cNvSpPr/>
                <p:nvPr/>
              </p:nvSpPr>
              <p:spPr>
                <a:xfrm>
                  <a:off x="1983116" y="3530300"/>
                  <a:ext cx="127070" cy="382673"/>
                </a:xfrm>
                <a:prstGeom prst="ellipse">
                  <a:avLst/>
                </a:prstGeom>
                <a:solidFill>
                  <a:schemeClr val="accent4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375" name="Group 2374">
                <a:extLst>
                  <a:ext uri="{FF2B5EF4-FFF2-40B4-BE49-F238E27FC236}">
                    <a16:creationId xmlns:a16="http://schemas.microsoft.com/office/drawing/2014/main" id="{79225F2E-3AE6-CCF2-5D82-470761CF465D}"/>
                  </a:ext>
                </a:extLst>
              </p:cNvPr>
              <p:cNvGrpSpPr/>
              <p:nvPr/>
            </p:nvGrpSpPr>
            <p:grpSpPr>
              <a:xfrm>
                <a:off x="1749085" y="3781447"/>
                <a:ext cx="1084630" cy="526819"/>
                <a:chOff x="1749085" y="3781447"/>
                <a:chExt cx="1084630" cy="526819"/>
              </a:xfrm>
            </p:grpSpPr>
            <p:sp>
              <p:nvSpPr>
                <p:cNvPr id="2376" name="Rectangle: Rounded Corners 2375">
                  <a:extLst>
                    <a:ext uri="{FF2B5EF4-FFF2-40B4-BE49-F238E27FC236}">
                      <a16:creationId xmlns:a16="http://schemas.microsoft.com/office/drawing/2014/main" id="{33EDCF44-5966-5D85-D83A-048844520016}"/>
                    </a:ext>
                  </a:extLst>
                </p:cNvPr>
                <p:cNvSpPr/>
                <p:nvPr/>
              </p:nvSpPr>
              <p:spPr>
                <a:xfrm>
                  <a:off x="1759875" y="3800665"/>
                  <a:ext cx="1073840" cy="507601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77" name="Oval 2376">
                  <a:extLst>
                    <a:ext uri="{FF2B5EF4-FFF2-40B4-BE49-F238E27FC236}">
                      <a16:creationId xmlns:a16="http://schemas.microsoft.com/office/drawing/2014/main" id="{4DA90DEE-DF06-B46B-B83E-13B6B9E585A6}"/>
                    </a:ext>
                  </a:extLst>
                </p:cNvPr>
                <p:cNvSpPr/>
                <p:nvPr/>
              </p:nvSpPr>
              <p:spPr>
                <a:xfrm flipV="1">
                  <a:off x="1749085" y="3781447"/>
                  <a:ext cx="1073840" cy="11552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2385" name="Arrow: Right 2384">
              <a:extLst>
                <a:ext uri="{FF2B5EF4-FFF2-40B4-BE49-F238E27FC236}">
                  <a16:creationId xmlns:a16="http://schemas.microsoft.com/office/drawing/2014/main" id="{C51F2CDF-6AA4-B45F-1389-9DD2B4E060A6}"/>
                </a:ext>
              </a:extLst>
            </p:cNvPr>
            <p:cNvSpPr/>
            <p:nvPr/>
          </p:nvSpPr>
          <p:spPr>
            <a:xfrm>
              <a:off x="2799735" y="8423155"/>
              <a:ext cx="783985" cy="375901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6" name="Arrow: Right 2385">
              <a:extLst>
                <a:ext uri="{FF2B5EF4-FFF2-40B4-BE49-F238E27FC236}">
                  <a16:creationId xmlns:a16="http://schemas.microsoft.com/office/drawing/2014/main" id="{383AE90E-96F5-4B27-4612-E56E27B4B665}"/>
                </a:ext>
              </a:extLst>
            </p:cNvPr>
            <p:cNvSpPr/>
            <p:nvPr/>
          </p:nvSpPr>
          <p:spPr>
            <a:xfrm flipH="1">
              <a:off x="2823181" y="9281582"/>
              <a:ext cx="783985" cy="375901"/>
            </a:xfrm>
            <a:prstGeom prst="rightArrow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523" name="Group 2522">
              <a:extLst>
                <a:ext uri="{FF2B5EF4-FFF2-40B4-BE49-F238E27FC236}">
                  <a16:creationId xmlns:a16="http://schemas.microsoft.com/office/drawing/2014/main" id="{C622E394-127E-176D-F783-82335153703F}"/>
                </a:ext>
              </a:extLst>
            </p:cNvPr>
            <p:cNvGrpSpPr/>
            <p:nvPr/>
          </p:nvGrpSpPr>
          <p:grpSpPr>
            <a:xfrm>
              <a:off x="2725720" y="7464836"/>
              <a:ext cx="1077030" cy="432348"/>
              <a:chOff x="1171711" y="1738086"/>
              <a:chExt cx="1808042" cy="668943"/>
            </a:xfrm>
            <a:solidFill>
              <a:srgbClr val="92D050"/>
            </a:solidFill>
          </p:grpSpPr>
          <p:sp>
            <p:nvSpPr>
              <p:cNvPr id="2524" name="Rectangle 2523">
                <a:extLst>
                  <a:ext uri="{FF2B5EF4-FFF2-40B4-BE49-F238E27FC236}">
                    <a16:creationId xmlns:a16="http://schemas.microsoft.com/office/drawing/2014/main" id="{02BF3688-AD3A-4132-E430-48B4F898FEA2}"/>
                  </a:ext>
                </a:extLst>
              </p:cNvPr>
              <p:cNvSpPr/>
              <p:nvPr/>
            </p:nvSpPr>
            <p:spPr>
              <a:xfrm rot="18595507">
                <a:off x="1470955" y="1733997"/>
                <a:ext cx="373788" cy="9722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25" name="Rectangle 2524">
                <a:extLst>
                  <a:ext uri="{FF2B5EF4-FFF2-40B4-BE49-F238E27FC236}">
                    <a16:creationId xmlns:a16="http://schemas.microsoft.com/office/drawing/2014/main" id="{DC56F87F-3678-A5B1-2F72-A136AA53B5E4}"/>
                  </a:ext>
                </a:extLst>
              </p:cNvPr>
              <p:cNvSpPr/>
              <p:nvPr/>
            </p:nvSpPr>
            <p:spPr>
              <a:xfrm rot="2869355">
                <a:off x="2140672" y="1291337"/>
                <a:ext cx="392331" cy="128583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522" name="Group 2521">
            <a:extLst>
              <a:ext uri="{FF2B5EF4-FFF2-40B4-BE49-F238E27FC236}">
                <a16:creationId xmlns:a16="http://schemas.microsoft.com/office/drawing/2014/main" id="{A3D4BABB-4BD5-91A1-FE78-0A86F33233D8}"/>
              </a:ext>
            </a:extLst>
          </p:cNvPr>
          <p:cNvGrpSpPr/>
          <p:nvPr/>
        </p:nvGrpSpPr>
        <p:grpSpPr>
          <a:xfrm>
            <a:off x="2972271" y="3159448"/>
            <a:ext cx="774012" cy="211496"/>
            <a:chOff x="900655" y="1916242"/>
            <a:chExt cx="1285831" cy="411211"/>
          </a:xfrm>
          <a:solidFill>
            <a:srgbClr val="FF0000"/>
          </a:solidFill>
        </p:grpSpPr>
        <p:sp>
          <p:nvSpPr>
            <p:cNvPr id="2519" name="Rectangle 2518">
              <a:extLst>
                <a:ext uri="{FF2B5EF4-FFF2-40B4-BE49-F238E27FC236}">
                  <a16:creationId xmlns:a16="http://schemas.microsoft.com/office/drawing/2014/main" id="{2E47E3FC-D5B9-81CB-CAE3-3B733DCFF07A}"/>
                </a:ext>
              </a:extLst>
            </p:cNvPr>
            <p:cNvSpPr/>
            <p:nvPr/>
          </p:nvSpPr>
          <p:spPr>
            <a:xfrm rot="18595507">
              <a:off x="1347404" y="1469493"/>
              <a:ext cx="392331" cy="12858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0" name="Rectangle 2519">
              <a:extLst>
                <a:ext uri="{FF2B5EF4-FFF2-40B4-BE49-F238E27FC236}">
                  <a16:creationId xmlns:a16="http://schemas.microsoft.com/office/drawing/2014/main" id="{B90F5549-916A-4AB0-9150-0C944CD3FD97}"/>
                </a:ext>
              </a:extLst>
            </p:cNvPr>
            <p:cNvSpPr/>
            <p:nvPr/>
          </p:nvSpPr>
          <p:spPr>
            <a:xfrm rot="2869355">
              <a:off x="1347405" y="1488373"/>
              <a:ext cx="392331" cy="12858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30" name="Group 2529">
            <a:extLst>
              <a:ext uri="{FF2B5EF4-FFF2-40B4-BE49-F238E27FC236}">
                <a16:creationId xmlns:a16="http://schemas.microsoft.com/office/drawing/2014/main" id="{6B6B99B6-5D1B-9872-2C15-AB8E24D04999}"/>
              </a:ext>
            </a:extLst>
          </p:cNvPr>
          <p:cNvGrpSpPr/>
          <p:nvPr/>
        </p:nvGrpSpPr>
        <p:grpSpPr>
          <a:xfrm>
            <a:off x="525550" y="4336479"/>
            <a:ext cx="733308" cy="761683"/>
            <a:chOff x="1749085" y="3335736"/>
            <a:chExt cx="1084630" cy="972530"/>
          </a:xfrm>
        </p:grpSpPr>
        <p:grpSp>
          <p:nvGrpSpPr>
            <p:cNvPr id="2531" name="Group 2530">
              <a:extLst>
                <a:ext uri="{FF2B5EF4-FFF2-40B4-BE49-F238E27FC236}">
                  <a16:creationId xmlns:a16="http://schemas.microsoft.com/office/drawing/2014/main" id="{EA76A51B-70E5-F786-E04B-F8C7F1D5FD70}"/>
                </a:ext>
              </a:extLst>
            </p:cNvPr>
            <p:cNvGrpSpPr/>
            <p:nvPr/>
          </p:nvGrpSpPr>
          <p:grpSpPr>
            <a:xfrm>
              <a:off x="2233283" y="3335736"/>
              <a:ext cx="470284" cy="697177"/>
              <a:chOff x="2192888" y="3357289"/>
              <a:chExt cx="470284" cy="697177"/>
            </a:xfrm>
          </p:grpSpPr>
          <p:sp>
            <p:nvSpPr>
              <p:cNvPr id="2541" name="Oval 2540">
                <a:extLst>
                  <a:ext uri="{FF2B5EF4-FFF2-40B4-BE49-F238E27FC236}">
                    <a16:creationId xmlns:a16="http://schemas.microsoft.com/office/drawing/2014/main" id="{89AB2415-E6A5-037C-1A6D-54579A7DE18B}"/>
                  </a:ext>
                </a:extLst>
              </p:cNvPr>
              <p:cNvSpPr/>
              <p:nvPr/>
            </p:nvSpPr>
            <p:spPr>
              <a:xfrm rot="1022227">
                <a:off x="2367988" y="3357289"/>
                <a:ext cx="127070" cy="382673"/>
              </a:xfrm>
              <a:prstGeom prst="ellipse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42" name="Oval 2541">
                <a:extLst>
                  <a:ext uri="{FF2B5EF4-FFF2-40B4-BE49-F238E27FC236}">
                    <a16:creationId xmlns:a16="http://schemas.microsoft.com/office/drawing/2014/main" id="{73649731-4D94-47CF-E0EA-31821FBBC3E3}"/>
                  </a:ext>
                </a:extLst>
              </p:cNvPr>
              <p:cNvSpPr/>
              <p:nvPr/>
            </p:nvSpPr>
            <p:spPr>
              <a:xfrm rot="20882135">
                <a:off x="2296796" y="3392661"/>
                <a:ext cx="127070" cy="382673"/>
              </a:xfrm>
              <a:prstGeom prst="ellipse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43" name="Oval 2542">
                <a:extLst>
                  <a:ext uri="{FF2B5EF4-FFF2-40B4-BE49-F238E27FC236}">
                    <a16:creationId xmlns:a16="http://schemas.microsoft.com/office/drawing/2014/main" id="{DD2F744F-1DBA-F195-8D5F-CFAE918F1BB7}"/>
                  </a:ext>
                </a:extLst>
              </p:cNvPr>
              <p:cNvSpPr/>
              <p:nvPr/>
            </p:nvSpPr>
            <p:spPr>
              <a:xfrm>
                <a:off x="2192888" y="3472270"/>
                <a:ext cx="470284" cy="582196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32" name="Group 2531">
              <a:extLst>
                <a:ext uri="{FF2B5EF4-FFF2-40B4-BE49-F238E27FC236}">
                  <a16:creationId xmlns:a16="http://schemas.microsoft.com/office/drawing/2014/main" id="{11495E29-DF6D-C7D2-F08D-9401662E248D}"/>
                </a:ext>
              </a:extLst>
            </p:cNvPr>
            <p:cNvGrpSpPr/>
            <p:nvPr/>
          </p:nvGrpSpPr>
          <p:grpSpPr>
            <a:xfrm>
              <a:off x="1759875" y="3346975"/>
              <a:ext cx="470284" cy="707491"/>
              <a:chOff x="1759875" y="3346975"/>
              <a:chExt cx="470284" cy="707491"/>
            </a:xfrm>
          </p:grpSpPr>
          <p:sp>
            <p:nvSpPr>
              <p:cNvPr id="2539" name="Oval 2538">
                <a:extLst>
                  <a:ext uri="{FF2B5EF4-FFF2-40B4-BE49-F238E27FC236}">
                    <a16:creationId xmlns:a16="http://schemas.microsoft.com/office/drawing/2014/main" id="{7A19D144-FFAB-D008-6399-A674DB30B370}"/>
                  </a:ext>
                </a:extLst>
              </p:cNvPr>
              <p:cNvSpPr/>
              <p:nvPr/>
            </p:nvSpPr>
            <p:spPr>
              <a:xfrm>
                <a:off x="1759875" y="3472270"/>
                <a:ext cx="470284" cy="58219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40" name="Oval 2539">
                <a:extLst>
                  <a:ext uri="{FF2B5EF4-FFF2-40B4-BE49-F238E27FC236}">
                    <a16:creationId xmlns:a16="http://schemas.microsoft.com/office/drawing/2014/main" id="{69D13BE7-3D5C-8C2E-D9F5-B9994CC130F6}"/>
                  </a:ext>
                </a:extLst>
              </p:cNvPr>
              <p:cNvSpPr/>
              <p:nvPr/>
            </p:nvSpPr>
            <p:spPr>
              <a:xfrm rot="18541303">
                <a:off x="1945121" y="3458755"/>
                <a:ext cx="327216" cy="103655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33" name="Group 2532">
              <a:extLst>
                <a:ext uri="{FF2B5EF4-FFF2-40B4-BE49-F238E27FC236}">
                  <a16:creationId xmlns:a16="http://schemas.microsoft.com/office/drawing/2014/main" id="{75EC5F84-9124-C86F-972A-C4C2E5B1B021}"/>
                </a:ext>
              </a:extLst>
            </p:cNvPr>
            <p:cNvGrpSpPr/>
            <p:nvPr/>
          </p:nvGrpSpPr>
          <p:grpSpPr>
            <a:xfrm>
              <a:off x="1983116" y="3530300"/>
              <a:ext cx="247043" cy="391313"/>
              <a:chOff x="1983116" y="3530300"/>
              <a:chExt cx="247043" cy="391313"/>
            </a:xfrm>
          </p:grpSpPr>
          <p:sp>
            <p:nvSpPr>
              <p:cNvPr id="2537" name="Oval 2536">
                <a:extLst>
                  <a:ext uri="{FF2B5EF4-FFF2-40B4-BE49-F238E27FC236}">
                    <a16:creationId xmlns:a16="http://schemas.microsoft.com/office/drawing/2014/main" id="{79A88F6A-08C8-D0E0-B52F-81D8817AA0DD}"/>
                  </a:ext>
                </a:extLst>
              </p:cNvPr>
              <p:cNvSpPr/>
              <p:nvPr/>
            </p:nvSpPr>
            <p:spPr>
              <a:xfrm>
                <a:off x="2103089" y="3538940"/>
                <a:ext cx="127070" cy="382673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38" name="Oval 2537">
                <a:extLst>
                  <a:ext uri="{FF2B5EF4-FFF2-40B4-BE49-F238E27FC236}">
                    <a16:creationId xmlns:a16="http://schemas.microsoft.com/office/drawing/2014/main" id="{6A21FA05-8191-1F7D-43B3-68537AAED56A}"/>
                  </a:ext>
                </a:extLst>
              </p:cNvPr>
              <p:cNvSpPr/>
              <p:nvPr/>
            </p:nvSpPr>
            <p:spPr>
              <a:xfrm>
                <a:off x="1983116" y="3530300"/>
                <a:ext cx="127070" cy="382673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34" name="Group 2533">
              <a:extLst>
                <a:ext uri="{FF2B5EF4-FFF2-40B4-BE49-F238E27FC236}">
                  <a16:creationId xmlns:a16="http://schemas.microsoft.com/office/drawing/2014/main" id="{7F5FF86C-9633-3E80-0992-75273DD34CF4}"/>
                </a:ext>
              </a:extLst>
            </p:cNvPr>
            <p:cNvGrpSpPr/>
            <p:nvPr/>
          </p:nvGrpSpPr>
          <p:grpSpPr>
            <a:xfrm>
              <a:off x="1749085" y="3781447"/>
              <a:ext cx="1084630" cy="526819"/>
              <a:chOff x="1749085" y="3781447"/>
              <a:chExt cx="1084630" cy="526819"/>
            </a:xfrm>
          </p:grpSpPr>
          <p:sp>
            <p:nvSpPr>
              <p:cNvPr id="2535" name="Rectangle: Rounded Corners 2534">
                <a:extLst>
                  <a:ext uri="{FF2B5EF4-FFF2-40B4-BE49-F238E27FC236}">
                    <a16:creationId xmlns:a16="http://schemas.microsoft.com/office/drawing/2014/main" id="{A647B56B-53F4-3999-00B8-44451E627F83}"/>
                  </a:ext>
                </a:extLst>
              </p:cNvPr>
              <p:cNvSpPr/>
              <p:nvPr/>
            </p:nvSpPr>
            <p:spPr>
              <a:xfrm>
                <a:off x="1759875" y="3800665"/>
                <a:ext cx="1073840" cy="507601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36" name="Oval 2535">
                <a:extLst>
                  <a:ext uri="{FF2B5EF4-FFF2-40B4-BE49-F238E27FC236}">
                    <a16:creationId xmlns:a16="http://schemas.microsoft.com/office/drawing/2014/main" id="{C2AC88DA-5573-1F98-DBB8-CF1160EB94CE}"/>
                  </a:ext>
                </a:extLst>
              </p:cNvPr>
              <p:cNvSpPr/>
              <p:nvPr/>
            </p:nvSpPr>
            <p:spPr>
              <a:xfrm flipV="1">
                <a:off x="1749085" y="3781447"/>
                <a:ext cx="1073840" cy="11552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70843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13B042-D30B-0086-0F21-6E80CDB50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F5441F2-3514-1891-F5E2-CBE089818A56}"/>
              </a:ext>
            </a:extLst>
          </p:cNvPr>
          <p:cNvGrpSpPr/>
          <p:nvPr/>
        </p:nvGrpSpPr>
        <p:grpSpPr>
          <a:xfrm>
            <a:off x="137560" y="204324"/>
            <a:ext cx="6506749" cy="11703694"/>
            <a:chOff x="137560" y="204324"/>
            <a:chExt cx="6506749" cy="1170369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1F3CCD28-9E3B-2A44-7761-9B39B0FF2368}"/>
                </a:ext>
              </a:extLst>
            </p:cNvPr>
            <p:cNvGrpSpPr/>
            <p:nvPr/>
          </p:nvGrpSpPr>
          <p:grpSpPr>
            <a:xfrm>
              <a:off x="137560" y="204324"/>
              <a:ext cx="6506749" cy="630903"/>
              <a:chOff x="137560" y="257079"/>
              <a:chExt cx="6506749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6473E08A-80DB-E95A-4169-4EB72EF70330}"/>
                  </a:ext>
                </a:extLst>
              </p:cNvPr>
              <p:cNvSpPr/>
              <p:nvPr/>
            </p:nvSpPr>
            <p:spPr>
              <a:xfrm>
                <a:off x="137560" y="257079"/>
                <a:ext cx="6506749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D967250B-E9F5-F25F-0A15-8EA0AEBC5BFE}"/>
                  </a:ext>
                </a:extLst>
              </p:cNvPr>
              <p:cNvSpPr/>
              <p:nvPr/>
            </p:nvSpPr>
            <p:spPr>
              <a:xfrm>
                <a:off x="405325" y="392530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3E4AD8D6-0549-5F3A-F52C-4DC42DFB2F08}"/>
                  </a:ext>
                </a:extLst>
              </p:cNvPr>
              <p:cNvSpPr/>
              <p:nvPr/>
            </p:nvSpPr>
            <p:spPr>
              <a:xfrm>
                <a:off x="873480" y="392530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5EE55E13-CD0D-5840-1E86-585F63821A04}"/>
                  </a:ext>
                </a:extLst>
              </p:cNvPr>
              <p:cNvSpPr/>
              <p:nvPr/>
            </p:nvSpPr>
            <p:spPr>
              <a:xfrm>
                <a:off x="1341635" y="392530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F9CD718-0FFE-9D5D-3949-665C3F970C8C}"/>
                </a:ext>
              </a:extLst>
            </p:cNvPr>
            <p:cNvSpPr/>
            <p:nvPr/>
          </p:nvSpPr>
          <p:spPr>
            <a:xfrm>
              <a:off x="212180" y="965082"/>
              <a:ext cx="6401588" cy="1094293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050FCB64-1E14-BFDF-ABE4-9BC5F116CA4D}"/>
              </a:ext>
            </a:extLst>
          </p:cNvPr>
          <p:cNvSpPr/>
          <p:nvPr/>
        </p:nvSpPr>
        <p:spPr>
          <a:xfrm>
            <a:off x="405325" y="1948058"/>
            <a:ext cx="4214719" cy="7275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Authentication &amp; Authorization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D152F8-6D7D-05F2-7295-8E99D79DCBCF}"/>
              </a:ext>
            </a:extLst>
          </p:cNvPr>
          <p:cNvSpPr/>
          <p:nvPr/>
        </p:nvSpPr>
        <p:spPr>
          <a:xfrm>
            <a:off x="405325" y="3104366"/>
            <a:ext cx="5995475" cy="121875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Authentication is the process of verifying who you are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BE74CC-0351-AF37-BCAF-937762CD155E}"/>
              </a:ext>
            </a:extLst>
          </p:cNvPr>
          <p:cNvSpPr/>
          <p:nvPr/>
        </p:nvSpPr>
        <p:spPr>
          <a:xfrm>
            <a:off x="405325" y="4580889"/>
            <a:ext cx="5995475" cy="121875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Authorization is the process of determining who you are allowed to access   </a:t>
            </a:r>
          </a:p>
        </p:txBody>
      </p:sp>
    </p:spTree>
    <p:extLst>
      <p:ext uri="{BB962C8B-B14F-4D97-AF65-F5344CB8AC3E}">
        <p14:creationId xmlns:p14="http://schemas.microsoft.com/office/powerpoint/2010/main" val="3829745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8C0ED5-87DB-E206-BBDA-66E9EA246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91E8781-1A02-7F91-1E23-FA14671DAE06}"/>
              </a:ext>
            </a:extLst>
          </p:cNvPr>
          <p:cNvGrpSpPr/>
          <p:nvPr/>
        </p:nvGrpSpPr>
        <p:grpSpPr>
          <a:xfrm>
            <a:off x="137560" y="204324"/>
            <a:ext cx="6506749" cy="11703694"/>
            <a:chOff x="137560" y="204324"/>
            <a:chExt cx="6506749" cy="1170369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1DD7A475-A289-66EC-65AD-05B74B8A82E5}"/>
                </a:ext>
              </a:extLst>
            </p:cNvPr>
            <p:cNvGrpSpPr/>
            <p:nvPr/>
          </p:nvGrpSpPr>
          <p:grpSpPr>
            <a:xfrm>
              <a:off x="137560" y="204324"/>
              <a:ext cx="6506749" cy="630903"/>
              <a:chOff x="137560" y="257079"/>
              <a:chExt cx="6506749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8C724639-601A-4ABA-0386-F4011E9F72FD}"/>
                  </a:ext>
                </a:extLst>
              </p:cNvPr>
              <p:cNvSpPr/>
              <p:nvPr/>
            </p:nvSpPr>
            <p:spPr>
              <a:xfrm>
                <a:off x="137560" y="257079"/>
                <a:ext cx="6506749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EE68FAAF-D416-8C10-EC36-9B35D9D7A6E0}"/>
                  </a:ext>
                </a:extLst>
              </p:cNvPr>
              <p:cNvSpPr/>
              <p:nvPr/>
            </p:nvSpPr>
            <p:spPr>
              <a:xfrm>
                <a:off x="405325" y="392530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A06C0E50-0F49-50EE-4315-78B925002463}"/>
                  </a:ext>
                </a:extLst>
              </p:cNvPr>
              <p:cNvSpPr/>
              <p:nvPr/>
            </p:nvSpPr>
            <p:spPr>
              <a:xfrm>
                <a:off x="873480" y="392530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0790F85D-5DFD-0BC0-94B0-A20F8E0D9A1E}"/>
                  </a:ext>
                </a:extLst>
              </p:cNvPr>
              <p:cNvSpPr/>
              <p:nvPr/>
            </p:nvSpPr>
            <p:spPr>
              <a:xfrm>
                <a:off x="1341635" y="392530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462FD18-5CEF-01F8-5F3F-3B303FAEEA0A}"/>
                </a:ext>
              </a:extLst>
            </p:cNvPr>
            <p:cNvSpPr/>
            <p:nvPr/>
          </p:nvSpPr>
          <p:spPr>
            <a:xfrm>
              <a:off x="212180" y="965082"/>
              <a:ext cx="6401588" cy="1094293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02B5DF4-E216-7312-0FAB-5F9EDC0666E3}"/>
              </a:ext>
            </a:extLst>
          </p:cNvPr>
          <p:cNvGrpSpPr/>
          <p:nvPr/>
        </p:nvGrpSpPr>
        <p:grpSpPr>
          <a:xfrm>
            <a:off x="869691" y="4966692"/>
            <a:ext cx="2076133" cy="963086"/>
            <a:chOff x="988074" y="5319108"/>
            <a:chExt cx="2694169" cy="131094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79BD6CE-038E-8FFA-EC2C-A75110A94850}"/>
                </a:ext>
              </a:extLst>
            </p:cNvPr>
            <p:cNvSpPr txBox="1"/>
            <p:nvPr/>
          </p:nvSpPr>
          <p:spPr>
            <a:xfrm>
              <a:off x="988074" y="6001636"/>
              <a:ext cx="2694169" cy="6284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accent1"/>
                  </a:solidFill>
                  <a:highlight>
                    <a:srgbClr val="FFFF00"/>
                  </a:highlight>
                  <a:latin typeface="Gill Sans MT" panose="020B0502020104020203" pitchFamily="34" charset="0"/>
                </a:rPr>
                <a:t>FRONT-END 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49054CBE-0FDC-604B-5DE1-8F4A26D74BEB}"/>
                </a:ext>
              </a:extLst>
            </p:cNvPr>
            <p:cNvGrpSpPr/>
            <p:nvPr/>
          </p:nvGrpSpPr>
          <p:grpSpPr>
            <a:xfrm>
              <a:off x="1057521" y="5319108"/>
              <a:ext cx="2526742" cy="604149"/>
              <a:chOff x="709016" y="4892150"/>
              <a:chExt cx="3125965" cy="750267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711DA7E5-4569-61A8-0FEC-585B24760B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9016" y="4892150"/>
                <a:ext cx="720000" cy="720000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7B823209-EA73-05DC-F23A-6ACB4A7E10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05621" y="4901207"/>
                <a:ext cx="720000" cy="720000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6DDB9875-356F-8D66-E40F-5BFD2AD7ED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21419" y="4922417"/>
                <a:ext cx="720000" cy="720000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EB653710-9981-2E74-95EB-63F72829B6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14981" y="4901207"/>
                <a:ext cx="720000" cy="720000"/>
              </a:xfrm>
              <a:prstGeom prst="rect">
                <a:avLst/>
              </a:prstGeom>
            </p:spPr>
          </p:pic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408086F-6617-0A08-AFCA-54D167E347D4}"/>
              </a:ext>
            </a:extLst>
          </p:cNvPr>
          <p:cNvGrpSpPr/>
          <p:nvPr/>
        </p:nvGrpSpPr>
        <p:grpSpPr>
          <a:xfrm>
            <a:off x="869691" y="2591653"/>
            <a:ext cx="1930530" cy="1928735"/>
            <a:chOff x="988308" y="2165407"/>
            <a:chExt cx="2841265" cy="2792348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55852853-60F0-CBED-C9B8-97FE645D3267}"/>
                </a:ext>
              </a:extLst>
            </p:cNvPr>
            <p:cNvGrpSpPr/>
            <p:nvPr/>
          </p:nvGrpSpPr>
          <p:grpSpPr>
            <a:xfrm>
              <a:off x="1568122" y="3855031"/>
              <a:ext cx="1807138" cy="1102724"/>
              <a:chOff x="1409304" y="2779716"/>
              <a:chExt cx="1551306" cy="1102724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2F190268-F2EF-9AB9-CC74-64625BEA247D}"/>
                  </a:ext>
                </a:extLst>
              </p:cNvPr>
              <p:cNvSpPr/>
              <p:nvPr/>
            </p:nvSpPr>
            <p:spPr>
              <a:xfrm>
                <a:off x="1409304" y="3376253"/>
                <a:ext cx="1551306" cy="50618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Isosceles Triangle 23">
                <a:extLst>
                  <a:ext uri="{FF2B5EF4-FFF2-40B4-BE49-F238E27FC236}">
                    <a16:creationId xmlns:a16="http://schemas.microsoft.com/office/drawing/2014/main" id="{6E9CE29E-78D4-34FF-CD21-38D6D71F23A3}"/>
                  </a:ext>
                </a:extLst>
              </p:cNvPr>
              <p:cNvSpPr/>
              <p:nvPr/>
            </p:nvSpPr>
            <p:spPr>
              <a:xfrm>
                <a:off x="1763553" y="2779716"/>
                <a:ext cx="842808" cy="914400"/>
              </a:xfrm>
              <a:prstGeom prst="triangl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4EF36B56-01F4-E064-C69D-B3ADADDEEA2B}"/>
                </a:ext>
              </a:extLst>
            </p:cNvPr>
            <p:cNvGrpSpPr/>
            <p:nvPr/>
          </p:nvGrpSpPr>
          <p:grpSpPr>
            <a:xfrm>
              <a:off x="988308" y="2165407"/>
              <a:ext cx="2841265" cy="1990936"/>
              <a:chOff x="988308" y="2018135"/>
              <a:chExt cx="2572459" cy="1819168"/>
            </a:xfrm>
          </p:grpSpPr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764B9ED2-8D9C-2D5C-F5D9-764AA4EA875B}"/>
                  </a:ext>
                </a:extLst>
              </p:cNvPr>
              <p:cNvSpPr/>
              <p:nvPr/>
            </p:nvSpPr>
            <p:spPr>
              <a:xfrm>
                <a:off x="988308" y="2018135"/>
                <a:ext cx="2572459" cy="181916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F136809A-053D-B4A9-79D2-9EC0CF34FAC8}"/>
                  </a:ext>
                </a:extLst>
              </p:cNvPr>
              <p:cNvSpPr/>
              <p:nvPr/>
            </p:nvSpPr>
            <p:spPr>
              <a:xfrm>
                <a:off x="1140541" y="2182542"/>
                <a:ext cx="2281085" cy="1463487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AB1E2C3-4D8C-B798-38F3-FCBE4C87852C}"/>
              </a:ext>
            </a:extLst>
          </p:cNvPr>
          <p:cNvGrpSpPr/>
          <p:nvPr/>
        </p:nvGrpSpPr>
        <p:grpSpPr>
          <a:xfrm>
            <a:off x="4010521" y="4877222"/>
            <a:ext cx="1888872" cy="1079377"/>
            <a:chOff x="5920043" y="5206535"/>
            <a:chExt cx="2292548" cy="1332189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2ED4A13-65A4-6247-204B-527E12B68C41}"/>
                </a:ext>
              </a:extLst>
            </p:cNvPr>
            <p:cNvSpPr txBox="1"/>
            <p:nvPr/>
          </p:nvSpPr>
          <p:spPr>
            <a:xfrm>
              <a:off x="6013313" y="6044900"/>
              <a:ext cx="1969571" cy="493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1"/>
                  </a:solidFill>
                  <a:highlight>
                    <a:srgbClr val="FFFF00"/>
                  </a:highlight>
                  <a:latin typeface="Gill Sans MT" panose="020B0502020104020203" pitchFamily="34" charset="0"/>
                </a:rPr>
                <a:t>BACK-END </a:t>
              </a: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B8CF6C0-61A3-ADC0-8958-EABC6C0DB67B}"/>
                </a:ext>
              </a:extLst>
            </p:cNvPr>
            <p:cNvGrpSpPr/>
            <p:nvPr/>
          </p:nvGrpSpPr>
          <p:grpSpPr>
            <a:xfrm>
              <a:off x="5920043" y="5206535"/>
              <a:ext cx="2292548" cy="795101"/>
              <a:chOff x="5668658" y="4788639"/>
              <a:chExt cx="2752499" cy="967428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C3600276-FB45-CDC8-3DB3-1B3E94D5EF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31482" y="4788639"/>
                <a:ext cx="1189675" cy="967428"/>
              </a:xfrm>
              <a:prstGeom prst="rect">
                <a:avLst/>
              </a:prstGeom>
            </p:spPr>
          </p:pic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8E7F56F1-2B1C-2435-3927-47E666C24129}"/>
                  </a:ext>
                </a:extLst>
              </p:cNvPr>
              <p:cNvGrpSpPr/>
              <p:nvPr/>
            </p:nvGrpSpPr>
            <p:grpSpPr>
              <a:xfrm>
                <a:off x="5668658" y="4988768"/>
                <a:ext cx="1685929" cy="527088"/>
                <a:chOff x="3033435" y="6435546"/>
                <a:chExt cx="2734246" cy="1067082"/>
              </a:xfrm>
            </p:grpSpPr>
            <p:pic>
              <p:nvPicPr>
                <p:cNvPr id="26" name="Picture 25">
                  <a:extLst>
                    <a:ext uri="{FF2B5EF4-FFF2-40B4-BE49-F238E27FC236}">
                      <a16:creationId xmlns:a16="http://schemas.microsoft.com/office/drawing/2014/main" id="{28453C4B-F215-0CB7-4776-F7C96D139AC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1175" t="6678" r="10938" b="63134"/>
                <a:stretch>
                  <a:fillRect/>
                </a:stretch>
              </p:blipFill>
              <p:spPr>
                <a:xfrm>
                  <a:off x="3033435" y="6435546"/>
                  <a:ext cx="1527490" cy="820556"/>
                </a:xfrm>
                <a:prstGeom prst="rect">
                  <a:avLst/>
                </a:prstGeom>
              </p:spPr>
            </p:pic>
            <p:pic>
              <p:nvPicPr>
                <p:cNvPr id="27" name="Picture 26">
                  <a:extLst>
                    <a:ext uri="{FF2B5EF4-FFF2-40B4-BE49-F238E27FC236}">
                      <a16:creationId xmlns:a16="http://schemas.microsoft.com/office/drawing/2014/main" id="{02D83C2F-3805-19E7-8834-A0F2400673D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8614" t="37539" r="10216" b="7202"/>
                <a:stretch>
                  <a:fillRect/>
                </a:stretch>
              </p:blipFill>
              <p:spPr>
                <a:xfrm>
                  <a:off x="4329216" y="6441357"/>
                  <a:ext cx="1438465" cy="1061271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328EAEC4-DF82-CEE8-7437-FCD5D8E6390C}"/>
              </a:ext>
            </a:extLst>
          </p:cNvPr>
          <p:cNvSpPr/>
          <p:nvPr/>
        </p:nvSpPr>
        <p:spPr>
          <a:xfrm>
            <a:off x="1053480" y="6181087"/>
            <a:ext cx="4581981" cy="45719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00563CA-5255-8A63-A099-7288C60A5F7E}"/>
              </a:ext>
            </a:extLst>
          </p:cNvPr>
          <p:cNvGrpSpPr/>
          <p:nvPr/>
        </p:nvGrpSpPr>
        <p:grpSpPr>
          <a:xfrm>
            <a:off x="5218796" y="3048856"/>
            <a:ext cx="1047892" cy="1341453"/>
            <a:chOff x="5504672" y="820134"/>
            <a:chExt cx="1176475" cy="1467186"/>
          </a:xfrm>
        </p:grpSpPr>
        <p:sp>
          <p:nvSpPr>
            <p:cNvPr id="34" name="Flowchart: Magnetic Disk 33">
              <a:extLst>
                <a:ext uri="{FF2B5EF4-FFF2-40B4-BE49-F238E27FC236}">
                  <a16:creationId xmlns:a16="http://schemas.microsoft.com/office/drawing/2014/main" id="{BA62DBB9-BD9F-1B41-D4F1-F05CEDEE6B06}"/>
                </a:ext>
              </a:extLst>
            </p:cNvPr>
            <p:cNvSpPr/>
            <p:nvPr/>
          </p:nvSpPr>
          <p:spPr>
            <a:xfrm>
              <a:off x="5509625" y="1674672"/>
              <a:ext cx="1171522" cy="612648"/>
            </a:xfrm>
            <a:prstGeom prst="flowChartMagneticDisk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lowchart: Magnetic Disk 34">
              <a:extLst>
                <a:ext uri="{FF2B5EF4-FFF2-40B4-BE49-F238E27FC236}">
                  <a16:creationId xmlns:a16="http://schemas.microsoft.com/office/drawing/2014/main" id="{46A42B3D-5BDE-6DA6-CB54-FA6421D7EADA}"/>
                </a:ext>
              </a:extLst>
            </p:cNvPr>
            <p:cNvSpPr/>
            <p:nvPr/>
          </p:nvSpPr>
          <p:spPr>
            <a:xfrm>
              <a:off x="5509625" y="1245317"/>
              <a:ext cx="1171522" cy="612648"/>
            </a:xfrm>
            <a:prstGeom prst="flowChartMagneticDisk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100" dirty="0"/>
            </a:p>
          </p:txBody>
        </p:sp>
        <p:sp>
          <p:nvSpPr>
            <p:cNvPr id="38" name="Flowchart: Magnetic Disk 37">
              <a:extLst>
                <a:ext uri="{FF2B5EF4-FFF2-40B4-BE49-F238E27FC236}">
                  <a16:creationId xmlns:a16="http://schemas.microsoft.com/office/drawing/2014/main" id="{7A1C9FBE-0A8F-C3A2-5492-2691BE9CE990}"/>
                </a:ext>
              </a:extLst>
            </p:cNvPr>
            <p:cNvSpPr/>
            <p:nvPr/>
          </p:nvSpPr>
          <p:spPr>
            <a:xfrm>
              <a:off x="5504672" y="820134"/>
              <a:ext cx="1171522" cy="612648"/>
            </a:xfrm>
            <a:prstGeom prst="flowChartMagneticDisk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02F6FE7B-B4E3-6534-A7DE-77B78D983437}"/>
              </a:ext>
            </a:extLst>
          </p:cNvPr>
          <p:cNvSpPr/>
          <p:nvPr/>
        </p:nvSpPr>
        <p:spPr>
          <a:xfrm>
            <a:off x="3217512" y="3087146"/>
            <a:ext cx="783985" cy="3759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C1AE6094-ABAD-AAE8-6EE5-F058DE2028F5}"/>
              </a:ext>
            </a:extLst>
          </p:cNvPr>
          <p:cNvSpPr/>
          <p:nvPr/>
        </p:nvSpPr>
        <p:spPr>
          <a:xfrm flipH="1">
            <a:off x="3217512" y="3945573"/>
            <a:ext cx="783985" cy="375901"/>
          </a:xfrm>
          <a:prstGeom prst="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91A03E1-9479-5EC2-610E-4C2B8CB16478}"/>
              </a:ext>
            </a:extLst>
          </p:cNvPr>
          <p:cNvGrpSpPr/>
          <p:nvPr/>
        </p:nvGrpSpPr>
        <p:grpSpPr>
          <a:xfrm>
            <a:off x="889480" y="10226448"/>
            <a:ext cx="2076133" cy="963086"/>
            <a:chOff x="988074" y="5319108"/>
            <a:chExt cx="2694169" cy="1310940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CD77E78-FAB3-77FE-AC6D-D0812BEEFBC7}"/>
                </a:ext>
              </a:extLst>
            </p:cNvPr>
            <p:cNvSpPr txBox="1"/>
            <p:nvPr/>
          </p:nvSpPr>
          <p:spPr>
            <a:xfrm>
              <a:off x="988074" y="6001636"/>
              <a:ext cx="2694169" cy="6284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accent1"/>
                  </a:solidFill>
                  <a:highlight>
                    <a:srgbClr val="FFFF00"/>
                  </a:highlight>
                  <a:latin typeface="Gill Sans MT" panose="020B0502020104020203" pitchFamily="34" charset="0"/>
                </a:rPr>
                <a:t>FRONT-END </a:t>
              </a:r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8F277C86-46E9-5AFB-5B8C-519F08C0E156}"/>
                </a:ext>
              </a:extLst>
            </p:cNvPr>
            <p:cNvGrpSpPr/>
            <p:nvPr/>
          </p:nvGrpSpPr>
          <p:grpSpPr>
            <a:xfrm>
              <a:off x="1057521" y="5319108"/>
              <a:ext cx="2526742" cy="604149"/>
              <a:chOff x="709016" y="4892150"/>
              <a:chExt cx="3125965" cy="750267"/>
            </a:xfrm>
          </p:grpSpPr>
          <p:pic>
            <p:nvPicPr>
              <p:cNvPr id="57" name="Picture 56">
                <a:extLst>
                  <a:ext uri="{FF2B5EF4-FFF2-40B4-BE49-F238E27FC236}">
                    <a16:creationId xmlns:a16="http://schemas.microsoft.com/office/drawing/2014/main" id="{4E4A1179-B097-0055-1CF9-E4D4CA0B6A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9016" y="4892150"/>
                <a:ext cx="720000" cy="720000"/>
              </a:xfrm>
              <a:prstGeom prst="rect">
                <a:avLst/>
              </a:prstGeom>
            </p:spPr>
          </p:pic>
          <p:pic>
            <p:nvPicPr>
              <p:cNvPr id="58" name="Picture 57">
                <a:extLst>
                  <a:ext uri="{FF2B5EF4-FFF2-40B4-BE49-F238E27FC236}">
                    <a16:creationId xmlns:a16="http://schemas.microsoft.com/office/drawing/2014/main" id="{7833BCE9-E473-7D4C-86C9-9DEACD3483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05621" y="4901207"/>
                <a:ext cx="720000" cy="720000"/>
              </a:xfrm>
              <a:prstGeom prst="rect">
                <a:avLst/>
              </a:prstGeom>
            </p:spPr>
          </p:pic>
          <p:pic>
            <p:nvPicPr>
              <p:cNvPr id="59" name="Picture 58">
                <a:extLst>
                  <a:ext uri="{FF2B5EF4-FFF2-40B4-BE49-F238E27FC236}">
                    <a16:creationId xmlns:a16="http://schemas.microsoft.com/office/drawing/2014/main" id="{5577DAEA-624D-D442-2436-3DC9FB52ED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21419" y="4922417"/>
                <a:ext cx="720000" cy="720000"/>
              </a:xfrm>
              <a:prstGeom prst="rect">
                <a:avLst/>
              </a:prstGeom>
            </p:spPr>
          </p:pic>
          <p:pic>
            <p:nvPicPr>
              <p:cNvPr id="60" name="Picture 59">
                <a:extLst>
                  <a:ext uri="{FF2B5EF4-FFF2-40B4-BE49-F238E27FC236}">
                    <a16:creationId xmlns:a16="http://schemas.microsoft.com/office/drawing/2014/main" id="{FB103223-164F-2AF2-F158-4603E436DB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14981" y="4901207"/>
                <a:ext cx="720000" cy="720000"/>
              </a:xfrm>
              <a:prstGeom prst="rect">
                <a:avLst/>
              </a:prstGeom>
            </p:spPr>
          </p:pic>
        </p:grp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78E40142-71CB-CD45-45FB-B50D185978CC}"/>
              </a:ext>
            </a:extLst>
          </p:cNvPr>
          <p:cNvGrpSpPr/>
          <p:nvPr/>
        </p:nvGrpSpPr>
        <p:grpSpPr>
          <a:xfrm>
            <a:off x="889480" y="7851409"/>
            <a:ext cx="1930530" cy="1928735"/>
            <a:chOff x="988308" y="2165407"/>
            <a:chExt cx="2841265" cy="2792348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71079DC8-8480-42F5-81C6-505F12C68A36}"/>
                </a:ext>
              </a:extLst>
            </p:cNvPr>
            <p:cNvGrpSpPr/>
            <p:nvPr/>
          </p:nvGrpSpPr>
          <p:grpSpPr>
            <a:xfrm>
              <a:off x="1568122" y="3855031"/>
              <a:ext cx="1807138" cy="1102724"/>
              <a:chOff x="1409304" y="2779716"/>
              <a:chExt cx="1551306" cy="1102724"/>
            </a:xfrm>
          </p:grpSpPr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D665DA16-78FB-01E4-3899-03EBFCC88FC0}"/>
                  </a:ext>
                </a:extLst>
              </p:cNvPr>
              <p:cNvSpPr/>
              <p:nvPr/>
            </p:nvSpPr>
            <p:spPr>
              <a:xfrm>
                <a:off x="1409304" y="3376253"/>
                <a:ext cx="1551306" cy="50618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Isosceles Triangle 66">
                <a:extLst>
                  <a:ext uri="{FF2B5EF4-FFF2-40B4-BE49-F238E27FC236}">
                    <a16:creationId xmlns:a16="http://schemas.microsoft.com/office/drawing/2014/main" id="{F185C015-96F5-339C-9C45-4A5B6903FBCC}"/>
                  </a:ext>
                </a:extLst>
              </p:cNvPr>
              <p:cNvSpPr/>
              <p:nvPr/>
            </p:nvSpPr>
            <p:spPr>
              <a:xfrm>
                <a:off x="1763553" y="2779716"/>
                <a:ext cx="842808" cy="914400"/>
              </a:xfrm>
              <a:prstGeom prst="triangl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8C5EE7CD-3659-B5A4-5E82-B64ED00C64C9}"/>
                </a:ext>
              </a:extLst>
            </p:cNvPr>
            <p:cNvGrpSpPr/>
            <p:nvPr/>
          </p:nvGrpSpPr>
          <p:grpSpPr>
            <a:xfrm>
              <a:off x="988308" y="2165407"/>
              <a:ext cx="2841265" cy="1990936"/>
              <a:chOff x="988308" y="2018135"/>
              <a:chExt cx="2572459" cy="1819168"/>
            </a:xfrm>
          </p:grpSpPr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844C00E4-F96C-4E4B-510F-FFA1E33D4164}"/>
                  </a:ext>
                </a:extLst>
              </p:cNvPr>
              <p:cNvSpPr/>
              <p:nvPr/>
            </p:nvSpPr>
            <p:spPr>
              <a:xfrm>
                <a:off x="988308" y="2018135"/>
                <a:ext cx="2572459" cy="181916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Rectangle: Rounded Corners 64">
                <a:extLst>
                  <a:ext uri="{FF2B5EF4-FFF2-40B4-BE49-F238E27FC236}">
                    <a16:creationId xmlns:a16="http://schemas.microsoft.com/office/drawing/2014/main" id="{FC6890A0-088E-4D38-01D4-EA2B1781F390}"/>
                  </a:ext>
                </a:extLst>
              </p:cNvPr>
              <p:cNvSpPr/>
              <p:nvPr/>
            </p:nvSpPr>
            <p:spPr>
              <a:xfrm>
                <a:off x="1140541" y="2182542"/>
                <a:ext cx="2281085" cy="1463487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935AB0AF-3064-4517-065C-50E4E42DE1E5}"/>
              </a:ext>
            </a:extLst>
          </p:cNvPr>
          <p:cNvGrpSpPr/>
          <p:nvPr/>
        </p:nvGrpSpPr>
        <p:grpSpPr>
          <a:xfrm>
            <a:off x="3826600" y="10130599"/>
            <a:ext cx="1888872" cy="1079377"/>
            <a:chOff x="5920043" y="5206535"/>
            <a:chExt cx="2292548" cy="1332189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0EFB5CA3-9F6B-EBD3-B7B6-4748BAB6A3A1}"/>
                </a:ext>
              </a:extLst>
            </p:cNvPr>
            <p:cNvSpPr txBox="1"/>
            <p:nvPr/>
          </p:nvSpPr>
          <p:spPr>
            <a:xfrm>
              <a:off x="6013313" y="6044900"/>
              <a:ext cx="1969571" cy="493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1"/>
                  </a:solidFill>
                  <a:highlight>
                    <a:srgbClr val="FFFF00"/>
                  </a:highlight>
                  <a:latin typeface="Gill Sans MT" panose="020B0502020104020203" pitchFamily="34" charset="0"/>
                </a:rPr>
                <a:t>BACK-END </a:t>
              </a:r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8254710E-DC85-F374-5006-93DCB827B5F6}"/>
                </a:ext>
              </a:extLst>
            </p:cNvPr>
            <p:cNvGrpSpPr/>
            <p:nvPr/>
          </p:nvGrpSpPr>
          <p:grpSpPr>
            <a:xfrm>
              <a:off x="5920043" y="5206535"/>
              <a:ext cx="2292548" cy="795101"/>
              <a:chOff x="5668658" y="4788639"/>
              <a:chExt cx="2752499" cy="967428"/>
            </a:xfrm>
          </p:grpSpPr>
          <p:pic>
            <p:nvPicPr>
              <p:cNvPr id="71" name="Picture 70">
                <a:extLst>
                  <a:ext uri="{FF2B5EF4-FFF2-40B4-BE49-F238E27FC236}">
                    <a16:creationId xmlns:a16="http://schemas.microsoft.com/office/drawing/2014/main" id="{CD56C8BA-78BE-831C-9491-F9B2C96C88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31482" y="4788639"/>
                <a:ext cx="1189675" cy="967428"/>
              </a:xfrm>
              <a:prstGeom prst="rect">
                <a:avLst/>
              </a:prstGeom>
            </p:spPr>
          </p:pic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35EE6F5D-2A1A-038E-3171-CC0C19818F25}"/>
                  </a:ext>
                </a:extLst>
              </p:cNvPr>
              <p:cNvGrpSpPr/>
              <p:nvPr/>
            </p:nvGrpSpPr>
            <p:grpSpPr>
              <a:xfrm>
                <a:off x="5668658" y="4988768"/>
                <a:ext cx="1685929" cy="527088"/>
                <a:chOff x="3033435" y="6435546"/>
                <a:chExt cx="2734246" cy="1067082"/>
              </a:xfrm>
            </p:grpSpPr>
            <p:pic>
              <p:nvPicPr>
                <p:cNvPr id="73" name="Picture 72">
                  <a:extLst>
                    <a:ext uri="{FF2B5EF4-FFF2-40B4-BE49-F238E27FC236}">
                      <a16:creationId xmlns:a16="http://schemas.microsoft.com/office/drawing/2014/main" id="{E1CA524E-2652-0BA8-C44A-FB42A64304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1175" t="6678" r="10938" b="63134"/>
                <a:stretch>
                  <a:fillRect/>
                </a:stretch>
              </p:blipFill>
              <p:spPr>
                <a:xfrm>
                  <a:off x="3033435" y="6435546"/>
                  <a:ext cx="1527490" cy="820556"/>
                </a:xfrm>
                <a:prstGeom prst="rect">
                  <a:avLst/>
                </a:prstGeom>
              </p:spPr>
            </p:pic>
            <p:pic>
              <p:nvPicPr>
                <p:cNvPr id="74" name="Picture 73">
                  <a:extLst>
                    <a:ext uri="{FF2B5EF4-FFF2-40B4-BE49-F238E27FC236}">
                      <a16:creationId xmlns:a16="http://schemas.microsoft.com/office/drawing/2014/main" id="{239080E6-1E53-081C-21BA-40ED16E253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8614" t="37539" r="10216" b="7202"/>
                <a:stretch>
                  <a:fillRect/>
                </a:stretch>
              </p:blipFill>
              <p:spPr>
                <a:xfrm>
                  <a:off x="4329216" y="6441357"/>
                  <a:ext cx="1438465" cy="1061271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98" name="Arrow: Right 97">
            <a:extLst>
              <a:ext uri="{FF2B5EF4-FFF2-40B4-BE49-F238E27FC236}">
                <a16:creationId xmlns:a16="http://schemas.microsoft.com/office/drawing/2014/main" id="{43E1FF9E-8A51-EBFB-31E8-44C509F520A7}"/>
              </a:ext>
            </a:extLst>
          </p:cNvPr>
          <p:cNvSpPr/>
          <p:nvPr/>
        </p:nvSpPr>
        <p:spPr>
          <a:xfrm>
            <a:off x="3125235" y="7920949"/>
            <a:ext cx="783985" cy="3759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Arrow: Right 98">
            <a:extLst>
              <a:ext uri="{FF2B5EF4-FFF2-40B4-BE49-F238E27FC236}">
                <a16:creationId xmlns:a16="http://schemas.microsoft.com/office/drawing/2014/main" id="{0284C36A-E95B-C354-5B58-EA118447517B}"/>
              </a:ext>
            </a:extLst>
          </p:cNvPr>
          <p:cNvSpPr/>
          <p:nvPr/>
        </p:nvSpPr>
        <p:spPr>
          <a:xfrm flipH="1">
            <a:off x="3125235" y="8779376"/>
            <a:ext cx="783985" cy="375901"/>
          </a:xfrm>
          <a:prstGeom prst="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C4B634-9212-F6B3-3E6B-229D1BD11A1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1059" y="3301726"/>
            <a:ext cx="678175" cy="63958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24FC8C5-6086-994B-608E-B2B065C175F1}"/>
              </a:ext>
            </a:extLst>
          </p:cNvPr>
          <p:cNvSpPr/>
          <p:nvPr/>
        </p:nvSpPr>
        <p:spPr>
          <a:xfrm>
            <a:off x="1447804" y="1485370"/>
            <a:ext cx="3962391" cy="6530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Authentication</a:t>
            </a:r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 ( who are you ? )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28AB2C-61BC-15B2-E977-C48FFEBAEDD9}"/>
              </a:ext>
            </a:extLst>
          </p:cNvPr>
          <p:cNvSpPr/>
          <p:nvPr/>
        </p:nvSpPr>
        <p:spPr>
          <a:xfrm>
            <a:off x="1147445" y="6639680"/>
            <a:ext cx="4847195" cy="6530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Authorization</a:t>
            </a:r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 ( is User Allowed ? )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C6F423-3B7E-58C8-C5F9-257B5A3D639D}"/>
              </a:ext>
            </a:extLst>
          </p:cNvPr>
          <p:cNvSpPr/>
          <p:nvPr/>
        </p:nvSpPr>
        <p:spPr>
          <a:xfrm>
            <a:off x="1124539" y="2744063"/>
            <a:ext cx="1460411" cy="10240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Berlin Sans FB" panose="020E0602020502020306" pitchFamily="34" charset="0"/>
              </a:rPr>
              <a:t>Welcome, </a:t>
            </a:r>
            <a:br>
              <a:rPr lang="en-US" sz="1600" dirty="0">
                <a:solidFill>
                  <a:schemeClr val="tx1"/>
                </a:solidFill>
                <a:latin typeface="Berlin Sans FB" panose="020E0602020502020306" pitchFamily="34" charset="0"/>
              </a:rPr>
            </a:br>
            <a:r>
              <a:rPr lang="en-US" sz="1600" dirty="0">
                <a:solidFill>
                  <a:schemeClr val="tx1"/>
                </a:solidFill>
                <a:latin typeface="Berlin Sans FB" panose="020E0602020502020306" pitchFamily="34" charset="0"/>
              </a:rPr>
              <a:t>Josse Surya </a:t>
            </a:r>
            <a:r>
              <a:rPr lang="en-US" sz="16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Pinem</a:t>
            </a:r>
            <a:endParaRPr lang="en-US" sz="16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66C554-BFA6-74BB-BC9C-C6292DCFEC54}"/>
              </a:ext>
            </a:extLst>
          </p:cNvPr>
          <p:cNvSpPr/>
          <p:nvPr/>
        </p:nvSpPr>
        <p:spPr>
          <a:xfrm>
            <a:off x="1147021" y="8037874"/>
            <a:ext cx="1437929" cy="9805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erlin Sans FB" panose="020E0602020502020306" pitchFamily="34" charset="0"/>
              </a:rPr>
              <a:t>Database has been deleted !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845BD3-8304-967C-7228-CA2F12A0BCE7}"/>
              </a:ext>
            </a:extLst>
          </p:cNvPr>
          <p:cNvSpPr/>
          <p:nvPr/>
        </p:nvSpPr>
        <p:spPr>
          <a:xfrm>
            <a:off x="5213924" y="2372713"/>
            <a:ext cx="1039074" cy="629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>
                <a:solidFill>
                  <a:schemeClr val="tx1"/>
                </a:solidFill>
                <a:latin typeface="Berlin Sans FB" panose="020E0602020502020306" pitchFamily="34" charset="0"/>
              </a:rPr>
              <a:t>Name : “Josse”,</a:t>
            </a:r>
          </a:p>
          <a:p>
            <a:r>
              <a:rPr lang="en-US" sz="1050" dirty="0">
                <a:solidFill>
                  <a:schemeClr val="tx1"/>
                </a:solidFill>
                <a:latin typeface="Berlin Sans FB" panose="020E0602020502020306" pitchFamily="34" charset="0"/>
              </a:rPr>
              <a:t>Email: “..”,</a:t>
            </a:r>
          </a:p>
          <a:p>
            <a:r>
              <a:rPr lang="en-US" sz="105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Img</a:t>
            </a:r>
            <a:r>
              <a:rPr lang="en-US" sz="1050" dirty="0">
                <a:solidFill>
                  <a:schemeClr val="tx1"/>
                </a:solidFill>
                <a:latin typeface="Berlin Sans FB" panose="020E0602020502020306" pitchFamily="34" charset="0"/>
              </a:rPr>
              <a:t>:”..”,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9A0C9F-5DC9-06C3-E66C-EFAF415F6F58}"/>
              </a:ext>
            </a:extLst>
          </p:cNvPr>
          <p:cNvSpPr/>
          <p:nvPr/>
        </p:nvSpPr>
        <p:spPr>
          <a:xfrm>
            <a:off x="4761989" y="7759075"/>
            <a:ext cx="1039074" cy="416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>
                <a:solidFill>
                  <a:schemeClr val="tx1"/>
                </a:solidFill>
                <a:latin typeface="Berlin Sans FB" panose="020E0602020502020306" pitchFamily="34" charset="0"/>
              </a:rPr>
              <a:t>He is Allowed !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81B8B12-6836-F52F-16B6-624CFF41DB32}"/>
              </a:ext>
            </a:extLst>
          </p:cNvPr>
          <p:cNvGrpSpPr/>
          <p:nvPr/>
        </p:nvGrpSpPr>
        <p:grpSpPr>
          <a:xfrm>
            <a:off x="4714829" y="8165879"/>
            <a:ext cx="1047892" cy="1341453"/>
            <a:chOff x="5504672" y="820134"/>
            <a:chExt cx="1176475" cy="1467186"/>
          </a:xfrm>
        </p:grpSpPr>
        <p:sp>
          <p:nvSpPr>
            <p:cNvPr id="14" name="Flowchart: Magnetic Disk 13">
              <a:extLst>
                <a:ext uri="{FF2B5EF4-FFF2-40B4-BE49-F238E27FC236}">
                  <a16:creationId xmlns:a16="http://schemas.microsoft.com/office/drawing/2014/main" id="{A23172C8-4338-CF37-EB84-2B23DA4881F1}"/>
                </a:ext>
              </a:extLst>
            </p:cNvPr>
            <p:cNvSpPr/>
            <p:nvPr/>
          </p:nvSpPr>
          <p:spPr>
            <a:xfrm>
              <a:off x="5509625" y="1674672"/>
              <a:ext cx="1171522" cy="612648"/>
            </a:xfrm>
            <a:prstGeom prst="flowChartMagneticDisk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lowchart: Magnetic Disk 15">
              <a:extLst>
                <a:ext uri="{FF2B5EF4-FFF2-40B4-BE49-F238E27FC236}">
                  <a16:creationId xmlns:a16="http://schemas.microsoft.com/office/drawing/2014/main" id="{E50660A9-5527-B145-FBE8-9B331561FD31}"/>
                </a:ext>
              </a:extLst>
            </p:cNvPr>
            <p:cNvSpPr/>
            <p:nvPr/>
          </p:nvSpPr>
          <p:spPr>
            <a:xfrm>
              <a:off x="5509625" y="1245317"/>
              <a:ext cx="1171522" cy="612648"/>
            </a:xfrm>
            <a:prstGeom prst="flowChartMagneticDisk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100" dirty="0"/>
            </a:p>
          </p:txBody>
        </p:sp>
        <p:sp>
          <p:nvSpPr>
            <p:cNvPr id="17" name="Flowchart: Magnetic Disk 16">
              <a:extLst>
                <a:ext uri="{FF2B5EF4-FFF2-40B4-BE49-F238E27FC236}">
                  <a16:creationId xmlns:a16="http://schemas.microsoft.com/office/drawing/2014/main" id="{5F9835EF-BB88-1C53-DF3C-3DD2CC37B3F8}"/>
                </a:ext>
              </a:extLst>
            </p:cNvPr>
            <p:cNvSpPr/>
            <p:nvPr/>
          </p:nvSpPr>
          <p:spPr>
            <a:xfrm>
              <a:off x="5504672" y="820134"/>
              <a:ext cx="1171522" cy="612648"/>
            </a:xfrm>
            <a:prstGeom prst="flowChartMagneticDisk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876063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BEEC1D-DC5E-CB83-46E0-810255AE9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B7E6F918-0B8B-1707-20C5-82C4EBB6D31F}"/>
              </a:ext>
            </a:extLst>
          </p:cNvPr>
          <p:cNvGrpSpPr/>
          <p:nvPr/>
        </p:nvGrpSpPr>
        <p:grpSpPr>
          <a:xfrm>
            <a:off x="137560" y="204324"/>
            <a:ext cx="6506749" cy="11703694"/>
            <a:chOff x="137560" y="204324"/>
            <a:chExt cx="6506749" cy="1170369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3AE2936-E2A1-B240-BC34-05AADFBA5059}"/>
                </a:ext>
              </a:extLst>
            </p:cNvPr>
            <p:cNvGrpSpPr/>
            <p:nvPr/>
          </p:nvGrpSpPr>
          <p:grpSpPr>
            <a:xfrm>
              <a:off x="137560" y="204324"/>
              <a:ext cx="6506749" cy="630903"/>
              <a:chOff x="137560" y="257079"/>
              <a:chExt cx="6506749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95167EC4-1158-47E9-9D1F-ECCEF95B6CD2}"/>
                  </a:ext>
                </a:extLst>
              </p:cNvPr>
              <p:cNvSpPr/>
              <p:nvPr/>
            </p:nvSpPr>
            <p:spPr>
              <a:xfrm>
                <a:off x="137560" y="257079"/>
                <a:ext cx="6506749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64D6427C-D991-25B1-9769-5FF05D7F18B8}"/>
                  </a:ext>
                </a:extLst>
              </p:cNvPr>
              <p:cNvSpPr/>
              <p:nvPr/>
            </p:nvSpPr>
            <p:spPr>
              <a:xfrm>
                <a:off x="405325" y="392530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3745F9A7-7495-0536-464A-A7FCAD599848}"/>
                  </a:ext>
                </a:extLst>
              </p:cNvPr>
              <p:cNvSpPr/>
              <p:nvPr/>
            </p:nvSpPr>
            <p:spPr>
              <a:xfrm>
                <a:off x="873480" y="392530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1C1748A6-93CD-1345-D2B9-02486C207428}"/>
                  </a:ext>
                </a:extLst>
              </p:cNvPr>
              <p:cNvSpPr/>
              <p:nvPr/>
            </p:nvSpPr>
            <p:spPr>
              <a:xfrm>
                <a:off x="1341635" y="392530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8453BB6-12BE-B108-BE94-EA286DB80315}"/>
                </a:ext>
              </a:extLst>
            </p:cNvPr>
            <p:cNvSpPr/>
            <p:nvPr/>
          </p:nvSpPr>
          <p:spPr>
            <a:xfrm>
              <a:off x="212180" y="965082"/>
              <a:ext cx="6401588" cy="1094293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CC308160-A323-67C3-72D4-B636301EC01F}"/>
              </a:ext>
            </a:extLst>
          </p:cNvPr>
          <p:cNvSpPr txBox="1"/>
          <p:nvPr/>
        </p:nvSpPr>
        <p:spPr>
          <a:xfrm>
            <a:off x="410557" y="6436550"/>
            <a:ext cx="6096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dirty="0">
                <a:solidFill>
                  <a:schemeClr val="accent1"/>
                </a:solidFill>
                <a:latin typeface="Goudy Stout" panose="0202090407030B020401" pitchFamily="18" charset="0"/>
              </a:rPr>
              <a:t>Thank</a:t>
            </a:r>
            <a:br>
              <a:rPr lang="en-US" sz="6600" dirty="0">
                <a:solidFill>
                  <a:schemeClr val="accent1"/>
                </a:solidFill>
                <a:latin typeface="Goudy Stout" panose="0202090407030B020401" pitchFamily="18" charset="0"/>
              </a:rPr>
            </a:br>
            <a:r>
              <a:rPr lang="en-US" sz="6600" dirty="0">
                <a:solidFill>
                  <a:schemeClr val="accent1"/>
                </a:solidFill>
                <a:latin typeface="Goudy Stout" panose="0202090407030B020401" pitchFamily="18" charset="0"/>
              </a:rPr>
              <a:t>you !</a:t>
            </a:r>
            <a:br>
              <a:rPr lang="en-US" sz="6600" dirty="0">
                <a:latin typeface="Goudy Stout" panose="0202090407030B020401" pitchFamily="18" charset="0"/>
              </a:rPr>
            </a:br>
            <a:r>
              <a:rPr lang="en-US" sz="2400" i="1" dirty="0">
                <a:latin typeface="Kristen ITC" panose="03050502040202030202" pitchFamily="66" charset="0"/>
              </a:rPr>
              <a:t>Don’t forget to visit </a:t>
            </a:r>
            <a:br>
              <a:rPr lang="en-US" sz="6600" dirty="0">
                <a:latin typeface="Goudy Stout" panose="0202090407030B020401" pitchFamily="18" charset="0"/>
              </a:rPr>
            </a:br>
            <a:r>
              <a:rPr lang="en-US" sz="3600" i="1" u="sng" dirty="0">
                <a:solidFill>
                  <a:schemeClr val="accent2"/>
                </a:solidFill>
                <a:highlight>
                  <a:srgbClr val="FFFF00"/>
                </a:highlight>
                <a:latin typeface="Bahnschrift" panose="020B0502040204020203" pitchFamily="34" charset="0"/>
                <a:cs typeface="Arial" panose="020B0604020202020204" pitchFamily="34" charset="0"/>
              </a:rPr>
              <a:t>https://josserich.github.io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A32EA76-A4A1-7171-5D16-75AE85C53688}"/>
              </a:ext>
            </a:extLst>
          </p:cNvPr>
          <p:cNvGrpSpPr/>
          <p:nvPr/>
        </p:nvGrpSpPr>
        <p:grpSpPr>
          <a:xfrm>
            <a:off x="2007227" y="2356542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8B88E914-5018-4100-C910-C5F2B58214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7DF1D91-AC12-93B4-2FB6-6A805C934B23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8928C2D-344B-7312-0B59-967C9A6387BB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D399DFB-0FD7-3074-2076-7D9E391B0EBB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FA4234FD-6DCF-4926-862E-97EE4700884C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6" name="Star: 4 Points 75">
            <a:extLst>
              <a:ext uri="{FF2B5EF4-FFF2-40B4-BE49-F238E27FC236}">
                <a16:creationId xmlns:a16="http://schemas.microsoft.com/office/drawing/2014/main" id="{F9294493-A276-DE8E-8CCC-EE8C2AC4F1E3}"/>
              </a:ext>
            </a:extLst>
          </p:cNvPr>
          <p:cNvSpPr/>
          <p:nvPr/>
        </p:nvSpPr>
        <p:spPr>
          <a:xfrm>
            <a:off x="765325" y="1737206"/>
            <a:ext cx="914400" cy="914400"/>
          </a:xfrm>
          <a:prstGeom prst="star4">
            <a:avLst/>
          </a:prstGeom>
          <a:solidFill>
            <a:srgbClr val="FFC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Star: 4 Points 76">
            <a:extLst>
              <a:ext uri="{FF2B5EF4-FFF2-40B4-BE49-F238E27FC236}">
                <a16:creationId xmlns:a16="http://schemas.microsoft.com/office/drawing/2014/main" id="{8C320EC2-78A1-8C77-23A8-D345319B1F90}"/>
              </a:ext>
            </a:extLst>
          </p:cNvPr>
          <p:cNvSpPr/>
          <p:nvPr/>
        </p:nvSpPr>
        <p:spPr>
          <a:xfrm>
            <a:off x="4868606" y="9483537"/>
            <a:ext cx="1157056" cy="1197193"/>
          </a:xfrm>
          <a:prstGeom prst="star4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Star: 5 Points 77">
            <a:extLst>
              <a:ext uri="{FF2B5EF4-FFF2-40B4-BE49-F238E27FC236}">
                <a16:creationId xmlns:a16="http://schemas.microsoft.com/office/drawing/2014/main" id="{40597B0C-F3D2-39AF-463D-9CF8A15E9E10}"/>
              </a:ext>
            </a:extLst>
          </p:cNvPr>
          <p:cNvSpPr/>
          <p:nvPr/>
        </p:nvSpPr>
        <p:spPr>
          <a:xfrm>
            <a:off x="2969169" y="11226152"/>
            <a:ext cx="558800" cy="471949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Star: 5 Points 78">
            <a:extLst>
              <a:ext uri="{FF2B5EF4-FFF2-40B4-BE49-F238E27FC236}">
                <a16:creationId xmlns:a16="http://schemas.microsoft.com/office/drawing/2014/main" id="{5531168D-D1EE-004B-F77F-B19530EF8D4D}"/>
              </a:ext>
            </a:extLst>
          </p:cNvPr>
          <p:cNvSpPr/>
          <p:nvPr/>
        </p:nvSpPr>
        <p:spPr>
          <a:xfrm>
            <a:off x="6085509" y="3460080"/>
            <a:ext cx="558800" cy="471949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Star: 5 Points 79">
            <a:extLst>
              <a:ext uri="{FF2B5EF4-FFF2-40B4-BE49-F238E27FC236}">
                <a16:creationId xmlns:a16="http://schemas.microsoft.com/office/drawing/2014/main" id="{4BFC5152-EBFA-BF1D-2C21-42967283F751}"/>
              </a:ext>
            </a:extLst>
          </p:cNvPr>
          <p:cNvSpPr/>
          <p:nvPr/>
        </p:nvSpPr>
        <p:spPr>
          <a:xfrm>
            <a:off x="5172656" y="1958431"/>
            <a:ext cx="558800" cy="471949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Star: 5 Points 80">
            <a:extLst>
              <a:ext uri="{FF2B5EF4-FFF2-40B4-BE49-F238E27FC236}">
                <a16:creationId xmlns:a16="http://schemas.microsoft.com/office/drawing/2014/main" id="{15541BEE-87FE-282B-F7A5-D5DFEEA04AB8}"/>
              </a:ext>
            </a:extLst>
          </p:cNvPr>
          <p:cNvSpPr/>
          <p:nvPr/>
        </p:nvSpPr>
        <p:spPr>
          <a:xfrm>
            <a:off x="703087" y="10680731"/>
            <a:ext cx="558800" cy="471949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Star: 6 Points 81">
            <a:extLst>
              <a:ext uri="{FF2B5EF4-FFF2-40B4-BE49-F238E27FC236}">
                <a16:creationId xmlns:a16="http://schemas.microsoft.com/office/drawing/2014/main" id="{D9A9AB52-3325-6085-B607-C696468ACD07}"/>
              </a:ext>
            </a:extLst>
          </p:cNvPr>
          <p:cNvSpPr/>
          <p:nvPr/>
        </p:nvSpPr>
        <p:spPr>
          <a:xfrm>
            <a:off x="839718" y="3861091"/>
            <a:ext cx="457200" cy="477520"/>
          </a:xfrm>
          <a:prstGeom prst="star6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Star: 6 Points 82">
            <a:extLst>
              <a:ext uri="{FF2B5EF4-FFF2-40B4-BE49-F238E27FC236}">
                <a16:creationId xmlns:a16="http://schemas.microsoft.com/office/drawing/2014/main" id="{71E94DAE-F1ED-B1E4-546E-432C881DBA0D}"/>
              </a:ext>
            </a:extLst>
          </p:cNvPr>
          <p:cNvSpPr/>
          <p:nvPr/>
        </p:nvSpPr>
        <p:spPr>
          <a:xfrm flipH="1">
            <a:off x="6025662" y="11381962"/>
            <a:ext cx="359275" cy="399030"/>
          </a:xfrm>
          <a:prstGeom prst="star6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Star: 4 Points 83">
            <a:extLst>
              <a:ext uri="{FF2B5EF4-FFF2-40B4-BE49-F238E27FC236}">
                <a16:creationId xmlns:a16="http://schemas.microsoft.com/office/drawing/2014/main" id="{B0E2781E-419C-6FEF-BFE9-45D70F270856}"/>
              </a:ext>
            </a:extLst>
          </p:cNvPr>
          <p:cNvSpPr/>
          <p:nvPr/>
        </p:nvSpPr>
        <p:spPr>
          <a:xfrm>
            <a:off x="1843334" y="955560"/>
            <a:ext cx="558800" cy="471949"/>
          </a:xfrm>
          <a:prstGeom prst="star4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C71913DB-7350-8DD3-88A7-B561FBE2FC13}"/>
              </a:ext>
            </a:extLst>
          </p:cNvPr>
          <p:cNvSpPr/>
          <p:nvPr/>
        </p:nvSpPr>
        <p:spPr>
          <a:xfrm rot="20186118">
            <a:off x="3614851" y="10905122"/>
            <a:ext cx="927159" cy="680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3"/>
                </a:solidFill>
                <a:latin typeface="Eras Bold ITC" panose="020B0907030504020204" pitchFamily="34" charset="0"/>
              </a:rPr>
              <a:t>&lt;/&gt;</a:t>
            </a:r>
            <a:endParaRPr lang="en-US" dirty="0">
              <a:solidFill>
                <a:schemeClr val="accent3"/>
              </a:solidFill>
              <a:latin typeface="Eras Bold ITC" panose="020B0907030504020204" pitchFamily="34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8738CF1-3326-0C1D-22F6-3220055ADA55}"/>
              </a:ext>
            </a:extLst>
          </p:cNvPr>
          <p:cNvSpPr/>
          <p:nvPr/>
        </p:nvSpPr>
        <p:spPr>
          <a:xfrm rot="1308130">
            <a:off x="1682344" y="10014446"/>
            <a:ext cx="927159" cy="680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3">
                    <a:lumMod val="75000"/>
                  </a:schemeClr>
                </a:solidFill>
                <a:latin typeface="Eras Bold ITC" panose="020B0907030504020204" pitchFamily="34" charset="0"/>
              </a:rPr>
              <a:t>&lt;/&gt;</a:t>
            </a:r>
            <a:endParaRPr lang="en-US" dirty="0">
              <a:solidFill>
                <a:schemeClr val="accent3">
                  <a:lumMod val="75000"/>
                </a:schemeClr>
              </a:solidFill>
              <a:latin typeface="Eras Bold ITC" panose="020B0907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5017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7550</TotalTime>
  <Words>614</Words>
  <Application>Microsoft Office PowerPoint</Application>
  <PresentationFormat>Widescreen</PresentationFormat>
  <Paragraphs>219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7" baseType="lpstr">
      <vt:lpstr>Aptos</vt:lpstr>
      <vt:lpstr>Arial</vt:lpstr>
      <vt:lpstr>Bahnschrift</vt:lpstr>
      <vt:lpstr>Berlin Sans FB</vt:lpstr>
      <vt:lpstr>Berlin Sans FB Demi</vt:lpstr>
      <vt:lpstr>Calibri</vt:lpstr>
      <vt:lpstr>Calibri Light</vt:lpstr>
      <vt:lpstr>Copperplate Gothic Bold</vt:lpstr>
      <vt:lpstr>Eras Bold ITC</vt:lpstr>
      <vt:lpstr>Gill Sans MT</vt:lpstr>
      <vt:lpstr>Goudy Stout</vt:lpstr>
      <vt:lpstr>Kristen ITC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josse-surya-pinem</dc:creator>
  <cp:lastModifiedBy>TUF GAMING</cp:lastModifiedBy>
  <cp:revision>206</cp:revision>
  <dcterms:created xsi:type="dcterms:W3CDTF">2025-11-04T03:39:38Z</dcterms:created>
  <dcterms:modified xsi:type="dcterms:W3CDTF">2026-03-30T08:15:53Z</dcterms:modified>
</cp:coreProperties>
</file>
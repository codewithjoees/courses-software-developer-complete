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sldIdLst>
    <p:sldId id="256" r:id="rId2"/>
    <p:sldId id="326" r:id="rId3"/>
    <p:sldId id="329" r:id="rId4"/>
    <p:sldId id="331" r:id="rId5"/>
    <p:sldId id="328" r:id="rId6"/>
    <p:sldId id="330" r:id="rId7"/>
    <p:sldId id="332" r:id="rId8"/>
    <p:sldId id="333" r:id="rId9"/>
    <p:sldId id="336" r:id="rId10"/>
    <p:sldId id="334" r:id="rId11"/>
    <p:sldId id="335" r:id="rId12"/>
    <p:sldId id="338" r:id="rId13"/>
    <p:sldId id="337" r:id="rId14"/>
    <p:sldId id="339" r:id="rId15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9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933" autoAdjust="0"/>
    <p:restoredTop sz="94660"/>
  </p:normalViewPr>
  <p:slideViewPr>
    <p:cSldViewPr snapToGrid="0">
      <p:cViewPr varScale="1">
        <p:scale>
          <a:sx n="44" d="100"/>
          <a:sy n="44" d="100"/>
        </p:scale>
        <p:origin x="2592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A39722-1826-40CF-BF8C-131C7B77064D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60638" y="1143000"/>
            <a:ext cx="17367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2AA439-7479-4F26-8C5D-4C662C69FA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1533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AA439-7479-4F26-8C5D-4C662C69FA3A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47638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3F0711-2FC6-E07E-1F6F-4465C84423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87921A-D82C-D1D9-8E4B-53167FB6CE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7E7E18-B11B-B3F6-0B9B-D33A11DD28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B588B3-D1DF-93A6-2F2A-A955BDF970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AA439-7479-4F26-8C5D-4C662C69FA3A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30515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CD960A-F4CE-3A2C-BE2E-02656F675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FDB324-D40E-777C-E7B1-FCC242EDEA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FB1FC8-F0CA-11FB-FAF8-4574BDBE53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63F0A-AA4D-8497-4A61-7BD067CAFF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AA439-7479-4F26-8C5D-4C662C69FA3A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37085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27183C-6BBA-2217-FE88-CB4C3FFF6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F15B41-EA2C-500E-5242-598AF2F297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C65379-4A7A-D9CC-3301-3A8D5764F6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92200E-D466-E671-63A7-CF563F9986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AA439-7479-4F26-8C5D-4C662C69FA3A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92501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43EACC-4B7D-4474-C591-418497251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89F208-DB96-8D7E-72C8-031F48C0C9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A49ED0-0A12-C9AB-3076-BB62ECD112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601205-6FD3-5C72-0C31-8CCCA05ECA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AA439-7479-4F26-8C5D-4C662C69FA3A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99362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3803DF-A144-9D85-6261-897AA6430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CBE089-8EF2-F77D-1790-99BA367F52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98D96E-7252-0970-44A9-180EEDA5E7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D8C28C-5019-7DD4-07D5-0C4091F1E7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AA439-7479-4F26-8C5D-4C662C69FA3A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47127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3EDBCB-3936-93D5-860B-A7DEB7B1B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F97DF1-1C4C-0FDB-2613-62771A6C8F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000FC8-A07C-474F-C542-6FE9CEFE4D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DFC50A-02B6-3729-02BF-8C912C853A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AA439-7479-4F26-8C5D-4C662C69FA3A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97322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2AFA2D-5A2A-746C-F2D0-29226B629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9C5FDA-8B83-1FA6-37AE-50C843392E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19529B-434B-218B-B321-4E8B12FEB7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A28855-C19F-958D-C753-B5C2CCC033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AA439-7479-4F26-8C5D-4C662C69FA3A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65523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7A63AA-2F3A-A72A-8F92-CC1E017E4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27E5DA-0AA9-7C08-37C5-932AD79BFC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ADC95B-47B0-D18E-20C4-BF0E6DFB42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BD1185-C285-6D01-1420-215EDCC61A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AA439-7479-4F26-8C5D-4C662C69FA3A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09654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CE77E1-1D9B-EAA2-826E-E548D56D2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62CB68-7E9A-72FA-8D6D-3BC97A6509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F23CC5-9EB3-C26D-91E4-C830119242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AE6DE0-41F9-9395-D135-38AB81DEE9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AA439-7479-4F26-8C5D-4C662C69FA3A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6867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76D15B-3AD4-0194-FB06-B9205FBA89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9F6350-AFCB-2D80-0D5E-B86DB3C820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E62762-2136-0046-61B2-D492574076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E8882B-8E41-B8F0-0FC9-5A7AD012F4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AA439-7479-4F26-8C5D-4C662C69FA3A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541634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35799B-3D70-D83B-8918-E43C8C1AB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48650F-8F2E-964D-8FA2-7EE9EFD4F9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460C3D-BA63-DF45-EA7A-4ADF31BBFA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2CC2D0-77AA-7A68-CF55-16104BD5B6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AA439-7479-4F26-8C5D-4C662C69FA3A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728180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BF918-B200-6A52-B834-84333D5603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B1D7E2-9007-28CC-CB82-8EEB0600C5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346973-3C49-C9B0-F22F-D053689A09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7589A9-5E3F-8693-7848-2901FF8E4E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AA439-7479-4F26-8C5D-4C662C69FA3A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910848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BE2E1-295C-CADE-CEF3-57FC4DD24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BC343B-BE0A-2EC7-3DFC-4D9A5C847A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181ABF-2324-FBA4-6E65-7F168573FC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D3A591-2C6F-0C27-2B89-B8E8B33911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AA439-7479-4F26-8C5D-4C662C69FA3A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33295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FF51B-7D6F-4CF9-A1E8-F4329305AAFA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79A3C-2CAF-443C-B135-408B6933E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9816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FF51B-7D6F-4CF9-A1E8-F4329305AAFA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79A3C-2CAF-443C-B135-408B6933E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1530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FF51B-7D6F-4CF9-A1E8-F4329305AAFA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79A3C-2CAF-443C-B135-408B6933E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360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FF51B-7D6F-4CF9-A1E8-F4329305AAFA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79A3C-2CAF-443C-B135-408B6933E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8806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FF51B-7D6F-4CF9-A1E8-F4329305AAFA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79A3C-2CAF-443C-B135-408B6933E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5838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FF51B-7D6F-4CF9-A1E8-F4329305AAFA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79A3C-2CAF-443C-B135-408B6933E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1260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FF51B-7D6F-4CF9-A1E8-F4329305AAFA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79A3C-2CAF-443C-B135-408B6933E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7918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FF51B-7D6F-4CF9-A1E8-F4329305AAFA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79A3C-2CAF-443C-B135-408B6933E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1922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FF51B-7D6F-4CF9-A1E8-F4329305AAFA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79A3C-2CAF-443C-B135-408B6933E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9287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FF51B-7D6F-4CF9-A1E8-F4329305AAFA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79A3C-2CAF-443C-B135-408B6933E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8602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FF51B-7D6F-4CF9-A1E8-F4329305AAFA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79A3C-2CAF-443C-B135-408B6933E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5996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EFF51B-7D6F-4CF9-A1E8-F4329305AAFA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879A3C-2CAF-443C-B135-408B6933E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8824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8.png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8.png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8.png"/><Relationship Id="rId4" Type="http://schemas.microsoft.com/office/2007/relationships/hdphoto" Target="../media/hdphoto1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15CE032A-D290-F436-A9F9-CF987079C703}"/>
              </a:ext>
            </a:extLst>
          </p:cNvPr>
          <p:cNvGrpSpPr/>
          <p:nvPr/>
        </p:nvGrpSpPr>
        <p:grpSpPr>
          <a:xfrm>
            <a:off x="101482" y="186896"/>
            <a:ext cx="6542828" cy="11840982"/>
            <a:chOff x="2682270" y="-2423764"/>
            <a:chExt cx="6542828" cy="11888547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3A1D5BA6-6006-735F-F56F-284FFC742A99}"/>
                </a:ext>
              </a:extLst>
            </p:cNvPr>
            <p:cNvGrpSpPr/>
            <p:nvPr/>
          </p:nvGrpSpPr>
          <p:grpSpPr>
            <a:xfrm>
              <a:off x="2682270" y="-2423764"/>
              <a:ext cx="6542828" cy="630903"/>
              <a:chOff x="2682270" y="-2364772"/>
              <a:chExt cx="6542828" cy="63090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854CE34C-BCC5-8428-C9C4-FBA5FF739328}"/>
                  </a:ext>
                </a:extLst>
              </p:cNvPr>
              <p:cNvSpPr/>
              <p:nvPr/>
            </p:nvSpPr>
            <p:spPr>
              <a:xfrm>
                <a:off x="2682270" y="-2364772"/>
                <a:ext cx="6542828" cy="63090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1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E818E4C5-0B2A-76F2-4617-F5EC1555543E}"/>
                  </a:ext>
                </a:extLst>
              </p:cNvPr>
              <p:cNvSpPr/>
              <p:nvPr/>
            </p:nvSpPr>
            <p:spPr>
              <a:xfrm>
                <a:off x="2928935" y="-2232006"/>
                <a:ext cx="360000" cy="360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1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FF750DEF-F459-BAE6-A7EC-9DEC4CF73B03}"/>
                  </a:ext>
                </a:extLst>
              </p:cNvPr>
              <p:cNvSpPr/>
              <p:nvPr/>
            </p:nvSpPr>
            <p:spPr>
              <a:xfrm>
                <a:off x="3397090" y="-2232006"/>
                <a:ext cx="360000" cy="36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1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A588A40D-F6B3-58DA-F280-B2C2E8BFC4DB}"/>
                  </a:ext>
                </a:extLst>
              </p:cNvPr>
              <p:cNvSpPr/>
              <p:nvPr/>
            </p:nvSpPr>
            <p:spPr>
              <a:xfrm>
                <a:off x="3865245" y="-2232006"/>
                <a:ext cx="360000" cy="360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1" dirty="0"/>
              </a:p>
            </p:txBody>
          </p:sp>
        </p:grp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CA2EFD40-CFFA-3856-068D-ED03CD125828}"/>
                </a:ext>
              </a:extLst>
            </p:cNvPr>
            <p:cNvGrpSpPr/>
            <p:nvPr/>
          </p:nvGrpSpPr>
          <p:grpSpPr>
            <a:xfrm>
              <a:off x="2736407" y="-1612704"/>
              <a:ext cx="6488691" cy="11077487"/>
              <a:chOff x="2725452" y="-1590946"/>
              <a:chExt cx="6488691" cy="11077487"/>
            </a:xfrm>
          </p:grpSpPr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6581FC32-07A9-D27D-3819-5A2CC0B9D9A8}"/>
                  </a:ext>
                </a:extLst>
              </p:cNvPr>
              <p:cNvSpPr/>
              <p:nvPr/>
            </p:nvSpPr>
            <p:spPr>
              <a:xfrm>
                <a:off x="2725452" y="-1590946"/>
                <a:ext cx="6488691" cy="11077487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  <p:sp>
            <p:nvSpPr>
              <p:cNvPr id="38" name="Star: 4 Points 37">
                <a:extLst>
                  <a:ext uri="{FF2B5EF4-FFF2-40B4-BE49-F238E27FC236}">
                    <a16:creationId xmlns:a16="http://schemas.microsoft.com/office/drawing/2014/main" id="{0AFD7213-0818-4642-8579-D32799B04D79}"/>
                  </a:ext>
                </a:extLst>
              </p:cNvPr>
              <p:cNvSpPr/>
              <p:nvPr/>
            </p:nvSpPr>
            <p:spPr>
              <a:xfrm>
                <a:off x="4103291" y="-751887"/>
                <a:ext cx="914400" cy="914400"/>
              </a:xfrm>
              <a:prstGeom prst="star4">
                <a:avLst/>
              </a:prstGeom>
              <a:solidFill>
                <a:srgbClr val="FFC000"/>
              </a:solidFill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1" dirty="0"/>
              </a:p>
            </p:txBody>
          </p:sp>
          <p:sp>
            <p:nvSpPr>
              <p:cNvPr id="39" name="Star: 4 Points 38">
                <a:extLst>
                  <a:ext uri="{FF2B5EF4-FFF2-40B4-BE49-F238E27FC236}">
                    <a16:creationId xmlns:a16="http://schemas.microsoft.com/office/drawing/2014/main" id="{8B0B5542-F1DF-49AD-27FC-D9A65718E2B9}"/>
                  </a:ext>
                </a:extLst>
              </p:cNvPr>
              <p:cNvSpPr/>
              <p:nvPr/>
            </p:nvSpPr>
            <p:spPr>
              <a:xfrm>
                <a:off x="7827140" y="8436721"/>
                <a:ext cx="618170" cy="477520"/>
              </a:xfrm>
              <a:prstGeom prst="star4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1" dirty="0"/>
              </a:p>
            </p:txBody>
          </p:sp>
          <p:sp>
            <p:nvSpPr>
              <p:cNvPr id="40" name="Star: 5 Points 39">
                <a:extLst>
                  <a:ext uri="{FF2B5EF4-FFF2-40B4-BE49-F238E27FC236}">
                    <a16:creationId xmlns:a16="http://schemas.microsoft.com/office/drawing/2014/main" id="{BE24B3F0-F10C-936D-774E-5D5B0749F36D}"/>
                  </a:ext>
                </a:extLst>
              </p:cNvPr>
              <p:cNvSpPr/>
              <p:nvPr/>
            </p:nvSpPr>
            <p:spPr>
              <a:xfrm>
                <a:off x="8034742" y="5909375"/>
                <a:ext cx="558800" cy="471949"/>
              </a:xfrm>
              <a:prstGeom prst="star5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1" dirty="0"/>
              </a:p>
            </p:txBody>
          </p:sp>
          <p:sp>
            <p:nvSpPr>
              <p:cNvPr id="41" name="Star: 5 Points 40">
                <a:extLst>
                  <a:ext uri="{FF2B5EF4-FFF2-40B4-BE49-F238E27FC236}">
                    <a16:creationId xmlns:a16="http://schemas.microsoft.com/office/drawing/2014/main" id="{E1888422-8817-7119-1ED0-B3F9D7988431}"/>
                  </a:ext>
                </a:extLst>
              </p:cNvPr>
              <p:cNvSpPr/>
              <p:nvPr/>
            </p:nvSpPr>
            <p:spPr>
              <a:xfrm>
                <a:off x="6243885" y="-979880"/>
                <a:ext cx="558800" cy="471949"/>
              </a:xfrm>
              <a:prstGeom prst="star5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1" dirty="0"/>
              </a:p>
            </p:txBody>
          </p:sp>
          <p:sp>
            <p:nvSpPr>
              <p:cNvPr id="42" name="Star: 5 Points 41">
                <a:extLst>
                  <a:ext uri="{FF2B5EF4-FFF2-40B4-BE49-F238E27FC236}">
                    <a16:creationId xmlns:a16="http://schemas.microsoft.com/office/drawing/2014/main" id="{2589ECA5-25A8-01BD-CC21-E905985F5C66}"/>
                  </a:ext>
                </a:extLst>
              </p:cNvPr>
              <p:cNvSpPr/>
              <p:nvPr/>
            </p:nvSpPr>
            <p:spPr>
              <a:xfrm>
                <a:off x="7755342" y="-1104850"/>
                <a:ext cx="558800" cy="471949"/>
              </a:xfrm>
              <a:prstGeom prst="star5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1" dirty="0"/>
              </a:p>
            </p:txBody>
          </p:sp>
          <p:sp>
            <p:nvSpPr>
              <p:cNvPr id="43" name="Star: 5 Points 42">
                <a:extLst>
                  <a:ext uri="{FF2B5EF4-FFF2-40B4-BE49-F238E27FC236}">
                    <a16:creationId xmlns:a16="http://schemas.microsoft.com/office/drawing/2014/main" id="{72A4F7B9-23B8-8335-A939-3123EE93179C}"/>
                  </a:ext>
                </a:extLst>
              </p:cNvPr>
              <p:cNvSpPr/>
              <p:nvPr/>
            </p:nvSpPr>
            <p:spPr>
              <a:xfrm>
                <a:off x="2909039" y="5647303"/>
                <a:ext cx="558800" cy="471949"/>
              </a:xfrm>
              <a:prstGeom prst="star5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1" dirty="0"/>
              </a:p>
            </p:txBody>
          </p:sp>
          <p:sp>
            <p:nvSpPr>
              <p:cNvPr id="44" name="Star: 6 Points 43">
                <a:extLst>
                  <a:ext uri="{FF2B5EF4-FFF2-40B4-BE49-F238E27FC236}">
                    <a16:creationId xmlns:a16="http://schemas.microsoft.com/office/drawing/2014/main" id="{3DED364F-5220-0FD0-46E0-0B62D2DCE506}"/>
                  </a:ext>
                </a:extLst>
              </p:cNvPr>
              <p:cNvSpPr/>
              <p:nvPr/>
            </p:nvSpPr>
            <p:spPr>
              <a:xfrm>
                <a:off x="3469010" y="7085066"/>
                <a:ext cx="457200" cy="477520"/>
              </a:xfrm>
              <a:prstGeom prst="star6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1" dirty="0"/>
              </a:p>
            </p:txBody>
          </p:sp>
          <p:sp>
            <p:nvSpPr>
              <p:cNvPr id="45" name="Star: 6 Points 44">
                <a:extLst>
                  <a:ext uri="{FF2B5EF4-FFF2-40B4-BE49-F238E27FC236}">
                    <a16:creationId xmlns:a16="http://schemas.microsoft.com/office/drawing/2014/main" id="{B1B0944B-C0D7-3D1C-1478-94CA762AEE46}"/>
                  </a:ext>
                </a:extLst>
              </p:cNvPr>
              <p:cNvSpPr/>
              <p:nvPr/>
            </p:nvSpPr>
            <p:spPr>
              <a:xfrm flipH="1">
                <a:off x="6028207" y="7261723"/>
                <a:ext cx="359275" cy="399030"/>
              </a:xfrm>
              <a:prstGeom prst="star6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1" dirty="0"/>
              </a:p>
            </p:txBody>
          </p:sp>
          <p:sp>
            <p:nvSpPr>
              <p:cNvPr id="46" name="Star: 4 Points 45">
                <a:extLst>
                  <a:ext uri="{FF2B5EF4-FFF2-40B4-BE49-F238E27FC236}">
                    <a16:creationId xmlns:a16="http://schemas.microsoft.com/office/drawing/2014/main" id="{C8A05DFA-F7BA-7DD2-F293-C8A049073BC3}"/>
                  </a:ext>
                </a:extLst>
              </p:cNvPr>
              <p:cNvSpPr/>
              <p:nvPr/>
            </p:nvSpPr>
            <p:spPr>
              <a:xfrm>
                <a:off x="3097980" y="-868876"/>
                <a:ext cx="558800" cy="471949"/>
              </a:xfrm>
              <a:prstGeom prst="star4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1" dirty="0"/>
              </a:p>
            </p:txBody>
          </p:sp>
        </p:grpSp>
      </p:grpSp>
      <p:sp>
        <p:nvSpPr>
          <p:cNvPr id="59" name="Rectangle 58">
            <a:extLst>
              <a:ext uri="{FF2B5EF4-FFF2-40B4-BE49-F238E27FC236}">
                <a16:creationId xmlns:a16="http://schemas.microsoft.com/office/drawing/2014/main" id="{D1FC27B6-3175-E5EE-CBB8-165B6B6CFD3E}"/>
              </a:ext>
            </a:extLst>
          </p:cNvPr>
          <p:cNvSpPr/>
          <p:nvPr/>
        </p:nvSpPr>
        <p:spPr>
          <a:xfrm rot="20186118">
            <a:off x="484644" y="3418195"/>
            <a:ext cx="927159" cy="6807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accent2"/>
                </a:solidFill>
                <a:latin typeface="Eras Bold ITC" panose="020B0907030504020204" pitchFamily="34" charset="0"/>
              </a:rPr>
              <a:t>&lt;/&gt;</a:t>
            </a:r>
            <a:endParaRPr lang="en-US" sz="1801" dirty="0">
              <a:solidFill>
                <a:schemeClr val="accent2"/>
              </a:solidFill>
              <a:latin typeface="Eras Bold ITC" panose="020B0907030504020204" pitchFamily="34" charset="0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AFCED4A5-83DE-003B-C124-CE31E8C86499}"/>
              </a:ext>
            </a:extLst>
          </p:cNvPr>
          <p:cNvSpPr/>
          <p:nvPr/>
        </p:nvSpPr>
        <p:spPr>
          <a:xfrm rot="1308130">
            <a:off x="4793727" y="9510225"/>
            <a:ext cx="927159" cy="6807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accent6"/>
                </a:solidFill>
                <a:latin typeface="Eras Bold ITC" panose="020B0907030504020204" pitchFamily="34" charset="0"/>
              </a:rPr>
              <a:t>&lt;/&gt;</a:t>
            </a:r>
            <a:endParaRPr lang="en-US" sz="1801" dirty="0">
              <a:solidFill>
                <a:schemeClr val="accent6"/>
              </a:solidFill>
              <a:latin typeface="Eras Bold ITC" panose="020B0907030504020204" pitchFamily="34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B014A1F-D3E9-85D5-CC94-7523A54C533E}"/>
              </a:ext>
            </a:extLst>
          </p:cNvPr>
          <p:cNvGrpSpPr/>
          <p:nvPr/>
        </p:nvGrpSpPr>
        <p:grpSpPr>
          <a:xfrm>
            <a:off x="385586" y="5621524"/>
            <a:ext cx="6116777" cy="2247721"/>
            <a:chOff x="1774064" y="2889770"/>
            <a:chExt cx="6116776" cy="2247720"/>
          </a:xfrm>
        </p:grpSpPr>
        <p:sp>
          <p:nvSpPr>
            <p:cNvPr id="61" name="Rectangle: Rounded Corners 60">
              <a:extLst>
                <a:ext uri="{FF2B5EF4-FFF2-40B4-BE49-F238E27FC236}">
                  <a16:creationId xmlns:a16="http://schemas.microsoft.com/office/drawing/2014/main" id="{D808F76A-6D08-BB8B-17E3-190A77166CD4}"/>
                </a:ext>
              </a:extLst>
            </p:cNvPr>
            <p:cNvSpPr/>
            <p:nvPr/>
          </p:nvSpPr>
          <p:spPr>
            <a:xfrm>
              <a:off x="1774064" y="2889770"/>
              <a:ext cx="6116776" cy="1513840"/>
            </a:xfrm>
            <a:prstGeom prst="roundRect">
              <a:avLst>
                <a:gd name="adj" fmla="val 0"/>
              </a:avLst>
            </a:prstGeom>
            <a:solidFill>
              <a:srgbClr val="FFF9A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 dirty="0">
                  <a:solidFill>
                    <a:srgbClr val="0240FF"/>
                  </a:solidFill>
                  <a:latin typeface="Berlin Sans FB Demi" panose="020E0802020502020306" pitchFamily="34" charset="0"/>
                </a:rPr>
                <a:t>“ Learn Programming For Beginners – Free Full Course “</a:t>
              </a:r>
            </a:p>
          </p:txBody>
        </p:sp>
        <p:sp>
          <p:nvSpPr>
            <p:cNvPr id="62" name="Rectangle: Rounded Corners 61">
              <a:extLst>
                <a:ext uri="{FF2B5EF4-FFF2-40B4-BE49-F238E27FC236}">
                  <a16:creationId xmlns:a16="http://schemas.microsoft.com/office/drawing/2014/main" id="{378BB3AA-8D2E-B871-644A-B927784C030D}"/>
                </a:ext>
              </a:extLst>
            </p:cNvPr>
            <p:cNvSpPr/>
            <p:nvPr/>
          </p:nvSpPr>
          <p:spPr>
            <a:xfrm>
              <a:off x="2405048" y="4320075"/>
              <a:ext cx="5024284" cy="817415"/>
            </a:xfrm>
            <a:prstGeom prst="roundRect">
              <a:avLst>
                <a:gd name="adj" fmla="val 0"/>
              </a:avLst>
            </a:prstGeom>
            <a:solidFill>
              <a:srgbClr val="0240F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 dirty="0">
                  <a:solidFill>
                    <a:schemeClr val="bg1"/>
                  </a:solidFill>
                  <a:latin typeface="Berlin Sans FB Demi" panose="020E0802020502020306" pitchFamily="34" charset="0"/>
                </a:rPr>
                <a:t>#8 – GIT &amp; GITHUB </a:t>
              </a:r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36443FE8-2CEC-9D57-714D-AC67A4A21C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2896" y="4128371"/>
            <a:ext cx="1161086" cy="116108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EAFA1AF-96A7-CC67-388E-27F963A3B1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5815" y="4133961"/>
            <a:ext cx="1216956" cy="1216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46954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F8592F-7F92-F7B1-B3E2-A11B43C0D2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0681D9A7-BF85-5BBE-93C9-7100CD861993}"/>
              </a:ext>
            </a:extLst>
          </p:cNvPr>
          <p:cNvGrpSpPr/>
          <p:nvPr/>
        </p:nvGrpSpPr>
        <p:grpSpPr>
          <a:xfrm>
            <a:off x="101482" y="186896"/>
            <a:ext cx="6542828" cy="11840982"/>
            <a:chOff x="101482" y="186896"/>
            <a:chExt cx="6542828" cy="11840982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3DE49724-381C-7223-82E8-FC40BF5D3EBD}"/>
                </a:ext>
              </a:extLst>
            </p:cNvPr>
            <p:cNvGrpSpPr/>
            <p:nvPr/>
          </p:nvGrpSpPr>
          <p:grpSpPr>
            <a:xfrm>
              <a:off x="101482" y="186896"/>
              <a:ext cx="6542828" cy="628379"/>
              <a:chOff x="2682270" y="-2364772"/>
              <a:chExt cx="6542828" cy="63090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7BBB24D1-4A7C-6F1B-625B-2CBEAC025E0D}"/>
                  </a:ext>
                </a:extLst>
              </p:cNvPr>
              <p:cNvSpPr/>
              <p:nvPr/>
            </p:nvSpPr>
            <p:spPr>
              <a:xfrm>
                <a:off x="2682270" y="-2364772"/>
                <a:ext cx="6542828" cy="63090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1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9522DD71-D29B-D5E6-4F87-C25521D828B1}"/>
                  </a:ext>
                </a:extLst>
              </p:cNvPr>
              <p:cNvSpPr/>
              <p:nvPr/>
            </p:nvSpPr>
            <p:spPr>
              <a:xfrm>
                <a:off x="2928935" y="-2232006"/>
                <a:ext cx="360000" cy="360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1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2529321D-25C8-19F4-F46E-7DDE103F9AC5}"/>
                  </a:ext>
                </a:extLst>
              </p:cNvPr>
              <p:cNvSpPr/>
              <p:nvPr/>
            </p:nvSpPr>
            <p:spPr>
              <a:xfrm>
                <a:off x="3397090" y="-2232006"/>
                <a:ext cx="360000" cy="36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1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CF663BA6-68AF-89B5-B714-BDE14A2FE355}"/>
                  </a:ext>
                </a:extLst>
              </p:cNvPr>
              <p:cNvSpPr/>
              <p:nvPr/>
            </p:nvSpPr>
            <p:spPr>
              <a:xfrm>
                <a:off x="3865245" y="-2232006"/>
                <a:ext cx="360000" cy="360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1" dirty="0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A4554774-76EB-F103-FE09-BDA2018E2A41}"/>
                </a:ext>
              </a:extLst>
            </p:cNvPr>
            <p:cNvSpPr/>
            <p:nvPr/>
          </p:nvSpPr>
          <p:spPr>
            <a:xfrm>
              <a:off x="155619" y="994711"/>
              <a:ext cx="6488691" cy="11033167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800" dirty="0">
                <a:solidFill>
                  <a:schemeClr val="tx1"/>
                </a:solidFill>
                <a:latin typeface="Copperplate Gothic Bold" panose="020E0705020206020404" pitchFamily="34" charset="0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2F1F6107-E7C0-6592-E3FC-3B49D225D802}"/>
              </a:ext>
            </a:extLst>
          </p:cNvPr>
          <p:cNvGrpSpPr/>
          <p:nvPr/>
        </p:nvGrpSpPr>
        <p:grpSpPr>
          <a:xfrm>
            <a:off x="350604" y="1265082"/>
            <a:ext cx="2227705" cy="757586"/>
            <a:chOff x="477012" y="1173029"/>
            <a:chExt cx="2227705" cy="757585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1A760321-AB8F-E43F-3B8D-FDEBC59BB6C1}"/>
                </a:ext>
              </a:extLst>
            </p:cNvPr>
            <p:cNvSpPr/>
            <p:nvPr/>
          </p:nvSpPr>
          <p:spPr>
            <a:xfrm>
              <a:off x="1342752" y="1237126"/>
              <a:ext cx="1361965" cy="581768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  <a:latin typeface="Berlin Sans FB" panose="020E0602020502020306" pitchFamily="34" charset="0"/>
                </a:rPr>
                <a:t>GIT</a:t>
              </a: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503A4532-FC1E-6ADA-F42D-78BE0C834A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7012" y="1173029"/>
              <a:ext cx="757585" cy="757585"/>
            </a:xfrm>
            <a:prstGeom prst="rect">
              <a:avLst/>
            </a:prstGeom>
          </p:spPr>
        </p:pic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0744B4F4-9962-7C8F-B3FC-71B0EB1C4162}"/>
              </a:ext>
            </a:extLst>
          </p:cNvPr>
          <p:cNvSpPr/>
          <p:nvPr/>
        </p:nvSpPr>
        <p:spPr>
          <a:xfrm>
            <a:off x="348147" y="2246463"/>
            <a:ext cx="5911976" cy="181235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GIT is a tool in your local device that helps you save and manage your code, work with others, keep track of changes , and undo mistake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30D9BFC-1C1E-0FD9-EA2A-08757C411413}"/>
              </a:ext>
            </a:extLst>
          </p:cNvPr>
          <p:cNvSpPr/>
          <p:nvPr/>
        </p:nvSpPr>
        <p:spPr>
          <a:xfrm>
            <a:off x="348147" y="4147386"/>
            <a:ext cx="3965760" cy="106318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GIT is a popular version control system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29AAA09-CD9F-B00D-A75D-2A823CF14EE2}"/>
              </a:ext>
            </a:extLst>
          </p:cNvPr>
          <p:cNvSpPr/>
          <p:nvPr/>
        </p:nvSpPr>
        <p:spPr>
          <a:xfrm>
            <a:off x="348147" y="5334320"/>
            <a:ext cx="5911976" cy="157794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GIT was created by Linus Torvalds in 2005, and has been maintained by Junio Hamano since then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B5E0917-195F-CCEA-2CE6-06368D6192C6}"/>
              </a:ext>
            </a:extLst>
          </p:cNvPr>
          <p:cNvSpPr/>
          <p:nvPr/>
        </p:nvSpPr>
        <p:spPr>
          <a:xfrm>
            <a:off x="1193887" y="7441051"/>
            <a:ext cx="1527556" cy="58176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GITHUB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2F9725B-1664-9B8B-2154-0FDFDE702F4E}"/>
              </a:ext>
            </a:extLst>
          </p:cNvPr>
          <p:cNvSpPr/>
          <p:nvPr/>
        </p:nvSpPr>
        <p:spPr>
          <a:xfrm>
            <a:off x="365731" y="9053294"/>
            <a:ext cx="5859222" cy="111626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GITHUB is a provider or service that stores and manages source code All of developers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FDCCB68-07A7-FD2F-42E5-4482194168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125" y="7428356"/>
            <a:ext cx="647216" cy="647216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B191E9D7-724B-28CD-1C6B-91698BA0B5E0}"/>
              </a:ext>
            </a:extLst>
          </p:cNvPr>
          <p:cNvSpPr/>
          <p:nvPr/>
        </p:nvSpPr>
        <p:spPr>
          <a:xfrm>
            <a:off x="365733" y="8202197"/>
            <a:ext cx="5683374" cy="81985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GITHUB is a website that works like a GIT</a:t>
            </a:r>
          </a:p>
        </p:txBody>
      </p:sp>
    </p:spTree>
    <p:extLst>
      <p:ext uri="{BB962C8B-B14F-4D97-AF65-F5344CB8AC3E}">
        <p14:creationId xmlns:p14="http://schemas.microsoft.com/office/powerpoint/2010/main" val="32708385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E862E0-5609-7E75-3B20-33CDC671B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1345EEA-7589-73A4-C5FB-F3B0114FCC7B}"/>
              </a:ext>
            </a:extLst>
          </p:cNvPr>
          <p:cNvGrpSpPr/>
          <p:nvPr/>
        </p:nvGrpSpPr>
        <p:grpSpPr>
          <a:xfrm>
            <a:off x="101482" y="186896"/>
            <a:ext cx="6542828" cy="11840982"/>
            <a:chOff x="101482" y="186896"/>
            <a:chExt cx="6542828" cy="11840982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E2E483D1-EE0E-9F16-4499-9EB6B130FC27}"/>
                </a:ext>
              </a:extLst>
            </p:cNvPr>
            <p:cNvGrpSpPr/>
            <p:nvPr/>
          </p:nvGrpSpPr>
          <p:grpSpPr>
            <a:xfrm>
              <a:off x="101482" y="186896"/>
              <a:ext cx="6542828" cy="628379"/>
              <a:chOff x="2682270" y="-2364772"/>
              <a:chExt cx="6542828" cy="63090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603C9A50-BFA2-5AE0-B76E-FD85F1CF88E8}"/>
                  </a:ext>
                </a:extLst>
              </p:cNvPr>
              <p:cNvSpPr/>
              <p:nvPr/>
            </p:nvSpPr>
            <p:spPr>
              <a:xfrm>
                <a:off x="2682270" y="-2364772"/>
                <a:ext cx="6542828" cy="63090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1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6856125B-38D4-CB98-5539-6134C274DE5D}"/>
                  </a:ext>
                </a:extLst>
              </p:cNvPr>
              <p:cNvSpPr/>
              <p:nvPr/>
            </p:nvSpPr>
            <p:spPr>
              <a:xfrm>
                <a:off x="2928935" y="-2232006"/>
                <a:ext cx="360000" cy="360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1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1EA7E657-E154-681B-F463-9612573B5FF5}"/>
                  </a:ext>
                </a:extLst>
              </p:cNvPr>
              <p:cNvSpPr/>
              <p:nvPr/>
            </p:nvSpPr>
            <p:spPr>
              <a:xfrm>
                <a:off x="3397090" y="-2232006"/>
                <a:ext cx="360000" cy="36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1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E49AADF4-DAF4-DB6D-9989-8E969D81E746}"/>
                  </a:ext>
                </a:extLst>
              </p:cNvPr>
              <p:cNvSpPr/>
              <p:nvPr/>
            </p:nvSpPr>
            <p:spPr>
              <a:xfrm>
                <a:off x="3865245" y="-2232006"/>
                <a:ext cx="360000" cy="360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1" dirty="0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BD658C19-6FE8-99C1-1440-BC6DDF333005}"/>
                </a:ext>
              </a:extLst>
            </p:cNvPr>
            <p:cNvSpPr/>
            <p:nvPr/>
          </p:nvSpPr>
          <p:spPr>
            <a:xfrm>
              <a:off x="155619" y="994711"/>
              <a:ext cx="6488691" cy="11033167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800" dirty="0">
                <a:solidFill>
                  <a:schemeClr val="tx1"/>
                </a:solidFill>
                <a:latin typeface="Copperplate Gothic Bold" panose="020E0705020206020404" pitchFamily="34" charset="0"/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C9A30F53-68EB-C3E6-0E46-823551F6FBD9}"/>
              </a:ext>
            </a:extLst>
          </p:cNvPr>
          <p:cNvGrpSpPr/>
          <p:nvPr/>
        </p:nvGrpSpPr>
        <p:grpSpPr>
          <a:xfrm>
            <a:off x="2022145" y="3052054"/>
            <a:ext cx="2813709" cy="2655011"/>
            <a:chOff x="-2075155" y="4103517"/>
            <a:chExt cx="1965705" cy="1951195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4577496E-1804-1E0E-A4BB-127B42EC2D70}"/>
                </a:ext>
              </a:extLst>
            </p:cNvPr>
            <p:cNvGrpSpPr/>
            <p:nvPr/>
          </p:nvGrpSpPr>
          <p:grpSpPr>
            <a:xfrm>
              <a:off x="-2075155" y="4103517"/>
              <a:ext cx="1965705" cy="1951195"/>
              <a:chOff x="1702752" y="1561369"/>
              <a:chExt cx="1965705" cy="1951195"/>
            </a:xfrm>
            <a:solidFill>
              <a:schemeClr val="tx2"/>
            </a:solidFill>
          </p:grpSpPr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B3085CF1-7EC8-3EF8-E9A8-49C16FC615FB}"/>
                  </a:ext>
                </a:extLst>
              </p:cNvPr>
              <p:cNvSpPr/>
              <p:nvPr/>
            </p:nvSpPr>
            <p:spPr>
              <a:xfrm>
                <a:off x="1983585" y="3018667"/>
                <a:ext cx="1454123" cy="493897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1" dirty="0"/>
              </a:p>
            </p:txBody>
          </p:sp>
          <p:sp>
            <p:nvSpPr>
              <p:cNvPr id="12" name="Isosceles Triangle 11">
                <a:extLst>
                  <a:ext uri="{FF2B5EF4-FFF2-40B4-BE49-F238E27FC236}">
                    <a16:creationId xmlns:a16="http://schemas.microsoft.com/office/drawing/2014/main" id="{4DA48FF5-0968-3701-64AE-86B2A81BE4EF}"/>
                  </a:ext>
                </a:extLst>
              </p:cNvPr>
              <p:cNvSpPr/>
              <p:nvPr/>
            </p:nvSpPr>
            <p:spPr>
              <a:xfrm>
                <a:off x="2488291" y="2282947"/>
                <a:ext cx="444713" cy="914400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1" dirty="0"/>
              </a:p>
            </p:txBody>
          </p:sp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24D0B85A-E70C-6E26-C877-FD4E4FC5EB4A}"/>
                  </a:ext>
                </a:extLst>
              </p:cNvPr>
              <p:cNvSpPr/>
              <p:nvPr/>
            </p:nvSpPr>
            <p:spPr>
              <a:xfrm>
                <a:off x="1702752" y="1561369"/>
                <a:ext cx="1965705" cy="1366350"/>
              </a:xfrm>
              <a:prstGeom prst="round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1" dirty="0"/>
              </a:p>
            </p:txBody>
          </p:sp>
          <p:pic>
            <p:nvPicPr>
              <p:cNvPr id="18" name="Picture 17">
                <a:extLst>
                  <a:ext uri="{FF2B5EF4-FFF2-40B4-BE49-F238E27FC236}">
                    <a16:creationId xmlns:a16="http://schemas.microsoft.com/office/drawing/2014/main" id="{F16A5388-AA92-B8AB-8B97-FDEBB0A7649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95198" y="1690643"/>
                <a:ext cx="1788622" cy="1008351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</p:pic>
        </p:grp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DFFA080-1F3A-C497-59E0-651F2B14D7B8}"/>
                </a:ext>
              </a:extLst>
            </p:cNvPr>
            <p:cNvSpPr/>
            <p:nvPr/>
          </p:nvSpPr>
          <p:spPr>
            <a:xfrm>
              <a:off x="-1983159" y="4228819"/>
              <a:ext cx="1811143" cy="1061815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i="1" dirty="0">
                  <a:solidFill>
                    <a:schemeClr val="bg1"/>
                  </a:solidFill>
                </a:rPr>
                <a:t>Error…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338CE5C-D2C1-BE85-E3F7-44A437A12BBE}"/>
              </a:ext>
            </a:extLst>
          </p:cNvPr>
          <p:cNvGrpSpPr/>
          <p:nvPr/>
        </p:nvGrpSpPr>
        <p:grpSpPr>
          <a:xfrm>
            <a:off x="4154563" y="3640218"/>
            <a:ext cx="1025929" cy="1647608"/>
            <a:chOff x="2354995" y="4814229"/>
            <a:chExt cx="634290" cy="1100128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4E935D8D-21EA-E31C-20E9-3978160211BD}"/>
                </a:ext>
              </a:extLst>
            </p:cNvPr>
            <p:cNvGrpSpPr/>
            <p:nvPr/>
          </p:nvGrpSpPr>
          <p:grpSpPr>
            <a:xfrm>
              <a:off x="2354995" y="4814229"/>
              <a:ext cx="634290" cy="1100128"/>
              <a:chOff x="2841160" y="1888272"/>
              <a:chExt cx="914400" cy="1154875"/>
            </a:xfrm>
          </p:grpSpPr>
          <p:sp>
            <p:nvSpPr>
              <p:cNvPr id="22" name="Rectangle: Rounded Corners 21">
                <a:extLst>
                  <a:ext uri="{FF2B5EF4-FFF2-40B4-BE49-F238E27FC236}">
                    <a16:creationId xmlns:a16="http://schemas.microsoft.com/office/drawing/2014/main" id="{9E7BA038-CBA2-BCA3-D722-255710466384}"/>
                  </a:ext>
                </a:extLst>
              </p:cNvPr>
              <p:cNvSpPr/>
              <p:nvPr/>
            </p:nvSpPr>
            <p:spPr>
              <a:xfrm>
                <a:off x="2841160" y="1888272"/>
                <a:ext cx="914400" cy="1154875"/>
              </a:xfrm>
              <a:prstGeom prst="roundRect">
                <a:avLst/>
              </a:prstGeom>
              <a:solidFill>
                <a:schemeClr val="tx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1" dirty="0"/>
              </a:p>
            </p:txBody>
          </p:sp>
          <p:pic>
            <p:nvPicPr>
              <p:cNvPr id="24" name="Picture 23">
                <a:extLst>
                  <a:ext uri="{FF2B5EF4-FFF2-40B4-BE49-F238E27FC236}">
                    <a16:creationId xmlns:a16="http://schemas.microsoft.com/office/drawing/2014/main" id="{6F2F986B-4D52-66F8-49D9-5337DADA34B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904112" y="2028190"/>
                <a:ext cx="796333" cy="858254"/>
              </a:xfrm>
              <a:prstGeom prst="rect">
                <a:avLst/>
              </a:prstGeom>
            </p:spPr>
          </p:pic>
        </p:grp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F76CAA35-7AE6-054F-C101-A53A4DC431CE}"/>
                </a:ext>
              </a:extLst>
            </p:cNvPr>
            <p:cNvSpPr/>
            <p:nvPr/>
          </p:nvSpPr>
          <p:spPr>
            <a:xfrm>
              <a:off x="2395954" y="4940406"/>
              <a:ext cx="555102" cy="835653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bg1"/>
                  </a:solidFill>
                </a:rPr>
                <a:t>Error</a:t>
              </a:r>
              <a:r>
                <a:rPr lang="en-US" sz="1200" dirty="0">
                  <a:solidFill>
                    <a:schemeClr val="bg1"/>
                  </a:solidFill>
                </a:rPr>
                <a:t>.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323E44BD-6D07-30D9-34ED-601EDC3D8D2D}"/>
              </a:ext>
            </a:extLst>
          </p:cNvPr>
          <p:cNvGrpSpPr/>
          <p:nvPr/>
        </p:nvGrpSpPr>
        <p:grpSpPr>
          <a:xfrm>
            <a:off x="137185" y="8632132"/>
            <a:ext cx="2294543" cy="2345125"/>
            <a:chOff x="55333" y="8003265"/>
            <a:chExt cx="1859403" cy="1900853"/>
          </a:xfrm>
        </p:grpSpPr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BA7E239D-DF23-4051-882C-AE59BC12B7F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293" t="10392" r="11513" b="16147"/>
            <a:stretch>
              <a:fillRect/>
            </a:stretch>
          </p:blipFill>
          <p:spPr>
            <a:xfrm>
              <a:off x="55333" y="8003265"/>
              <a:ext cx="1859403" cy="1900853"/>
            </a:xfrm>
            <a:prstGeom prst="rect">
              <a:avLst/>
            </a:prstGeom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3C476C38-A4CF-473C-4B63-0F486D601ECF}"/>
                </a:ext>
              </a:extLst>
            </p:cNvPr>
            <p:cNvSpPr txBox="1"/>
            <p:nvPr/>
          </p:nvSpPr>
          <p:spPr>
            <a:xfrm>
              <a:off x="957434" y="8244988"/>
              <a:ext cx="957301" cy="523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>
                  <a:solidFill>
                    <a:srgbClr val="FF0000"/>
                  </a:solidFill>
                  <a:latin typeface="Arial Black" panose="020B0A04020102020204" pitchFamily="34" charset="0"/>
                </a:rPr>
                <a:t>???</a:t>
              </a:r>
              <a:endParaRPr lang="en-US" sz="2800" dirty="0">
                <a:solidFill>
                  <a:srgbClr val="FF0000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3C1E597C-1146-32C5-3C1F-1812062E5B86}"/>
              </a:ext>
            </a:extLst>
          </p:cNvPr>
          <p:cNvGrpSpPr/>
          <p:nvPr/>
        </p:nvGrpSpPr>
        <p:grpSpPr>
          <a:xfrm>
            <a:off x="2168062" y="8173204"/>
            <a:ext cx="2321709" cy="2345125"/>
            <a:chOff x="2499298" y="7981261"/>
            <a:chExt cx="1881417" cy="1900853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065534C3-83B8-AD98-E431-3E118F8ABAC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293" t="10392" r="11513" b="16147"/>
            <a:stretch>
              <a:fillRect/>
            </a:stretch>
          </p:blipFill>
          <p:spPr>
            <a:xfrm>
              <a:off x="2499298" y="7981261"/>
              <a:ext cx="1859403" cy="1900853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7195A4D-B48F-99C6-BF33-1EB77D2BF845}"/>
                </a:ext>
              </a:extLst>
            </p:cNvPr>
            <p:cNvSpPr txBox="1"/>
            <p:nvPr/>
          </p:nvSpPr>
          <p:spPr>
            <a:xfrm>
              <a:off x="3423414" y="8159940"/>
              <a:ext cx="957301" cy="523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>
                  <a:solidFill>
                    <a:srgbClr val="FF0000"/>
                  </a:solidFill>
                  <a:latin typeface="Arial Black" panose="020B0A04020102020204" pitchFamily="34" charset="0"/>
                </a:rPr>
                <a:t>???</a:t>
              </a:r>
              <a:endParaRPr lang="en-US" sz="2800" dirty="0">
                <a:solidFill>
                  <a:srgbClr val="FF0000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298225D8-4900-CCAD-F751-AFC5EDB4FA68}"/>
              </a:ext>
            </a:extLst>
          </p:cNvPr>
          <p:cNvGrpSpPr/>
          <p:nvPr/>
        </p:nvGrpSpPr>
        <p:grpSpPr>
          <a:xfrm>
            <a:off x="4180505" y="8572034"/>
            <a:ext cx="2294543" cy="2345125"/>
            <a:chOff x="4742315" y="7945235"/>
            <a:chExt cx="1859403" cy="1900853"/>
          </a:xfrm>
        </p:grpSpPr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660348DD-325E-8630-CD82-7FB926CC108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293" t="10392" r="11513" b="16147"/>
            <a:stretch>
              <a:fillRect/>
            </a:stretch>
          </p:blipFill>
          <p:spPr>
            <a:xfrm>
              <a:off x="4742315" y="7945235"/>
              <a:ext cx="1859403" cy="1900853"/>
            </a:xfrm>
            <a:prstGeom prst="rect">
              <a:avLst/>
            </a:prstGeom>
          </p:spPr>
        </p:pic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EF211491-B237-D739-4397-821926CF3C7A}"/>
                </a:ext>
              </a:extLst>
            </p:cNvPr>
            <p:cNvSpPr txBox="1"/>
            <p:nvPr/>
          </p:nvSpPr>
          <p:spPr>
            <a:xfrm>
              <a:off x="5642657" y="8100278"/>
              <a:ext cx="957301" cy="523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>
                  <a:solidFill>
                    <a:srgbClr val="FF0000"/>
                  </a:solidFill>
                  <a:latin typeface="Arial Black" panose="020B0A04020102020204" pitchFamily="34" charset="0"/>
                </a:rPr>
                <a:t>???</a:t>
              </a:r>
              <a:endParaRPr lang="en-US" sz="2800" dirty="0">
                <a:solidFill>
                  <a:srgbClr val="FF0000"/>
                </a:solidFill>
                <a:latin typeface="Arial Black" panose="020B0A04020102020204" pitchFamily="34" charset="0"/>
              </a:endParaRPr>
            </a:p>
          </p:txBody>
        </p: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FB17CBDD-EB0A-0CFB-7C9E-BABBE23FB9DA}"/>
              </a:ext>
            </a:extLst>
          </p:cNvPr>
          <p:cNvSpPr txBox="1"/>
          <p:nvPr/>
        </p:nvSpPr>
        <p:spPr>
          <a:xfrm>
            <a:off x="996302" y="5907277"/>
            <a:ext cx="521429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ptos" panose="020B0004020202020204" pitchFamily="34" charset="0"/>
              </a:rPr>
              <a:t>Who does overwrite line of code number 2  ???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404C823-6A0E-3B51-B2CF-96C498E38695}"/>
              </a:ext>
            </a:extLst>
          </p:cNvPr>
          <p:cNvSpPr txBox="1"/>
          <p:nvPr/>
        </p:nvSpPr>
        <p:spPr>
          <a:xfrm>
            <a:off x="839352" y="7461306"/>
            <a:ext cx="26827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ptos" panose="020B0004020202020204" pitchFamily="34" charset="0"/>
              </a:rPr>
              <a:t>Who does create feature-c ???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F73A45D-8261-81DF-16B3-4E1AEACA3354}"/>
              </a:ext>
            </a:extLst>
          </p:cNvPr>
          <p:cNvSpPr/>
          <p:nvPr/>
        </p:nvSpPr>
        <p:spPr>
          <a:xfrm>
            <a:off x="1176302" y="1608001"/>
            <a:ext cx="4639333" cy="58176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WITHOUT GIT &amp; GITHUB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1370F2-2CA3-FD2B-0152-40F061A22C54}"/>
              </a:ext>
            </a:extLst>
          </p:cNvPr>
          <p:cNvSpPr txBox="1"/>
          <p:nvPr/>
        </p:nvSpPr>
        <p:spPr>
          <a:xfrm>
            <a:off x="3495968" y="6694424"/>
            <a:ext cx="304765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ptos" panose="020B0004020202020204" pitchFamily="34" charset="0"/>
              </a:rPr>
              <a:t>Where should we put this code securely and you can access easily ???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7346A47-47FE-DEE3-650F-EA3F005E6DA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487" y="5956121"/>
            <a:ext cx="702598" cy="70259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EC84066-D82A-8BE3-C6AC-0C5BDDAEF40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942" y="7295014"/>
            <a:ext cx="622410" cy="62241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432908C-C816-1028-04A2-92B7023594C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2844" y="6804146"/>
            <a:ext cx="609604" cy="609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40518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A74181-8F79-9182-F45C-7C1530D9B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2B8C64B2-9C7A-E999-627A-17A324842A36}"/>
              </a:ext>
            </a:extLst>
          </p:cNvPr>
          <p:cNvGrpSpPr/>
          <p:nvPr/>
        </p:nvGrpSpPr>
        <p:grpSpPr>
          <a:xfrm>
            <a:off x="101482" y="186896"/>
            <a:ext cx="6542828" cy="11840982"/>
            <a:chOff x="101482" y="186896"/>
            <a:chExt cx="6542828" cy="11840982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0AB7AC29-5279-F659-666E-685BB381D08B}"/>
                </a:ext>
              </a:extLst>
            </p:cNvPr>
            <p:cNvGrpSpPr/>
            <p:nvPr/>
          </p:nvGrpSpPr>
          <p:grpSpPr>
            <a:xfrm>
              <a:off x="101482" y="186896"/>
              <a:ext cx="6542828" cy="628379"/>
              <a:chOff x="2682270" y="-2364772"/>
              <a:chExt cx="6542828" cy="63090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F10374DF-CDC7-F905-CBFA-88126A8080FC}"/>
                  </a:ext>
                </a:extLst>
              </p:cNvPr>
              <p:cNvSpPr/>
              <p:nvPr/>
            </p:nvSpPr>
            <p:spPr>
              <a:xfrm>
                <a:off x="2682270" y="-2364772"/>
                <a:ext cx="6542828" cy="63090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1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0A1A451C-D547-C281-2181-92BAC16B3354}"/>
                  </a:ext>
                </a:extLst>
              </p:cNvPr>
              <p:cNvSpPr/>
              <p:nvPr/>
            </p:nvSpPr>
            <p:spPr>
              <a:xfrm>
                <a:off x="2928935" y="-2232006"/>
                <a:ext cx="360000" cy="360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1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D0DB20E0-EE34-9E9D-54DB-C6D6478AA5ED}"/>
                  </a:ext>
                </a:extLst>
              </p:cNvPr>
              <p:cNvSpPr/>
              <p:nvPr/>
            </p:nvSpPr>
            <p:spPr>
              <a:xfrm>
                <a:off x="3397090" y="-2232006"/>
                <a:ext cx="360000" cy="36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1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FB8227CB-B406-A90C-5A8C-E10292004446}"/>
                  </a:ext>
                </a:extLst>
              </p:cNvPr>
              <p:cNvSpPr/>
              <p:nvPr/>
            </p:nvSpPr>
            <p:spPr>
              <a:xfrm>
                <a:off x="3865245" y="-2232006"/>
                <a:ext cx="360000" cy="360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1" dirty="0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3FF620AD-A490-B4FA-05FB-8258A961B544}"/>
                </a:ext>
              </a:extLst>
            </p:cNvPr>
            <p:cNvSpPr/>
            <p:nvPr/>
          </p:nvSpPr>
          <p:spPr>
            <a:xfrm>
              <a:off x="155619" y="994711"/>
              <a:ext cx="6488691" cy="11033167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800" dirty="0">
                <a:solidFill>
                  <a:schemeClr val="tx1"/>
                </a:solidFill>
                <a:latin typeface="Copperplate Gothic Bold" panose="020E0705020206020404" pitchFamily="34" charset="0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80C907B-5EC2-EABC-A2BC-BA2B5E5CE2C5}"/>
              </a:ext>
            </a:extLst>
          </p:cNvPr>
          <p:cNvGrpSpPr/>
          <p:nvPr/>
        </p:nvGrpSpPr>
        <p:grpSpPr>
          <a:xfrm>
            <a:off x="1966041" y="2683856"/>
            <a:ext cx="2813709" cy="2655011"/>
            <a:chOff x="1702752" y="1561369"/>
            <a:chExt cx="1965705" cy="1951195"/>
          </a:xfrm>
          <a:solidFill>
            <a:schemeClr val="tx2"/>
          </a:solidFill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3730DA9C-080B-73DA-09AE-9513E23D02CB}"/>
                </a:ext>
              </a:extLst>
            </p:cNvPr>
            <p:cNvSpPr/>
            <p:nvPr/>
          </p:nvSpPr>
          <p:spPr>
            <a:xfrm>
              <a:off x="1983585" y="3018667"/>
              <a:ext cx="1454123" cy="49389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 dirty="0"/>
            </a:p>
          </p:txBody>
        </p:sp>
        <p:sp>
          <p:nvSpPr>
            <p:cNvPr id="12" name="Isosceles Triangle 11">
              <a:extLst>
                <a:ext uri="{FF2B5EF4-FFF2-40B4-BE49-F238E27FC236}">
                  <a16:creationId xmlns:a16="http://schemas.microsoft.com/office/drawing/2014/main" id="{2461EC2C-D503-3EA7-48C1-C40CD11DF2C7}"/>
                </a:ext>
              </a:extLst>
            </p:cNvPr>
            <p:cNvSpPr/>
            <p:nvPr/>
          </p:nvSpPr>
          <p:spPr>
            <a:xfrm>
              <a:off x="2488291" y="2282947"/>
              <a:ext cx="444713" cy="914400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 dirty="0"/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D61C442B-C4D6-9FE7-1990-7B6391732AB8}"/>
                </a:ext>
              </a:extLst>
            </p:cNvPr>
            <p:cNvSpPr/>
            <p:nvPr/>
          </p:nvSpPr>
          <p:spPr>
            <a:xfrm>
              <a:off x="1702752" y="1561369"/>
              <a:ext cx="1965705" cy="1366350"/>
            </a:xfrm>
            <a:prstGeom prst="round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 dirty="0"/>
            </a:p>
          </p:txBody>
        </p:sp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1C3C6018-3D8C-2EE7-BD86-8A95FC13B15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95198" y="1690643"/>
              <a:ext cx="1788622" cy="1008351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</p:pic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3F27E5E-9152-3327-C4F3-EA5FEFC851A1}"/>
              </a:ext>
            </a:extLst>
          </p:cNvPr>
          <p:cNvGrpSpPr/>
          <p:nvPr/>
        </p:nvGrpSpPr>
        <p:grpSpPr>
          <a:xfrm>
            <a:off x="4258497" y="3620885"/>
            <a:ext cx="1025929" cy="1647608"/>
            <a:chOff x="2841160" y="1888272"/>
            <a:chExt cx="914400" cy="1154875"/>
          </a:xfrm>
        </p:grpSpPr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78DDE8EB-4CD5-ADFC-9D94-9D2A054CA9EF}"/>
                </a:ext>
              </a:extLst>
            </p:cNvPr>
            <p:cNvSpPr/>
            <p:nvPr/>
          </p:nvSpPr>
          <p:spPr>
            <a:xfrm>
              <a:off x="2841160" y="1888272"/>
              <a:ext cx="914400" cy="1154875"/>
            </a:xfrm>
            <a:prstGeom prst="roundRect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 dirty="0"/>
            </a:p>
          </p:txBody>
        </p:sp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85BD48B1-31DD-AB81-4B63-673BA468D0E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04112" y="2028190"/>
              <a:ext cx="796333" cy="858254"/>
            </a:xfrm>
            <a:prstGeom prst="rect">
              <a:avLst/>
            </a:prstGeom>
          </p:spPr>
        </p:pic>
      </p:grpSp>
      <p:pic>
        <p:nvPicPr>
          <p:cNvPr id="26" name="Picture 25">
            <a:extLst>
              <a:ext uri="{FF2B5EF4-FFF2-40B4-BE49-F238E27FC236}">
                <a16:creationId xmlns:a16="http://schemas.microsoft.com/office/drawing/2014/main" id="{98FE69A8-AA26-2BB9-7BC6-E364121FBE0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3293" t="10392" r="11513" b="16147"/>
          <a:stretch>
            <a:fillRect/>
          </a:stretch>
        </p:blipFill>
        <p:spPr>
          <a:xfrm>
            <a:off x="387615" y="6984077"/>
            <a:ext cx="2294543" cy="234512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B00DE0F2-8E07-FCC4-6455-8C4D89284BC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3293" t="10392" r="11513" b="16147"/>
          <a:stretch>
            <a:fillRect/>
          </a:stretch>
        </p:blipFill>
        <p:spPr>
          <a:xfrm>
            <a:off x="2368690" y="8345352"/>
            <a:ext cx="2294543" cy="2345125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D60AD4CB-D632-41CB-9D37-F6C1D648AD1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3293" t="10392" r="11513" b="16147"/>
          <a:stretch>
            <a:fillRect/>
          </a:stretch>
        </p:blipFill>
        <p:spPr>
          <a:xfrm>
            <a:off x="4293421" y="6959546"/>
            <a:ext cx="2294543" cy="2345125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43FC698E-5D0F-FAFE-38E9-CEB979B5181E}"/>
              </a:ext>
            </a:extLst>
          </p:cNvPr>
          <p:cNvSpPr/>
          <p:nvPr/>
        </p:nvSpPr>
        <p:spPr>
          <a:xfrm>
            <a:off x="1176302" y="1608001"/>
            <a:ext cx="4639333" cy="58176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WITH GIT &amp; GITHUB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0F529A1C-F1C8-1D09-796C-5FA37F72E512}"/>
              </a:ext>
            </a:extLst>
          </p:cNvPr>
          <p:cNvSpPr txBox="1"/>
          <p:nvPr/>
        </p:nvSpPr>
        <p:spPr>
          <a:xfrm>
            <a:off x="387615" y="5601366"/>
            <a:ext cx="273286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ptos" panose="020B0004020202020204" pitchFamily="34" charset="0"/>
              </a:rPr>
              <a:t>To see our history</a:t>
            </a:r>
          </a:p>
          <a:p>
            <a:r>
              <a:rPr lang="en-US" sz="2400" dirty="0">
                <a:latin typeface="Aptos" panose="020B0004020202020204" pitchFamily="34" charset="0"/>
              </a:rPr>
              <a:t>Run command</a:t>
            </a:r>
          </a:p>
          <a:p>
            <a:r>
              <a:rPr lang="en-US" sz="2400" dirty="0">
                <a:latin typeface="Aptos" panose="020B0004020202020204" pitchFamily="34" charset="0"/>
              </a:rPr>
              <a:t>git log --all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406AC873-786B-7A7D-847F-132D14CF45D0}"/>
              </a:ext>
            </a:extLst>
          </p:cNvPr>
          <p:cNvSpPr txBox="1"/>
          <p:nvPr/>
        </p:nvSpPr>
        <p:spPr>
          <a:xfrm>
            <a:off x="4098375" y="5819184"/>
            <a:ext cx="25545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ptos" panose="020B0004020202020204" pitchFamily="34" charset="0"/>
              </a:rPr>
              <a:t>Put our code in cloud </a:t>
            </a:r>
            <a:r>
              <a:rPr lang="en-US" sz="2400" dirty="0" err="1">
                <a:latin typeface="Aptos" panose="020B0004020202020204" pitchFamily="34" charset="0"/>
              </a:rPr>
              <a:t>github</a:t>
            </a:r>
            <a:endParaRPr lang="en-US" sz="2400" dirty="0">
              <a:latin typeface="Aptos" panose="020B0004020202020204" pitchFamily="34" charset="0"/>
            </a:endParaRP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0B32C4BD-B7F3-40F0-BF14-2FFF7EBC84AF}"/>
              </a:ext>
            </a:extLst>
          </p:cNvPr>
          <p:cNvGrpSpPr/>
          <p:nvPr/>
        </p:nvGrpSpPr>
        <p:grpSpPr>
          <a:xfrm>
            <a:off x="1991289" y="6528665"/>
            <a:ext cx="690869" cy="186430"/>
            <a:chOff x="2593751" y="9786611"/>
            <a:chExt cx="690869" cy="186430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A35DB2B4-FD22-6DC0-8E5D-D9F76DDFB65E}"/>
                </a:ext>
              </a:extLst>
            </p:cNvPr>
            <p:cNvSpPr/>
            <p:nvPr/>
          </p:nvSpPr>
          <p:spPr>
            <a:xfrm rot="18807306">
              <a:off x="2671208" y="9782976"/>
              <a:ext cx="112608" cy="267522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27307E7C-7101-62BB-9E19-1B2CD783C1F3}"/>
                </a:ext>
              </a:extLst>
            </p:cNvPr>
            <p:cNvSpPr/>
            <p:nvPr/>
          </p:nvSpPr>
          <p:spPr>
            <a:xfrm rot="13880965">
              <a:off x="2950817" y="9547092"/>
              <a:ext cx="94283" cy="573322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975ABFA5-7107-08B4-2BBF-E2B02AF023A4}"/>
              </a:ext>
            </a:extLst>
          </p:cNvPr>
          <p:cNvSpPr txBox="1"/>
          <p:nvPr/>
        </p:nvSpPr>
        <p:spPr>
          <a:xfrm>
            <a:off x="2505875" y="6669316"/>
            <a:ext cx="255450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ptos" panose="020B0004020202020204" pitchFamily="34" charset="0"/>
              </a:rPr>
              <a:t>Easy management team work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5C930507-D446-353B-2575-E286BFF4C1BA}"/>
              </a:ext>
            </a:extLst>
          </p:cNvPr>
          <p:cNvGrpSpPr/>
          <p:nvPr/>
        </p:nvGrpSpPr>
        <p:grpSpPr>
          <a:xfrm>
            <a:off x="4023835" y="7563218"/>
            <a:ext cx="690869" cy="186430"/>
            <a:chOff x="2593751" y="9786611"/>
            <a:chExt cx="690869" cy="186430"/>
          </a:xfrm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627F77E6-C12D-E22E-67D3-64256A90FF89}"/>
                </a:ext>
              </a:extLst>
            </p:cNvPr>
            <p:cNvSpPr/>
            <p:nvPr/>
          </p:nvSpPr>
          <p:spPr>
            <a:xfrm rot="18807306">
              <a:off x="2671208" y="9782976"/>
              <a:ext cx="112608" cy="267522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0F8B3CA5-62A5-EA77-1498-13A4141AEE8B}"/>
                </a:ext>
              </a:extLst>
            </p:cNvPr>
            <p:cNvSpPr/>
            <p:nvPr/>
          </p:nvSpPr>
          <p:spPr>
            <a:xfrm rot="13880965">
              <a:off x="2950817" y="9547092"/>
              <a:ext cx="94283" cy="573322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0B111280-014C-7192-7B3A-7D03601614D6}"/>
              </a:ext>
            </a:extLst>
          </p:cNvPr>
          <p:cNvGrpSpPr/>
          <p:nvPr/>
        </p:nvGrpSpPr>
        <p:grpSpPr>
          <a:xfrm>
            <a:off x="5830274" y="6266736"/>
            <a:ext cx="690869" cy="186430"/>
            <a:chOff x="2593751" y="9786611"/>
            <a:chExt cx="690869" cy="186430"/>
          </a:xfrm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661F9667-409A-A12E-CDB7-BE6829EEC108}"/>
                </a:ext>
              </a:extLst>
            </p:cNvPr>
            <p:cNvSpPr/>
            <p:nvPr/>
          </p:nvSpPr>
          <p:spPr>
            <a:xfrm rot="18807306">
              <a:off x="2671208" y="9782976"/>
              <a:ext cx="112608" cy="267522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53C4FECD-33CA-85BD-8AEE-1A1732A497E6}"/>
                </a:ext>
              </a:extLst>
            </p:cNvPr>
            <p:cNvSpPr/>
            <p:nvPr/>
          </p:nvSpPr>
          <p:spPr>
            <a:xfrm rot="13880965">
              <a:off x="2950817" y="9547092"/>
              <a:ext cx="94283" cy="573322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319957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FBCCC8-9524-4925-B802-9E4A160732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54E6362F-4AD1-9198-B1AF-80E9E097E593}"/>
              </a:ext>
            </a:extLst>
          </p:cNvPr>
          <p:cNvGrpSpPr/>
          <p:nvPr/>
        </p:nvGrpSpPr>
        <p:grpSpPr>
          <a:xfrm>
            <a:off x="101482" y="186896"/>
            <a:ext cx="6542828" cy="11840982"/>
            <a:chOff x="101482" y="186896"/>
            <a:chExt cx="6542828" cy="11840982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03EEE5FE-433C-0E6E-9481-99F9794516EF}"/>
                </a:ext>
              </a:extLst>
            </p:cNvPr>
            <p:cNvGrpSpPr/>
            <p:nvPr/>
          </p:nvGrpSpPr>
          <p:grpSpPr>
            <a:xfrm>
              <a:off x="101482" y="186896"/>
              <a:ext cx="6542828" cy="628379"/>
              <a:chOff x="2682270" y="-2364772"/>
              <a:chExt cx="6542828" cy="63090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0FB34512-CD5D-A7DC-16C4-E7763154001A}"/>
                  </a:ext>
                </a:extLst>
              </p:cNvPr>
              <p:cNvSpPr/>
              <p:nvPr/>
            </p:nvSpPr>
            <p:spPr>
              <a:xfrm>
                <a:off x="2682270" y="-2364772"/>
                <a:ext cx="6542828" cy="63090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1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4895DD2B-06F4-C29C-A185-E213897EC5EB}"/>
                  </a:ext>
                </a:extLst>
              </p:cNvPr>
              <p:cNvSpPr/>
              <p:nvPr/>
            </p:nvSpPr>
            <p:spPr>
              <a:xfrm>
                <a:off x="2928935" y="-2232006"/>
                <a:ext cx="360000" cy="360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1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D27B7D8C-A5BE-D5BF-CCF4-53A6F2FC3EC7}"/>
                  </a:ext>
                </a:extLst>
              </p:cNvPr>
              <p:cNvSpPr/>
              <p:nvPr/>
            </p:nvSpPr>
            <p:spPr>
              <a:xfrm>
                <a:off x="3397090" y="-2232006"/>
                <a:ext cx="360000" cy="36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1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FCBEE339-CA31-81CD-E7BE-5ED958BA4607}"/>
                  </a:ext>
                </a:extLst>
              </p:cNvPr>
              <p:cNvSpPr/>
              <p:nvPr/>
            </p:nvSpPr>
            <p:spPr>
              <a:xfrm>
                <a:off x="3865245" y="-2232006"/>
                <a:ext cx="360000" cy="360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1" dirty="0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05E56AB4-7889-A9AC-5983-32A3853E6788}"/>
                </a:ext>
              </a:extLst>
            </p:cNvPr>
            <p:cNvSpPr/>
            <p:nvPr/>
          </p:nvSpPr>
          <p:spPr>
            <a:xfrm>
              <a:off x="155619" y="994711"/>
              <a:ext cx="6488691" cy="11033167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800" dirty="0">
                <a:solidFill>
                  <a:schemeClr val="tx1"/>
                </a:solidFill>
                <a:latin typeface="Copperplate Gothic Bold" panose="020E0705020206020404" pitchFamily="34" charset="0"/>
              </a:endParaRPr>
            </a:p>
          </p:txBody>
        </p:sp>
      </p:grpSp>
      <p:sp>
        <p:nvSpPr>
          <p:cNvPr id="52" name="Rectangle 51">
            <a:extLst>
              <a:ext uri="{FF2B5EF4-FFF2-40B4-BE49-F238E27FC236}">
                <a16:creationId xmlns:a16="http://schemas.microsoft.com/office/drawing/2014/main" id="{41C32679-AA88-4592-248B-883F42AE282B}"/>
              </a:ext>
            </a:extLst>
          </p:cNvPr>
          <p:cNvSpPr/>
          <p:nvPr/>
        </p:nvSpPr>
        <p:spPr>
          <a:xfrm>
            <a:off x="414357" y="1116225"/>
            <a:ext cx="5998454" cy="58176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Berlin Sans FB" panose="020E0602020502020306" pitchFamily="34" charset="0"/>
              </a:rPr>
              <a:t>git log --all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D57B2BBD-C51C-CED1-6520-3C6B9319F906}"/>
              </a:ext>
            </a:extLst>
          </p:cNvPr>
          <p:cNvSpPr/>
          <p:nvPr/>
        </p:nvSpPr>
        <p:spPr>
          <a:xfrm>
            <a:off x="383008" y="1882078"/>
            <a:ext cx="5998454" cy="991391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 dirty="0"/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6FD56A98-82AF-0925-583C-F669B41DB036}"/>
              </a:ext>
            </a:extLst>
          </p:cNvPr>
          <p:cNvGrpSpPr/>
          <p:nvPr/>
        </p:nvGrpSpPr>
        <p:grpSpPr>
          <a:xfrm>
            <a:off x="464347" y="9977460"/>
            <a:ext cx="2699717" cy="1681479"/>
            <a:chOff x="771151" y="9382578"/>
            <a:chExt cx="2699717" cy="1681479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CFC0811C-3751-E97D-C328-92C404CAB124}"/>
                </a:ext>
              </a:extLst>
            </p:cNvPr>
            <p:cNvSpPr/>
            <p:nvPr/>
          </p:nvSpPr>
          <p:spPr>
            <a:xfrm>
              <a:off x="771151" y="9382578"/>
              <a:ext cx="2689648" cy="461358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  <a:latin typeface="Berlin Sans FB" panose="020E0602020502020306" pitchFamily="34" charset="0"/>
                </a:rPr>
                <a:t>GIT LOG </a:t>
              </a:r>
            </a:p>
          </p:txBody>
        </p: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6DDD1CAD-B4DC-1F02-AD08-A910D30F0E02}"/>
                </a:ext>
              </a:extLst>
            </p:cNvPr>
            <p:cNvGrpSpPr/>
            <p:nvPr/>
          </p:nvGrpSpPr>
          <p:grpSpPr>
            <a:xfrm>
              <a:off x="781220" y="9863728"/>
              <a:ext cx="2689648" cy="1200329"/>
              <a:chOff x="781220" y="9863728"/>
              <a:chExt cx="2689648" cy="1200329"/>
            </a:xfrm>
          </p:grpSpPr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1E218E59-563F-811D-D68C-38C0FE8B705B}"/>
                  </a:ext>
                </a:extLst>
              </p:cNvPr>
              <p:cNvSpPr/>
              <p:nvPr/>
            </p:nvSpPr>
            <p:spPr>
              <a:xfrm>
                <a:off x="781220" y="9863728"/>
                <a:ext cx="2689648" cy="1200329"/>
              </a:xfrm>
              <a:prstGeom prst="rect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1" dirty="0"/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D4A53D24-E22C-1522-4D62-401CAEA68C2F}"/>
                  </a:ext>
                </a:extLst>
              </p:cNvPr>
              <p:cNvSpPr txBox="1"/>
              <p:nvPr/>
            </p:nvSpPr>
            <p:spPr>
              <a:xfrm>
                <a:off x="856059" y="9878637"/>
                <a:ext cx="1186932" cy="3079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1" dirty="0">
                    <a:solidFill>
                      <a:schemeClr val="bg1"/>
                    </a:solidFill>
                    <a:latin typeface="Berlin Sans FB" panose="020E0602020502020306" pitchFamily="34" charset="0"/>
                  </a:rPr>
                  <a:t>C:\\desktop &gt;</a:t>
                </a:r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D84D8B51-2D0E-2EB6-8AEC-74FB46E16539}"/>
                  </a:ext>
                </a:extLst>
              </p:cNvPr>
              <p:cNvSpPr txBox="1"/>
              <p:nvPr/>
            </p:nvSpPr>
            <p:spPr>
              <a:xfrm>
                <a:off x="875285" y="10110902"/>
                <a:ext cx="1271630" cy="3694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801" dirty="0">
                    <a:solidFill>
                      <a:schemeClr val="bg1"/>
                    </a:solidFill>
                    <a:latin typeface="Berlin Sans FB" panose="020E0602020502020306" pitchFamily="34" charset="0"/>
                  </a:rPr>
                  <a:t>git log –all </a:t>
                </a:r>
              </a:p>
            </p:txBody>
          </p:sp>
        </p:grpSp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E547614A-E1FA-12E3-2367-652491CB7482}"/>
              </a:ext>
            </a:extLst>
          </p:cNvPr>
          <p:cNvSpPr txBox="1"/>
          <p:nvPr/>
        </p:nvSpPr>
        <p:spPr>
          <a:xfrm>
            <a:off x="528147" y="2087020"/>
            <a:ext cx="5628813" cy="7232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C0A000"/>
                </a:solidFill>
                <a:latin typeface="Lucida Console" panose="020B0609040504020204" pitchFamily="49" charset="0"/>
              </a:rPr>
              <a:t>commit ba04ef0dc1db872164369132770ce70875f53913 (</a:t>
            </a:r>
            <a:r>
              <a:rPr lang="en-US" sz="1600" b="1" dirty="0">
                <a:solidFill>
                  <a:srgbClr val="00F0F0"/>
                </a:solidFill>
                <a:latin typeface="Lucida Console" panose="020B0609040504020204" pitchFamily="49" charset="0"/>
              </a:rPr>
              <a:t>HEAD</a:t>
            </a:r>
            <a:r>
              <a:rPr lang="en-US" sz="1600" dirty="0">
                <a:solidFill>
                  <a:srgbClr val="C0A000"/>
                </a:solidFill>
                <a:latin typeface="Lucida Console" panose="020B0609040504020204" pitchFamily="49" charset="0"/>
              </a:rPr>
              <a:t> -&gt; </a:t>
            </a:r>
            <a:r>
              <a:rPr lang="en-US" sz="1600" b="1" dirty="0">
                <a:solidFill>
                  <a:srgbClr val="00F200"/>
                </a:solidFill>
                <a:latin typeface="Lucida Console" panose="020B0609040504020204" pitchFamily="49" charset="0"/>
              </a:rPr>
              <a:t>main</a:t>
            </a:r>
            <a:r>
              <a:rPr lang="en-US" sz="1600" dirty="0">
                <a:solidFill>
                  <a:srgbClr val="C0A000"/>
                </a:solidFill>
                <a:latin typeface="Lucida Console" panose="020B0609040504020204" pitchFamily="49" charset="0"/>
              </a:rPr>
              <a:t>, </a:t>
            </a:r>
            <a:r>
              <a:rPr lang="en-US" sz="1600" b="1" dirty="0">
                <a:solidFill>
                  <a:srgbClr val="FF7676"/>
                </a:solidFill>
                <a:latin typeface="Lucida Console" panose="020B0609040504020204" pitchFamily="49" charset="0"/>
              </a:rPr>
              <a:t>origin/main</a:t>
            </a:r>
            <a:r>
              <a:rPr lang="en-US" sz="1600" dirty="0">
                <a:solidFill>
                  <a:srgbClr val="C0A000"/>
                </a:solidFill>
                <a:latin typeface="Lucida Console" panose="020B0609040504020204" pitchFamily="49" charset="0"/>
              </a:rPr>
              <a:t>)</a:t>
            </a:r>
          </a:p>
          <a:p>
            <a:r>
              <a:rPr lang="en-US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Merge: 60667a4 3ee3984</a:t>
            </a:r>
          </a:p>
          <a:p>
            <a:r>
              <a:rPr lang="en-US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Author: </a:t>
            </a:r>
            <a:r>
              <a:rPr lang="en-US" sz="16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josserich</a:t>
            </a:r>
            <a:r>
              <a:rPr lang="en-US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 &lt;pinemjosse@gmail.com&gt;</a:t>
            </a:r>
          </a:p>
          <a:p>
            <a:r>
              <a:rPr lang="en-US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Date:   Fri May 1 13:29:36 2026 +0700</a:t>
            </a:r>
          </a:p>
          <a:p>
            <a:r>
              <a:rPr lang="en-US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    solve merge conflicts</a:t>
            </a:r>
          </a:p>
          <a:p>
            <a:endParaRPr lang="en-US" sz="160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r>
              <a:rPr lang="en-US" sz="1600" dirty="0">
                <a:solidFill>
                  <a:srgbClr val="C0A000"/>
                </a:solidFill>
                <a:latin typeface="Lucida Console" panose="020B0609040504020204" pitchFamily="49" charset="0"/>
              </a:rPr>
              <a:t>commit 3ee39840aad56e7ddae4a4611d7dca9754bd33e1 (</a:t>
            </a:r>
            <a:r>
              <a:rPr lang="en-US" sz="1600" b="1" dirty="0">
                <a:solidFill>
                  <a:srgbClr val="FF7676"/>
                </a:solidFill>
                <a:latin typeface="Lucida Console" panose="020B0609040504020204" pitchFamily="49" charset="0"/>
              </a:rPr>
              <a:t>origin/feature-c</a:t>
            </a:r>
            <a:r>
              <a:rPr lang="en-US" sz="1600" dirty="0">
                <a:solidFill>
                  <a:srgbClr val="C0A000"/>
                </a:solidFill>
                <a:latin typeface="Lucida Console" panose="020B0609040504020204" pitchFamily="49" charset="0"/>
              </a:rPr>
              <a:t>)</a:t>
            </a:r>
          </a:p>
          <a:p>
            <a:r>
              <a:rPr lang="en-US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Author: </a:t>
            </a:r>
            <a:r>
              <a:rPr lang="en-US" sz="16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ieltsjoee</a:t>
            </a:r>
            <a:r>
              <a:rPr lang="en-US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-dev &lt;ieltsjoee@gmail.com&gt;</a:t>
            </a:r>
          </a:p>
          <a:p>
            <a:r>
              <a:rPr lang="en-US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Date:   Sun Apr 26 20:02:44 2026 +0700</a:t>
            </a:r>
          </a:p>
          <a:p>
            <a:r>
              <a:rPr lang="en-US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    adding feature-c</a:t>
            </a:r>
          </a:p>
          <a:p>
            <a:endParaRPr lang="en-US" sz="160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r>
              <a:rPr lang="en-US" sz="1600" dirty="0">
                <a:solidFill>
                  <a:srgbClr val="C0A000"/>
                </a:solidFill>
                <a:latin typeface="Lucida Console" panose="020B0609040504020204" pitchFamily="49" charset="0"/>
              </a:rPr>
              <a:t>commit 60667a4d31abe7238f4d281bfdd02679a0dba228 (</a:t>
            </a:r>
            <a:r>
              <a:rPr lang="en-US" sz="1600" b="1" dirty="0">
                <a:solidFill>
                  <a:srgbClr val="FF7676"/>
                </a:solidFill>
                <a:latin typeface="Lucida Console" panose="020B0609040504020204" pitchFamily="49" charset="0"/>
              </a:rPr>
              <a:t>origin/feature-b</a:t>
            </a:r>
            <a:r>
              <a:rPr lang="en-US" sz="1600" dirty="0">
                <a:solidFill>
                  <a:srgbClr val="C0A000"/>
                </a:solidFill>
                <a:latin typeface="Lucida Console" panose="020B0609040504020204" pitchFamily="49" charset="0"/>
              </a:rPr>
              <a:t>)</a:t>
            </a:r>
          </a:p>
          <a:p>
            <a:r>
              <a:rPr lang="en-US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Author: </a:t>
            </a:r>
            <a:r>
              <a:rPr lang="en-US" sz="16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codewithjoees</a:t>
            </a:r>
            <a:r>
              <a:rPr lang="en-US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 &lt;codewithjoee@gmail.com&gt;</a:t>
            </a:r>
          </a:p>
          <a:p>
            <a:r>
              <a:rPr lang="en-US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Date:   Sun Apr 26 19:58:32 2026 +0700</a:t>
            </a:r>
          </a:p>
          <a:p>
            <a:r>
              <a:rPr lang="en-US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    adding feature-b</a:t>
            </a:r>
          </a:p>
          <a:p>
            <a:endParaRPr lang="en-US" sz="160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r>
              <a:rPr lang="en-US" sz="1600" dirty="0">
                <a:solidFill>
                  <a:srgbClr val="C0A000"/>
                </a:solidFill>
                <a:latin typeface="Lucida Console" panose="020B0609040504020204" pitchFamily="49" charset="0"/>
              </a:rPr>
              <a:t>commit 3ad3096a65656c180e3aebc03ccc364588d68893</a:t>
            </a:r>
          </a:p>
          <a:p>
            <a:r>
              <a:rPr lang="en-US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Author: </a:t>
            </a:r>
            <a:r>
              <a:rPr lang="en-US" sz="16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josserich</a:t>
            </a:r>
            <a:r>
              <a:rPr lang="en-US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 &lt;pinemjosse@gmail.com&gt;</a:t>
            </a:r>
          </a:p>
          <a:p>
            <a:r>
              <a:rPr lang="en-US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Date:   Sun Apr 26 19:53:27 2026 +0700</a:t>
            </a:r>
          </a:p>
          <a:p>
            <a:r>
              <a:rPr lang="en-US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    first commit</a:t>
            </a:r>
          </a:p>
          <a:p>
            <a:endParaRPr lang="en-US" sz="1600" dirty="0">
              <a:solidFill>
                <a:prstClr val="black"/>
              </a:solidFill>
              <a:latin typeface="Lucida Console" panose="020B0609040504020204" pitchFamily="49" charset="0"/>
            </a:endParaRP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83436D69-C3A0-1FE7-2CBA-9209430BBFE5}"/>
              </a:ext>
            </a:extLst>
          </p:cNvPr>
          <p:cNvGrpSpPr/>
          <p:nvPr/>
        </p:nvGrpSpPr>
        <p:grpSpPr>
          <a:xfrm>
            <a:off x="2987829" y="10091923"/>
            <a:ext cx="3569869" cy="1772826"/>
            <a:chOff x="3094053" y="10183866"/>
            <a:chExt cx="3569869" cy="1772826"/>
          </a:xfrm>
        </p:grpSpPr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ECF6543A-0E81-3564-724C-7BBCDE27E7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293" t="10392" r="11513" b="16147"/>
            <a:stretch>
              <a:fillRect/>
            </a:stretch>
          </p:blipFill>
          <p:spPr>
            <a:xfrm>
              <a:off x="3094053" y="10183866"/>
              <a:ext cx="1561126" cy="1678645"/>
            </a:xfrm>
            <a:prstGeom prst="rect">
              <a:avLst/>
            </a:prstGeom>
          </p:spPr>
        </p:pic>
        <p:pic>
          <p:nvPicPr>
            <p:cNvPr id="56" name="Picture 55">
              <a:extLst>
                <a:ext uri="{FF2B5EF4-FFF2-40B4-BE49-F238E27FC236}">
                  <a16:creationId xmlns:a16="http://schemas.microsoft.com/office/drawing/2014/main" id="{7385F1CC-B463-2603-BC06-55A2683B172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293" t="10392" r="11513" b="16147"/>
            <a:stretch>
              <a:fillRect/>
            </a:stretch>
          </p:blipFill>
          <p:spPr>
            <a:xfrm>
              <a:off x="5102796" y="10215707"/>
              <a:ext cx="1561126" cy="1678645"/>
            </a:xfrm>
            <a:prstGeom prst="rect">
              <a:avLst/>
            </a:prstGeom>
          </p:spPr>
        </p:pic>
        <p:pic>
          <p:nvPicPr>
            <p:cNvPr id="57" name="Picture 56">
              <a:extLst>
                <a:ext uri="{FF2B5EF4-FFF2-40B4-BE49-F238E27FC236}">
                  <a16:creationId xmlns:a16="http://schemas.microsoft.com/office/drawing/2014/main" id="{114C3A89-1005-1E26-CED5-BC4A781EDC5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293" t="10392" r="11513" b="16147"/>
            <a:stretch>
              <a:fillRect/>
            </a:stretch>
          </p:blipFill>
          <p:spPr>
            <a:xfrm>
              <a:off x="4074085" y="10278047"/>
              <a:ext cx="1561126" cy="1678645"/>
            </a:xfrm>
            <a:prstGeom prst="rect">
              <a:avLst/>
            </a:prstGeom>
          </p:spPr>
        </p:pic>
      </p:grpSp>
      <p:pic>
        <p:nvPicPr>
          <p:cNvPr id="43" name="Picture 42">
            <a:extLst>
              <a:ext uri="{FF2B5EF4-FFF2-40B4-BE49-F238E27FC236}">
                <a16:creationId xmlns:a16="http://schemas.microsoft.com/office/drawing/2014/main" id="{49265358-026C-C5FA-FC63-8CEFE5D29B8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5653" y="9226797"/>
            <a:ext cx="773084" cy="773084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0EA37E5B-7744-6DF6-2C53-95EB932A5E7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7768" y="9241045"/>
            <a:ext cx="773084" cy="773084"/>
          </a:xfrm>
          <a:prstGeom prst="rect">
            <a:avLst/>
          </a:prstGeom>
        </p:spPr>
      </p:pic>
      <p:grpSp>
        <p:nvGrpSpPr>
          <p:cNvPr id="73" name="Group 72">
            <a:extLst>
              <a:ext uri="{FF2B5EF4-FFF2-40B4-BE49-F238E27FC236}">
                <a16:creationId xmlns:a16="http://schemas.microsoft.com/office/drawing/2014/main" id="{D3233CFC-AA20-D179-3746-4524CE09EEA3}"/>
              </a:ext>
            </a:extLst>
          </p:cNvPr>
          <p:cNvGrpSpPr/>
          <p:nvPr/>
        </p:nvGrpSpPr>
        <p:grpSpPr>
          <a:xfrm>
            <a:off x="3627242" y="3195283"/>
            <a:ext cx="2747034" cy="1622560"/>
            <a:chOff x="3627242" y="3599727"/>
            <a:chExt cx="2747034" cy="1622560"/>
          </a:xfrm>
        </p:grpSpPr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id="{2398505B-F5FC-D72F-573F-DCB4FF9B395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66984" y="3599727"/>
              <a:ext cx="1795560" cy="162256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3577C588-8604-D419-C29A-1AFC7A3C70E4}"/>
                </a:ext>
              </a:extLst>
            </p:cNvPr>
            <p:cNvSpPr txBox="1"/>
            <p:nvPr/>
          </p:nvSpPr>
          <p:spPr>
            <a:xfrm rot="19038218">
              <a:off x="3627242" y="3938940"/>
              <a:ext cx="274703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highlight>
                    <a:srgbClr val="FFFF00"/>
                  </a:highlight>
                </a:rPr>
                <a:t>He created feature-c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989206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7009A9-2E42-EC21-0167-BCD3B0E0D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36EF728-D876-E374-8FBB-2ED9F15F44C9}"/>
              </a:ext>
            </a:extLst>
          </p:cNvPr>
          <p:cNvGrpSpPr/>
          <p:nvPr/>
        </p:nvGrpSpPr>
        <p:grpSpPr>
          <a:xfrm>
            <a:off x="157586" y="175509"/>
            <a:ext cx="6542828" cy="11840982"/>
            <a:chOff x="101482" y="186896"/>
            <a:chExt cx="6542828" cy="11840982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64914EA6-B974-A793-7433-B986F90567CC}"/>
                </a:ext>
              </a:extLst>
            </p:cNvPr>
            <p:cNvGrpSpPr/>
            <p:nvPr/>
          </p:nvGrpSpPr>
          <p:grpSpPr>
            <a:xfrm>
              <a:off x="101482" y="186896"/>
              <a:ext cx="6542828" cy="628379"/>
              <a:chOff x="2682270" y="-2364772"/>
              <a:chExt cx="6542828" cy="63090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11199C88-3C7F-3B36-EDE0-CC4DC74CDD17}"/>
                  </a:ext>
                </a:extLst>
              </p:cNvPr>
              <p:cNvSpPr/>
              <p:nvPr/>
            </p:nvSpPr>
            <p:spPr>
              <a:xfrm>
                <a:off x="2682270" y="-2364772"/>
                <a:ext cx="6542828" cy="63090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1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D720091C-35EF-4DA7-54E4-C71468E60010}"/>
                  </a:ext>
                </a:extLst>
              </p:cNvPr>
              <p:cNvSpPr/>
              <p:nvPr/>
            </p:nvSpPr>
            <p:spPr>
              <a:xfrm>
                <a:off x="2928935" y="-2232006"/>
                <a:ext cx="360000" cy="360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1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57F682C5-BD1B-B096-A43E-9A78B9CD4DA2}"/>
                  </a:ext>
                </a:extLst>
              </p:cNvPr>
              <p:cNvSpPr/>
              <p:nvPr/>
            </p:nvSpPr>
            <p:spPr>
              <a:xfrm>
                <a:off x="3397090" y="-2232006"/>
                <a:ext cx="360000" cy="36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1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F0AC2D8C-354A-603A-8D8A-F78B15B20199}"/>
                  </a:ext>
                </a:extLst>
              </p:cNvPr>
              <p:cNvSpPr/>
              <p:nvPr/>
            </p:nvSpPr>
            <p:spPr>
              <a:xfrm>
                <a:off x="3865245" y="-2232006"/>
                <a:ext cx="360000" cy="360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1" dirty="0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0441CC00-B820-3C9C-809A-2B1BC056AC97}"/>
                </a:ext>
              </a:extLst>
            </p:cNvPr>
            <p:cNvSpPr/>
            <p:nvPr/>
          </p:nvSpPr>
          <p:spPr>
            <a:xfrm>
              <a:off x="138034" y="994711"/>
              <a:ext cx="6488691" cy="11033167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800" dirty="0">
                <a:solidFill>
                  <a:schemeClr val="tx1"/>
                </a:solidFill>
                <a:latin typeface="Copperplate Gothic Bold" panose="020E0705020206020404" pitchFamily="34" charset="0"/>
              </a:endParaRPr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A577E53C-3FD0-F1D1-547A-322C7C556E4B}"/>
              </a:ext>
            </a:extLst>
          </p:cNvPr>
          <p:cNvSpPr/>
          <p:nvPr/>
        </p:nvSpPr>
        <p:spPr>
          <a:xfrm>
            <a:off x="1339149" y="1239116"/>
            <a:ext cx="4320000" cy="58968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Berlin Sans FB" panose="020E0602020502020306" pitchFamily="34" charset="0"/>
              </a:rPr>
              <a:t>GIT AREA 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7E76B55-778F-9246-DCB3-CE63830EF51C}"/>
              </a:ext>
            </a:extLst>
          </p:cNvPr>
          <p:cNvGrpSpPr/>
          <p:nvPr/>
        </p:nvGrpSpPr>
        <p:grpSpPr>
          <a:xfrm>
            <a:off x="1081651" y="2831479"/>
            <a:ext cx="537258" cy="8159805"/>
            <a:chOff x="1954504" y="2831479"/>
            <a:chExt cx="537258" cy="8159805"/>
          </a:xfrm>
        </p:grpSpPr>
        <p:cxnSp>
          <p:nvCxnSpPr>
            <p:cNvPr id="3" name="Straight Arrow Connector 2">
              <a:extLst>
                <a:ext uri="{FF2B5EF4-FFF2-40B4-BE49-F238E27FC236}">
                  <a16:creationId xmlns:a16="http://schemas.microsoft.com/office/drawing/2014/main" id="{EABB1756-773E-39BA-F38C-D81F99FE0016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616820" y="10116342"/>
              <a:ext cx="1749884" cy="0"/>
            </a:xfrm>
            <a:prstGeom prst="straightConnector1">
              <a:avLst/>
            </a:prstGeom>
            <a:ln w="57150">
              <a:prstDash val="sys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4BAD1504-CB4E-C235-3448-D165CF84EBCA}"/>
                </a:ext>
              </a:extLst>
            </p:cNvPr>
            <p:cNvSpPr txBox="1"/>
            <p:nvPr/>
          </p:nvSpPr>
          <p:spPr>
            <a:xfrm rot="16200000">
              <a:off x="1542254" y="10068665"/>
              <a:ext cx="128616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Aptos" panose="020B0004020202020204" pitchFamily="34" charset="0"/>
                </a:rPr>
                <a:t>GIT ADD</a:t>
              </a:r>
            </a:p>
          </p:txBody>
        </p: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F878B2A0-3AA3-B466-FC7C-FFA12C5D024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416170" y="6352229"/>
              <a:ext cx="25578" cy="2087195"/>
            </a:xfrm>
            <a:prstGeom prst="straightConnector1">
              <a:avLst/>
            </a:prstGeom>
            <a:ln w="57150">
              <a:prstDash val="sys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3E181CC-F4C8-D53A-107B-AF82FED58F92}"/>
                </a:ext>
              </a:extLst>
            </p:cNvPr>
            <p:cNvSpPr txBox="1"/>
            <p:nvPr/>
          </p:nvSpPr>
          <p:spPr>
            <a:xfrm rot="16200000">
              <a:off x="1259343" y="7345578"/>
              <a:ext cx="189434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Aptos" panose="020B0004020202020204" pitchFamily="34" charset="0"/>
                </a:rPr>
                <a:t>GIT COMMIT</a:t>
              </a:r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83C043B6-6398-C556-482B-91D1A62F2A37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844656" y="4433398"/>
              <a:ext cx="3203837" cy="0"/>
            </a:xfrm>
            <a:prstGeom prst="straightConnector1">
              <a:avLst/>
            </a:prstGeom>
            <a:ln w="57150">
              <a:prstDash val="sys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AC08C3B-2FEF-914A-BFF0-67607749B93D}"/>
                </a:ext>
              </a:extLst>
            </p:cNvPr>
            <p:cNvSpPr txBox="1"/>
            <p:nvPr/>
          </p:nvSpPr>
          <p:spPr>
            <a:xfrm rot="16200000">
              <a:off x="1396344" y="4687593"/>
              <a:ext cx="161938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Aptos" panose="020B0004020202020204" pitchFamily="34" charset="0"/>
                </a:rPr>
                <a:t>GIT PUSH</a:t>
              </a:r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CDE96645-2D33-EE15-C19F-493E836CE063}"/>
              </a:ext>
            </a:extLst>
          </p:cNvPr>
          <p:cNvSpPr/>
          <p:nvPr/>
        </p:nvSpPr>
        <p:spPr>
          <a:xfrm>
            <a:off x="1351069" y="8447459"/>
            <a:ext cx="4320000" cy="720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Aptos" panose="020B0004020202020204" pitchFamily="34" charset="0"/>
              </a:rPr>
              <a:t>Staging  Area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656102D-FD5B-B3D8-FE08-C75ED9FA708E}"/>
              </a:ext>
            </a:extLst>
          </p:cNvPr>
          <p:cNvSpPr/>
          <p:nvPr/>
        </p:nvSpPr>
        <p:spPr>
          <a:xfrm>
            <a:off x="1423876" y="5632229"/>
            <a:ext cx="4320000" cy="720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Aptos" panose="020B0004020202020204" pitchFamily="34" charset="0"/>
              </a:rPr>
              <a:t>Local Repository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B777BA4-D2B9-6488-CE84-85E1B4890E6F}"/>
              </a:ext>
            </a:extLst>
          </p:cNvPr>
          <p:cNvGrpSpPr/>
          <p:nvPr/>
        </p:nvGrpSpPr>
        <p:grpSpPr>
          <a:xfrm>
            <a:off x="5482780" y="2679137"/>
            <a:ext cx="522625" cy="8312147"/>
            <a:chOff x="4507420" y="2679137"/>
            <a:chExt cx="522625" cy="8312147"/>
          </a:xfrm>
        </p:grpSpPr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F05F13D6-6961-A8C7-84DB-407E0900F78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07420" y="2679137"/>
              <a:ext cx="26628" cy="8312147"/>
            </a:xfrm>
            <a:prstGeom prst="straightConnector1">
              <a:avLst/>
            </a:prstGeom>
            <a:ln w="57150">
              <a:prstDash val="sys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6B20051-D729-BFAD-80A2-7A34E28E530B}"/>
                </a:ext>
              </a:extLst>
            </p:cNvPr>
            <p:cNvSpPr txBox="1"/>
            <p:nvPr/>
          </p:nvSpPr>
          <p:spPr>
            <a:xfrm rot="5400000">
              <a:off x="3471958" y="3958381"/>
              <a:ext cx="265450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Aptos" panose="020B0004020202020204" pitchFamily="34" charset="0"/>
                </a:rPr>
                <a:t>GIT CLONE / PULL 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3683EA01-C378-504C-42A2-AFF228084D81}"/>
              </a:ext>
            </a:extLst>
          </p:cNvPr>
          <p:cNvGrpSpPr/>
          <p:nvPr/>
        </p:nvGrpSpPr>
        <p:grpSpPr>
          <a:xfrm>
            <a:off x="4053840" y="6386174"/>
            <a:ext cx="501591" cy="4605110"/>
            <a:chOff x="4053840" y="6386174"/>
            <a:chExt cx="501591" cy="4605110"/>
          </a:xfrm>
        </p:grpSpPr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A7AF860A-5726-8049-4FD7-AB3C8DA07FE6}"/>
                </a:ext>
              </a:extLst>
            </p:cNvPr>
            <p:cNvCxnSpPr>
              <a:cxnSpLocks/>
            </p:cNvCxnSpPr>
            <p:nvPr/>
          </p:nvCxnSpPr>
          <p:spPr>
            <a:xfrm>
              <a:off x="4053840" y="6461597"/>
              <a:ext cx="0" cy="4529687"/>
            </a:xfrm>
            <a:prstGeom prst="straightConnector1">
              <a:avLst/>
            </a:prstGeom>
            <a:ln w="57150">
              <a:prstDash val="sys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B6FEF022-A07A-FE35-C1DB-7EB19978D509}"/>
                </a:ext>
              </a:extLst>
            </p:cNvPr>
            <p:cNvSpPr txBox="1"/>
            <p:nvPr/>
          </p:nvSpPr>
          <p:spPr>
            <a:xfrm rot="5400000">
              <a:off x="3453495" y="7026445"/>
              <a:ext cx="174220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Aptos" panose="020B0004020202020204" pitchFamily="34" charset="0"/>
                </a:rPr>
                <a:t>GIT MERGE 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E23638BB-0325-DCEB-52DC-47D8547B50E4}"/>
              </a:ext>
            </a:extLst>
          </p:cNvPr>
          <p:cNvGrpSpPr/>
          <p:nvPr/>
        </p:nvGrpSpPr>
        <p:grpSpPr>
          <a:xfrm>
            <a:off x="716851" y="5624194"/>
            <a:ext cx="5534885" cy="6062693"/>
            <a:chOff x="823531" y="5624194"/>
            <a:chExt cx="5534885" cy="606269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AF2C382-2B4B-1ED6-A642-5CEF50D97BDD}"/>
                </a:ext>
              </a:extLst>
            </p:cNvPr>
            <p:cNvSpPr/>
            <p:nvPr/>
          </p:nvSpPr>
          <p:spPr>
            <a:xfrm>
              <a:off x="823531" y="10966887"/>
              <a:ext cx="5400000" cy="7200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38100">
              <a:noFill/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  <a:latin typeface="Aptos" panose="020B0004020202020204" pitchFamily="34" charset="0"/>
                </a:rPr>
                <a:t>Working </a:t>
              </a:r>
              <a:r>
                <a:rPr lang="en-US" sz="2800" dirty="0" err="1">
                  <a:solidFill>
                    <a:schemeClr val="tx1"/>
                  </a:solidFill>
                  <a:latin typeface="Aptos" panose="020B0004020202020204" pitchFamily="34" charset="0"/>
                </a:rPr>
                <a:t>DIrectory</a:t>
              </a:r>
              <a:endParaRPr lang="en-US" sz="2800" dirty="0">
                <a:solidFill>
                  <a:schemeClr val="tx1"/>
                </a:solidFill>
                <a:latin typeface="Aptos" panose="020B0004020202020204" pitchFamily="34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3556F78-201D-88F7-E05C-6F0B0B52F94B}"/>
                </a:ext>
              </a:extLst>
            </p:cNvPr>
            <p:cNvSpPr/>
            <p:nvPr/>
          </p:nvSpPr>
          <p:spPr>
            <a:xfrm>
              <a:off x="885609" y="8439424"/>
              <a:ext cx="5400000" cy="7200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38100">
              <a:noFill/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  <a:latin typeface="Aptos" panose="020B0004020202020204" pitchFamily="34" charset="0"/>
                </a:rPr>
                <a:t>Staging  Area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51B2E59-7033-0689-1020-F5179BE5BD78}"/>
                </a:ext>
              </a:extLst>
            </p:cNvPr>
            <p:cNvSpPr/>
            <p:nvPr/>
          </p:nvSpPr>
          <p:spPr>
            <a:xfrm>
              <a:off x="958416" y="5624194"/>
              <a:ext cx="5400000" cy="7200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38100">
              <a:noFill/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  <a:latin typeface="Aptos" panose="020B0004020202020204" pitchFamily="34" charset="0"/>
                </a:rPr>
                <a:t>Local Repository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15392F5E-D2D5-8181-E139-E4B2F1F3165A}"/>
              </a:ext>
            </a:extLst>
          </p:cNvPr>
          <p:cNvGrpSpPr/>
          <p:nvPr/>
        </p:nvGrpSpPr>
        <p:grpSpPr>
          <a:xfrm>
            <a:off x="4145666" y="2801600"/>
            <a:ext cx="476905" cy="2822594"/>
            <a:chOff x="4145666" y="2801600"/>
            <a:chExt cx="476905" cy="2822594"/>
          </a:xfrm>
        </p:grpSpPr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826A8FA3-A3FD-6C29-BB7C-146FEAA303C4}"/>
                </a:ext>
              </a:extLst>
            </p:cNvPr>
            <p:cNvCxnSpPr>
              <a:cxnSpLocks/>
            </p:cNvCxnSpPr>
            <p:nvPr/>
          </p:nvCxnSpPr>
          <p:spPr>
            <a:xfrm>
              <a:off x="4145666" y="2886205"/>
              <a:ext cx="0" cy="2737989"/>
            </a:xfrm>
            <a:prstGeom prst="straightConnector1">
              <a:avLst/>
            </a:prstGeom>
            <a:ln w="57150">
              <a:prstDash val="sys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E0706BD4-95C5-B9D0-4B2E-1E4364ABBDEA}"/>
                </a:ext>
              </a:extLst>
            </p:cNvPr>
            <p:cNvSpPr txBox="1"/>
            <p:nvPr/>
          </p:nvSpPr>
          <p:spPr>
            <a:xfrm rot="5400000">
              <a:off x="3593475" y="3369031"/>
              <a:ext cx="159652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Aptos" panose="020B0004020202020204" pitchFamily="34" charset="0"/>
                </a:rPr>
                <a:t>GIT FETCH</a:t>
              </a:r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CE0E62AF-C673-F9B8-750A-565D6270EB20}"/>
              </a:ext>
            </a:extLst>
          </p:cNvPr>
          <p:cNvSpPr/>
          <p:nvPr/>
        </p:nvSpPr>
        <p:spPr>
          <a:xfrm>
            <a:off x="872406" y="2158402"/>
            <a:ext cx="5379329" cy="720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8100"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Aptos" panose="020B0004020202020204" pitchFamily="34" charset="0"/>
              </a:rPr>
              <a:t>Remote / Internet Repository</a:t>
            </a:r>
          </a:p>
        </p:txBody>
      </p:sp>
    </p:spTree>
    <p:extLst>
      <p:ext uri="{BB962C8B-B14F-4D97-AF65-F5344CB8AC3E}">
        <p14:creationId xmlns:p14="http://schemas.microsoft.com/office/powerpoint/2010/main" val="40819669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E0164C-5C72-0122-EC64-721F1D50B3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BF43FE64-923E-174E-69EB-740320FC8CBD}"/>
              </a:ext>
            </a:extLst>
          </p:cNvPr>
          <p:cNvGrpSpPr/>
          <p:nvPr/>
        </p:nvGrpSpPr>
        <p:grpSpPr>
          <a:xfrm>
            <a:off x="157586" y="175509"/>
            <a:ext cx="6542828" cy="11840982"/>
            <a:chOff x="101482" y="186896"/>
            <a:chExt cx="6542828" cy="11840982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25F328E3-FBA1-BF7C-A170-A9327E5973BA}"/>
                </a:ext>
              </a:extLst>
            </p:cNvPr>
            <p:cNvGrpSpPr/>
            <p:nvPr/>
          </p:nvGrpSpPr>
          <p:grpSpPr>
            <a:xfrm>
              <a:off x="101482" y="186896"/>
              <a:ext cx="6542828" cy="628379"/>
              <a:chOff x="2682270" y="-2364772"/>
              <a:chExt cx="6542828" cy="63090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2F00B627-E4DF-B26B-A27E-F517FCEAC3B2}"/>
                  </a:ext>
                </a:extLst>
              </p:cNvPr>
              <p:cNvSpPr/>
              <p:nvPr/>
            </p:nvSpPr>
            <p:spPr>
              <a:xfrm>
                <a:off x="2682270" y="-2364772"/>
                <a:ext cx="6542828" cy="63090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1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BE23528A-4224-809E-CD99-B602959742A5}"/>
                  </a:ext>
                </a:extLst>
              </p:cNvPr>
              <p:cNvSpPr/>
              <p:nvPr/>
            </p:nvSpPr>
            <p:spPr>
              <a:xfrm>
                <a:off x="2928935" y="-2232006"/>
                <a:ext cx="360000" cy="360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1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28AC2FB4-E8BD-8C1C-C07C-AFF49268AD25}"/>
                  </a:ext>
                </a:extLst>
              </p:cNvPr>
              <p:cNvSpPr/>
              <p:nvPr/>
            </p:nvSpPr>
            <p:spPr>
              <a:xfrm>
                <a:off x="3397090" y="-2232006"/>
                <a:ext cx="360000" cy="36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1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FB78E4D8-611D-9F19-D80C-9D9293EAB1CF}"/>
                  </a:ext>
                </a:extLst>
              </p:cNvPr>
              <p:cNvSpPr/>
              <p:nvPr/>
            </p:nvSpPr>
            <p:spPr>
              <a:xfrm>
                <a:off x="3865245" y="-2232006"/>
                <a:ext cx="360000" cy="360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1" dirty="0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C5D7466C-8E25-7DC2-F1B3-7F69AD8CFE8F}"/>
                </a:ext>
              </a:extLst>
            </p:cNvPr>
            <p:cNvSpPr/>
            <p:nvPr/>
          </p:nvSpPr>
          <p:spPr>
            <a:xfrm>
              <a:off x="138034" y="994711"/>
              <a:ext cx="6488691" cy="11033167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800" dirty="0">
                <a:solidFill>
                  <a:schemeClr val="tx1"/>
                </a:solidFill>
                <a:latin typeface="Copperplate Gothic Bold" panose="020E0705020206020404" pitchFamily="34" charset="0"/>
              </a:endParaRPr>
            </a:p>
          </p:txBody>
        </p: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2418978F-BE68-E5CD-66FB-275A38C1F855}"/>
              </a:ext>
            </a:extLst>
          </p:cNvPr>
          <p:cNvGrpSpPr/>
          <p:nvPr/>
        </p:nvGrpSpPr>
        <p:grpSpPr>
          <a:xfrm>
            <a:off x="2780450" y="7187255"/>
            <a:ext cx="3717065" cy="3802036"/>
            <a:chOff x="264429" y="6392791"/>
            <a:chExt cx="3717065" cy="3802036"/>
          </a:xfrm>
          <a:solidFill>
            <a:schemeClr val="bg2"/>
          </a:solidFill>
        </p:grpSpPr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C277A4A4-025A-A593-9585-561B5E91E478}"/>
                </a:ext>
              </a:extLst>
            </p:cNvPr>
            <p:cNvSpPr/>
            <p:nvPr/>
          </p:nvSpPr>
          <p:spPr>
            <a:xfrm>
              <a:off x="264429" y="6392791"/>
              <a:ext cx="3717065" cy="3802036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id="{3EF95200-C446-022E-3DB6-439E7CA1781C}"/>
                </a:ext>
              </a:extLst>
            </p:cNvPr>
            <p:cNvGrpSpPr/>
            <p:nvPr/>
          </p:nvGrpSpPr>
          <p:grpSpPr>
            <a:xfrm>
              <a:off x="337556" y="6508650"/>
              <a:ext cx="3415348" cy="3358098"/>
              <a:chOff x="183956" y="6468586"/>
              <a:chExt cx="3415348" cy="3358098"/>
            </a:xfrm>
            <a:grpFill/>
          </p:grpSpPr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427C21BD-AC57-BA5A-365D-24DF5DAD4075}"/>
                  </a:ext>
                </a:extLst>
              </p:cNvPr>
              <p:cNvSpPr txBox="1"/>
              <p:nvPr/>
            </p:nvSpPr>
            <p:spPr>
              <a:xfrm>
                <a:off x="205687" y="6468586"/>
                <a:ext cx="126348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>
                    <a:latin typeface="Aptos" panose="020B0004020202020204" pitchFamily="34" charset="0"/>
                  </a:rPr>
                  <a:t>git </a:t>
                </a:r>
                <a:r>
                  <a:rPr lang="en-US" sz="2800" dirty="0" err="1">
                    <a:latin typeface="Aptos" panose="020B0004020202020204" pitchFamily="34" charset="0"/>
                  </a:rPr>
                  <a:t>init</a:t>
                </a:r>
                <a:r>
                  <a:rPr lang="en-US" sz="2800" dirty="0">
                    <a:latin typeface="Aptos" panose="020B0004020202020204" pitchFamily="34" charset="0"/>
                  </a:rPr>
                  <a:t>  </a:t>
                </a:r>
              </a:p>
            </p:txBody>
          </p:sp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454D638D-893F-5227-FC91-48EFF3ABF4AE}"/>
                  </a:ext>
                </a:extLst>
              </p:cNvPr>
              <p:cNvSpPr txBox="1"/>
              <p:nvPr/>
            </p:nvSpPr>
            <p:spPr>
              <a:xfrm>
                <a:off x="183956" y="6991806"/>
                <a:ext cx="147829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>
                    <a:latin typeface="Aptos" panose="020B0004020202020204" pitchFamily="34" charset="0"/>
                  </a:rPr>
                  <a:t>git add  .</a:t>
                </a:r>
              </a:p>
            </p:txBody>
          </p:sp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4B8FCE3C-BCFF-4314-1301-22A9B2BA8248}"/>
                  </a:ext>
                </a:extLst>
              </p:cNvPr>
              <p:cNvSpPr txBox="1"/>
              <p:nvPr/>
            </p:nvSpPr>
            <p:spPr>
              <a:xfrm>
                <a:off x="183956" y="7509287"/>
                <a:ext cx="3326257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>
                    <a:latin typeface="Aptos" panose="020B0004020202020204" pitchFamily="34" charset="0"/>
                  </a:rPr>
                  <a:t>git commit –m </a:t>
                </a:r>
              </a:p>
              <a:p>
                <a:r>
                  <a:rPr lang="en-US" sz="2800" dirty="0">
                    <a:latin typeface="Aptos" panose="020B0004020202020204" pitchFamily="34" charset="0"/>
                  </a:rPr>
                  <a:t>“&lt;message&gt;”</a:t>
                </a:r>
              </a:p>
            </p:txBody>
          </p:sp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B10C8094-93C3-C84C-75C6-B76CE5382EE2}"/>
                  </a:ext>
                </a:extLst>
              </p:cNvPr>
              <p:cNvSpPr txBox="1"/>
              <p:nvPr/>
            </p:nvSpPr>
            <p:spPr>
              <a:xfrm>
                <a:off x="183956" y="8349046"/>
                <a:ext cx="3415348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>
                    <a:latin typeface="Aptos" panose="020B0004020202020204" pitchFamily="34" charset="0"/>
                  </a:rPr>
                  <a:t>git  remote add origin </a:t>
                </a:r>
              </a:p>
              <a:p>
                <a:r>
                  <a:rPr lang="en-US" sz="2800" dirty="0">
                    <a:latin typeface="Aptos" panose="020B0004020202020204" pitchFamily="34" charset="0"/>
                  </a:rPr>
                  <a:t>&lt;</a:t>
                </a:r>
                <a:r>
                  <a:rPr lang="en-US" sz="2800" dirty="0" err="1">
                    <a:latin typeface="Aptos" panose="020B0004020202020204" pitchFamily="34" charset="0"/>
                  </a:rPr>
                  <a:t>link_github</a:t>
                </a:r>
                <a:r>
                  <a:rPr lang="en-US" sz="2800" dirty="0">
                    <a:latin typeface="Aptos" panose="020B0004020202020204" pitchFamily="34" charset="0"/>
                  </a:rPr>
                  <a:t>&gt;</a:t>
                </a:r>
              </a:p>
            </p:txBody>
          </p:sp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C7CBA8A7-FE06-3CE9-62AE-A22B7E1E3D34}"/>
                  </a:ext>
                </a:extLst>
              </p:cNvPr>
              <p:cNvSpPr txBox="1"/>
              <p:nvPr/>
            </p:nvSpPr>
            <p:spPr>
              <a:xfrm>
                <a:off x="276217" y="9303464"/>
                <a:ext cx="194935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>
                    <a:latin typeface="Aptos" panose="020B0004020202020204" pitchFamily="34" charset="0"/>
                  </a:rPr>
                  <a:t>git push</a:t>
                </a:r>
              </a:p>
            </p:txBody>
          </p:sp>
        </p:grp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D6D875A0-A1F5-0FB2-EF64-7D603C4B6E4D}"/>
              </a:ext>
            </a:extLst>
          </p:cNvPr>
          <p:cNvGrpSpPr/>
          <p:nvPr/>
        </p:nvGrpSpPr>
        <p:grpSpPr>
          <a:xfrm>
            <a:off x="668218" y="715666"/>
            <a:ext cx="3253154" cy="11107765"/>
            <a:chOff x="3642050" y="963595"/>
            <a:chExt cx="3253154" cy="11107765"/>
          </a:xfrm>
        </p:grpSpPr>
        <p:cxnSp>
          <p:nvCxnSpPr>
            <p:cNvPr id="106" name="Straight Arrow Connector 105">
              <a:extLst>
                <a:ext uri="{FF2B5EF4-FFF2-40B4-BE49-F238E27FC236}">
                  <a16:creationId xmlns:a16="http://schemas.microsoft.com/office/drawing/2014/main" id="{A7EE8AF3-F50F-A2B5-C1DB-FA0D4C84DF7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131590" y="3166975"/>
              <a:ext cx="61261" cy="8289630"/>
            </a:xfrm>
            <a:prstGeom prst="straightConnector1">
              <a:avLst/>
            </a:prstGeom>
            <a:ln w="76200">
              <a:prstDash val="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1E839BB5-C6DD-4B23-D571-968612B36BA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293" t="10392" r="11513" b="16147"/>
            <a:stretch>
              <a:fillRect/>
            </a:stretch>
          </p:blipFill>
          <p:spPr>
            <a:xfrm>
              <a:off x="4086503" y="9726235"/>
              <a:ext cx="2294543" cy="2345125"/>
            </a:xfrm>
            <a:prstGeom prst="rect">
              <a:avLst/>
            </a:prstGeom>
          </p:spPr>
        </p:pic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F1AF162E-2058-98E1-08C6-FD0E5BA1C345}"/>
                </a:ext>
              </a:extLst>
            </p:cNvPr>
            <p:cNvGrpSpPr/>
            <p:nvPr/>
          </p:nvGrpSpPr>
          <p:grpSpPr>
            <a:xfrm>
              <a:off x="3642050" y="963595"/>
              <a:ext cx="3253154" cy="2533555"/>
              <a:chOff x="3994877" y="718320"/>
              <a:chExt cx="3253154" cy="2533555"/>
            </a:xfrm>
          </p:grpSpPr>
          <p:pic>
            <p:nvPicPr>
              <p:cNvPr id="114" name="Picture 113">
                <a:extLst>
                  <a:ext uri="{FF2B5EF4-FFF2-40B4-BE49-F238E27FC236}">
                    <a16:creationId xmlns:a16="http://schemas.microsoft.com/office/drawing/2014/main" id="{711316F8-1E6D-E48F-78ED-18307C4043D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994877" y="718320"/>
                <a:ext cx="3253154" cy="2533555"/>
              </a:xfrm>
              <a:prstGeom prst="rect">
                <a:avLst/>
              </a:prstGeom>
            </p:spPr>
          </p:pic>
          <p:pic>
            <p:nvPicPr>
              <p:cNvPr id="43" name="Picture 42">
                <a:extLst>
                  <a:ext uri="{FF2B5EF4-FFF2-40B4-BE49-F238E27FC236}">
                    <a16:creationId xmlns:a16="http://schemas.microsoft.com/office/drawing/2014/main" id="{E3E76FCE-1CC4-8748-1A3E-9099AFCFF84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929733" y="1552823"/>
                <a:ext cx="1109369" cy="1109369"/>
              </a:xfrm>
              <a:prstGeom prst="rect">
                <a:avLst/>
              </a:prstGeom>
            </p:spPr>
          </p:pic>
        </p:grpSp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EDDA4652-641A-4D20-DEBA-BBF2E1D0BAE6}"/>
              </a:ext>
            </a:extLst>
          </p:cNvPr>
          <p:cNvGrpSpPr/>
          <p:nvPr/>
        </p:nvGrpSpPr>
        <p:grpSpPr>
          <a:xfrm>
            <a:off x="2769801" y="4118301"/>
            <a:ext cx="3604620" cy="1719773"/>
            <a:chOff x="2892894" y="4118301"/>
            <a:chExt cx="3604620" cy="1719773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3531D6A0-13D9-1A60-A815-C98FB8F4B35B}"/>
                </a:ext>
              </a:extLst>
            </p:cNvPr>
            <p:cNvSpPr/>
            <p:nvPr/>
          </p:nvSpPr>
          <p:spPr>
            <a:xfrm>
              <a:off x="2910478" y="4118301"/>
              <a:ext cx="1728505" cy="589683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  <a:latin typeface="Berlin Sans FB" panose="020E0602020502020306" pitchFamily="34" charset="0"/>
                </a:rPr>
                <a:t>CASE - 1</a:t>
              </a:r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AD1D9434-5B17-BEA9-F30C-F098C4581B55}"/>
                </a:ext>
              </a:extLst>
            </p:cNvPr>
            <p:cNvSpPr/>
            <p:nvPr/>
          </p:nvSpPr>
          <p:spPr>
            <a:xfrm>
              <a:off x="2892894" y="4751525"/>
              <a:ext cx="3604620" cy="108654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8AFEB4CA-4E0D-30AE-02E0-0895699D9685}"/>
                </a:ext>
              </a:extLst>
            </p:cNvPr>
            <p:cNvSpPr txBox="1"/>
            <p:nvPr/>
          </p:nvSpPr>
          <p:spPr>
            <a:xfrm>
              <a:off x="3006908" y="4850875"/>
              <a:ext cx="2989447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Berlin Sans FB" panose="020E0602020502020306" pitchFamily="34" charset="0"/>
                </a:rPr>
                <a:t>Upload source code to cloud </a:t>
              </a:r>
              <a:r>
                <a:rPr lang="en-US" sz="2400" dirty="0" err="1">
                  <a:latin typeface="Berlin Sans FB" panose="020E0602020502020306" pitchFamily="34" charset="0"/>
                </a:rPr>
                <a:t>github</a:t>
              </a:r>
              <a:endParaRPr lang="en-US" sz="2400" dirty="0">
                <a:latin typeface="Berlin Sans FB" panose="020E0602020502020306" pitchFamily="34" charset="0"/>
              </a:endParaRPr>
            </a:p>
          </p:txBody>
        </p:sp>
      </p:grpSp>
      <p:sp>
        <p:nvSpPr>
          <p:cNvPr id="129" name="Rectangle 128">
            <a:extLst>
              <a:ext uri="{FF2B5EF4-FFF2-40B4-BE49-F238E27FC236}">
                <a16:creationId xmlns:a16="http://schemas.microsoft.com/office/drawing/2014/main" id="{438A3D56-4D00-C403-D5AD-1D45020E29C6}"/>
              </a:ext>
            </a:extLst>
          </p:cNvPr>
          <p:cNvSpPr/>
          <p:nvPr/>
        </p:nvSpPr>
        <p:spPr>
          <a:xfrm>
            <a:off x="2806906" y="6574386"/>
            <a:ext cx="2035530" cy="58775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latin typeface="Aptos" panose="020B0004020202020204" pitchFamily="34" charset="0"/>
              </a:rPr>
              <a:t>C:\Desktop &gt;</a:t>
            </a:r>
          </a:p>
        </p:txBody>
      </p:sp>
      <p:pic>
        <p:nvPicPr>
          <p:cNvPr id="110" name="Picture 109">
            <a:extLst>
              <a:ext uri="{FF2B5EF4-FFF2-40B4-BE49-F238E27FC236}">
                <a16:creationId xmlns:a16="http://schemas.microsoft.com/office/drawing/2014/main" id="{6F2A9AB9-3C16-7895-CB68-1B5B37F05FA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940" y="10649774"/>
            <a:ext cx="1141461" cy="1141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057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AD0D86-FF84-8210-DB28-7FC9529EDA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1DFE038B-4FDE-2306-2F60-D8EDAEC7B96F}"/>
              </a:ext>
            </a:extLst>
          </p:cNvPr>
          <p:cNvGrpSpPr/>
          <p:nvPr/>
        </p:nvGrpSpPr>
        <p:grpSpPr>
          <a:xfrm>
            <a:off x="157586" y="175509"/>
            <a:ext cx="6542828" cy="11840982"/>
            <a:chOff x="101482" y="186896"/>
            <a:chExt cx="6542828" cy="11840982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BF12E5C4-6451-5E42-84CC-B87B97EBBFB9}"/>
                </a:ext>
              </a:extLst>
            </p:cNvPr>
            <p:cNvGrpSpPr/>
            <p:nvPr/>
          </p:nvGrpSpPr>
          <p:grpSpPr>
            <a:xfrm>
              <a:off x="101482" y="186896"/>
              <a:ext cx="6542828" cy="628379"/>
              <a:chOff x="2682270" y="-2364772"/>
              <a:chExt cx="6542828" cy="63090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4C4AF430-5946-FD8E-E5B6-7D0812738254}"/>
                  </a:ext>
                </a:extLst>
              </p:cNvPr>
              <p:cNvSpPr/>
              <p:nvPr/>
            </p:nvSpPr>
            <p:spPr>
              <a:xfrm>
                <a:off x="2682270" y="-2364772"/>
                <a:ext cx="6542828" cy="63090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1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3711DC97-2BE3-8767-7155-2ED1D4052F9B}"/>
                  </a:ext>
                </a:extLst>
              </p:cNvPr>
              <p:cNvSpPr/>
              <p:nvPr/>
            </p:nvSpPr>
            <p:spPr>
              <a:xfrm>
                <a:off x="2928935" y="-2232006"/>
                <a:ext cx="360000" cy="360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1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27B6581F-466C-DAEA-0F64-6D47B1D47A6C}"/>
                  </a:ext>
                </a:extLst>
              </p:cNvPr>
              <p:cNvSpPr/>
              <p:nvPr/>
            </p:nvSpPr>
            <p:spPr>
              <a:xfrm>
                <a:off x="3397090" y="-2232006"/>
                <a:ext cx="360000" cy="36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1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97538A29-3B7B-9DAE-20B3-2D431FEED855}"/>
                  </a:ext>
                </a:extLst>
              </p:cNvPr>
              <p:cNvSpPr/>
              <p:nvPr/>
            </p:nvSpPr>
            <p:spPr>
              <a:xfrm>
                <a:off x="3865245" y="-2232006"/>
                <a:ext cx="360000" cy="360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1" dirty="0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7802B517-4CF6-CDBA-BA74-B9EDDCCEEF44}"/>
                </a:ext>
              </a:extLst>
            </p:cNvPr>
            <p:cNvSpPr/>
            <p:nvPr/>
          </p:nvSpPr>
          <p:spPr>
            <a:xfrm>
              <a:off x="138034" y="994711"/>
              <a:ext cx="6488691" cy="11033167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800" dirty="0">
                <a:solidFill>
                  <a:schemeClr val="tx1"/>
                </a:solidFill>
                <a:latin typeface="Copperplate Gothic Bold" panose="020E0705020206020404" pitchFamily="34" charset="0"/>
              </a:endParaRPr>
            </a:p>
          </p:txBody>
        </p: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4B654E30-B62B-EB52-76D8-848FF11FBC90}"/>
              </a:ext>
            </a:extLst>
          </p:cNvPr>
          <p:cNvGrpSpPr/>
          <p:nvPr/>
        </p:nvGrpSpPr>
        <p:grpSpPr>
          <a:xfrm>
            <a:off x="2780451" y="7187256"/>
            <a:ext cx="3883411" cy="918538"/>
            <a:chOff x="264430" y="6392792"/>
            <a:chExt cx="3883411" cy="918538"/>
          </a:xfrm>
          <a:solidFill>
            <a:schemeClr val="bg2"/>
          </a:solidFill>
        </p:grpSpPr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70B24810-87D2-84A0-BDF3-4A88AA04DDCD}"/>
                </a:ext>
              </a:extLst>
            </p:cNvPr>
            <p:cNvSpPr/>
            <p:nvPr/>
          </p:nvSpPr>
          <p:spPr>
            <a:xfrm>
              <a:off x="264430" y="6392792"/>
              <a:ext cx="3808902" cy="918538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CCBE4E86-2A08-0742-53BB-9636839A74F6}"/>
                </a:ext>
              </a:extLst>
            </p:cNvPr>
            <p:cNvSpPr txBox="1"/>
            <p:nvPr/>
          </p:nvSpPr>
          <p:spPr>
            <a:xfrm>
              <a:off x="338939" y="6603103"/>
              <a:ext cx="380890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>
                  <a:latin typeface="Aptos" panose="020B0004020202020204" pitchFamily="34" charset="0"/>
                </a:rPr>
                <a:t>git  clone &lt;</a:t>
              </a:r>
              <a:r>
                <a:rPr lang="en-US" sz="2800" dirty="0" err="1">
                  <a:latin typeface="Aptos" panose="020B0004020202020204" pitchFamily="34" charset="0"/>
                </a:rPr>
                <a:t>link_github</a:t>
              </a:r>
              <a:r>
                <a:rPr lang="en-US" sz="2800" dirty="0">
                  <a:latin typeface="Aptos" panose="020B0004020202020204" pitchFamily="34" charset="0"/>
                </a:rPr>
                <a:t>&gt;</a:t>
              </a:r>
            </a:p>
          </p:txBody>
        </p: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060BF898-3209-E6A8-57B7-BCBF8761BB80}"/>
              </a:ext>
            </a:extLst>
          </p:cNvPr>
          <p:cNvGrpSpPr/>
          <p:nvPr/>
        </p:nvGrpSpPr>
        <p:grpSpPr>
          <a:xfrm>
            <a:off x="668218" y="715666"/>
            <a:ext cx="3253154" cy="11107765"/>
            <a:chOff x="3642050" y="963595"/>
            <a:chExt cx="3253154" cy="11107765"/>
          </a:xfrm>
        </p:grpSpPr>
        <p:cxnSp>
          <p:nvCxnSpPr>
            <p:cNvPr id="106" name="Straight Arrow Connector 105">
              <a:extLst>
                <a:ext uri="{FF2B5EF4-FFF2-40B4-BE49-F238E27FC236}">
                  <a16:creationId xmlns:a16="http://schemas.microsoft.com/office/drawing/2014/main" id="{87BC56B1-D0CE-A306-5E88-3BBDA6CAC970}"/>
                </a:ext>
              </a:extLst>
            </p:cNvPr>
            <p:cNvCxnSpPr>
              <a:cxnSpLocks/>
              <a:endCxn id="34" idx="0"/>
            </p:cNvCxnSpPr>
            <p:nvPr/>
          </p:nvCxnSpPr>
          <p:spPr>
            <a:xfrm>
              <a:off x="5192851" y="3166975"/>
              <a:ext cx="40924" cy="6559260"/>
            </a:xfrm>
            <a:prstGeom prst="straightConnector1">
              <a:avLst/>
            </a:prstGeom>
            <a:ln w="76200">
              <a:prstDash val="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7DB8E889-3248-06CC-D89D-213A8A30B9E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293" t="10392" r="11513" b="16147"/>
            <a:stretch>
              <a:fillRect/>
            </a:stretch>
          </p:blipFill>
          <p:spPr>
            <a:xfrm>
              <a:off x="4086503" y="9726235"/>
              <a:ext cx="2294543" cy="2345125"/>
            </a:xfrm>
            <a:prstGeom prst="rect">
              <a:avLst/>
            </a:prstGeom>
          </p:spPr>
        </p:pic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1EEB8169-FF2E-5AC0-F3E1-98066EAEFD60}"/>
                </a:ext>
              </a:extLst>
            </p:cNvPr>
            <p:cNvGrpSpPr/>
            <p:nvPr/>
          </p:nvGrpSpPr>
          <p:grpSpPr>
            <a:xfrm>
              <a:off x="3642050" y="963595"/>
              <a:ext cx="3253154" cy="2533555"/>
              <a:chOff x="3994877" y="718320"/>
              <a:chExt cx="3253154" cy="2533555"/>
            </a:xfrm>
          </p:grpSpPr>
          <p:pic>
            <p:nvPicPr>
              <p:cNvPr id="114" name="Picture 113">
                <a:extLst>
                  <a:ext uri="{FF2B5EF4-FFF2-40B4-BE49-F238E27FC236}">
                    <a16:creationId xmlns:a16="http://schemas.microsoft.com/office/drawing/2014/main" id="{4C568E41-154A-337D-D8C8-6F1F2C98060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994877" y="718320"/>
                <a:ext cx="3253154" cy="2533555"/>
              </a:xfrm>
              <a:prstGeom prst="rect">
                <a:avLst/>
              </a:prstGeom>
            </p:spPr>
          </p:pic>
          <p:pic>
            <p:nvPicPr>
              <p:cNvPr id="43" name="Picture 42">
                <a:extLst>
                  <a:ext uri="{FF2B5EF4-FFF2-40B4-BE49-F238E27FC236}">
                    <a16:creationId xmlns:a16="http://schemas.microsoft.com/office/drawing/2014/main" id="{78B36DE2-68C4-4F68-1B4D-46FAFECF028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929733" y="1552823"/>
                <a:ext cx="1109369" cy="1109369"/>
              </a:xfrm>
              <a:prstGeom prst="rect">
                <a:avLst/>
              </a:prstGeom>
            </p:spPr>
          </p:pic>
        </p:grpSp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8BFFC5DB-4097-D706-DC7E-CA9462188E77}"/>
              </a:ext>
            </a:extLst>
          </p:cNvPr>
          <p:cNvGrpSpPr/>
          <p:nvPr/>
        </p:nvGrpSpPr>
        <p:grpSpPr>
          <a:xfrm>
            <a:off x="2752216" y="3933105"/>
            <a:ext cx="3604620" cy="2302234"/>
            <a:chOff x="2892894" y="4118301"/>
            <a:chExt cx="3604620" cy="2302234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B51560C1-6CBB-4675-AF7C-1A3C45B144F8}"/>
                </a:ext>
              </a:extLst>
            </p:cNvPr>
            <p:cNvSpPr/>
            <p:nvPr/>
          </p:nvSpPr>
          <p:spPr>
            <a:xfrm>
              <a:off x="2910478" y="4118301"/>
              <a:ext cx="1728505" cy="589683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  <a:latin typeface="Berlin Sans FB" panose="020E0602020502020306" pitchFamily="34" charset="0"/>
                </a:rPr>
                <a:t>CASE - 2</a:t>
              </a:r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4CC93B2F-C231-7216-C648-EDBFA97C6BB4}"/>
                </a:ext>
              </a:extLst>
            </p:cNvPr>
            <p:cNvSpPr/>
            <p:nvPr/>
          </p:nvSpPr>
          <p:spPr>
            <a:xfrm>
              <a:off x="2892894" y="4751525"/>
              <a:ext cx="3604620" cy="166901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5C72BAC3-8373-4AD7-B9C1-6E79B764A54D}"/>
                </a:ext>
              </a:extLst>
            </p:cNvPr>
            <p:cNvSpPr txBox="1"/>
            <p:nvPr/>
          </p:nvSpPr>
          <p:spPr>
            <a:xfrm>
              <a:off x="3006908" y="4804575"/>
              <a:ext cx="2989447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Berlin Sans FB" panose="020E0602020502020306" pitchFamily="34" charset="0"/>
                </a:rPr>
                <a:t>download source code from cloud </a:t>
              </a:r>
              <a:r>
                <a:rPr lang="en-US" sz="2400" dirty="0" err="1">
                  <a:latin typeface="Berlin Sans FB" panose="020E0602020502020306" pitchFamily="34" charset="0"/>
                </a:rPr>
                <a:t>github</a:t>
              </a:r>
              <a:r>
                <a:rPr lang="en-US" sz="2400" dirty="0">
                  <a:latin typeface="Berlin Sans FB" panose="020E0602020502020306" pitchFamily="34" charset="0"/>
                </a:rPr>
                <a:t> to local system for the first time </a:t>
              </a:r>
            </a:p>
          </p:txBody>
        </p:sp>
      </p:grpSp>
      <p:sp>
        <p:nvSpPr>
          <p:cNvPr id="129" name="Rectangle 128">
            <a:extLst>
              <a:ext uri="{FF2B5EF4-FFF2-40B4-BE49-F238E27FC236}">
                <a16:creationId xmlns:a16="http://schemas.microsoft.com/office/drawing/2014/main" id="{673A06CC-71A1-B694-E387-AA1210DA0B05}"/>
              </a:ext>
            </a:extLst>
          </p:cNvPr>
          <p:cNvSpPr/>
          <p:nvPr/>
        </p:nvSpPr>
        <p:spPr>
          <a:xfrm>
            <a:off x="2806906" y="6574386"/>
            <a:ext cx="2035530" cy="58775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latin typeface="Aptos" panose="020B0004020202020204" pitchFamily="34" charset="0"/>
              </a:rPr>
              <a:t>C:\Desktop &gt;</a:t>
            </a:r>
          </a:p>
        </p:txBody>
      </p:sp>
      <p:pic>
        <p:nvPicPr>
          <p:cNvPr id="110" name="Picture 109">
            <a:extLst>
              <a:ext uri="{FF2B5EF4-FFF2-40B4-BE49-F238E27FC236}">
                <a16:creationId xmlns:a16="http://schemas.microsoft.com/office/drawing/2014/main" id="{D80A177F-4C0B-4CD2-FDFB-62FFEBF5B20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675" y="10400828"/>
            <a:ext cx="1141461" cy="1141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1136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CC8DE4-6B2C-2FCD-E50E-4D8D996F87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B5BC9FF-25C3-8463-5A37-BECE9BDFFE35}"/>
              </a:ext>
            </a:extLst>
          </p:cNvPr>
          <p:cNvGrpSpPr/>
          <p:nvPr/>
        </p:nvGrpSpPr>
        <p:grpSpPr>
          <a:xfrm>
            <a:off x="157586" y="175509"/>
            <a:ext cx="6542828" cy="11840982"/>
            <a:chOff x="101482" y="186896"/>
            <a:chExt cx="6542828" cy="11840982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6CD0FA13-66D2-3E91-F7C1-A9D71DC4232C}"/>
                </a:ext>
              </a:extLst>
            </p:cNvPr>
            <p:cNvGrpSpPr/>
            <p:nvPr/>
          </p:nvGrpSpPr>
          <p:grpSpPr>
            <a:xfrm>
              <a:off x="101482" y="186896"/>
              <a:ext cx="6542828" cy="628379"/>
              <a:chOff x="2682270" y="-2364772"/>
              <a:chExt cx="6542828" cy="63090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FCD1C060-5157-CF93-E9C7-D34CEBDBD34A}"/>
                  </a:ext>
                </a:extLst>
              </p:cNvPr>
              <p:cNvSpPr/>
              <p:nvPr/>
            </p:nvSpPr>
            <p:spPr>
              <a:xfrm>
                <a:off x="2682270" y="-2364772"/>
                <a:ext cx="6542828" cy="63090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1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B5AE4613-ECBF-553E-BBB5-4318923C4B9A}"/>
                  </a:ext>
                </a:extLst>
              </p:cNvPr>
              <p:cNvSpPr/>
              <p:nvPr/>
            </p:nvSpPr>
            <p:spPr>
              <a:xfrm>
                <a:off x="2928935" y="-2232006"/>
                <a:ext cx="360000" cy="360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1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60D34AA4-E08D-D756-C32F-0208F5C52DC8}"/>
                  </a:ext>
                </a:extLst>
              </p:cNvPr>
              <p:cNvSpPr/>
              <p:nvPr/>
            </p:nvSpPr>
            <p:spPr>
              <a:xfrm>
                <a:off x="3397090" y="-2232006"/>
                <a:ext cx="360000" cy="36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1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332BCA54-A0B9-DAA7-503B-DC83717C0A87}"/>
                  </a:ext>
                </a:extLst>
              </p:cNvPr>
              <p:cNvSpPr/>
              <p:nvPr/>
            </p:nvSpPr>
            <p:spPr>
              <a:xfrm>
                <a:off x="3865245" y="-2232006"/>
                <a:ext cx="360000" cy="360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1" dirty="0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1205DA0B-407A-5781-A52B-61512919CFBC}"/>
                </a:ext>
              </a:extLst>
            </p:cNvPr>
            <p:cNvSpPr/>
            <p:nvPr/>
          </p:nvSpPr>
          <p:spPr>
            <a:xfrm>
              <a:off x="138034" y="994711"/>
              <a:ext cx="6488691" cy="11033167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800" dirty="0">
                <a:solidFill>
                  <a:schemeClr val="tx1"/>
                </a:solidFill>
                <a:latin typeface="Copperplate Gothic Bold" panose="020E0705020206020404" pitchFamily="34" charset="0"/>
              </a:endParaRPr>
            </a:p>
          </p:txBody>
        </p: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03574237-F88F-B7F6-462D-E653ED86311F}"/>
              </a:ext>
            </a:extLst>
          </p:cNvPr>
          <p:cNvGrpSpPr/>
          <p:nvPr/>
        </p:nvGrpSpPr>
        <p:grpSpPr>
          <a:xfrm>
            <a:off x="2780451" y="7187256"/>
            <a:ext cx="3883411" cy="1059930"/>
            <a:chOff x="264430" y="6392792"/>
            <a:chExt cx="3883411" cy="1059930"/>
          </a:xfrm>
          <a:solidFill>
            <a:schemeClr val="bg2"/>
          </a:solidFill>
        </p:grpSpPr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4FA47D71-B28C-F16A-68DC-51E56C4A01F8}"/>
                </a:ext>
              </a:extLst>
            </p:cNvPr>
            <p:cNvSpPr/>
            <p:nvPr/>
          </p:nvSpPr>
          <p:spPr>
            <a:xfrm>
              <a:off x="264430" y="6392792"/>
              <a:ext cx="3808902" cy="105993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EB159999-56E0-72C1-F575-33F09264F1FB}"/>
                </a:ext>
              </a:extLst>
            </p:cNvPr>
            <p:cNvSpPr txBox="1"/>
            <p:nvPr/>
          </p:nvSpPr>
          <p:spPr>
            <a:xfrm>
              <a:off x="338939" y="6655858"/>
              <a:ext cx="380890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>
                  <a:latin typeface="Aptos" panose="020B0004020202020204" pitchFamily="34" charset="0"/>
                </a:rPr>
                <a:t>git  pull</a:t>
              </a:r>
            </a:p>
          </p:txBody>
        </p: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67397AEB-BEFD-E490-7349-7053D596F8F0}"/>
              </a:ext>
            </a:extLst>
          </p:cNvPr>
          <p:cNvGrpSpPr/>
          <p:nvPr/>
        </p:nvGrpSpPr>
        <p:grpSpPr>
          <a:xfrm>
            <a:off x="668218" y="715666"/>
            <a:ext cx="3253154" cy="11107765"/>
            <a:chOff x="3642050" y="963595"/>
            <a:chExt cx="3253154" cy="11107765"/>
          </a:xfrm>
        </p:grpSpPr>
        <p:cxnSp>
          <p:nvCxnSpPr>
            <p:cNvPr id="106" name="Straight Arrow Connector 105">
              <a:extLst>
                <a:ext uri="{FF2B5EF4-FFF2-40B4-BE49-F238E27FC236}">
                  <a16:creationId xmlns:a16="http://schemas.microsoft.com/office/drawing/2014/main" id="{93BA79B1-BB7A-4EE0-A059-2C9E6E5747A4}"/>
                </a:ext>
              </a:extLst>
            </p:cNvPr>
            <p:cNvCxnSpPr>
              <a:cxnSpLocks/>
              <a:endCxn id="34" idx="0"/>
            </p:cNvCxnSpPr>
            <p:nvPr/>
          </p:nvCxnSpPr>
          <p:spPr>
            <a:xfrm>
              <a:off x="5192851" y="3166975"/>
              <a:ext cx="40924" cy="6559260"/>
            </a:xfrm>
            <a:prstGeom prst="straightConnector1">
              <a:avLst/>
            </a:prstGeom>
            <a:ln w="76200">
              <a:prstDash val="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91F43320-5B46-C7CD-C500-E9CCBC33E39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293" t="10392" r="11513" b="16147"/>
            <a:stretch>
              <a:fillRect/>
            </a:stretch>
          </p:blipFill>
          <p:spPr>
            <a:xfrm>
              <a:off x="4086503" y="9726235"/>
              <a:ext cx="2294543" cy="2345125"/>
            </a:xfrm>
            <a:prstGeom prst="rect">
              <a:avLst/>
            </a:prstGeom>
          </p:spPr>
        </p:pic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B5DBE1C1-021D-7F8C-1292-EB80C83BAE20}"/>
                </a:ext>
              </a:extLst>
            </p:cNvPr>
            <p:cNvGrpSpPr/>
            <p:nvPr/>
          </p:nvGrpSpPr>
          <p:grpSpPr>
            <a:xfrm>
              <a:off x="3642050" y="963595"/>
              <a:ext cx="3253154" cy="2533555"/>
              <a:chOff x="3994877" y="718320"/>
              <a:chExt cx="3253154" cy="2533555"/>
            </a:xfrm>
          </p:grpSpPr>
          <p:pic>
            <p:nvPicPr>
              <p:cNvPr id="114" name="Picture 113">
                <a:extLst>
                  <a:ext uri="{FF2B5EF4-FFF2-40B4-BE49-F238E27FC236}">
                    <a16:creationId xmlns:a16="http://schemas.microsoft.com/office/drawing/2014/main" id="{7AAC547D-1E37-3597-0A92-1E1FB10C339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994877" y="718320"/>
                <a:ext cx="3253154" cy="2533555"/>
              </a:xfrm>
              <a:prstGeom prst="rect">
                <a:avLst/>
              </a:prstGeom>
            </p:spPr>
          </p:pic>
          <p:pic>
            <p:nvPicPr>
              <p:cNvPr id="43" name="Picture 42">
                <a:extLst>
                  <a:ext uri="{FF2B5EF4-FFF2-40B4-BE49-F238E27FC236}">
                    <a16:creationId xmlns:a16="http://schemas.microsoft.com/office/drawing/2014/main" id="{ECE71F3B-0DB5-AAEB-80A4-1C25BA96C63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929733" y="1552823"/>
                <a:ext cx="1109369" cy="1109369"/>
              </a:xfrm>
              <a:prstGeom prst="rect">
                <a:avLst/>
              </a:prstGeom>
            </p:spPr>
          </p:pic>
        </p:grpSp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C3BDBD20-EFB9-A25E-651D-3C642950AE9D}"/>
              </a:ext>
            </a:extLst>
          </p:cNvPr>
          <p:cNvGrpSpPr/>
          <p:nvPr/>
        </p:nvGrpSpPr>
        <p:grpSpPr>
          <a:xfrm>
            <a:off x="2752216" y="4118301"/>
            <a:ext cx="3604620" cy="2041754"/>
            <a:chOff x="2892894" y="4118301"/>
            <a:chExt cx="3604620" cy="2041754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408E39FA-F87D-1C47-24EF-3828DAAF79C7}"/>
                </a:ext>
              </a:extLst>
            </p:cNvPr>
            <p:cNvSpPr/>
            <p:nvPr/>
          </p:nvSpPr>
          <p:spPr>
            <a:xfrm>
              <a:off x="2910478" y="4118301"/>
              <a:ext cx="1728505" cy="589683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  <a:latin typeface="Berlin Sans FB" panose="020E0602020502020306" pitchFamily="34" charset="0"/>
                </a:rPr>
                <a:t>CASE - 3</a:t>
              </a:r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EBFDC40D-9885-FD13-521E-EC407D52E061}"/>
                </a:ext>
              </a:extLst>
            </p:cNvPr>
            <p:cNvSpPr/>
            <p:nvPr/>
          </p:nvSpPr>
          <p:spPr>
            <a:xfrm>
              <a:off x="2892894" y="4751525"/>
              <a:ext cx="3604620" cy="140853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EA8BA282-4709-487D-87F6-7A6138B66817}"/>
                </a:ext>
              </a:extLst>
            </p:cNvPr>
            <p:cNvSpPr txBox="1"/>
            <p:nvPr/>
          </p:nvSpPr>
          <p:spPr>
            <a:xfrm>
              <a:off x="3006908" y="4850875"/>
              <a:ext cx="2989447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Berlin Sans FB" panose="020E0602020502020306" pitchFamily="34" charset="0"/>
                </a:rPr>
                <a:t>Update latest source code from cloud </a:t>
              </a:r>
              <a:r>
                <a:rPr lang="en-US" sz="2400" dirty="0" err="1">
                  <a:latin typeface="Berlin Sans FB" panose="020E0602020502020306" pitchFamily="34" charset="0"/>
                </a:rPr>
                <a:t>github</a:t>
              </a:r>
              <a:r>
                <a:rPr lang="en-US" sz="2400" dirty="0">
                  <a:latin typeface="Berlin Sans FB" panose="020E0602020502020306" pitchFamily="34" charset="0"/>
                </a:rPr>
                <a:t> to local system </a:t>
              </a:r>
            </a:p>
          </p:txBody>
        </p:sp>
      </p:grpSp>
      <p:sp>
        <p:nvSpPr>
          <p:cNvPr id="129" name="Rectangle 128">
            <a:extLst>
              <a:ext uri="{FF2B5EF4-FFF2-40B4-BE49-F238E27FC236}">
                <a16:creationId xmlns:a16="http://schemas.microsoft.com/office/drawing/2014/main" id="{7D6E6C7D-8094-DD18-AC5F-2031573F46D7}"/>
              </a:ext>
            </a:extLst>
          </p:cNvPr>
          <p:cNvSpPr/>
          <p:nvPr/>
        </p:nvSpPr>
        <p:spPr>
          <a:xfrm>
            <a:off x="2806906" y="6574386"/>
            <a:ext cx="2035530" cy="58775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latin typeface="Aptos" panose="020B0004020202020204" pitchFamily="34" charset="0"/>
              </a:rPr>
              <a:t>C:\Desktop &gt;</a:t>
            </a:r>
          </a:p>
        </p:txBody>
      </p:sp>
      <p:pic>
        <p:nvPicPr>
          <p:cNvPr id="110" name="Picture 109">
            <a:extLst>
              <a:ext uri="{FF2B5EF4-FFF2-40B4-BE49-F238E27FC236}">
                <a16:creationId xmlns:a16="http://schemas.microsoft.com/office/drawing/2014/main" id="{612FC657-2EDC-7680-3619-551283EC8F9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675" y="10400828"/>
            <a:ext cx="1141461" cy="1141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9578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920CCB-C56D-BCF5-4ADA-4365EAA5E8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F08D843-027F-853E-C10E-C751266F9724}"/>
              </a:ext>
            </a:extLst>
          </p:cNvPr>
          <p:cNvGrpSpPr/>
          <p:nvPr/>
        </p:nvGrpSpPr>
        <p:grpSpPr>
          <a:xfrm>
            <a:off x="157586" y="175509"/>
            <a:ext cx="6542828" cy="11840982"/>
            <a:chOff x="101482" y="186896"/>
            <a:chExt cx="6542828" cy="11840982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CBB871C5-EA60-6F30-6BA9-281BE13A13F5}"/>
                </a:ext>
              </a:extLst>
            </p:cNvPr>
            <p:cNvGrpSpPr/>
            <p:nvPr/>
          </p:nvGrpSpPr>
          <p:grpSpPr>
            <a:xfrm>
              <a:off x="101482" y="186896"/>
              <a:ext cx="6542828" cy="628379"/>
              <a:chOff x="2682270" y="-2364772"/>
              <a:chExt cx="6542828" cy="63090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651BE746-1C8C-67A9-616A-55ED1A0CB26B}"/>
                  </a:ext>
                </a:extLst>
              </p:cNvPr>
              <p:cNvSpPr/>
              <p:nvPr/>
            </p:nvSpPr>
            <p:spPr>
              <a:xfrm>
                <a:off x="2682270" y="-2364772"/>
                <a:ext cx="6542828" cy="63090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1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5F3F8A03-6BCC-E878-9C18-C10C667F4DDF}"/>
                  </a:ext>
                </a:extLst>
              </p:cNvPr>
              <p:cNvSpPr/>
              <p:nvPr/>
            </p:nvSpPr>
            <p:spPr>
              <a:xfrm>
                <a:off x="2928935" y="-2232006"/>
                <a:ext cx="360000" cy="360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1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56C0A615-18E0-80B3-7631-FB0F5FF62637}"/>
                  </a:ext>
                </a:extLst>
              </p:cNvPr>
              <p:cNvSpPr/>
              <p:nvPr/>
            </p:nvSpPr>
            <p:spPr>
              <a:xfrm>
                <a:off x="3397090" y="-2232006"/>
                <a:ext cx="360000" cy="36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1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19FAD462-DA41-CA99-09DA-8F17F46BE0E7}"/>
                  </a:ext>
                </a:extLst>
              </p:cNvPr>
              <p:cNvSpPr/>
              <p:nvPr/>
            </p:nvSpPr>
            <p:spPr>
              <a:xfrm>
                <a:off x="3865245" y="-2232006"/>
                <a:ext cx="360000" cy="360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1" dirty="0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0E95F6EC-1B36-8717-A63D-28ED3BC417AC}"/>
                </a:ext>
              </a:extLst>
            </p:cNvPr>
            <p:cNvSpPr/>
            <p:nvPr/>
          </p:nvSpPr>
          <p:spPr>
            <a:xfrm>
              <a:off x="138034" y="994711"/>
              <a:ext cx="6488691" cy="11033167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800" dirty="0">
                <a:solidFill>
                  <a:schemeClr val="tx1"/>
                </a:solidFill>
                <a:latin typeface="Copperplate Gothic Bold" panose="020E0705020206020404" pitchFamily="34" charset="0"/>
              </a:endParaRPr>
            </a:p>
          </p:txBody>
        </p:sp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6BEA9FC6-F7C4-C68E-683D-77FEEAFF7A3C}"/>
              </a:ext>
            </a:extLst>
          </p:cNvPr>
          <p:cNvGrpSpPr/>
          <p:nvPr/>
        </p:nvGrpSpPr>
        <p:grpSpPr>
          <a:xfrm>
            <a:off x="404251" y="1455221"/>
            <a:ext cx="5449149" cy="1708555"/>
            <a:chOff x="2892894" y="4118301"/>
            <a:chExt cx="5449149" cy="1708555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EEDE7FD6-E015-D20B-32D6-9EA81FC3BFE5}"/>
                </a:ext>
              </a:extLst>
            </p:cNvPr>
            <p:cNvSpPr/>
            <p:nvPr/>
          </p:nvSpPr>
          <p:spPr>
            <a:xfrm>
              <a:off x="2910478" y="4118301"/>
              <a:ext cx="1728505" cy="589683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  <a:latin typeface="Berlin Sans FB" panose="020E0602020502020306" pitchFamily="34" charset="0"/>
                </a:rPr>
                <a:t>CASE - 4</a:t>
              </a:r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E964E870-EE6F-F446-4F67-176F8028ED8B}"/>
                </a:ext>
              </a:extLst>
            </p:cNvPr>
            <p:cNvSpPr/>
            <p:nvPr/>
          </p:nvSpPr>
          <p:spPr>
            <a:xfrm>
              <a:off x="2892894" y="4751526"/>
              <a:ext cx="5335134" cy="107533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BA84FC79-F8C2-7739-DA12-20A7F00DCE45}"/>
                </a:ext>
              </a:extLst>
            </p:cNvPr>
            <p:cNvSpPr txBox="1"/>
            <p:nvPr/>
          </p:nvSpPr>
          <p:spPr>
            <a:xfrm>
              <a:off x="3006908" y="4850875"/>
              <a:ext cx="533513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Berlin Sans FB" panose="020E0602020502020306" pitchFamily="34" charset="0"/>
                </a:rPr>
                <a:t>Separate workspace without affecting the main project or your colleagues</a:t>
              </a:r>
            </a:p>
          </p:txBody>
        </p: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98266C72-1040-19D1-C9D3-8D440A1AF8B7}"/>
              </a:ext>
            </a:extLst>
          </p:cNvPr>
          <p:cNvGrpSpPr/>
          <p:nvPr/>
        </p:nvGrpSpPr>
        <p:grpSpPr>
          <a:xfrm>
            <a:off x="404251" y="3575901"/>
            <a:ext cx="4027072" cy="1944247"/>
            <a:chOff x="404252" y="3084953"/>
            <a:chExt cx="4027072" cy="1944247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8F18503F-78E9-2566-9FF0-8869D9EBE57F}"/>
                </a:ext>
              </a:extLst>
            </p:cNvPr>
            <p:cNvGrpSpPr/>
            <p:nvPr/>
          </p:nvGrpSpPr>
          <p:grpSpPr>
            <a:xfrm>
              <a:off x="404252" y="3084953"/>
              <a:ext cx="4027072" cy="1944247"/>
              <a:chOff x="2780452" y="6574386"/>
              <a:chExt cx="4027072" cy="2003177"/>
            </a:xfrm>
          </p:grpSpPr>
          <p:grpSp>
            <p:nvGrpSpPr>
              <p:cNvPr id="104" name="Group 103">
                <a:extLst>
                  <a:ext uri="{FF2B5EF4-FFF2-40B4-BE49-F238E27FC236}">
                    <a16:creationId xmlns:a16="http://schemas.microsoft.com/office/drawing/2014/main" id="{24145312-9A9A-B1DE-F05A-AF8A4896A8BA}"/>
                  </a:ext>
                </a:extLst>
              </p:cNvPr>
              <p:cNvGrpSpPr/>
              <p:nvPr/>
            </p:nvGrpSpPr>
            <p:grpSpPr>
              <a:xfrm>
                <a:off x="2780452" y="7187255"/>
                <a:ext cx="4027072" cy="1390308"/>
                <a:chOff x="264431" y="6392791"/>
                <a:chExt cx="4027072" cy="1390308"/>
              </a:xfrm>
              <a:solidFill>
                <a:schemeClr val="bg2"/>
              </a:solidFill>
            </p:grpSpPr>
            <p:sp>
              <p:nvSpPr>
                <p:cNvPr id="103" name="Rectangle 102">
                  <a:extLst>
                    <a:ext uri="{FF2B5EF4-FFF2-40B4-BE49-F238E27FC236}">
                      <a16:creationId xmlns:a16="http://schemas.microsoft.com/office/drawing/2014/main" id="{FAB78602-A72E-4FE5-5155-A52285FE8422}"/>
                    </a:ext>
                  </a:extLst>
                </p:cNvPr>
                <p:cNvSpPr/>
                <p:nvPr/>
              </p:nvSpPr>
              <p:spPr>
                <a:xfrm>
                  <a:off x="264431" y="6392791"/>
                  <a:ext cx="4027072" cy="1390308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99" name="TextBox 98">
                  <a:extLst>
                    <a:ext uri="{FF2B5EF4-FFF2-40B4-BE49-F238E27FC236}">
                      <a16:creationId xmlns:a16="http://schemas.microsoft.com/office/drawing/2014/main" id="{5CEC6138-6E43-D18C-A483-28C7C3BCA8D4}"/>
                    </a:ext>
                  </a:extLst>
                </p:cNvPr>
                <p:cNvSpPr txBox="1"/>
                <p:nvPr/>
              </p:nvSpPr>
              <p:spPr>
                <a:xfrm>
                  <a:off x="338940" y="6532764"/>
                  <a:ext cx="3284348" cy="53907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800" dirty="0">
                      <a:latin typeface="Aptos" panose="020B0004020202020204" pitchFamily="34" charset="0"/>
                    </a:rPr>
                    <a:t>git branch &lt;feature&gt;</a:t>
                  </a:r>
                </a:p>
              </p:txBody>
            </p:sp>
          </p:grpSp>
          <p:sp>
            <p:nvSpPr>
              <p:cNvPr id="129" name="Rectangle 128">
                <a:extLst>
                  <a:ext uri="{FF2B5EF4-FFF2-40B4-BE49-F238E27FC236}">
                    <a16:creationId xmlns:a16="http://schemas.microsoft.com/office/drawing/2014/main" id="{6C133A21-B916-11B4-1D09-651C51AE6780}"/>
                  </a:ext>
                </a:extLst>
              </p:cNvPr>
              <p:cNvSpPr/>
              <p:nvPr/>
            </p:nvSpPr>
            <p:spPr>
              <a:xfrm>
                <a:off x="2806906" y="6574386"/>
                <a:ext cx="2035530" cy="587758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400" b="1" dirty="0">
                    <a:latin typeface="Aptos" panose="020B0004020202020204" pitchFamily="34" charset="0"/>
                  </a:rPr>
                  <a:t>C:\Desktop &gt;</a:t>
                </a:r>
              </a:p>
            </p:txBody>
          </p:sp>
        </p:grp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1C16D9B-DABB-0867-22FD-6205F556247C}"/>
                </a:ext>
              </a:extLst>
            </p:cNvPr>
            <p:cNvSpPr txBox="1"/>
            <p:nvPr/>
          </p:nvSpPr>
          <p:spPr>
            <a:xfrm>
              <a:off x="478760" y="4290707"/>
              <a:ext cx="328434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>
                  <a:latin typeface="Aptos" panose="020B0004020202020204" pitchFamily="34" charset="0"/>
                </a:rPr>
                <a:t>git switch &lt;feature&gt;</a:t>
              </a:r>
            </a:p>
          </p:txBody>
        </p:sp>
      </p:grp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36B9C982-72B6-8DFC-7EF4-8445F6926D3E}"/>
              </a:ext>
            </a:extLst>
          </p:cNvPr>
          <p:cNvCxnSpPr>
            <a:cxnSpLocks/>
            <a:stCxn id="30" idx="1"/>
            <a:endCxn id="25" idx="3"/>
          </p:cNvCxnSpPr>
          <p:nvPr/>
        </p:nvCxnSpPr>
        <p:spPr>
          <a:xfrm flipH="1">
            <a:off x="4401567" y="7334616"/>
            <a:ext cx="379732" cy="0"/>
          </a:xfrm>
          <a:prstGeom prst="line">
            <a:avLst/>
          </a:prstGeom>
          <a:ln w="5715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BF552CE5-996F-0116-6B28-1EDBD6B865ED}"/>
              </a:ext>
            </a:extLst>
          </p:cNvPr>
          <p:cNvCxnSpPr>
            <a:cxnSpLocks/>
          </p:cNvCxnSpPr>
          <p:nvPr/>
        </p:nvCxnSpPr>
        <p:spPr>
          <a:xfrm flipH="1">
            <a:off x="2288063" y="7296713"/>
            <a:ext cx="278781" cy="0"/>
          </a:xfrm>
          <a:prstGeom prst="line">
            <a:avLst/>
          </a:prstGeom>
          <a:ln w="5715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A16DDE1-29F8-B850-D4D9-626881B28B41}"/>
              </a:ext>
            </a:extLst>
          </p:cNvPr>
          <p:cNvGrpSpPr/>
          <p:nvPr/>
        </p:nvGrpSpPr>
        <p:grpSpPr>
          <a:xfrm>
            <a:off x="2601567" y="6434616"/>
            <a:ext cx="1800000" cy="1800000"/>
            <a:chOff x="2601567" y="6434616"/>
            <a:chExt cx="1800000" cy="180000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99045800-CBDB-CA64-E2EC-F1F101C6F8DC}"/>
                </a:ext>
              </a:extLst>
            </p:cNvPr>
            <p:cNvSpPr/>
            <p:nvPr/>
          </p:nvSpPr>
          <p:spPr>
            <a:xfrm>
              <a:off x="2601567" y="6434616"/>
              <a:ext cx="1800000" cy="1800000"/>
            </a:xfrm>
            <a:prstGeom prst="rect">
              <a:avLst/>
            </a:prstGeom>
            <a:noFill/>
            <a:ln w="57150"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5412CE99-D8A3-939E-D922-0F9008E924B0}"/>
                </a:ext>
              </a:extLst>
            </p:cNvPr>
            <p:cNvSpPr txBox="1"/>
            <p:nvPr/>
          </p:nvSpPr>
          <p:spPr>
            <a:xfrm>
              <a:off x="2873496" y="7073006"/>
              <a:ext cx="129705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/>
                <a:t>&lt;main&gt;</a:t>
              </a: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A21313BA-ACCE-12D0-5F7F-9B9AC12A90A8}"/>
              </a:ext>
            </a:extLst>
          </p:cNvPr>
          <p:cNvGrpSpPr/>
          <p:nvPr/>
        </p:nvGrpSpPr>
        <p:grpSpPr>
          <a:xfrm>
            <a:off x="2329289" y="7596226"/>
            <a:ext cx="2239718" cy="3409510"/>
            <a:chOff x="2288064" y="8025530"/>
            <a:chExt cx="2239718" cy="3409510"/>
          </a:xfrm>
        </p:grpSpPr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2DB6AE37-8CC0-AC84-A086-09FD359D9A84}"/>
                </a:ext>
              </a:extLst>
            </p:cNvPr>
            <p:cNvCxnSpPr>
              <a:cxnSpLocks/>
              <a:stCxn id="45" idx="2"/>
            </p:cNvCxnSpPr>
            <p:nvPr/>
          </p:nvCxnSpPr>
          <p:spPr>
            <a:xfrm flipH="1">
              <a:off x="3509539" y="8025530"/>
              <a:ext cx="1740" cy="1528139"/>
            </a:xfrm>
            <a:prstGeom prst="straightConnector1">
              <a:avLst/>
            </a:prstGeom>
            <a:ln w="38100"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C79E0883-5B8E-D7E6-1161-94AC0E4DE416}"/>
                </a:ext>
              </a:extLst>
            </p:cNvPr>
            <p:cNvGrpSpPr/>
            <p:nvPr/>
          </p:nvGrpSpPr>
          <p:grpSpPr>
            <a:xfrm>
              <a:off x="2288064" y="9004028"/>
              <a:ext cx="2239718" cy="2431012"/>
              <a:chOff x="2386075" y="9689104"/>
              <a:chExt cx="1984978" cy="2136789"/>
            </a:xfrm>
          </p:grpSpPr>
          <p:pic>
            <p:nvPicPr>
              <p:cNvPr id="18" name="Picture 17">
                <a:extLst>
                  <a:ext uri="{FF2B5EF4-FFF2-40B4-BE49-F238E27FC236}">
                    <a16:creationId xmlns:a16="http://schemas.microsoft.com/office/drawing/2014/main" id="{03D400C0-DA32-E5C7-9410-D3A0724EC80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10000" b="90000" l="10000" r="9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3293" t="10392" r="11513" b="16147"/>
              <a:stretch>
                <a:fillRect/>
              </a:stretch>
            </p:blipFill>
            <p:spPr>
              <a:xfrm>
                <a:off x="2582982" y="9689104"/>
                <a:ext cx="1788071" cy="1926038"/>
              </a:xfrm>
              <a:prstGeom prst="rect">
                <a:avLst/>
              </a:prstGeom>
            </p:spPr>
          </p:pic>
          <p:grpSp>
            <p:nvGrpSpPr>
              <p:cNvPr id="57" name="Group 56">
                <a:extLst>
                  <a:ext uri="{FF2B5EF4-FFF2-40B4-BE49-F238E27FC236}">
                    <a16:creationId xmlns:a16="http://schemas.microsoft.com/office/drawing/2014/main" id="{7A10CF65-0026-36ED-03AD-6AF711CD8D50}"/>
                  </a:ext>
                </a:extLst>
              </p:cNvPr>
              <p:cNvGrpSpPr/>
              <p:nvPr/>
            </p:nvGrpSpPr>
            <p:grpSpPr>
              <a:xfrm>
                <a:off x="2386075" y="10768670"/>
                <a:ext cx="889507" cy="937477"/>
                <a:chOff x="668866" y="6452145"/>
                <a:chExt cx="1251179" cy="1274007"/>
              </a:xfrm>
            </p:grpSpPr>
            <p:sp>
              <p:nvSpPr>
                <p:cNvPr id="59" name="Rectangle 58">
                  <a:extLst>
                    <a:ext uri="{FF2B5EF4-FFF2-40B4-BE49-F238E27FC236}">
                      <a16:creationId xmlns:a16="http://schemas.microsoft.com/office/drawing/2014/main" id="{408BC472-80EA-0A14-9F58-E60B299F44B5}"/>
                    </a:ext>
                  </a:extLst>
                </p:cNvPr>
                <p:cNvSpPr/>
                <p:nvPr/>
              </p:nvSpPr>
              <p:spPr>
                <a:xfrm>
                  <a:off x="668866" y="6452145"/>
                  <a:ext cx="1251179" cy="1274007"/>
                </a:xfrm>
                <a:prstGeom prst="rect">
                  <a:avLst/>
                </a:prstGeom>
                <a:solidFill>
                  <a:schemeClr val="bg1"/>
                </a:solidFill>
                <a:ln w="571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00"/>
                </a:p>
              </p:txBody>
            </p:sp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FFCBF7CE-7191-D67B-0ECD-5AD152C01972}"/>
                    </a:ext>
                  </a:extLst>
                </p:cNvPr>
                <p:cNvSpPr txBox="1"/>
                <p:nvPr/>
              </p:nvSpPr>
              <p:spPr>
                <a:xfrm>
                  <a:off x="783972" y="6643105"/>
                  <a:ext cx="1051505" cy="87834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dirty="0"/>
                    <a:t>010101010010101010101</a:t>
                  </a:r>
                </a:p>
              </p:txBody>
            </p:sp>
          </p:grpSp>
          <p:pic>
            <p:nvPicPr>
              <p:cNvPr id="58" name="Picture 57">
                <a:extLst>
                  <a:ext uri="{FF2B5EF4-FFF2-40B4-BE49-F238E27FC236}">
                    <a16:creationId xmlns:a16="http://schemas.microsoft.com/office/drawing/2014/main" id="{62AB2701-6447-7CBC-D23C-D242CE7E3D7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81878" y="11200171"/>
                <a:ext cx="593705" cy="625722"/>
              </a:xfrm>
              <a:prstGeom prst="rect">
                <a:avLst/>
              </a:prstGeom>
            </p:spPr>
          </p:pic>
        </p:grp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CFF1606-B177-C6CB-8C89-8C25B438FA9A}"/>
              </a:ext>
            </a:extLst>
          </p:cNvPr>
          <p:cNvGrpSpPr/>
          <p:nvPr/>
        </p:nvGrpSpPr>
        <p:grpSpPr>
          <a:xfrm>
            <a:off x="421835" y="6386709"/>
            <a:ext cx="1800000" cy="1800000"/>
            <a:chOff x="2601567" y="6434616"/>
            <a:chExt cx="1800000" cy="180000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F951E2D-771F-138C-CB90-7B92EFAAC297}"/>
                </a:ext>
              </a:extLst>
            </p:cNvPr>
            <p:cNvSpPr/>
            <p:nvPr/>
          </p:nvSpPr>
          <p:spPr>
            <a:xfrm>
              <a:off x="2601567" y="6434616"/>
              <a:ext cx="1800000" cy="1800000"/>
            </a:xfrm>
            <a:prstGeom prst="rect">
              <a:avLst/>
            </a:prstGeom>
            <a:noFill/>
            <a:ln w="57150"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D06A539-7DCA-C35F-AF76-A292ACD0396A}"/>
                </a:ext>
              </a:extLst>
            </p:cNvPr>
            <p:cNvSpPr txBox="1"/>
            <p:nvPr/>
          </p:nvSpPr>
          <p:spPr>
            <a:xfrm>
              <a:off x="2873496" y="7154286"/>
              <a:ext cx="12970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&lt;feature-a&gt;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BF9CCCED-6DCC-A85A-97B6-501032B41697}"/>
              </a:ext>
            </a:extLst>
          </p:cNvPr>
          <p:cNvGrpSpPr/>
          <p:nvPr/>
        </p:nvGrpSpPr>
        <p:grpSpPr>
          <a:xfrm>
            <a:off x="4781299" y="6434616"/>
            <a:ext cx="1800000" cy="1800000"/>
            <a:chOff x="2601567" y="6434616"/>
            <a:chExt cx="1800000" cy="1800000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BD44421D-EDE5-FC3A-A64A-539D70DC14A9}"/>
                </a:ext>
              </a:extLst>
            </p:cNvPr>
            <p:cNvSpPr/>
            <p:nvPr/>
          </p:nvSpPr>
          <p:spPr>
            <a:xfrm>
              <a:off x="2601567" y="6434616"/>
              <a:ext cx="1800000" cy="1800000"/>
            </a:xfrm>
            <a:prstGeom prst="rect">
              <a:avLst/>
            </a:prstGeom>
            <a:noFill/>
            <a:ln w="57150"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72122673-B430-3019-1144-4B3C449FAA80}"/>
                </a:ext>
              </a:extLst>
            </p:cNvPr>
            <p:cNvSpPr txBox="1"/>
            <p:nvPr/>
          </p:nvSpPr>
          <p:spPr>
            <a:xfrm>
              <a:off x="2873496" y="7154286"/>
              <a:ext cx="12970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&lt;feature-b&gt;</a:t>
              </a: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9ED8FEBA-4846-DD19-3A37-9CD762F04BBE}"/>
              </a:ext>
            </a:extLst>
          </p:cNvPr>
          <p:cNvGrpSpPr/>
          <p:nvPr/>
        </p:nvGrpSpPr>
        <p:grpSpPr>
          <a:xfrm>
            <a:off x="272585" y="7475711"/>
            <a:ext cx="2051877" cy="3997362"/>
            <a:chOff x="2288063" y="7437675"/>
            <a:chExt cx="2051877" cy="3997362"/>
          </a:xfrm>
        </p:grpSpPr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EEF859AC-EC63-05A6-C0CE-C7E4C1949D38}"/>
                </a:ext>
              </a:extLst>
            </p:cNvPr>
            <p:cNvCxnSpPr>
              <a:cxnSpLocks/>
            </p:cNvCxnSpPr>
            <p:nvPr/>
          </p:nvCxnSpPr>
          <p:spPr>
            <a:xfrm>
              <a:off x="3337313" y="7437675"/>
              <a:ext cx="0" cy="2194634"/>
            </a:xfrm>
            <a:prstGeom prst="straightConnector1">
              <a:avLst/>
            </a:prstGeom>
            <a:ln w="38100"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409BED73-5072-1052-53A6-FAC84BBB2B27}"/>
                </a:ext>
              </a:extLst>
            </p:cNvPr>
            <p:cNvGrpSpPr/>
            <p:nvPr/>
          </p:nvGrpSpPr>
          <p:grpSpPr>
            <a:xfrm>
              <a:off x="2288063" y="9000386"/>
              <a:ext cx="2051877" cy="2434651"/>
              <a:chOff x="2386075" y="9685905"/>
              <a:chExt cx="1818502" cy="2139988"/>
            </a:xfrm>
          </p:grpSpPr>
          <p:pic>
            <p:nvPicPr>
              <p:cNvPr id="67" name="Picture 66">
                <a:extLst>
                  <a:ext uri="{FF2B5EF4-FFF2-40B4-BE49-F238E27FC236}">
                    <a16:creationId xmlns:a16="http://schemas.microsoft.com/office/drawing/2014/main" id="{AF54B960-06EB-9BC7-A33B-EF2B86B03E7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10000" b="90000" l="10000" r="9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3293" t="10392" r="11513" b="16147"/>
              <a:stretch>
                <a:fillRect/>
              </a:stretch>
            </p:blipFill>
            <p:spPr>
              <a:xfrm>
                <a:off x="2416506" y="9685905"/>
                <a:ext cx="1788071" cy="1926038"/>
              </a:xfrm>
              <a:prstGeom prst="rect">
                <a:avLst/>
              </a:prstGeom>
            </p:spPr>
          </p:pic>
          <p:grpSp>
            <p:nvGrpSpPr>
              <p:cNvPr id="68" name="Group 67">
                <a:extLst>
                  <a:ext uri="{FF2B5EF4-FFF2-40B4-BE49-F238E27FC236}">
                    <a16:creationId xmlns:a16="http://schemas.microsoft.com/office/drawing/2014/main" id="{0A0399D9-8CB7-457B-5346-4AE01B0997D1}"/>
                  </a:ext>
                </a:extLst>
              </p:cNvPr>
              <p:cNvGrpSpPr/>
              <p:nvPr/>
            </p:nvGrpSpPr>
            <p:grpSpPr>
              <a:xfrm>
                <a:off x="2386075" y="10768670"/>
                <a:ext cx="889507" cy="937477"/>
                <a:chOff x="668866" y="6452145"/>
                <a:chExt cx="1251179" cy="1274007"/>
              </a:xfrm>
            </p:grpSpPr>
            <p:sp>
              <p:nvSpPr>
                <p:cNvPr id="70" name="Rectangle 69">
                  <a:extLst>
                    <a:ext uri="{FF2B5EF4-FFF2-40B4-BE49-F238E27FC236}">
                      <a16:creationId xmlns:a16="http://schemas.microsoft.com/office/drawing/2014/main" id="{94E61346-4CDA-3A3D-B211-2ED0FB6776CE}"/>
                    </a:ext>
                  </a:extLst>
                </p:cNvPr>
                <p:cNvSpPr/>
                <p:nvPr/>
              </p:nvSpPr>
              <p:spPr>
                <a:xfrm>
                  <a:off x="668866" y="6452145"/>
                  <a:ext cx="1251179" cy="1274007"/>
                </a:xfrm>
                <a:prstGeom prst="rect">
                  <a:avLst/>
                </a:prstGeom>
                <a:solidFill>
                  <a:schemeClr val="bg1"/>
                </a:solidFill>
                <a:ln w="571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00"/>
                </a:p>
              </p:txBody>
            </p:sp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FA0D6FB1-5E53-56BA-33AE-94B9F88C33CC}"/>
                    </a:ext>
                  </a:extLst>
                </p:cNvPr>
                <p:cNvSpPr txBox="1"/>
                <p:nvPr/>
              </p:nvSpPr>
              <p:spPr>
                <a:xfrm>
                  <a:off x="783972" y="6643105"/>
                  <a:ext cx="1051505" cy="87834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dirty="0"/>
                    <a:t>010101010010101010101</a:t>
                  </a:r>
                </a:p>
              </p:txBody>
            </p:sp>
          </p:grpSp>
          <p:pic>
            <p:nvPicPr>
              <p:cNvPr id="69" name="Picture 68">
                <a:extLst>
                  <a:ext uri="{FF2B5EF4-FFF2-40B4-BE49-F238E27FC236}">
                    <a16:creationId xmlns:a16="http://schemas.microsoft.com/office/drawing/2014/main" id="{1E35ABCD-03A9-3060-3731-D9E853B939B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81878" y="11200171"/>
                <a:ext cx="593705" cy="625722"/>
              </a:xfrm>
              <a:prstGeom prst="rect">
                <a:avLst/>
              </a:prstGeom>
            </p:spPr>
          </p:pic>
        </p:grp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5329ABBC-B4B4-5060-C689-DF732E6695AC}"/>
              </a:ext>
            </a:extLst>
          </p:cNvPr>
          <p:cNvGrpSpPr/>
          <p:nvPr/>
        </p:nvGrpSpPr>
        <p:grpSpPr>
          <a:xfrm>
            <a:off x="4585338" y="7523618"/>
            <a:ext cx="2051877" cy="3926094"/>
            <a:chOff x="2288063" y="7508943"/>
            <a:chExt cx="2051877" cy="3926094"/>
          </a:xfrm>
        </p:grpSpPr>
        <p:cxnSp>
          <p:nvCxnSpPr>
            <p:cNvPr id="75" name="Straight Arrow Connector 74">
              <a:extLst>
                <a:ext uri="{FF2B5EF4-FFF2-40B4-BE49-F238E27FC236}">
                  <a16:creationId xmlns:a16="http://schemas.microsoft.com/office/drawing/2014/main" id="{55C2DDFF-3E33-AD8F-3B42-D65C98F08CB7}"/>
                </a:ext>
              </a:extLst>
            </p:cNvPr>
            <p:cNvCxnSpPr>
              <a:cxnSpLocks/>
              <a:stCxn id="31" idx="2"/>
            </p:cNvCxnSpPr>
            <p:nvPr/>
          </p:nvCxnSpPr>
          <p:spPr>
            <a:xfrm>
              <a:off x="3404481" y="7508943"/>
              <a:ext cx="2514" cy="2209287"/>
            </a:xfrm>
            <a:prstGeom prst="straightConnector1">
              <a:avLst/>
            </a:prstGeom>
            <a:ln w="38100"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D46629CD-4E8B-3F4F-1235-DF840B0A9D46}"/>
                </a:ext>
              </a:extLst>
            </p:cNvPr>
            <p:cNvGrpSpPr/>
            <p:nvPr/>
          </p:nvGrpSpPr>
          <p:grpSpPr>
            <a:xfrm>
              <a:off x="2288063" y="9000386"/>
              <a:ext cx="2051877" cy="2434651"/>
              <a:chOff x="2386075" y="9685905"/>
              <a:chExt cx="1818502" cy="2139988"/>
            </a:xfrm>
          </p:grpSpPr>
          <p:pic>
            <p:nvPicPr>
              <p:cNvPr id="77" name="Picture 76">
                <a:extLst>
                  <a:ext uri="{FF2B5EF4-FFF2-40B4-BE49-F238E27FC236}">
                    <a16:creationId xmlns:a16="http://schemas.microsoft.com/office/drawing/2014/main" id="{64E6C433-8BC3-ECA3-6798-5E9507457BC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10000" b="90000" l="10000" r="9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3293" t="10392" r="11513" b="16147"/>
              <a:stretch>
                <a:fillRect/>
              </a:stretch>
            </p:blipFill>
            <p:spPr>
              <a:xfrm>
                <a:off x="2416506" y="9685905"/>
                <a:ext cx="1788071" cy="1926038"/>
              </a:xfrm>
              <a:prstGeom prst="rect">
                <a:avLst/>
              </a:prstGeom>
            </p:spPr>
          </p:pic>
          <p:grpSp>
            <p:nvGrpSpPr>
              <p:cNvPr id="78" name="Group 77">
                <a:extLst>
                  <a:ext uri="{FF2B5EF4-FFF2-40B4-BE49-F238E27FC236}">
                    <a16:creationId xmlns:a16="http://schemas.microsoft.com/office/drawing/2014/main" id="{6DD54C39-4C03-C6D2-0565-E46A38567BDF}"/>
                  </a:ext>
                </a:extLst>
              </p:cNvPr>
              <p:cNvGrpSpPr/>
              <p:nvPr/>
            </p:nvGrpSpPr>
            <p:grpSpPr>
              <a:xfrm>
                <a:off x="2386075" y="10768670"/>
                <a:ext cx="889507" cy="937477"/>
                <a:chOff x="668866" y="6452145"/>
                <a:chExt cx="1251179" cy="1274007"/>
              </a:xfrm>
            </p:grpSpPr>
            <p:sp>
              <p:nvSpPr>
                <p:cNvPr id="80" name="Rectangle 79">
                  <a:extLst>
                    <a:ext uri="{FF2B5EF4-FFF2-40B4-BE49-F238E27FC236}">
                      <a16:creationId xmlns:a16="http://schemas.microsoft.com/office/drawing/2014/main" id="{93218189-D9E7-25C5-4D5D-4FBBFDB36DC5}"/>
                    </a:ext>
                  </a:extLst>
                </p:cNvPr>
                <p:cNvSpPr/>
                <p:nvPr/>
              </p:nvSpPr>
              <p:spPr>
                <a:xfrm>
                  <a:off x="668866" y="6452145"/>
                  <a:ext cx="1251179" cy="1274007"/>
                </a:xfrm>
                <a:prstGeom prst="rect">
                  <a:avLst/>
                </a:prstGeom>
                <a:solidFill>
                  <a:schemeClr val="bg1"/>
                </a:solidFill>
                <a:ln w="571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00"/>
                </a:p>
              </p:txBody>
            </p:sp>
            <p:sp>
              <p:nvSpPr>
                <p:cNvPr id="81" name="TextBox 80">
                  <a:extLst>
                    <a:ext uri="{FF2B5EF4-FFF2-40B4-BE49-F238E27FC236}">
                      <a16:creationId xmlns:a16="http://schemas.microsoft.com/office/drawing/2014/main" id="{3CE39CA1-BD25-2862-DDCC-0CF136AE186E}"/>
                    </a:ext>
                  </a:extLst>
                </p:cNvPr>
                <p:cNvSpPr txBox="1"/>
                <p:nvPr/>
              </p:nvSpPr>
              <p:spPr>
                <a:xfrm>
                  <a:off x="783972" y="6643105"/>
                  <a:ext cx="1051505" cy="87834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dirty="0"/>
                    <a:t>010101010010101010101</a:t>
                  </a:r>
                </a:p>
              </p:txBody>
            </p:sp>
          </p:grpSp>
          <p:pic>
            <p:nvPicPr>
              <p:cNvPr id="79" name="Picture 78">
                <a:extLst>
                  <a:ext uri="{FF2B5EF4-FFF2-40B4-BE49-F238E27FC236}">
                    <a16:creationId xmlns:a16="http://schemas.microsoft.com/office/drawing/2014/main" id="{6419ABAA-7814-B2FE-556E-D33B57B2C8C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81878" y="11200171"/>
                <a:ext cx="593705" cy="625722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3226650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ADA969-CB8F-37CD-F78C-AF3C2574A1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30C69AA-0B45-E288-B434-BB8D167DE4FE}"/>
              </a:ext>
            </a:extLst>
          </p:cNvPr>
          <p:cNvGrpSpPr/>
          <p:nvPr/>
        </p:nvGrpSpPr>
        <p:grpSpPr>
          <a:xfrm>
            <a:off x="173981" y="175509"/>
            <a:ext cx="6542828" cy="11840982"/>
            <a:chOff x="101482" y="186896"/>
            <a:chExt cx="6542828" cy="11840982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07B901EC-EB14-6A63-7277-9BF61870D60F}"/>
                </a:ext>
              </a:extLst>
            </p:cNvPr>
            <p:cNvGrpSpPr/>
            <p:nvPr/>
          </p:nvGrpSpPr>
          <p:grpSpPr>
            <a:xfrm>
              <a:off x="101482" y="186896"/>
              <a:ext cx="6542828" cy="628379"/>
              <a:chOff x="2682270" y="-2364772"/>
              <a:chExt cx="6542828" cy="63090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5CD053A8-CD7E-440E-7420-21067A3DF9F7}"/>
                  </a:ext>
                </a:extLst>
              </p:cNvPr>
              <p:cNvSpPr/>
              <p:nvPr/>
            </p:nvSpPr>
            <p:spPr>
              <a:xfrm>
                <a:off x="2682270" y="-2364772"/>
                <a:ext cx="6542828" cy="63090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1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ECC56ECB-A2D2-31F3-41AC-FE24D039ED93}"/>
                  </a:ext>
                </a:extLst>
              </p:cNvPr>
              <p:cNvSpPr/>
              <p:nvPr/>
            </p:nvSpPr>
            <p:spPr>
              <a:xfrm>
                <a:off x="2928935" y="-2232006"/>
                <a:ext cx="360000" cy="360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1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DF048539-4133-F282-85CB-C7832DF4F786}"/>
                  </a:ext>
                </a:extLst>
              </p:cNvPr>
              <p:cNvSpPr/>
              <p:nvPr/>
            </p:nvSpPr>
            <p:spPr>
              <a:xfrm>
                <a:off x="3397090" y="-2232006"/>
                <a:ext cx="360000" cy="36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1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D3F8760B-C1FF-79AF-235D-1B9E09178A4E}"/>
                  </a:ext>
                </a:extLst>
              </p:cNvPr>
              <p:cNvSpPr/>
              <p:nvPr/>
            </p:nvSpPr>
            <p:spPr>
              <a:xfrm>
                <a:off x="3865245" y="-2232006"/>
                <a:ext cx="360000" cy="360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1" dirty="0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35112EA6-EAE0-ECE9-C880-AB070EEC82A4}"/>
                </a:ext>
              </a:extLst>
            </p:cNvPr>
            <p:cNvSpPr/>
            <p:nvPr/>
          </p:nvSpPr>
          <p:spPr>
            <a:xfrm>
              <a:off x="138034" y="994711"/>
              <a:ext cx="6488691" cy="11033167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800" dirty="0">
                <a:solidFill>
                  <a:schemeClr val="tx1"/>
                </a:solidFill>
                <a:latin typeface="Copperplate Gothic Bold" panose="020E0705020206020404" pitchFamily="34" charset="0"/>
              </a:endParaRPr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A317E5BE-CCD8-801B-64CF-0F719E2F7580}"/>
              </a:ext>
            </a:extLst>
          </p:cNvPr>
          <p:cNvSpPr/>
          <p:nvPr/>
        </p:nvSpPr>
        <p:spPr>
          <a:xfrm>
            <a:off x="475384" y="1154881"/>
            <a:ext cx="5850508" cy="589683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Berlin Sans FB" panose="020E0602020502020306" pitchFamily="34" charset="0"/>
              </a:rPr>
              <a:t>WITH GIT BRANCH &amp; SWITCH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0028B57-A5E1-3578-FC15-5EBF29E0F557}"/>
              </a:ext>
            </a:extLst>
          </p:cNvPr>
          <p:cNvSpPr/>
          <p:nvPr/>
        </p:nvSpPr>
        <p:spPr>
          <a:xfrm>
            <a:off x="497413" y="6566656"/>
            <a:ext cx="5850508" cy="589683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Berlin Sans FB" panose="020E0602020502020306" pitchFamily="34" charset="0"/>
              </a:rPr>
              <a:t>WITHOUT GIT BRANCH &amp; SWITCH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F7CD26F-45C0-E918-836C-B119BB38E20E}"/>
              </a:ext>
            </a:extLst>
          </p:cNvPr>
          <p:cNvSpPr/>
          <p:nvPr/>
        </p:nvSpPr>
        <p:spPr>
          <a:xfrm>
            <a:off x="2594234" y="1964028"/>
            <a:ext cx="1800000" cy="1800000"/>
          </a:xfrm>
          <a:prstGeom prst="rect">
            <a:avLst/>
          </a:prstGeom>
          <a:noFill/>
          <a:ln w="571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8B9874-F9BE-A5F8-9115-0BF08B38364C}"/>
              </a:ext>
            </a:extLst>
          </p:cNvPr>
          <p:cNvSpPr txBox="1"/>
          <p:nvPr/>
        </p:nvSpPr>
        <p:spPr>
          <a:xfrm>
            <a:off x="2855663" y="1919429"/>
            <a:ext cx="12970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&lt;main&gt;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BBFDA63-A4BF-AFF4-221E-DFB706B8CBF7}"/>
              </a:ext>
            </a:extLst>
          </p:cNvPr>
          <p:cNvGrpSpPr/>
          <p:nvPr/>
        </p:nvGrpSpPr>
        <p:grpSpPr>
          <a:xfrm>
            <a:off x="2999384" y="2368664"/>
            <a:ext cx="1003661" cy="1066563"/>
            <a:chOff x="668866" y="6137061"/>
            <a:chExt cx="1251179" cy="1274007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6AAAE85-ADA0-5EF0-D33C-0DB7EFD5C326}"/>
                </a:ext>
              </a:extLst>
            </p:cNvPr>
            <p:cNvSpPr/>
            <p:nvPr/>
          </p:nvSpPr>
          <p:spPr>
            <a:xfrm>
              <a:off x="668866" y="6137061"/>
              <a:ext cx="1251179" cy="1274007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F436C6B-B1FC-5157-9D7E-706BA4DFAB7E}"/>
                </a:ext>
              </a:extLst>
            </p:cNvPr>
            <p:cNvSpPr txBox="1"/>
            <p:nvPr/>
          </p:nvSpPr>
          <p:spPr>
            <a:xfrm>
              <a:off x="783972" y="6328021"/>
              <a:ext cx="1051505" cy="8783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010101010010101010101</a:t>
              </a:r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5A731E8D-A5AA-C22C-FA83-B9BB979F4565}"/>
              </a:ext>
            </a:extLst>
          </p:cNvPr>
          <p:cNvSpPr/>
          <p:nvPr/>
        </p:nvSpPr>
        <p:spPr>
          <a:xfrm>
            <a:off x="414502" y="1916121"/>
            <a:ext cx="1800000" cy="1800000"/>
          </a:xfrm>
          <a:prstGeom prst="rect">
            <a:avLst/>
          </a:prstGeom>
          <a:noFill/>
          <a:ln w="571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25EF437-79B3-8688-EE07-4695BCF00291}"/>
              </a:ext>
            </a:extLst>
          </p:cNvPr>
          <p:cNvCxnSpPr>
            <a:cxnSpLocks/>
          </p:cNvCxnSpPr>
          <p:nvPr/>
        </p:nvCxnSpPr>
        <p:spPr>
          <a:xfrm>
            <a:off x="3539374" y="3068412"/>
            <a:ext cx="5021" cy="1464604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56225338-4F40-9865-C2A9-D808C2C0B4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3293" t="10392" r="11513" b="16147"/>
          <a:stretch>
            <a:fillRect/>
          </a:stretch>
        </p:blipFill>
        <p:spPr>
          <a:xfrm>
            <a:off x="2544133" y="4104143"/>
            <a:ext cx="2017541" cy="219124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403DC24-F873-9731-EADC-27A6230C6B9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5721" y="5559507"/>
            <a:ext cx="669897" cy="711881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E5F74007-1CBE-F594-C51E-2F6131D1411E}"/>
              </a:ext>
            </a:extLst>
          </p:cNvPr>
          <p:cNvSpPr txBox="1"/>
          <p:nvPr/>
        </p:nvSpPr>
        <p:spPr>
          <a:xfrm>
            <a:off x="665974" y="1964140"/>
            <a:ext cx="12970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&lt;feature-a&gt;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6563AE1-159B-9DD7-B7CF-8A96763421D3}"/>
              </a:ext>
            </a:extLst>
          </p:cNvPr>
          <p:cNvSpPr/>
          <p:nvPr/>
        </p:nvSpPr>
        <p:spPr>
          <a:xfrm>
            <a:off x="4773966" y="1964028"/>
            <a:ext cx="1800000" cy="1800000"/>
          </a:xfrm>
          <a:prstGeom prst="rect">
            <a:avLst/>
          </a:prstGeom>
          <a:noFill/>
          <a:ln w="571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5BF88B1-6C5D-B593-492B-19B7E975A126}"/>
              </a:ext>
            </a:extLst>
          </p:cNvPr>
          <p:cNvSpPr txBox="1"/>
          <p:nvPr/>
        </p:nvSpPr>
        <p:spPr>
          <a:xfrm>
            <a:off x="5028837" y="2047242"/>
            <a:ext cx="12970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&lt;feature-b&gt;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0591A2DF-1055-EC97-1865-FF5750E5A0D9}"/>
              </a:ext>
            </a:extLst>
          </p:cNvPr>
          <p:cNvGrpSpPr/>
          <p:nvPr/>
        </p:nvGrpSpPr>
        <p:grpSpPr>
          <a:xfrm>
            <a:off x="824519" y="2348703"/>
            <a:ext cx="1003661" cy="1066562"/>
            <a:chOff x="1347815" y="2369093"/>
            <a:chExt cx="1251179" cy="1274006"/>
          </a:xfrm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A3985265-A1E6-0408-E02F-C127BE85A26C}"/>
                </a:ext>
              </a:extLst>
            </p:cNvPr>
            <p:cNvSpPr/>
            <p:nvPr/>
          </p:nvSpPr>
          <p:spPr>
            <a:xfrm>
              <a:off x="1347815" y="2369093"/>
              <a:ext cx="1251179" cy="1274006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AE30FDEA-4E73-7CFA-3770-D5B48181CB30}"/>
                </a:ext>
              </a:extLst>
            </p:cNvPr>
            <p:cNvSpPr txBox="1"/>
            <p:nvPr/>
          </p:nvSpPr>
          <p:spPr>
            <a:xfrm>
              <a:off x="1462922" y="2560051"/>
              <a:ext cx="1051505" cy="8783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010101010010101010101</a:t>
              </a:r>
            </a:p>
          </p:txBody>
        </p:sp>
      </p:grp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8027B305-5AA3-1091-7C5D-A7AE9FF171A3}"/>
              </a:ext>
            </a:extLst>
          </p:cNvPr>
          <p:cNvGrpSpPr/>
          <p:nvPr/>
        </p:nvGrpSpPr>
        <p:grpSpPr>
          <a:xfrm>
            <a:off x="5218289" y="2439942"/>
            <a:ext cx="1003661" cy="1066562"/>
            <a:chOff x="4578005" y="5090526"/>
            <a:chExt cx="1003661" cy="1066562"/>
          </a:xfrm>
        </p:grpSpPr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5D908E5C-CA0E-1169-08E6-B8FDCEDBF485}"/>
                </a:ext>
              </a:extLst>
            </p:cNvPr>
            <p:cNvSpPr/>
            <p:nvPr/>
          </p:nvSpPr>
          <p:spPr>
            <a:xfrm>
              <a:off x="4578005" y="5090526"/>
              <a:ext cx="1003661" cy="1066562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0954BE2B-7E50-E6B6-AB27-391452148BC6}"/>
                </a:ext>
              </a:extLst>
            </p:cNvPr>
            <p:cNvSpPr txBox="1"/>
            <p:nvPr/>
          </p:nvSpPr>
          <p:spPr>
            <a:xfrm>
              <a:off x="4670340" y="5250390"/>
              <a:ext cx="843488" cy="7353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010101010010101010101</a:t>
              </a:r>
            </a:p>
          </p:txBody>
        </p:sp>
      </p:grp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D44C4774-40C2-A298-D3DC-A1A8F0DB52F7}"/>
              </a:ext>
            </a:extLst>
          </p:cNvPr>
          <p:cNvCxnSpPr>
            <a:cxnSpLocks/>
          </p:cNvCxnSpPr>
          <p:nvPr/>
        </p:nvCxnSpPr>
        <p:spPr>
          <a:xfrm>
            <a:off x="5679879" y="3243896"/>
            <a:ext cx="0" cy="1381965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3" name="Picture 62">
            <a:extLst>
              <a:ext uri="{FF2B5EF4-FFF2-40B4-BE49-F238E27FC236}">
                <a16:creationId xmlns:a16="http://schemas.microsoft.com/office/drawing/2014/main" id="{C34F0320-2E42-C143-002A-8F2B807D5C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3293" t="10392" r="11513" b="16147"/>
          <a:stretch>
            <a:fillRect/>
          </a:stretch>
        </p:blipFill>
        <p:spPr>
          <a:xfrm>
            <a:off x="4612341" y="4122441"/>
            <a:ext cx="2017541" cy="2191242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86B83536-D984-9279-51BD-DBF3924886D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1769" y="5581445"/>
            <a:ext cx="669897" cy="711880"/>
          </a:xfrm>
          <a:prstGeom prst="rect">
            <a:avLst/>
          </a:prstGeom>
        </p:spPr>
      </p:pic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AB0BE577-7F55-3AD6-1A2B-D8072AB7351D}"/>
              </a:ext>
            </a:extLst>
          </p:cNvPr>
          <p:cNvCxnSpPr>
            <a:cxnSpLocks/>
          </p:cNvCxnSpPr>
          <p:nvPr/>
        </p:nvCxnSpPr>
        <p:spPr>
          <a:xfrm>
            <a:off x="1314502" y="3125638"/>
            <a:ext cx="0" cy="1278722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019A832E-ABFA-6E7B-B901-346C55C9438D}"/>
              </a:ext>
            </a:extLst>
          </p:cNvPr>
          <p:cNvCxnSpPr>
            <a:cxnSpLocks/>
          </p:cNvCxnSpPr>
          <p:nvPr/>
        </p:nvCxnSpPr>
        <p:spPr>
          <a:xfrm>
            <a:off x="2208930" y="2816121"/>
            <a:ext cx="410722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51352A34-12B0-D4E2-4EE0-2152FFA8D1BB}"/>
              </a:ext>
            </a:extLst>
          </p:cNvPr>
          <p:cNvGrpSpPr/>
          <p:nvPr/>
        </p:nvGrpSpPr>
        <p:grpSpPr>
          <a:xfrm>
            <a:off x="369929" y="4110643"/>
            <a:ext cx="2017541" cy="2191245"/>
            <a:chOff x="369929" y="4110643"/>
            <a:chExt cx="2017541" cy="2191245"/>
          </a:xfrm>
        </p:grpSpPr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28C5C4DE-9A9B-CAC5-18AA-C1DC2B05430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293" t="10392" r="11513" b="16147"/>
            <a:stretch>
              <a:fillRect/>
            </a:stretch>
          </p:blipFill>
          <p:spPr>
            <a:xfrm>
              <a:off x="369929" y="4110643"/>
              <a:ext cx="2017541" cy="2191245"/>
            </a:xfrm>
            <a:prstGeom prst="rect">
              <a:avLst/>
            </a:prstGeom>
          </p:spPr>
        </p:pic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66BEC14E-3C9F-B20D-3EB7-4BE58610CDE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6942" y="5516896"/>
              <a:ext cx="669897" cy="711881"/>
            </a:xfrm>
            <a:prstGeom prst="rect">
              <a:avLst/>
            </a:prstGeom>
          </p:spPr>
        </p:pic>
      </p:grp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D2583008-65D8-FB1A-3A75-94ABC9ACC4EF}"/>
              </a:ext>
            </a:extLst>
          </p:cNvPr>
          <p:cNvCxnSpPr>
            <a:cxnSpLocks/>
          </p:cNvCxnSpPr>
          <p:nvPr/>
        </p:nvCxnSpPr>
        <p:spPr>
          <a:xfrm>
            <a:off x="4372644" y="2816121"/>
            <a:ext cx="410722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9" name="Rectangle 128">
            <a:extLst>
              <a:ext uri="{FF2B5EF4-FFF2-40B4-BE49-F238E27FC236}">
                <a16:creationId xmlns:a16="http://schemas.microsoft.com/office/drawing/2014/main" id="{C5BC95EF-B863-81F2-DCDF-613478FACBEE}"/>
              </a:ext>
            </a:extLst>
          </p:cNvPr>
          <p:cNvSpPr/>
          <p:nvPr/>
        </p:nvSpPr>
        <p:spPr>
          <a:xfrm>
            <a:off x="2646135" y="7467046"/>
            <a:ext cx="1800000" cy="1800000"/>
          </a:xfrm>
          <a:prstGeom prst="rect">
            <a:avLst/>
          </a:prstGeom>
          <a:noFill/>
          <a:ln w="571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4" name="Picture 123">
            <a:extLst>
              <a:ext uri="{FF2B5EF4-FFF2-40B4-BE49-F238E27FC236}">
                <a16:creationId xmlns:a16="http://schemas.microsoft.com/office/drawing/2014/main" id="{EED1250C-9874-D5A4-5F3F-F2AD92E194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3293" t="10392" r="11513" b="16147"/>
          <a:stretch>
            <a:fillRect/>
          </a:stretch>
        </p:blipFill>
        <p:spPr>
          <a:xfrm>
            <a:off x="2596034" y="9607164"/>
            <a:ext cx="2017541" cy="2191243"/>
          </a:xfrm>
          <a:prstGeom prst="rect">
            <a:avLst/>
          </a:prstGeom>
        </p:spPr>
      </p:pic>
      <p:grpSp>
        <p:nvGrpSpPr>
          <p:cNvPr id="125" name="Group 124">
            <a:extLst>
              <a:ext uri="{FF2B5EF4-FFF2-40B4-BE49-F238E27FC236}">
                <a16:creationId xmlns:a16="http://schemas.microsoft.com/office/drawing/2014/main" id="{54B1D03B-5CFA-B9A4-68E5-4B953E4F6FAF}"/>
              </a:ext>
            </a:extLst>
          </p:cNvPr>
          <p:cNvGrpSpPr/>
          <p:nvPr/>
        </p:nvGrpSpPr>
        <p:grpSpPr>
          <a:xfrm>
            <a:off x="3164709" y="7691851"/>
            <a:ext cx="1003661" cy="1066562"/>
            <a:chOff x="1654754" y="2697206"/>
            <a:chExt cx="1251179" cy="1274006"/>
          </a:xfrm>
        </p:grpSpPr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757A49B1-1406-ECC4-CA44-678FBA1D56E9}"/>
                </a:ext>
              </a:extLst>
            </p:cNvPr>
            <p:cNvSpPr/>
            <p:nvPr/>
          </p:nvSpPr>
          <p:spPr>
            <a:xfrm>
              <a:off x="1654754" y="2697206"/>
              <a:ext cx="1251179" cy="1274006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D8ADE15E-4A6D-3F82-D642-9A09576AAE7C}"/>
                </a:ext>
              </a:extLst>
            </p:cNvPr>
            <p:cNvSpPr txBox="1"/>
            <p:nvPr/>
          </p:nvSpPr>
          <p:spPr>
            <a:xfrm>
              <a:off x="1769860" y="2888169"/>
              <a:ext cx="1051505" cy="8783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010101010010101010101</a:t>
              </a:r>
            </a:p>
          </p:txBody>
        </p:sp>
      </p:grpSp>
      <p:pic>
        <p:nvPicPr>
          <p:cNvPr id="126" name="Picture 125">
            <a:extLst>
              <a:ext uri="{FF2B5EF4-FFF2-40B4-BE49-F238E27FC236}">
                <a16:creationId xmlns:a16="http://schemas.microsoft.com/office/drawing/2014/main" id="{583BAF09-3D46-683C-00A8-CCEF110219E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7622" y="11062528"/>
            <a:ext cx="669897" cy="711881"/>
          </a:xfrm>
          <a:prstGeom prst="rect">
            <a:avLst/>
          </a:prstGeom>
        </p:spPr>
      </p:pic>
      <p:pic>
        <p:nvPicPr>
          <p:cNvPr id="113" name="Picture 112">
            <a:extLst>
              <a:ext uri="{FF2B5EF4-FFF2-40B4-BE49-F238E27FC236}">
                <a16:creationId xmlns:a16="http://schemas.microsoft.com/office/drawing/2014/main" id="{465ABDE5-E84D-0C84-26AA-30F2E4D1AC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3293" t="10392" r="11513" b="16147"/>
          <a:stretch>
            <a:fillRect/>
          </a:stretch>
        </p:blipFill>
        <p:spPr>
          <a:xfrm>
            <a:off x="421829" y="9613657"/>
            <a:ext cx="2017541" cy="2191245"/>
          </a:xfrm>
          <a:prstGeom prst="rect">
            <a:avLst/>
          </a:prstGeom>
        </p:spPr>
      </p:pic>
      <p:grpSp>
        <p:nvGrpSpPr>
          <p:cNvPr id="114" name="Group 113">
            <a:extLst>
              <a:ext uri="{FF2B5EF4-FFF2-40B4-BE49-F238E27FC236}">
                <a16:creationId xmlns:a16="http://schemas.microsoft.com/office/drawing/2014/main" id="{A851687A-6A94-D20A-42D7-81C6B5A4031F}"/>
              </a:ext>
            </a:extLst>
          </p:cNvPr>
          <p:cNvGrpSpPr/>
          <p:nvPr/>
        </p:nvGrpSpPr>
        <p:grpSpPr>
          <a:xfrm>
            <a:off x="2689739" y="7771979"/>
            <a:ext cx="1003662" cy="1066563"/>
            <a:chOff x="3626569" y="2234679"/>
            <a:chExt cx="1251180" cy="1274007"/>
          </a:xfrm>
        </p:grpSpPr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4C9BA15A-483C-C753-EBD5-88D6F7F43504}"/>
                </a:ext>
              </a:extLst>
            </p:cNvPr>
            <p:cNvSpPr/>
            <p:nvPr/>
          </p:nvSpPr>
          <p:spPr>
            <a:xfrm>
              <a:off x="3626569" y="2234679"/>
              <a:ext cx="1251180" cy="1274007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7BF2EA95-2F5F-B934-A00F-8242F0169A1A}"/>
                </a:ext>
              </a:extLst>
            </p:cNvPr>
            <p:cNvSpPr txBox="1"/>
            <p:nvPr/>
          </p:nvSpPr>
          <p:spPr>
            <a:xfrm>
              <a:off x="3741674" y="2425639"/>
              <a:ext cx="1051505" cy="8783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010101010010101010101</a:t>
              </a:r>
            </a:p>
          </p:txBody>
        </p:sp>
      </p:grpSp>
      <p:pic>
        <p:nvPicPr>
          <p:cNvPr id="115" name="Picture 114">
            <a:extLst>
              <a:ext uri="{FF2B5EF4-FFF2-40B4-BE49-F238E27FC236}">
                <a16:creationId xmlns:a16="http://schemas.microsoft.com/office/drawing/2014/main" id="{89A728CC-3980-252F-45EA-5EE43A9FCBC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842" y="11019910"/>
            <a:ext cx="669897" cy="711881"/>
          </a:xfrm>
          <a:prstGeom prst="rect">
            <a:avLst/>
          </a:prstGeom>
        </p:spPr>
      </p:pic>
      <p:grpSp>
        <p:nvGrpSpPr>
          <p:cNvPr id="105" name="Group 104">
            <a:extLst>
              <a:ext uri="{FF2B5EF4-FFF2-40B4-BE49-F238E27FC236}">
                <a16:creationId xmlns:a16="http://schemas.microsoft.com/office/drawing/2014/main" id="{5AAA6594-44F4-4F91-010F-CF638590EF66}"/>
              </a:ext>
            </a:extLst>
          </p:cNvPr>
          <p:cNvGrpSpPr/>
          <p:nvPr/>
        </p:nvGrpSpPr>
        <p:grpSpPr>
          <a:xfrm>
            <a:off x="3029352" y="7899049"/>
            <a:ext cx="3652430" cy="3917650"/>
            <a:chOff x="967564" y="7797487"/>
            <a:chExt cx="3237013" cy="3443501"/>
          </a:xfrm>
        </p:grpSpPr>
        <p:pic>
          <p:nvPicPr>
            <p:cNvPr id="106" name="Picture 105">
              <a:extLst>
                <a:ext uri="{FF2B5EF4-FFF2-40B4-BE49-F238E27FC236}">
                  <a16:creationId xmlns:a16="http://schemas.microsoft.com/office/drawing/2014/main" id="{CFA4F085-9940-F9BF-8278-6EC62A0D9E7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293" t="10392" r="11513" b="16147"/>
            <a:stretch>
              <a:fillRect/>
            </a:stretch>
          </p:blipFill>
          <p:spPr>
            <a:xfrm>
              <a:off x="2416506" y="9314950"/>
              <a:ext cx="1788071" cy="1926038"/>
            </a:xfrm>
            <a:prstGeom prst="rect">
              <a:avLst/>
            </a:prstGeom>
          </p:spPr>
        </p:pic>
        <p:grpSp>
          <p:nvGrpSpPr>
            <p:cNvPr id="107" name="Group 106">
              <a:extLst>
                <a:ext uri="{FF2B5EF4-FFF2-40B4-BE49-F238E27FC236}">
                  <a16:creationId xmlns:a16="http://schemas.microsoft.com/office/drawing/2014/main" id="{86C35B44-5892-C06E-AF88-D17DC08D573F}"/>
                </a:ext>
              </a:extLst>
            </p:cNvPr>
            <p:cNvGrpSpPr/>
            <p:nvPr/>
          </p:nvGrpSpPr>
          <p:grpSpPr>
            <a:xfrm>
              <a:off x="967564" y="7797487"/>
              <a:ext cx="889507" cy="937477"/>
              <a:chOff x="-1326408" y="2414388"/>
              <a:chExt cx="1251179" cy="1274007"/>
            </a:xfrm>
          </p:grpSpPr>
          <p:sp>
            <p:nvSpPr>
              <p:cNvPr id="109" name="Rectangle 108">
                <a:extLst>
                  <a:ext uri="{FF2B5EF4-FFF2-40B4-BE49-F238E27FC236}">
                    <a16:creationId xmlns:a16="http://schemas.microsoft.com/office/drawing/2014/main" id="{FD7B01FB-1AC5-DF45-B217-0BCE865BA243}"/>
                  </a:ext>
                </a:extLst>
              </p:cNvPr>
              <p:cNvSpPr/>
              <p:nvPr/>
            </p:nvSpPr>
            <p:spPr>
              <a:xfrm>
                <a:off x="-1326408" y="2414388"/>
                <a:ext cx="1251179" cy="1274007"/>
              </a:xfrm>
              <a:prstGeom prst="rect">
                <a:avLst/>
              </a:prstGeom>
              <a:solidFill>
                <a:schemeClr val="bg1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0229474A-A963-FEAA-B041-DF2133B50D22}"/>
                  </a:ext>
                </a:extLst>
              </p:cNvPr>
              <p:cNvSpPr txBox="1"/>
              <p:nvPr/>
            </p:nvSpPr>
            <p:spPr>
              <a:xfrm>
                <a:off x="-1211302" y="2605346"/>
                <a:ext cx="1051505" cy="8783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010101010010101010101</a:t>
                </a:r>
              </a:p>
            </p:txBody>
          </p:sp>
        </p:grpSp>
        <p:pic>
          <p:nvPicPr>
            <p:cNvPr id="108" name="Picture 107">
              <a:extLst>
                <a:ext uri="{FF2B5EF4-FFF2-40B4-BE49-F238E27FC236}">
                  <a16:creationId xmlns:a16="http://schemas.microsoft.com/office/drawing/2014/main" id="{3F8A9BD0-D869-A06F-333D-BE0D28F18B0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81878" y="10597372"/>
              <a:ext cx="593705" cy="625722"/>
            </a:xfrm>
            <a:prstGeom prst="rect">
              <a:avLst/>
            </a:prstGeom>
          </p:spPr>
        </p:pic>
      </p:grp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23690089-6B58-8C28-A87B-B98E4B085822}"/>
              </a:ext>
            </a:extLst>
          </p:cNvPr>
          <p:cNvCxnSpPr>
            <a:cxnSpLocks/>
          </p:cNvCxnSpPr>
          <p:nvPr/>
        </p:nvCxnSpPr>
        <p:spPr>
          <a:xfrm>
            <a:off x="3625469" y="8937849"/>
            <a:ext cx="0" cy="856782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1CF1C0D3-4B82-39AC-A78C-D4794096B5F9}"/>
              </a:ext>
            </a:extLst>
          </p:cNvPr>
          <p:cNvCxnSpPr>
            <a:cxnSpLocks/>
          </p:cNvCxnSpPr>
          <p:nvPr/>
        </p:nvCxnSpPr>
        <p:spPr>
          <a:xfrm>
            <a:off x="3658694" y="8953447"/>
            <a:ext cx="1411821" cy="1090412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F4FDF373-43FC-0F10-AEBD-8A1279251F1C}"/>
              </a:ext>
            </a:extLst>
          </p:cNvPr>
          <p:cNvCxnSpPr>
            <a:cxnSpLocks/>
          </p:cNvCxnSpPr>
          <p:nvPr/>
        </p:nvCxnSpPr>
        <p:spPr>
          <a:xfrm flipH="1">
            <a:off x="2021755" y="8975448"/>
            <a:ext cx="1586272" cy="1097978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70248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DEC4AD-3B64-6704-04B3-FA521D27C0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39FEB8FD-2858-F8DD-7543-B23384C04B0F}"/>
              </a:ext>
            </a:extLst>
          </p:cNvPr>
          <p:cNvGrpSpPr/>
          <p:nvPr/>
        </p:nvGrpSpPr>
        <p:grpSpPr>
          <a:xfrm>
            <a:off x="160491" y="175509"/>
            <a:ext cx="6542828" cy="11840982"/>
            <a:chOff x="101482" y="186896"/>
            <a:chExt cx="6542828" cy="11840982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CD5DC28C-E57D-8DB6-90EA-EAC98EFA4CBD}"/>
                </a:ext>
              </a:extLst>
            </p:cNvPr>
            <p:cNvGrpSpPr/>
            <p:nvPr/>
          </p:nvGrpSpPr>
          <p:grpSpPr>
            <a:xfrm>
              <a:off x="101482" y="186896"/>
              <a:ext cx="6542828" cy="628379"/>
              <a:chOff x="2682270" y="-2364772"/>
              <a:chExt cx="6542828" cy="63090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A96062B2-8C09-0D41-4B53-12A45678916B}"/>
                  </a:ext>
                </a:extLst>
              </p:cNvPr>
              <p:cNvSpPr/>
              <p:nvPr/>
            </p:nvSpPr>
            <p:spPr>
              <a:xfrm>
                <a:off x="2682270" y="-2364772"/>
                <a:ext cx="6542828" cy="63090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1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9739B8A3-8DD1-654A-4CE6-25BB9AC54F17}"/>
                  </a:ext>
                </a:extLst>
              </p:cNvPr>
              <p:cNvSpPr/>
              <p:nvPr/>
            </p:nvSpPr>
            <p:spPr>
              <a:xfrm>
                <a:off x="2928935" y="-2232006"/>
                <a:ext cx="360000" cy="360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1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145E9089-4C73-E744-FD2C-81CEAACD3CA5}"/>
                  </a:ext>
                </a:extLst>
              </p:cNvPr>
              <p:cNvSpPr/>
              <p:nvPr/>
            </p:nvSpPr>
            <p:spPr>
              <a:xfrm>
                <a:off x="3397090" y="-2232006"/>
                <a:ext cx="360000" cy="36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1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2638352F-FFE5-D5F3-7542-16694F2BE997}"/>
                  </a:ext>
                </a:extLst>
              </p:cNvPr>
              <p:cNvSpPr/>
              <p:nvPr/>
            </p:nvSpPr>
            <p:spPr>
              <a:xfrm>
                <a:off x="3865245" y="-2232006"/>
                <a:ext cx="360000" cy="360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1" dirty="0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CF3BD01D-2548-3C33-3E58-9B597596081D}"/>
                </a:ext>
              </a:extLst>
            </p:cNvPr>
            <p:cNvSpPr/>
            <p:nvPr/>
          </p:nvSpPr>
          <p:spPr>
            <a:xfrm>
              <a:off x="138034" y="994711"/>
              <a:ext cx="6488691" cy="11033167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800" dirty="0">
                <a:solidFill>
                  <a:schemeClr val="tx1"/>
                </a:solidFill>
                <a:latin typeface="Copperplate Gothic Bold" panose="020E0705020206020404" pitchFamily="34" charset="0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70501A6C-D90C-68A6-1962-F8F9AA403890}"/>
              </a:ext>
            </a:extLst>
          </p:cNvPr>
          <p:cNvGrpSpPr/>
          <p:nvPr/>
        </p:nvGrpSpPr>
        <p:grpSpPr>
          <a:xfrm>
            <a:off x="404251" y="1455221"/>
            <a:ext cx="5803118" cy="2079287"/>
            <a:chOff x="2892894" y="4118301"/>
            <a:chExt cx="5803118" cy="2079287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2149F96-2C95-4FB9-9DB0-46CCE7DFAE08}"/>
                </a:ext>
              </a:extLst>
            </p:cNvPr>
            <p:cNvSpPr/>
            <p:nvPr/>
          </p:nvSpPr>
          <p:spPr>
            <a:xfrm>
              <a:off x="2910478" y="4118301"/>
              <a:ext cx="1728505" cy="589683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  <a:latin typeface="Berlin Sans FB" panose="020E0602020502020306" pitchFamily="34" charset="0"/>
                </a:rPr>
                <a:t>CASE - 5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A938426B-3459-D681-92D2-D235D5D87534}"/>
                </a:ext>
              </a:extLst>
            </p:cNvPr>
            <p:cNvSpPr/>
            <p:nvPr/>
          </p:nvSpPr>
          <p:spPr>
            <a:xfrm>
              <a:off x="2892894" y="4751526"/>
              <a:ext cx="5803118" cy="144606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EBA9B7AA-3335-20A4-7112-93A254360EC7}"/>
                </a:ext>
              </a:extLst>
            </p:cNvPr>
            <p:cNvSpPr txBox="1"/>
            <p:nvPr/>
          </p:nvSpPr>
          <p:spPr>
            <a:xfrm>
              <a:off x="3006908" y="4850875"/>
              <a:ext cx="5335135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Berlin Sans FB" panose="020E0602020502020306" pitchFamily="34" charset="0"/>
                </a:rPr>
                <a:t>Create a new branch named &lt;branch&gt; from commit &lt;7_digit_hash_commit&gt; and immediately switch to that branch.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80A8C74D-564A-40DF-9081-714590D2F735}"/>
              </a:ext>
            </a:extLst>
          </p:cNvPr>
          <p:cNvGrpSpPr/>
          <p:nvPr/>
        </p:nvGrpSpPr>
        <p:grpSpPr>
          <a:xfrm>
            <a:off x="404251" y="4060051"/>
            <a:ext cx="5874629" cy="1393696"/>
            <a:chOff x="2780451" y="6810103"/>
            <a:chExt cx="5874629" cy="1544027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65F3EE20-BB0F-0B64-3DC3-31CE38DD7533}"/>
                </a:ext>
              </a:extLst>
            </p:cNvPr>
            <p:cNvGrpSpPr/>
            <p:nvPr/>
          </p:nvGrpSpPr>
          <p:grpSpPr>
            <a:xfrm>
              <a:off x="2780451" y="7397863"/>
              <a:ext cx="5874629" cy="956267"/>
              <a:chOff x="264430" y="6603399"/>
              <a:chExt cx="5874629" cy="956267"/>
            </a:xfrm>
            <a:solidFill>
              <a:schemeClr val="bg2"/>
            </a:solidFill>
          </p:grpSpPr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B1795DF5-9C41-9FF7-BA7A-6111912718EB}"/>
                  </a:ext>
                </a:extLst>
              </p:cNvPr>
              <p:cNvSpPr/>
              <p:nvPr/>
            </p:nvSpPr>
            <p:spPr>
              <a:xfrm>
                <a:off x="264430" y="6603399"/>
                <a:ext cx="5874629" cy="956267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9C2DC38D-AFB2-7A6F-19B7-64565C2C41FF}"/>
                  </a:ext>
                </a:extLst>
              </p:cNvPr>
              <p:cNvSpPr txBox="1"/>
              <p:nvPr/>
            </p:nvSpPr>
            <p:spPr>
              <a:xfrm>
                <a:off x="378443" y="6795134"/>
                <a:ext cx="5760615" cy="5390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>
                    <a:latin typeface="Aptos" panose="020B0004020202020204" pitchFamily="34" charset="0"/>
                  </a:rPr>
                  <a:t>git switch - c feature-b 0e27106</a:t>
                </a:r>
              </a:p>
            </p:txBody>
          </p:sp>
        </p:grp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0E6C602B-F31A-7E53-64A1-C43409793341}"/>
                </a:ext>
              </a:extLst>
            </p:cNvPr>
            <p:cNvSpPr/>
            <p:nvPr/>
          </p:nvSpPr>
          <p:spPr>
            <a:xfrm>
              <a:off x="2829141" y="6810103"/>
              <a:ext cx="2035530" cy="587759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400" b="1" dirty="0">
                  <a:latin typeface="Aptos" panose="020B0004020202020204" pitchFamily="34" charset="0"/>
                </a:rPr>
                <a:t>C:\Desktop &gt;</a:t>
              </a:r>
            </a:p>
          </p:txBody>
        </p:sp>
      </p:grp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51E971B-7968-5D7F-7513-C32356ADE0D2}"/>
              </a:ext>
            </a:extLst>
          </p:cNvPr>
          <p:cNvCxnSpPr>
            <a:cxnSpLocks/>
          </p:cNvCxnSpPr>
          <p:nvPr/>
        </p:nvCxnSpPr>
        <p:spPr>
          <a:xfrm>
            <a:off x="1703466" y="6180847"/>
            <a:ext cx="0" cy="4985384"/>
          </a:xfrm>
          <a:prstGeom prst="line">
            <a:avLst/>
          </a:prstGeom>
          <a:ln w="76200">
            <a:solidFill>
              <a:schemeClr val="accent6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05966048-178D-5BB0-1B36-3B592A988C87}"/>
              </a:ext>
            </a:extLst>
          </p:cNvPr>
          <p:cNvSpPr/>
          <p:nvPr/>
        </p:nvSpPr>
        <p:spPr>
          <a:xfrm>
            <a:off x="1523466" y="6993307"/>
            <a:ext cx="360000" cy="360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788B01B-8033-FF5C-4C11-B09C5938FE8A}"/>
              </a:ext>
            </a:extLst>
          </p:cNvPr>
          <p:cNvSpPr/>
          <p:nvPr/>
        </p:nvSpPr>
        <p:spPr>
          <a:xfrm>
            <a:off x="1523466" y="8709956"/>
            <a:ext cx="360000" cy="360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rrow: Curved Down 16">
            <a:extLst>
              <a:ext uri="{FF2B5EF4-FFF2-40B4-BE49-F238E27FC236}">
                <a16:creationId xmlns:a16="http://schemas.microsoft.com/office/drawing/2014/main" id="{13FBA4E9-BDE0-D60C-7823-B5B04F21ED19}"/>
              </a:ext>
            </a:extLst>
          </p:cNvPr>
          <p:cNvSpPr/>
          <p:nvPr/>
        </p:nvSpPr>
        <p:spPr>
          <a:xfrm rot="16200000" flipH="1">
            <a:off x="-127915" y="7562211"/>
            <a:ext cx="1976339" cy="1198531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F3C2294-770C-5D88-8318-74EA07B9C796}"/>
              </a:ext>
            </a:extLst>
          </p:cNvPr>
          <p:cNvSpPr txBox="1"/>
          <p:nvPr/>
        </p:nvSpPr>
        <p:spPr>
          <a:xfrm>
            <a:off x="1883466" y="6846923"/>
            <a:ext cx="494645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606b21e (HEAD -&gt; master) adding feature-c.js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FEE2FFA-D4AE-F81C-E0AB-4C3CFA991AB9}"/>
              </a:ext>
            </a:extLst>
          </p:cNvPr>
          <p:cNvSpPr txBox="1"/>
          <p:nvPr/>
        </p:nvSpPr>
        <p:spPr>
          <a:xfrm>
            <a:off x="1947412" y="8528132"/>
            <a:ext cx="494645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0e27106 adding feature-b.js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E998250E-F3C5-7669-7F6F-294C7837D625}"/>
              </a:ext>
            </a:extLst>
          </p:cNvPr>
          <p:cNvGrpSpPr/>
          <p:nvPr/>
        </p:nvGrpSpPr>
        <p:grpSpPr>
          <a:xfrm>
            <a:off x="1523466" y="9945472"/>
            <a:ext cx="4588572" cy="523220"/>
            <a:chOff x="1523466" y="10736779"/>
            <a:chExt cx="4588572" cy="52322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251783A0-280E-3030-6BE9-B9619C85BAC5}"/>
                </a:ext>
              </a:extLst>
            </p:cNvPr>
            <p:cNvSpPr/>
            <p:nvPr/>
          </p:nvSpPr>
          <p:spPr>
            <a:xfrm>
              <a:off x="1523466" y="10848676"/>
              <a:ext cx="360000" cy="360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B4FE935C-302A-4156-4409-A884D12CE8D7}"/>
                </a:ext>
              </a:extLst>
            </p:cNvPr>
            <p:cNvSpPr txBox="1"/>
            <p:nvPr/>
          </p:nvSpPr>
          <p:spPr>
            <a:xfrm>
              <a:off x="1947412" y="10736779"/>
              <a:ext cx="4164626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800" dirty="0">
                  <a:latin typeface="Berlin Sans FB" panose="020E0602020502020306" pitchFamily="34" charset="0"/>
                </a:rPr>
                <a:t>c59fe18 adding feature-a.js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791579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9550C0-F785-C403-7519-410BC54F78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42B441F-B8C3-BB6E-A658-5C8CC715FE81}"/>
              </a:ext>
            </a:extLst>
          </p:cNvPr>
          <p:cNvGrpSpPr/>
          <p:nvPr/>
        </p:nvGrpSpPr>
        <p:grpSpPr>
          <a:xfrm>
            <a:off x="142906" y="175509"/>
            <a:ext cx="6542828" cy="11840982"/>
            <a:chOff x="101482" y="186896"/>
            <a:chExt cx="6542828" cy="11840982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C6E0CD2E-FF3A-DDC3-DCDF-C37F0DEA8B27}"/>
                </a:ext>
              </a:extLst>
            </p:cNvPr>
            <p:cNvGrpSpPr/>
            <p:nvPr/>
          </p:nvGrpSpPr>
          <p:grpSpPr>
            <a:xfrm>
              <a:off x="101482" y="186896"/>
              <a:ext cx="6542828" cy="628379"/>
              <a:chOff x="2682270" y="-2364772"/>
              <a:chExt cx="6542828" cy="63090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C250A77B-640C-F25A-5617-45503692005F}"/>
                  </a:ext>
                </a:extLst>
              </p:cNvPr>
              <p:cNvSpPr/>
              <p:nvPr/>
            </p:nvSpPr>
            <p:spPr>
              <a:xfrm>
                <a:off x="2682270" y="-2364772"/>
                <a:ext cx="6542828" cy="63090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1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767BC1C0-4C5B-4E6D-21E7-76C5CA61B0BF}"/>
                  </a:ext>
                </a:extLst>
              </p:cNvPr>
              <p:cNvSpPr/>
              <p:nvPr/>
            </p:nvSpPr>
            <p:spPr>
              <a:xfrm>
                <a:off x="2928935" y="-2232006"/>
                <a:ext cx="360000" cy="360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1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50D226FD-B44F-EAAC-67AE-FD9114948750}"/>
                  </a:ext>
                </a:extLst>
              </p:cNvPr>
              <p:cNvSpPr/>
              <p:nvPr/>
            </p:nvSpPr>
            <p:spPr>
              <a:xfrm>
                <a:off x="3397090" y="-2232006"/>
                <a:ext cx="360000" cy="36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1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9BE73C78-1C4E-5E4A-688E-C74B474E3D37}"/>
                  </a:ext>
                </a:extLst>
              </p:cNvPr>
              <p:cNvSpPr/>
              <p:nvPr/>
            </p:nvSpPr>
            <p:spPr>
              <a:xfrm>
                <a:off x="3865245" y="-2232006"/>
                <a:ext cx="360000" cy="360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1" dirty="0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6793E541-EAA5-A466-62A2-8DDA86B3A8FD}"/>
                </a:ext>
              </a:extLst>
            </p:cNvPr>
            <p:cNvSpPr/>
            <p:nvPr/>
          </p:nvSpPr>
          <p:spPr>
            <a:xfrm>
              <a:off x="138034" y="994711"/>
              <a:ext cx="6488691" cy="11033167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800" dirty="0">
                <a:solidFill>
                  <a:schemeClr val="tx1"/>
                </a:solidFill>
                <a:latin typeface="Copperplate Gothic Bold" panose="020E0705020206020404" pitchFamily="34" charset="0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FD8816D1-9CD8-5012-F880-0E059606B575}"/>
              </a:ext>
            </a:extLst>
          </p:cNvPr>
          <p:cNvGrpSpPr/>
          <p:nvPr/>
        </p:nvGrpSpPr>
        <p:grpSpPr>
          <a:xfrm>
            <a:off x="404251" y="1455221"/>
            <a:ext cx="5574518" cy="1708555"/>
            <a:chOff x="2892894" y="4118301"/>
            <a:chExt cx="5574518" cy="1708555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D6E1364-052E-88F9-2DB3-8A71C2020AC7}"/>
                </a:ext>
              </a:extLst>
            </p:cNvPr>
            <p:cNvSpPr/>
            <p:nvPr/>
          </p:nvSpPr>
          <p:spPr>
            <a:xfrm>
              <a:off x="2910478" y="4118301"/>
              <a:ext cx="1728505" cy="589683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  <a:latin typeface="Berlin Sans FB" panose="020E0602020502020306" pitchFamily="34" charset="0"/>
                </a:rPr>
                <a:t>CASE -6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C85052FC-0786-E7DB-4E9D-69A4F591A684}"/>
                </a:ext>
              </a:extLst>
            </p:cNvPr>
            <p:cNvSpPr/>
            <p:nvPr/>
          </p:nvSpPr>
          <p:spPr>
            <a:xfrm>
              <a:off x="2892894" y="4751526"/>
              <a:ext cx="5574518" cy="107533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7FCFCF7-A494-7ABA-883D-9CC967E2123B}"/>
                </a:ext>
              </a:extLst>
            </p:cNvPr>
            <p:cNvSpPr txBox="1"/>
            <p:nvPr/>
          </p:nvSpPr>
          <p:spPr>
            <a:xfrm>
              <a:off x="3006908" y="4850875"/>
              <a:ext cx="533513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Berlin Sans FB" panose="020E0602020502020306" pitchFamily="34" charset="0"/>
                </a:rPr>
                <a:t>combining the changes from one branch into another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2336060-0EAC-CED3-4CF2-1D53F76AFCFD}"/>
              </a:ext>
            </a:extLst>
          </p:cNvPr>
          <p:cNvGrpSpPr/>
          <p:nvPr/>
        </p:nvGrpSpPr>
        <p:grpSpPr>
          <a:xfrm>
            <a:off x="404251" y="3575903"/>
            <a:ext cx="4027072" cy="1382962"/>
            <a:chOff x="2780452" y="6574386"/>
            <a:chExt cx="4027072" cy="1424879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3F94F534-34B1-0999-8C0E-D1FE2B8F4929}"/>
                </a:ext>
              </a:extLst>
            </p:cNvPr>
            <p:cNvGrpSpPr/>
            <p:nvPr/>
          </p:nvGrpSpPr>
          <p:grpSpPr>
            <a:xfrm>
              <a:off x="2780452" y="7187255"/>
              <a:ext cx="4027072" cy="812010"/>
              <a:chOff x="264431" y="6392791"/>
              <a:chExt cx="4027072" cy="812010"/>
            </a:xfrm>
            <a:solidFill>
              <a:schemeClr val="bg2"/>
            </a:solidFill>
          </p:grpSpPr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FF098F5F-F89B-5F9D-8635-7FE1CBE268C2}"/>
                  </a:ext>
                </a:extLst>
              </p:cNvPr>
              <p:cNvSpPr/>
              <p:nvPr/>
            </p:nvSpPr>
            <p:spPr>
              <a:xfrm>
                <a:off x="264431" y="6392791"/>
                <a:ext cx="4027072" cy="81201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8A9A4FCA-8975-D633-26D9-C7C728857408}"/>
                  </a:ext>
                </a:extLst>
              </p:cNvPr>
              <p:cNvSpPr txBox="1"/>
              <p:nvPr/>
            </p:nvSpPr>
            <p:spPr>
              <a:xfrm>
                <a:off x="338940" y="6532764"/>
                <a:ext cx="3284348" cy="5390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>
                    <a:latin typeface="Aptos" panose="020B0004020202020204" pitchFamily="34" charset="0"/>
                  </a:rPr>
                  <a:t>git merge &lt;branch&gt;</a:t>
                </a:r>
              </a:p>
            </p:txBody>
          </p:sp>
        </p:grp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D29FD87E-34A6-F15E-D8FF-41F8159BB017}"/>
                </a:ext>
              </a:extLst>
            </p:cNvPr>
            <p:cNvSpPr/>
            <p:nvPr/>
          </p:nvSpPr>
          <p:spPr>
            <a:xfrm>
              <a:off x="2806906" y="6574386"/>
              <a:ext cx="2035530" cy="587758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400" b="1" dirty="0">
                  <a:latin typeface="Aptos" panose="020B0004020202020204" pitchFamily="34" charset="0"/>
                </a:rPr>
                <a:t>C:\Desktop &gt;</a:t>
              </a:r>
            </a:p>
          </p:txBody>
        </p:sp>
      </p:grpSp>
      <p:sp>
        <p:nvSpPr>
          <p:cNvPr id="41" name="Rectangle 40">
            <a:extLst>
              <a:ext uri="{FF2B5EF4-FFF2-40B4-BE49-F238E27FC236}">
                <a16:creationId xmlns:a16="http://schemas.microsoft.com/office/drawing/2014/main" id="{9ACF0371-26DE-AB6F-1ADE-29C06DCCCBB3}"/>
              </a:ext>
            </a:extLst>
          </p:cNvPr>
          <p:cNvSpPr/>
          <p:nvPr/>
        </p:nvSpPr>
        <p:spPr>
          <a:xfrm>
            <a:off x="403061" y="5702536"/>
            <a:ext cx="1198358" cy="1336193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3575E14-3F1D-DAC0-E8A0-DE1E68B50404}"/>
              </a:ext>
            </a:extLst>
          </p:cNvPr>
          <p:cNvSpPr/>
          <p:nvPr/>
        </p:nvSpPr>
        <p:spPr>
          <a:xfrm>
            <a:off x="403061" y="9736156"/>
            <a:ext cx="1198358" cy="1336193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7172958-9830-4B88-335D-22C04F968EB9}"/>
              </a:ext>
            </a:extLst>
          </p:cNvPr>
          <p:cNvSpPr txBox="1"/>
          <p:nvPr/>
        </p:nvSpPr>
        <p:spPr>
          <a:xfrm>
            <a:off x="478761" y="5911334"/>
            <a:ext cx="10375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0001010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B026F55-A4D8-CF05-3B98-25685E9158AF}"/>
              </a:ext>
            </a:extLst>
          </p:cNvPr>
          <p:cNvSpPr txBox="1"/>
          <p:nvPr/>
        </p:nvSpPr>
        <p:spPr>
          <a:xfrm>
            <a:off x="474221" y="10235151"/>
            <a:ext cx="10375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0101010</a:t>
            </a:r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29526C56-742E-8805-263E-A4620DD5BF19}"/>
              </a:ext>
            </a:extLst>
          </p:cNvPr>
          <p:cNvGrpSpPr/>
          <p:nvPr/>
        </p:nvGrpSpPr>
        <p:grpSpPr>
          <a:xfrm>
            <a:off x="2838114" y="7731866"/>
            <a:ext cx="1198358" cy="1336193"/>
            <a:chOff x="1879045" y="7296885"/>
            <a:chExt cx="1198358" cy="1336193"/>
          </a:xfrm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E01BE886-F0FC-38DE-22FE-AF86E70E99CA}"/>
                </a:ext>
              </a:extLst>
            </p:cNvPr>
            <p:cNvSpPr/>
            <p:nvPr/>
          </p:nvSpPr>
          <p:spPr>
            <a:xfrm>
              <a:off x="1879045" y="7296885"/>
              <a:ext cx="1198358" cy="133619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DC09F4FF-A536-5261-37A8-3767AE99C4FC}"/>
                </a:ext>
              </a:extLst>
            </p:cNvPr>
            <p:cNvSpPr txBox="1"/>
            <p:nvPr/>
          </p:nvSpPr>
          <p:spPr>
            <a:xfrm>
              <a:off x="1989244" y="7780315"/>
              <a:ext cx="10375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0101010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DD4E0D6C-6771-6A0B-1C62-79D5C548BF4A}"/>
                </a:ext>
              </a:extLst>
            </p:cNvPr>
            <p:cNvSpPr txBox="1"/>
            <p:nvPr/>
          </p:nvSpPr>
          <p:spPr>
            <a:xfrm>
              <a:off x="1989244" y="7519761"/>
              <a:ext cx="10375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0001010</a:t>
              </a:r>
            </a:p>
          </p:txBody>
        </p:sp>
      </p:grp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23C3D41B-7D13-6D01-9A5E-803BB72B1912}"/>
              </a:ext>
            </a:extLst>
          </p:cNvPr>
          <p:cNvCxnSpPr>
            <a:cxnSpLocks/>
          </p:cNvCxnSpPr>
          <p:nvPr/>
        </p:nvCxnSpPr>
        <p:spPr>
          <a:xfrm>
            <a:off x="1373741" y="6227038"/>
            <a:ext cx="2063708" cy="190511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C182CDD5-02D4-70D6-8536-0862AF10ED8F}"/>
              </a:ext>
            </a:extLst>
          </p:cNvPr>
          <p:cNvCxnSpPr>
            <a:cxnSpLocks/>
            <a:stCxn id="99" idx="3"/>
          </p:cNvCxnSpPr>
          <p:nvPr/>
        </p:nvCxnSpPr>
        <p:spPr>
          <a:xfrm flipV="1">
            <a:off x="1454723" y="8447859"/>
            <a:ext cx="1982726" cy="197195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6" name="Rectangle 95">
            <a:extLst>
              <a:ext uri="{FF2B5EF4-FFF2-40B4-BE49-F238E27FC236}">
                <a16:creationId xmlns:a16="http://schemas.microsoft.com/office/drawing/2014/main" id="{68443FEB-0B12-4065-6A59-F6820104B871}"/>
              </a:ext>
            </a:extLst>
          </p:cNvPr>
          <p:cNvSpPr/>
          <p:nvPr/>
        </p:nvSpPr>
        <p:spPr>
          <a:xfrm flipV="1">
            <a:off x="540323" y="5893334"/>
            <a:ext cx="914400" cy="35988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EF70DC89-6AEF-9E8B-C559-D2ECCA27B53E}"/>
              </a:ext>
            </a:extLst>
          </p:cNvPr>
          <p:cNvSpPr/>
          <p:nvPr/>
        </p:nvSpPr>
        <p:spPr>
          <a:xfrm>
            <a:off x="540323" y="10235151"/>
            <a:ext cx="914400" cy="369332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9006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52B69A-E67A-418B-9C8D-3C16D6BCE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56C56543-F146-CD41-A408-E6D092CB9F9D}"/>
              </a:ext>
            </a:extLst>
          </p:cNvPr>
          <p:cNvGrpSpPr/>
          <p:nvPr/>
        </p:nvGrpSpPr>
        <p:grpSpPr>
          <a:xfrm>
            <a:off x="142906" y="175509"/>
            <a:ext cx="6542828" cy="11840982"/>
            <a:chOff x="101482" y="186896"/>
            <a:chExt cx="6542828" cy="11840982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A0E5C6D2-3B86-7D33-E104-A80693B957FD}"/>
                </a:ext>
              </a:extLst>
            </p:cNvPr>
            <p:cNvGrpSpPr/>
            <p:nvPr/>
          </p:nvGrpSpPr>
          <p:grpSpPr>
            <a:xfrm>
              <a:off x="101482" y="186896"/>
              <a:ext cx="6542828" cy="628379"/>
              <a:chOff x="2682270" y="-2364772"/>
              <a:chExt cx="6542828" cy="63090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7366BF8A-7E6A-F3C6-9D44-3952A8D316BB}"/>
                  </a:ext>
                </a:extLst>
              </p:cNvPr>
              <p:cNvSpPr/>
              <p:nvPr/>
            </p:nvSpPr>
            <p:spPr>
              <a:xfrm>
                <a:off x="2682270" y="-2364772"/>
                <a:ext cx="6542828" cy="63090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1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9BA9BBED-F994-68D6-EFAB-BFA88144859E}"/>
                  </a:ext>
                </a:extLst>
              </p:cNvPr>
              <p:cNvSpPr/>
              <p:nvPr/>
            </p:nvSpPr>
            <p:spPr>
              <a:xfrm>
                <a:off x="2928935" y="-2232006"/>
                <a:ext cx="360000" cy="360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1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8901DE02-B8A6-7CC8-3C58-D25E9728AA4E}"/>
                  </a:ext>
                </a:extLst>
              </p:cNvPr>
              <p:cNvSpPr/>
              <p:nvPr/>
            </p:nvSpPr>
            <p:spPr>
              <a:xfrm>
                <a:off x="3397090" y="-2232006"/>
                <a:ext cx="360000" cy="36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1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C94AFB54-C5A5-566D-A20F-25409A893D70}"/>
                  </a:ext>
                </a:extLst>
              </p:cNvPr>
              <p:cNvSpPr/>
              <p:nvPr/>
            </p:nvSpPr>
            <p:spPr>
              <a:xfrm>
                <a:off x="3865245" y="-2232006"/>
                <a:ext cx="360000" cy="360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1" dirty="0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8238D288-4224-2052-03EA-B16DEA985776}"/>
                </a:ext>
              </a:extLst>
            </p:cNvPr>
            <p:cNvSpPr/>
            <p:nvPr/>
          </p:nvSpPr>
          <p:spPr>
            <a:xfrm>
              <a:off x="138034" y="994711"/>
              <a:ext cx="6488691" cy="11033167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800" dirty="0">
                <a:solidFill>
                  <a:schemeClr val="tx1"/>
                </a:solidFill>
                <a:latin typeface="Copperplate Gothic Bold" panose="020E0705020206020404" pitchFamily="34" charset="0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CC308160-A323-67C3-72D4-B636301EC01F}"/>
              </a:ext>
            </a:extLst>
          </p:cNvPr>
          <p:cNvSpPr txBox="1"/>
          <p:nvPr/>
        </p:nvSpPr>
        <p:spPr>
          <a:xfrm>
            <a:off x="366320" y="6407093"/>
            <a:ext cx="6096000" cy="30472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601" dirty="0">
                <a:solidFill>
                  <a:schemeClr val="accent1"/>
                </a:solidFill>
                <a:latin typeface="Goudy Stout" panose="0202090407030B020401" pitchFamily="18" charset="0"/>
              </a:rPr>
              <a:t>Thank</a:t>
            </a:r>
            <a:br>
              <a:rPr lang="en-US" sz="6601" dirty="0">
                <a:solidFill>
                  <a:schemeClr val="accent1"/>
                </a:solidFill>
                <a:latin typeface="Goudy Stout" panose="0202090407030B020401" pitchFamily="18" charset="0"/>
              </a:rPr>
            </a:br>
            <a:r>
              <a:rPr lang="en-US" sz="6601" dirty="0">
                <a:solidFill>
                  <a:schemeClr val="accent1"/>
                </a:solidFill>
                <a:latin typeface="Goudy Stout" panose="0202090407030B020401" pitchFamily="18" charset="0"/>
              </a:rPr>
              <a:t>you !</a:t>
            </a:r>
            <a:br>
              <a:rPr lang="en-US" sz="6601" dirty="0">
                <a:latin typeface="Goudy Stout" panose="0202090407030B020401" pitchFamily="18" charset="0"/>
              </a:rPr>
            </a:br>
            <a:r>
              <a:rPr lang="en-US" sz="2400" i="1" dirty="0">
                <a:latin typeface="Kristen ITC" panose="03050502040202030202" pitchFamily="66" charset="0"/>
              </a:rPr>
              <a:t>Don’t forget to visit </a:t>
            </a:r>
            <a:br>
              <a:rPr lang="en-US" sz="6601" dirty="0">
                <a:latin typeface="Goudy Stout" panose="0202090407030B020401" pitchFamily="18" charset="0"/>
              </a:rPr>
            </a:br>
            <a:r>
              <a:rPr lang="en-US" sz="3600" i="1" u="sng" dirty="0">
                <a:solidFill>
                  <a:schemeClr val="accent2"/>
                </a:solidFill>
                <a:highlight>
                  <a:srgbClr val="FFFF00"/>
                </a:highlight>
                <a:latin typeface="Bahnschrift" panose="020B0502040204020203" pitchFamily="34" charset="0"/>
                <a:cs typeface="Arial" panose="020B0604020202020204" pitchFamily="34" charset="0"/>
              </a:rPr>
              <a:t>https://josserich.github.io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A32EA76-A4A1-7171-5D16-75AE85C53688}"/>
              </a:ext>
            </a:extLst>
          </p:cNvPr>
          <p:cNvGrpSpPr/>
          <p:nvPr/>
        </p:nvGrpSpPr>
        <p:grpSpPr>
          <a:xfrm>
            <a:off x="1962990" y="2104387"/>
            <a:ext cx="2902660" cy="3398908"/>
            <a:chOff x="8981371" y="2824912"/>
            <a:chExt cx="2997907" cy="3510212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8B88E914-5018-4100-C910-C5F2B582141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5821" y="2861865"/>
              <a:ext cx="2552386" cy="3315298"/>
            </a:xfrm>
            <a:prstGeom prst="rect">
              <a:avLst/>
            </a:prstGeom>
          </p:spPr>
        </p:pic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57DF1D91-AC12-93B4-2FB6-6A805C934B23}"/>
                </a:ext>
              </a:extLst>
            </p:cNvPr>
            <p:cNvSpPr/>
            <p:nvPr/>
          </p:nvSpPr>
          <p:spPr>
            <a:xfrm rot="19871654">
              <a:off x="9063495" y="2861599"/>
              <a:ext cx="914400" cy="296728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28928C2D-344B-7312-0B59-967C9A6387BB}"/>
                </a:ext>
              </a:extLst>
            </p:cNvPr>
            <p:cNvSpPr/>
            <p:nvPr/>
          </p:nvSpPr>
          <p:spPr>
            <a:xfrm rot="2054190">
              <a:off x="8981371" y="5806907"/>
              <a:ext cx="914400" cy="296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D399DFB-0FD7-3074-2076-7D9E391B0EBB}"/>
                </a:ext>
              </a:extLst>
            </p:cNvPr>
            <p:cNvSpPr/>
            <p:nvPr/>
          </p:nvSpPr>
          <p:spPr>
            <a:xfrm rot="2138521">
              <a:off x="11064878" y="2824912"/>
              <a:ext cx="914400" cy="296728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FA4234FD-6DCF-4926-862E-97EE4700884C}"/>
                </a:ext>
              </a:extLst>
            </p:cNvPr>
            <p:cNvSpPr/>
            <p:nvPr/>
          </p:nvSpPr>
          <p:spPr>
            <a:xfrm rot="7896723">
              <a:off x="11064877" y="5729560"/>
              <a:ext cx="914400" cy="296728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 dirty="0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63DDA1A4-B354-8F9E-ECB7-E619D576A5E0}"/>
              </a:ext>
            </a:extLst>
          </p:cNvPr>
          <p:cNvGrpSpPr/>
          <p:nvPr/>
        </p:nvGrpSpPr>
        <p:grpSpPr>
          <a:xfrm>
            <a:off x="445696" y="1069687"/>
            <a:ext cx="5882384" cy="10419350"/>
            <a:chOff x="-2692195" y="3725369"/>
            <a:chExt cx="5882384" cy="10419350"/>
          </a:xfrm>
        </p:grpSpPr>
        <p:sp>
          <p:nvSpPr>
            <p:cNvPr id="9" name="Star: 4 Points 8">
              <a:extLst>
                <a:ext uri="{FF2B5EF4-FFF2-40B4-BE49-F238E27FC236}">
                  <a16:creationId xmlns:a16="http://schemas.microsoft.com/office/drawing/2014/main" id="{F9294493-A276-DE8E-8CCC-EE8C2AC4F1E3}"/>
                </a:ext>
              </a:extLst>
            </p:cNvPr>
            <p:cNvSpPr/>
            <p:nvPr/>
          </p:nvSpPr>
          <p:spPr>
            <a:xfrm>
              <a:off x="-2388320" y="4507015"/>
              <a:ext cx="914400" cy="914400"/>
            </a:xfrm>
            <a:prstGeom prst="star4">
              <a:avLst/>
            </a:prstGeom>
            <a:solidFill>
              <a:srgbClr val="FFC0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 dirty="0"/>
            </a:p>
          </p:txBody>
        </p:sp>
        <p:sp>
          <p:nvSpPr>
            <p:cNvPr id="10" name="Star: 4 Points 9">
              <a:extLst>
                <a:ext uri="{FF2B5EF4-FFF2-40B4-BE49-F238E27FC236}">
                  <a16:creationId xmlns:a16="http://schemas.microsoft.com/office/drawing/2014/main" id="{8C320EC2-78A1-8C77-23A8-D345319B1F90}"/>
                </a:ext>
              </a:extLst>
            </p:cNvPr>
            <p:cNvSpPr/>
            <p:nvPr/>
          </p:nvSpPr>
          <p:spPr>
            <a:xfrm>
              <a:off x="1419463" y="13551083"/>
              <a:ext cx="618170" cy="477520"/>
            </a:xfrm>
            <a:prstGeom prst="star4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 dirty="0"/>
            </a:p>
          </p:txBody>
        </p:sp>
        <p:sp>
          <p:nvSpPr>
            <p:cNvPr id="12" name="Star: 5 Points 11">
              <a:extLst>
                <a:ext uri="{FF2B5EF4-FFF2-40B4-BE49-F238E27FC236}">
                  <a16:creationId xmlns:a16="http://schemas.microsoft.com/office/drawing/2014/main" id="{40597B0C-F3D2-39AF-463D-9CF8A15E9E10}"/>
                </a:ext>
              </a:extLst>
            </p:cNvPr>
            <p:cNvSpPr/>
            <p:nvPr/>
          </p:nvSpPr>
          <p:spPr>
            <a:xfrm>
              <a:off x="-2692195" y="13672770"/>
              <a:ext cx="558800" cy="471949"/>
            </a:xfrm>
            <a:prstGeom prst="star5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 dirty="0"/>
            </a:p>
          </p:txBody>
        </p:sp>
        <p:sp>
          <p:nvSpPr>
            <p:cNvPr id="13" name="Star: 5 Points 12">
              <a:extLst>
                <a:ext uri="{FF2B5EF4-FFF2-40B4-BE49-F238E27FC236}">
                  <a16:creationId xmlns:a16="http://schemas.microsoft.com/office/drawing/2014/main" id="{5531168D-D1EE-004B-F77F-B19530EF8D4D}"/>
                </a:ext>
              </a:extLst>
            </p:cNvPr>
            <p:cNvSpPr/>
            <p:nvPr/>
          </p:nvSpPr>
          <p:spPr>
            <a:xfrm>
              <a:off x="-2627544" y="8187443"/>
              <a:ext cx="558800" cy="471949"/>
            </a:xfrm>
            <a:prstGeom prst="star5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/>
            </a:p>
          </p:txBody>
        </p:sp>
        <p:sp>
          <p:nvSpPr>
            <p:cNvPr id="14" name="Star: 5 Points 13">
              <a:extLst>
                <a:ext uri="{FF2B5EF4-FFF2-40B4-BE49-F238E27FC236}">
                  <a16:creationId xmlns:a16="http://schemas.microsoft.com/office/drawing/2014/main" id="{4BFC5152-EBFA-BF1D-2C21-42967283F751}"/>
                </a:ext>
              </a:extLst>
            </p:cNvPr>
            <p:cNvSpPr/>
            <p:nvPr/>
          </p:nvSpPr>
          <p:spPr>
            <a:xfrm>
              <a:off x="2301149" y="7733576"/>
              <a:ext cx="558800" cy="471949"/>
            </a:xfrm>
            <a:prstGeom prst="star5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/>
            </a:p>
          </p:txBody>
        </p:sp>
        <p:sp>
          <p:nvSpPr>
            <p:cNvPr id="43" name="Star: 5 Points 42">
              <a:extLst>
                <a:ext uri="{FF2B5EF4-FFF2-40B4-BE49-F238E27FC236}">
                  <a16:creationId xmlns:a16="http://schemas.microsoft.com/office/drawing/2014/main" id="{15541BEE-87FE-282B-F7A5-D5DFEEA04AB8}"/>
                </a:ext>
              </a:extLst>
            </p:cNvPr>
            <p:cNvSpPr/>
            <p:nvPr/>
          </p:nvSpPr>
          <p:spPr>
            <a:xfrm>
              <a:off x="276429" y="12930795"/>
              <a:ext cx="558800" cy="471949"/>
            </a:xfrm>
            <a:prstGeom prst="star5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/>
            </a:p>
          </p:txBody>
        </p:sp>
        <p:sp>
          <p:nvSpPr>
            <p:cNvPr id="44" name="Star: 6 Points 43">
              <a:extLst>
                <a:ext uri="{FF2B5EF4-FFF2-40B4-BE49-F238E27FC236}">
                  <a16:creationId xmlns:a16="http://schemas.microsoft.com/office/drawing/2014/main" id="{D9A9AB52-3325-6085-B607-C696468ACD07}"/>
                </a:ext>
              </a:extLst>
            </p:cNvPr>
            <p:cNvSpPr/>
            <p:nvPr/>
          </p:nvSpPr>
          <p:spPr>
            <a:xfrm>
              <a:off x="2498009" y="12828526"/>
              <a:ext cx="457200" cy="477520"/>
            </a:xfrm>
            <a:prstGeom prst="star6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 dirty="0"/>
            </a:p>
          </p:txBody>
        </p:sp>
        <p:sp>
          <p:nvSpPr>
            <p:cNvPr id="15" name="Star: 6 Points 14">
              <a:extLst>
                <a:ext uri="{FF2B5EF4-FFF2-40B4-BE49-F238E27FC236}">
                  <a16:creationId xmlns:a16="http://schemas.microsoft.com/office/drawing/2014/main" id="{71E94DAE-F1ED-B1E4-546E-432C881DBA0D}"/>
                </a:ext>
              </a:extLst>
            </p:cNvPr>
            <p:cNvSpPr/>
            <p:nvPr/>
          </p:nvSpPr>
          <p:spPr>
            <a:xfrm flipH="1">
              <a:off x="-2176786" y="6031502"/>
              <a:ext cx="359275" cy="399030"/>
            </a:xfrm>
            <a:prstGeom prst="star6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/>
            </a:p>
          </p:txBody>
        </p:sp>
        <p:sp>
          <p:nvSpPr>
            <p:cNvPr id="46" name="Star: 4 Points 45">
              <a:extLst>
                <a:ext uri="{FF2B5EF4-FFF2-40B4-BE49-F238E27FC236}">
                  <a16:creationId xmlns:a16="http://schemas.microsoft.com/office/drawing/2014/main" id="{B0E2781E-419C-6FEF-BFE9-45D70F270856}"/>
                </a:ext>
              </a:extLst>
            </p:cNvPr>
            <p:cNvSpPr/>
            <p:nvPr/>
          </p:nvSpPr>
          <p:spPr>
            <a:xfrm>
              <a:off x="-1310311" y="3725369"/>
              <a:ext cx="558800" cy="471949"/>
            </a:xfrm>
            <a:prstGeom prst="star4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C71913DB-7350-8DD3-88A7-B561FBE2FC13}"/>
                </a:ext>
              </a:extLst>
            </p:cNvPr>
            <p:cNvSpPr/>
            <p:nvPr/>
          </p:nvSpPr>
          <p:spPr>
            <a:xfrm rot="20186118">
              <a:off x="2263030" y="4354264"/>
              <a:ext cx="927159" cy="68079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>
                  <a:solidFill>
                    <a:schemeClr val="accent3"/>
                  </a:solidFill>
                  <a:latin typeface="Eras Bold ITC" panose="020B0907030504020204" pitchFamily="34" charset="0"/>
                </a:rPr>
                <a:t>&lt;/&gt;</a:t>
              </a:r>
              <a:endParaRPr lang="en-US" sz="1801" dirty="0">
                <a:solidFill>
                  <a:schemeClr val="accent3"/>
                </a:solidFill>
                <a:latin typeface="Eras Bold ITC" panose="020B0907030504020204" pitchFamily="34" charset="0"/>
              </a:endParaRP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38738CF1-3326-0C1D-22F6-3220055ADA55}"/>
                </a:ext>
              </a:extLst>
            </p:cNvPr>
            <p:cNvSpPr/>
            <p:nvPr/>
          </p:nvSpPr>
          <p:spPr>
            <a:xfrm rot="1308130">
              <a:off x="-1773891" y="12786970"/>
              <a:ext cx="927159" cy="68079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>
                  <a:solidFill>
                    <a:schemeClr val="accent3">
                      <a:lumMod val="75000"/>
                    </a:schemeClr>
                  </a:solidFill>
                  <a:latin typeface="Eras Bold ITC" panose="020B0907030504020204" pitchFamily="34" charset="0"/>
                </a:rPr>
                <a:t>&lt;/&gt;</a:t>
              </a:r>
              <a:endParaRPr lang="en-US" sz="1801" dirty="0">
                <a:solidFill>
                  <a:schemeClr val="accent3">
                    <a:lumMod val="75000"/>
                  </a:schemeClr>
                </a:solidFill>
                <a:latin typeface="Eras Bold ITC" panose="020B0907030504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986612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8920</TotalTime>
  <Words>589</Words>
  <Application>Microsoft Office PowerPoint</Application>
  <PresentationFormat>Widescreen</PresentationFormat>
  <Paragraphs>136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8" baseType="lpstr">
      <vt:lpstr>Aptos</vt:lpstr>
      <vt:lpstr>Arial</vt:lpstr>
      <vt:lpstr>Arial Black</vt:lpstr>
      <vt:lpstr>Bahnschrift</vt:lpstr>
      <vt:lpstr>Berlin Sans FB</vt:lpstr>
      <vt:lpstr>Berlin Sans FB Demi</vt:lpstr>
      <vt:lpstr>Calibri</vt:lpstr>
      <vt:lpstr>Calibri Light</vt:lpstr>
      <vt:lpstr>Copperplate Gothic Bold</vt:lpstr>
      <vt:lpstr>Eras Bold ITC</vt:lpstr>
      <vt:lpstr>Goudy Stout</vt:lpstr>
      <vt:lpstr>Kristen ITC</vt:lpstr>
      <vt:lpstr>Lucida Console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TUF GAMING</dc:creator>
  <cp:lastModifiedBy>TUF GAMING</cp:lastModifiedBy>
  <cp:revision>246</cp:revision>
  <dcterms:created xsi:type="dcterms:W3CDTF">2025-11-04T03:39:38Z</dcterms:created>
  <dcterms:modified xsi:type="dcterms:W3CDTF">2026-05-31T12:51:18Z</dcterms:modified>
</cp:coreProperties>
</file>
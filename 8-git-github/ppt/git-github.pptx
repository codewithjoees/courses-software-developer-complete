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301" r:id="rId3"/>
    <p:sldId id="302" r:id="rId4"/>
    <p:sldId id="303" r:id="rId5"/>
    <p:sldId id="304" r:id="rId6"/>
    <p:sldId id="305" r:id="rId7"/>
    <p:sldId id="307" r:id="rId8"/>
    <p:sldId id="321" r:id="rId9"/>
    <p:sldId id="308" r:id="rId10"/>
    <p:sldId id="323" r:id="rId11"/>
    <p:sldId id="309" r:id="rId12"/>
    <p:sldId id="310" r:id="rId13"/>
    <p:sldId id="311" r:id="rId14"/>
    <p:sldId id="312" r:id="rId15"/>
    <p:sldId id="313" r:id="rId16"/>
    <p:sldId id="314" r:id="rId17"/>
    <p:sldId id="315" r:id="rId18"/>
    <p:sldId id="316" r:id="rId19"/>
    <p:sldId id="317" r:id="rId20"/>
    <p:sldId id="318" r:id="rId21"/>
    <p:sldId id="324" r:id="rId22"/>
    <p:sldId id="325" r:id="rId23"/>
    <p:sldId id="25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9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44" autoAdjust="0"/>
    <p:restoredTop sz="94660"/>
  </p:normalViewPr>
  <p:slideViewPr>
    <p:cSldViewPr snapToGrid="0">
      <p:cViewPr varScale="1">
        <p:scale>
          <a:sx n="78" d="100"/>
          <a:sy n="78" d="100"/>
        </p:scale>
        <p:origin x="125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A39722-1826-40CF-BF8C-131C7B77064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2AA439-7479-4F26-8C5D-4C662C69F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153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47638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5366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3CF8A-3608-EE98-69FC-94D5EA464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C5C54F-23FF-F5A4-6A85-D9F70E6961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11C83D-8D61-99A0-F8F4-822C4A3D5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1890BA-8ED3-8D68-F2FB-DE2E8846C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93838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3EC81-63FA-B045-3663-48A525A7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24374D-B373-65CF-6259-61B69FB80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BC7DD1-9457-0D30-D008-A904A66925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073F0-F2DA-483E-552F-32FD32DCCF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31834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1385B-98F0-B9B7-FF23-D53058C16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E17BC6-CF09-A114-5308-2327427BE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C10CA-2B59-959B-70A1-4E20C540F0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BD89B-3869-8E4F-A302-55F14D53C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884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29919-B32D-3E44-F73A-3C6190D96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E80257-B6BB-787A-FAB6-C0CBED79E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2E1F3-72D7-2062-0A45-94DFA801B9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E806AE-1E9B-EC01-5CAD-B67BD1826A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461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AC78D-ADB1-8266-67A1-6BD368B80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B09C58-D343-18FF-9337-77A1FF3B1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8975D6-19BD-6E53-A887-2613BE9E68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EDE4A-B524-D7EA-BE1F-4D3A380288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9533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54884-5556-37CF-1983-FCEF96B83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FE3319-D988-D795-1DBA-EFCF717C6A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7507E-FD92-5C3A-75B8-3007275D6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152C9-25A1-E5C3-2435-1301313758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4514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885CE-278F-9BBE-2572-FCD652D41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CA89C-4313-E361-182E-274836A3F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997295-5671-3485-311E-52D024B2DD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F6DD2-DF7A-C527-EA11-28AD3038E1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4966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00E99-9AE5-9FD8-E4FC-E54CE4357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12EE7F-A3AA-BBA2-F052-0FD8FC0FDE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7E003E-68FB-D3F0-F10A-BBF8CBB16E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5B7A0-CD18-787B-A737-2BB038BE0B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4591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63D56-EE14-A58C-4018-2AE995052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55CBC-8DA0-2D18-5C88-20E96F794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1A7CBF-E4C3-7B6B-25A1-D465EA5092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A63D2-A2A9-963B-7B2F-6ACD0993B3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0021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30DBA-A2A5-F5F0-8556-62041B53D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9FBC3-911E-E023-8B29-476B6E6A9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FB1B88-01D3-906D-D42C-2D6D82372C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0E6244-D85D-8DED-BEBE-154D36B5C4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284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297E8-0D0F-26A3-0578-FCDB2DECB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0EE9C-3DD5-32E1-B5F5-EAAEAFE1FF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071BB-A4B9-A918-E28B-AD6FFB1EB3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FDF05-26A6-E325-1255-AECE2F0D0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7172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8A3D4-DFD7-33F6-6DD0-D9317B04D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CF35E6-D5B3-C721-FDEF-1DFA488BF0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AAD2C-FD69-39D1-7C7B-584813004E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7964C-9881-1E97-EA3E-BBB31CC7D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5113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3350A-D34B-2657-869D-41693C678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EF464-C564-FE69-8CB5-4C68DEF145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A5D908-0545-F57A-EA8D-06B2C218F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43137-FE6B-DCA8-8AE8-5EF550673C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7049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F967A-7584-7038-2939-5BEB12A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EB448-8180-9480-15D1-BC39D50AB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0D4E3F-43E3-9999-D027-B41302C7B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EE571-2406-90F5-7B92-6D07174650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8697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CC8CF-6B8F-37AD-9416-9157DA056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D5CEC7-5F64-0B17-8DD4-2C0B9D1710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D288C-897C-4BC9-45F3-2AFBB78CE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C72E41-C583-FBB9-C185-ED327849E4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7248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48CE4-5BC1-76BA-5DF1-968F8E160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2BB855-AA77-4518-6DDF-C655A3A6C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A67607-67AE-CEE9-CE5B-E83F73E817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982BD-3BEE-3943-9F06-A525B16969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4659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B6752-0162-56BD-8514-1CDF12D21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87F2A-D4E4-C85A-9470-C35A9B341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A11E19-F5FB-8859-B15C-85FCDEFB6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1B99F-5572-EA3F-B21F-48DF778BD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0013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90A2D-98AE-C5DB-9051-4AB5D02B0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760320-8619-8E2C-67F6-DEC558D54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455794-5C3F-E42B-557E-5EC138400A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6E972-E8C3-BF0A-30CD-10FCD39470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1548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E5618-8FDF-1731-C646-FA327CF33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382B19-9E0D-E6DB-8C1E-FE4FBF2086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7637AB-DC65-0187-2551-F6304212A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A76E5-0E40-AB5A-4A38-3D4E5A3501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73621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F2EFC-BD5A-7C02-5BB9-02F1B3213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778E9B-C1A1-3D26-1BB6-92D227809E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2EC1FD-43D8-F649-4910-7D64E7D1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3AD19-4B86-3F50-6C0F-196947943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642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904EC-4039-EE61-22A8-6D2A6F4FA2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651E24-56B7-4541-0A09-C37A5DA4D2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872EA-3438-0033-865F-05C1194E9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50BD8-7E5B-704A-4071-33C00AA31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3BDC6-5A1B-BFED-EBF3-B335E058B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280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2D70E-8E44-36F4-37ED-431B28136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39A6-CA29-F128-7CC1-3A0A673D2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DFC7F8-F9E1-82CA-DFEC-166DB7B9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0E926-1EE2-DE5C-6D28-BA299A65C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F316F-B378-E9D4-7191-BC0359587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93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DCF00-1773-D9D0-D89D-9CC8CD39C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F422F-6802-CFC3-557E-06678C0B3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6AD49A-3533-E2CD-3ABE-44B270FA1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65B51-75E5-71B9-3E83-A5A00E54D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FD20B-CAC1-3175-A7E8-E08F377D0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137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753D7-DD23-31E1-B522-0DC6FD46C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B1D0-C293-6754-4D4D-CB81BCA26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0468F-6878-6C6F-B64A-25A19B0B82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FBBDB8-2080-3AF8-076D-2B83A3365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E84BCD-D9AF-875A-7912-E24349A0E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CD97F9-DE86-BB0E-F897-65514D93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001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2ED9D-F6D3-8600-2320-7DCF06536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73E576-DC50-1D1F-3A7A-8F8DE2B26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23E3E-AE21-D330-BC12-FD1B16D053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BCC5C1-7F23-0CBC-66C0-C1B77793EF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C16BF-0364-1C1D-90CD-E6A6E38E36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30D3B1-60DF-8C79-8083-9238A4E25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1C7BC3-826E-32E3-133C-604129CE6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D6593C-5BE3-3ACA-DD28-394B67DEE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768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D21D0-5F64-A22A-62E6-241E9C5E1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576BA-A2E5-5357-BD25-5F5E95C1A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66E412-EA4F-785A-BF7D-7AB594431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85CB2-8076-D766-667B-C1A698875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363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0FF35-4FC6-CD03-CC73-04586439F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9E7138-94B5-28C7-C296-3CC2EBD7E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0F9C5-8E7D-637D-8EFB-8109BE628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78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D46C3-A19E-3B0B-B7E8-F0FFE494C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EDE83-7AF7-A694-5A10-EF1230452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787F8A-F8A3-F430-645D-A5B8340B80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F50DE6-0DFE-A56A-F072-016606A04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6FE462-6AE0-ABB1-5BD7-7E27F05A9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6CCE51-A6D9-F91F-9DC6-A6576CC28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248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3A1DD-8DFF-A1F2-DDB7-DFC5D2EF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CF256B-AEDF-3A35-DB89-8BD356FACC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555A2-1C69-CC0C-828A-BA42C4A192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447F5C-BDD1-3E3D-696A-02108852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45CF22-33CD-9325-1E40-5A01568F5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B77DC3-0FC6-7B35-0A5E-453D20BC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262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E658F-5DF7-6E63-DF5B-ED4D5C94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F61EE-032E-B93D-DC52-2B54514124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4CDD7B-8069-2771-424E-DEF26EEDB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3AA03-1EA5-2A37-AF8E-F6A54613C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D58BA-D1AA-83FC-2E35-DE0982A4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78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69E225-9FE6-BAD6-AF40-76952706EE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893AF-0288-E974-71C8-E68A85EE8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31B9E-B004-4DC3-50A6-32958611C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F4770-04B3-83C4-7701-597DA5F4B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56224-0840-70C3-49FC-1CECE4DB3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180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DD323D-2A70-ECAF-D2BF-74EEFD47F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5FCC5-C095-6B99-0821-B7D14D568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58D852-4D9D-FF3A-3065-556D2CE7E0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EFF51B-7D6F-4CF9-A1E8-F4329305AAFA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3E0401-5E56-943E-685A-F129C079F2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D0E51E-4649-C770-FA47-435DBEF23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961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5CE032A-D290-F436-A9F9-CF987079C703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A1D5BA6-6006-735F-F56F-284FFC742A99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54CE34C-BCC5-8428-C9C4-FBA5FF73932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818E4C5-0B2A-76F2-4617-F5EC1555543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F750DEF-F459-BAE6-A7EC-9DEC4CF73B03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588A40D-F6B3-58DA-F280-B2C2E8BFC4DB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A2EFD40-CFFA-3856-068D-ED03CD125828}"/>
                </a:ext>
              </a:extLst>
            </p:cNvPr>
            <p:cNvGrpSpPr/>
            <p:nvPr/>
          </p:nvGrpSpPr>
          <p:grpSpPr>
            <a:xfrm>
              <a:off x="144270" y="941046"/>
              <a:ext cx="8768854" cy="5802344"/>
              <a:chOff x="133315" y="962804"/>
              <a:chExt cx="8768854" cy="5802344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581FC32-07A9-D27D-3819-5A2CC0B9D9A8}"/>
                  </a:ext>
                </a:extLst>
              </p:cNvPr>
              <p:cNvSpPr/>
              <p:nvPr/>
            </p:nvSpPr>
            <p:spPr>
              <a:xfrm>
                <a:off x="133315" y="962804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  <p:sp>
            <p:nvSpPr>
              <p:cNvPr id="38" name="Star: 4 Points 37">
                <a:extLst>
                  <a:ext uri="{FF2B5EF4-FFF2-40B4-BE49-F238E27FC236}">
                    <a16:creationId xmlns:a16="http://schemas.microsoft.com/office/drawing/2014/main" id="{0AFD7213-0818-4642-8579-D32799B04D79}"/>
                  </a:ext>
                </a:extLst>
              </p:cNvPr>
              <p:cNvSpPr/>
              <p:nvPr/>
            </p:nvSpPr>
            <p:spPr>
              <a:xfrm>
                <a:off x="267765" y="1727721"/>
                <a:ext cx="914400" cy="914400"/>
              </a:xfrm>
              <a:prstGeom prst="star4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Star: 4 Points 38">
                <a:extLst>
                  <a:ext uri="{FF2B5EF4-FFF2-40B4-BE49-F238E27FC236}">
                    <a16:creationId xmlns:a16="http://schemas.microsoft.com/office/drawing/2014/main" id="{8B0B5542-F1DF-49AD-27FC-D9A65718E2B9}"/>
                  </a:ext>
                </a:extLst>
              </p:cNvPr>
              <p:cNvSpPr/>
              <p:nvPr/>
            </p:nvSpPr>
            <p:spPr>
              <a:xfrm>
                <a:off x="8230316" y="4730221"/>
                <a:ext cx="618170" cy="477520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Star: 5 Points 39">
                <a:extLst>
                  <a:ext uri="{FF2B5EF4-FFF2-40B4-BE49-F238E27FC236}">
                    <a16:creationId xmlns:a16="http://schemas.microsoft.com/office/drawing/2014/main" id="{BE24B3F0-F10C-936D-774E-5D5B0749F36D}"/>
                  </a:ext>
                </a:extLst>
              </p:cNvPr>
              <p:cNvSpPr/>
              <p:nvPr/>
            </p:nvSpPr>
            <p:spPr>
              <a:xfrm>
                <a:off x="8034742" y="5909375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Star: 5 Points 40">
                <a:extLst>
                  <a:ext uri="{FF2B5EF4-FFF2-40B4-BE49-F238E27FC236}">
                    <a16:creationId xmlns:a16="http://schemas.microsoft.com/office/drawing/2014/main" id="{E1888422-8817-7119-1ED0-B3F9D7988431}"/>
                  </a:ext>
                </a:extLst>
              </p:cNvPr>
              <p:cNvSpPr/>
              <p:nvPr/>
            </p:nvSpPr>
            <p:spPr>
              <a:xfrm>
                <a:off x="254948" y="561662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Star: 5 Points 41">
                <a:extLst>
                  <a:ext uri="{FF2B5EF4-FFF2-40B4-BE49-F238E27FC236}">
                    <a16:creationId xmlns:a16="http://schemas.microsoft.com/office/drawing/2014/main" id="{2589ECA5-25A8-01BD-CC21-E905985F5C66}"/>
                  </a:ext>
                </a:extLst>
              </p:cNvPr>
              <p:cNvSpPr/>
              <p:nvPr/>
            </p:nvSpPr>
            <p:spPr>
              <a:xfrm>
                <a:off x="6865404" y="124178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Star: 5 Points 42">
                <a:extLst>
                  <a:ext uri="{FF2B5EF4-FFF2-40B4-BE49-F238E27FC236}">
                    <a16:creationId xmlns:a16="http://schemas.microsoft.com/office/drawing/2014/main" id="{72A4F7B9-23B8-8335-A939-3123EE93179C}"/>
                  </a:ext>
                </a:extLst>
              </p:cNvPr>
              <p:cNvSpPr/>
              <p:nvPr/>
            </p:nvSpPr>
            <p:spPr>
              <a:xfrm>
                <a:off x="8131605" y="3191386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Star: 6 Points 43">
                <a:extLst>
                  <a:ext uri="{FF2B5EF4-FFF2-40B4-BE49-F238E27FC236}">
                    <a16:creationId xmlns:a16="http://schemas.microsoft.com/office/drawing/2014/main" id="{3DED364F-5220-0FD0-46E0-0B62D2DCE506}"/>
                  </a:ext>
                </a:extLst>
              </p:cNvPr>
              <p:cNvSpPr/>
              <p:nvPr/>
            </p:nvSpPr>
            <p:spPr>
              <a:xfrm>
                <a:off x="255906" y="4041999"/>
                <a:ext cx="457200" cy="47752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Star: 6 Points 44">
                <a:extLst>
                  <a:ext uri="{FF2B5EF4-FFF2-40B4-BE49-F238E27FC236}">
                    <a16:creationId xmlns:a16="http://schemas.microsoft.com/office/drawing/2014/main" id="{B1B0944B-C0D7-3D1C-1478-94CA762AEE46}"/>
                  </a:ext>
                </a:extLst>
              </p:cNvPr>
              <p:cNvSpPr/>
              <p:nvPr/>
            </p:nvSpPr>
            <p:spPr>
              <a:xfrm flipH="1">
                <a:off x="1005266" y="6088573"/>
                <a:ext cx="359275" cy="39903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" name="Star: 4 Points 45">
                <a:extLst>
                  <a:ext uri="{FF2B5EF4-FFF2-40B4-BE49-F238E27FC236}">
                    <a16:creationId xmlns:a16="http://schemas.microsoft.com/office/drawing/2014/main" id="{C8A05DFA-F7BA-7DD2-F293-C8A049073BC3}"/>
                  </a:ext>
                </a:extLst>
              </p:cNvPr>
              <p:cNvSpPr/>
              <p:nvPr/>
            </p:nvSpPr>
            <p:spPr>
              <a:xfrm>
                <a:off x="1259522" y="1136468"/>
                <a:ext cx="558800" cy="471949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11BD6A8-FACC-EEF8-22CF-8E816F8F1F9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A70F94D-19F1-127E-C4F8-D0E1026CA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5C437DA-622A-826D-F8C0-88E26BC2694A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B85DC9D-2E5F-30EF-3BC2-5C8CCFC8CE4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0079F11-6302-EFE6-90A8-029433B98C7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E64F573-D02B-0468-E51F-462A9CDA8A59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7F2F08B0-2010-1E66-5342-26E129086E68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#8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9ED1D0B8-4FDE-EB84-4974-A71B32754701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GIT &amp; GITHUB 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1FC27B6-3175-E5EE-CBB8-165B6B6CFD3E}"/>
              </a:ext>
            </a:extLst>
          </p:cNvPr>
          <p:cNvSpPr/>
          <p:nvPr/>
        </p:nvSpPr>
        <p:spPr>
          <a:xfrm rot="20186118">
            <a:off x="7898199" y="1414407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2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2"/>
              </a:solidFill>
              <a:latin typeface="Eras Bold ITC" panose="020B0907030504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FCED4A5-83DE-003B-C124-CE31E8C86499}"/>
              </a:ext>
            </a:extLst>
          </p:cNvPr>
          <p:cNvSpPr/>
          <p:nvPr/>
        </p:nvSpPr>
        <p:spPr>
          <a:xfrm rot="1308130">
            <a:off x="6466240" y="5655770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6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6"/>
              </a:solidFill>
              <a:latin typeface="Eras Bold ITC" panose="020B0907030504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B014A1F-D3E9-85D5-CC94-7523A54C533E}"/>
              </a:ext>
            </a:extLst>
          </p:cNvPr>
          <p:cNvGrpSpPr/>
          <p:nvPr/>
        </p:nvGrpSpPr>
        <p:grpSpPr>
          <a:xfrm>
            <a:off x="1551777" y="3206978"/>
            <a:ext cx="6116776" cy="2247720"/>
            <a:chOff x="1774064" y="2889770"/>
            <a:chExt cx="6116776" cy="2247720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D808F76A-6D08-BB8B-17E3-190A77166CD4}"/>
                </a:ext>
              </a:extLst>
            </p:cNvPr>
            <p:cNvSpPr/>
            <p:nvPr/>
          </p:nvSpPr>
          <p:spPr>
            <a:xfrm>
              <a:off x="1774064" y="2889770"/>
              <a:ext cx="6116776" cy="1513840"/>
            </a:xfrm>
            <a:prstGeom prst="roundRect">
              <a:avLst>
                <a:gd name="adj" fmla="val 0"/>
              </a:avLst>
            </a:prstGeom>
            <a:solidFill>
              <a:srgbClr val="FFF9A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>
                  <a:solidFill>
                    <a:srgbClr val="0240FF"/>
                  </a:solidFill>
                  <a:latin typeface="Berlin Sans FB Demi" panose="020E0802020502020306" pitchFamily="34" charset="0"/>
                </a:rPr>
                <a:t>“ Learn Programming For Beginners – Free Full Course “</a:t>
              </a:r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378BB3AA-8D2E-B871-644A-B927784C030D}"/>
                </a:ext>
              </a:extLst>
            </p:cNvPr>
            <p:cNvSpPr/>
            <p:nvPr/>
          </p:nvSpPr>
          <p:spPr>
            <a:xfrm>
              <a:off x="2405048" y="4320075"/>
              <a:ext cx="5024284" cy="817415"/>
            </a:xfrm>
            <a:prstGeom prst="roundRect">
              <a:avLst>
                <a:gd name="adj" fmla="val 0"/>
              </a:avLst>
            </a:prstGeom>
            <a:solidFill>
              <a:srgbClr val="0240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Berlin Sans FB Demi" panose="020E0802020502020306" pitchFamily="34" charset="0"/>
                </a:rPr>
                <a:t>#8 – GIT &amp; GITHUB 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6443FE8-2CEC-9D57-714D-AC67A4A21C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626" y="1788104"/>
            <a:ext cx="1161086" cy="11610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AFA1AF-96A7-CC67-388E-27F963A3B1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9353" y="1796128"/>
            <a:ext cx="1216957" cy="1216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695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E7DECD-FADC-CCEB-0C44-12CBBBF74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13A68479-AC52-9505-3A03-A94DED512DF7}"/>
              </a:ext>
            </a:extLst>
          </p:cNvPr>
          <p:cNvGrpSpPr/>
          <p:nvPr/>
        </p:nvGrpSpPr>
        <p:grpSpPr>
          <a:xfrm>
            <a:off x="138677" y="13399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83E033F-E287-A460-75D5-ADA55B767C87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D4D8CFE3-DC4C-823B-48B0-C205A4C73103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E18B2618-566C-5FA1-7B44-3A5D8CC0787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391044E8-0CB6-EFEB-0D22-350997E6AAA4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4C169F98-C416-0C2F-CCFE-365551A19C72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934E4FBF-3EE1-44B4-26D1-33E9ED760634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3EAC86C6-9524-0C9F-DF6B-BBA54A6B04AF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E7E9B75D-41F2-85F2-EF28-31ADBA9081ED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8BA016D2-BC61-39C3-FFB8-2747641E925E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2D5644C1-94E5-C580-95A4-0F522E0CB8B0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7662CF5-1726-1A8C-A9B4-4AE011FC91FA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D696B179-F35D-B22F-2F71-A0797AB74EE4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2DB494F6-B4D8-0467-EB68-75F7103C017F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1A2E1726-CA3A-4215-FB19-459AA326B145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5CB4DC73-4DB0-CE89-0DBA-693FEE006ADB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DC354560-8018-0ED9-5259-6597AC2FB983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23269FB-3016-1C9F-C710-59BD0260A30E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F1F6107-E7C0-6592-E3FC-3B49D225D802}"/>
              </a:ext>
            </a:extLst>
          </p:cNvPr>
          <p:cNvGrpSpPr/>
          <p:nvPr/>
        </p:nvGrpSpPr>
        <p:grpSpPr>
          <a:xfrm>
            <a:off x="408899" y="1267642"/>
            <a:ext cx="2227705" cy="757585"/>
            <a:chOff x="477012" y="1173029"/>
            <a:chExt cx="2227705" cy="75758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A760321-AB8F-E43F-3B8D-FDEBC59BB6C1}"/>
                </a:ext>
              </a:extLst>
            </p:cNvPr>
            <p:cNvSpPr/>
            <p:nvPr/>
          </p:nvSpPr>
          <p:spPr>
            <a:xfrm>
              <a:off x="1342752" y="1237126"/>
              <a:ext cx="1361965" cy="58176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GIT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03A4532-FC1E-6ADA-F42D-78BE0C834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7012" y="1173029"/>
              <a:ext cx="757585" cy="757585"/>
            </a:xfrm>
            <a:prstGeom prst="rect">
              <a:avLst/>
            </a:prstGeom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0744B4F4-9962-7C8F-B3FC-71B0EB1C4162}"/>
              </a:ext>
            </a:extLst>
          </p:cNvPr>
          <p:cNvSpPr/>
          <p:nvPr/>
        </p:nvSpPr>
        <p:spPr>
          <a:xfrm>
            <a:off x="340787" y="2181985"/>
            <a:ext cx="7587730" cy="135295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GIT is a tool in your local device that helps you save and manage your code, work with others, keep track of changes , and undo mistake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0D9BFC-1C1E-0FD9-EA2A-08757C411413}"/>
              </a:ext>
            </a:extLst>
          </p:cNvPr>
          <p:cNvSpPr/>
          <p:nvPr/>
        </p:nvSpPr>
        <p:spPr>
          <a:xfrm>
            <a:off x="340787" y="3722556"/>
            <a:ext cx="5089857" cy="7936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GIT is a popular version control system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9AAA09-CD9F-B00D-A75D-2A823CF14EE2}"/>
              </a:ext>
            </a:extLst>
          </p:cNvPr>
          <p:cNvSpPr/>
          <p:nvPr/>
        </p:nvSpPr>
        <p:spPr>
          <a:xfrm>
            <a:off x="340787" y="4758376"/>
            <a:ext cx="7587730" cy="1177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GIT was created by Linus Torvalds in 2005, and has been maintained by Junio Hamano since then </a:t>
            </a:r>
          </a:p>
        </p:txBody>
      </p:sp>
    </p:spTree>
    <p:extLst>
      <p:ext uri="{BB962C8B-B14F-4D97-AF65-F5344CB8AC3E}">
        <p14:creationId xmlns:p14="http://schemas.microsoft.com/office/powerpoint/2010/main" val="3294108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70CDF3-63CF-6146-8632-F48E2BD68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57FD215D-964E-86D5-EC53-2D1E25482D2A}"/>
              </a:ext>
            </a:extLst>
          </p:cNvPr>
          <p:cNvGrpSpPr/>
          <p:nvPr/>
        </p:nvGrpSpPr>
        <p:grpSpPr>
          <a:xfrm>
            <a:off x="138677" y="13399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15739EA-A08F-5D63-A547-C2D52151ABB8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DFBD2C23-F905-0A54-ABF8-DB32D48C02DF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81E884D7-04E0-CB7F-16B5-3A5319A6A5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659BCC76-9926-368B-633F-C9B9E49443AA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D9FB1199-9D16-07C4-C5EE-BE01C66680D9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761C2E3E-003A-C008-11FB-DA2C229E2926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76F2C863-302E-2E9A-E103-89E347CCDC5E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08E7EC7F-BAFC-5A9D-3DDB-954D9081400D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57E98F5F-0859-A38F-702E-D3B30261F4E7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961F8E1F-A6B8-F023-7BB5-708A7EC15465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2082E68-F623-54C1-136A-62F0A8F49943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E9FB2C8C-254A-30B6-BDEE-87EA7ECA7AB6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8F29E4DA-DABD-55FE-CFDF-951ADB3C44FF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2B3F5229-A1A8-75A2-21C7-0B52512E6070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0D86F57B-8418-BBB8-CCF1-A2F6FC806296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1F62B162-5459-446B-34CC-5AF28FAD2728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F43238BE-DA11-A739-6BCA-37D64933ABAA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4B5E0917-195F-CCEA-2CE6-06368D6192C6}"/>
              </a:ext>
            </a:extLst>
          </p:cNvPr>
          <p:cNvSpPr/>
          <p:nvPr/>
        </p:nvSpPr>
        <p:spPr>
          <a:xfrm>
            <a:off x="1234597" y="1269164"/>
            <a:ext cx="1527555" cy="5817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GITHUB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F9725B-1664-9B8B-2154-0FDFDE702F4E}"/>
              </a:ext>
            </a:extLst>
          </p:cNvPr>
          <p:cNvSpPr/>
          <p:nvPr/>
        </p:nvSpPr>
        <p:spPr>
          <a:xfrm>
            <a:off x="406442" y="3401395"/>
            <a:ext cx="7551338" cy="11162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GITHUB is a provider or service that stores and manages source code All of developers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DCCB68-07A7-FD2F-42E5-4482194168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834" y="1203716"/>
            <a:ext cx="647216" cy="64721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191E9D7-724B-28CD-1C6B-91698BA0B5E0}"/>
              </a:ext>
            </a:extLst>
          </p:cNvPr>
          <p:cNvSpPr/>
          <p:nvPr/>
        </p:nvSpPr>
        <p:spPr>
          <a:xfrm>
            <a:off x="406442" y="2241326"/>
            <a:ext cx="7587730" cy="8198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GITHUB is a website that works like a GIT</a:t>
            </a:r>
          </a:p>
        </p:txBody>
      </p:sp>
    </p:spTree>
    <p:extLst>
      <p:ext uri="{BB962C8B-B14F-4D97-AF65-F5344CB8AC3E}">
        <p14:creationId xmlns:p14="http://schemas.microsoft.com/office/powerpoint/2010/main" val="1410899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741300-11A1-6811-0546-5F65183C5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5155399C-8D80-B567-4611-068CACD9188B}"/>
              </a:ext>
            </a:extLst>
          </p:cNvPr>
          <p:cNvGrpSpPr/>
          <p:nvPr/>
        </p:nvGrpSpPr>
        <p:grpSpPr>
          <a:xfrm>
            <a:off x="138677" y="13399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7FFC205-5A86-98FE-12DB-FFADB4C66561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8BD87188-D25E-3780-5BB3-73EB0618F9F6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6D5EB2E5-F7FA-7916-89FD-3B28DFACFB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61379CEF-B0A4-C1E1-FA8F-466CC01A98AF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C6FCBAE0-7CC5-7D11-9802-8495B0F8E40B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DD080D58-1B65-C1B3-005B-BF689627BF0A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2FB74297-3717-04E6-C2E6-783BF85E5BB5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DCF85C58-4698-E80F-7FB3-B90870F8414B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31367B3D-71AA-D0C4-C8C9-2440CAB8D7BA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7B71251E-FE8D-6E3B-B6E2-F73FBB07CD47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5CA15645-31A1-A1E1-8DE0-015AA0A1B027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02D83BCF-B29C-090F-553B-AEEA51AADE3E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192D51B5-CFDD-DE76-0148-4124CB2CFF34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2A631FEC-4CCF-1985-5D0C-D59E79876522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C694CA7C-BE34-652D-7CE2-0641019B3B4D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0FEE5CC6-4B37-5CF0-1D86-BAB6E6CCE4B3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9129FCC-A09A-24FD-F542-F0AE6622A664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72CB1A75-1712-3991-4849-CC1AB13797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629518" y="3332101"/>
            <a:ext cx="1859402" cy="1900853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B4574734-1A3B-31FB-3B88-5D439B05EBE1}"/>
              </a:ext>
            </a:extLst>
          </p:cNvPr>
          <p:cNvSpPr/>
          <p:nvPr/>
        </p:nvSpPr>
        <p:spPr>
          <a:xfrm>
            <a:off x="3906956" y="1674243"/>
            <a:ext cx="1472677" cy="146612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F11555-0DFE-9DF9-D12E-DCBBD4F307E9}"/>
              </a:ext>
            </a:extLst>
          </p:cNvPr>
          <p:cNvSpPr txBox="1"/>
          <p:nvPr/>
        </p:nvSpPr>
        <p:spPr>
          <a:xfrm>
            <a:off x="3959569" y="1674243"/>
            <a:ext cx="683726" cy="6995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erlin Sans FB" panose="020E0602020502020306" pitchFamily="34" charset="0"/>
              </a:rPr>
              <a:t>&lt;/&gt;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501E2EC-5D92-8818-E81A-3158D031CAAC}"/>
              </a:ext>
            </a:extLst>
          </p:cNvPr>
          <p:cNvSpPr txBox="1"/>
          <p:nvPr/>
        </p:nvSpPr>
        <p:spPr>
          <a:xfrm>
            <a:off x="4519392" y="1707734"/>
            <a:ext cx="890580" cy="6995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erlin Sans FB" panose="020E0602020502020306" pitchFamily="34" charset="0"/>
              </a:rPr>
              <a:t>-A-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04AD1F-64F8-80F5-24D5-A69649084C08}"/>
              </a:ext>
            </a:extLst>
          </p:cNvPr>
          <p:cNvSpPr txBox="1"/>
          <p:nvPr/>
        </p:nvSpPr>
        <p:spPr>
          <a:xfrm>
            <a:off x="3948057" y="2140183"/>
            <a:ext cx="10166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0101010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BBFAC3-EE46-531C-EE61-3461EE1B6B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1185554" y="3354106"/>
            <a:ext cx="1859402" cy="19008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649735-4344-8354-3E4D-1C02C9A9C3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5872535" y="3296075"/>
            <a:ext cx="1859402" cy="190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381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/>
      <p:bldP spid="41" grpId="0"/>
      <p:bldP spid="4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583F73-324F-8426-ADF5-ADD2C2F23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B262C1EA-51D8-ADA4-E92A-63E09598BC2F}"/>
              </a:ext>
            </a:extLst>
          </p:cNvPr>
          <p:cNvGrpSpPr/>
          <p:nvPr/>
        </p:nvGrpSpPr>
        <p:grpSpPr>
          <a:xfrm>
            <a:off x="138677" y="13399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E4BAF2A-3DBF-0D09-AC57-193CE5CD0B4F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0F4DFFD8-DDF3-9B6A-2A1A-AB4B62AB6043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53D09F07-C66C-DF00-2734-825902B521C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61898BAA-C9A7-AEB4-3FCA-BD19800AA9F8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9A5CDFEA-65CF-815D-A59B-1DD9CD5E6A27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1C631D2B-4107-EF5B-2A13-426E742AE544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0D9E75EF-6266-E9BF-7EC7-BE1F6395508C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9FAD44E0-964A-864B-A760-7D70E8DDEF02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AC14E4AB-7867-7387-0A47-B396506A19FF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067654B9-80BC-15F2-5C76-1CC84DD50EA5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77C4BE6-6064-B776-7F6B-399955AEF846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2209E04F-FBE2-F844-C950-DAE164C3D286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24748811-067C-3726-D7C1-6BA16EA06750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B8F270C4-4240-7AF8-1EC0-B5AECB5E636E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C7DF1431-03C7-433C-C61B-473B97503844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CC6DEAF1-5F2B-5335-543D-947CD85015F8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3584878-46C0-684A-5006-CEA7D890D869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E122A968-DB69-0D9E-AA5C-43A40CC906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629518" y="3332101"/>
            <a:ext cx="1859402" cy="1900853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D5B2F80D-11B4-B4F9-F934-663BF3A474E4}"/>
              </a:ext>
            </a:extLst>
          </p:cNvPr>
          <p:cNvSpPr/>
          <p:nvPr/>
        </p:nvSpPr>
        <p:spPr>
          <a:xfrm>
            <a:off x="1541940" y="1731220"/>
            <a:ext cx="1472677" cy="146612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BB2790-CC1A-C866-E077-C2A164AAEA9C}"/>
              </a:ext>
            </a:extLst>
          </p:cNvPr>
          <p:cNvSpPr txBox="1"/>
          <p:nvPr/>
        </p:nvSpPr>
        <p:spPr>
          <a:xfrm>
            <a:off x="1594553" y="1731220"/>
            <a:ext cx="683726" cy="6995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erlin Sans FB" panose="020E0602020502020306" pitchFamily="34" charset="0"/>
              </a:rPr>
              <a:t>&lt;/&gt;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06BDB7-DCD1-342D-8F2E-6CF585C26CEF}"/>
              </a:ext>
            </a:extLst>
          </p:cNvPr>
          <p:cNvSpPr txBox="1"/>
          <p:nvPr/>
        </p:nvSpPr>
        <p:spPr>
          <a:xfrm>
            <a:off x="2154376" y="1764711"/>
            <a:ext cx="890580" cy="6995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erlin Sans FB" panose="020E0602020502020306" pitchFamily="34" charset="0"/>
              </a:rPr>
              <a:t>-A-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FDCF1F6-383D-F7B5-A1F2-31BC0E5EE46D}"/>
              </a:ext>
            </a:extLst>
          </p:cNvPr>
          <p:cNvSpPr txBox="1"/>
          <p:nvPr/>
        </p:nvSpPr>
        <p:spPr>
          <a:xfrm>
            <a:off x="1583041" y="2197160"/>
            <a:ext cx="10166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0101010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D42BE2-0C7A-2FA7-D815-B2DDC0650D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1185554" y="3354106"/>
            <a:ext cx="1859402" cy="19008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1634DA-BA46-5041-0CE1-E3ECD2B43E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5872535" y="3296075"/>
            <a:ext cx="1859402" cy="190085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86DE68F-D7F4-1AAA-2737-3226E73ED8C3}"/>
              </a:ext>
            </a:extLst>
          </p:cNvPr>
          <p:cNvSpPr txBox="1"/>
          <p:nvPr/>
        </p:nvSpPr>
        <p:spPr>
          <a:xfrm>
            <a:off x="1583040" y="2420987"/>
            <a:ext cx="130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010101001</a:t>
            </a:r>
          </a:p>
        </p:txBody>
      </p:sp>
    </p:spTree>
    <p:extLst>
      <p:ext uri="{BB962C8B-B14F-4D97-AF65-F5344CB8AC3E}">
        <p14:creationId xmlns:p14="http://schemas.microsoft.com/office/powerpoint/2010/main" val="2925600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732A9E-872A-D6B9-0464-2AD4BEE76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555F3D4B-5E48-781C-4ABB-9CCF72022D91}"/>
              </a:ext>
            </a:extLst>
          </p:cNvPr>
          <p:cNvGrpSpPr/>
          <p:nvPr/>
        </p:nvGrpSpPr>
        <p:grpSpPr>
          <a:xfrm>
            <a:off x="138677" y="13399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3A816B2-0C92-BE52-2F17-8A5A5DFBBD44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DB917511-284F-9C7C-EC4E-73B4808F5110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BE363A48-32EE-B66E-35EF-1338C73501A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7D76C9D1-244E-FB9C-A010-A1957826A73D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6B257EF-DEFF-766F-DF3F-883B54D388E0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8BA55E3F-F3BC-D0DA-2707-7C98849A8CE6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9EA501FE-F54B-0C8C-D009-83AC60BDD020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9F7C83F3-87C5-4A45-EB19-D43410E44AD8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32FA4B17-8EFC-2401-EF57-953F24255990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20A451F6-89EB-CF2F-59E2-7E08B1DB02FC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546AF54-4187-91AE-3E23-7FD144F133EB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A7F90E1-EC16-D7B7-6991-0A38AA2D113E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2E0847D7-3EB5-02F7-D126-B8B83753140E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24ADCEA-C572-B650-A16B-0B5F09616577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D5FB3BB8-2921-A93A-A0F0-1224992E1A30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40A57078-DCE3-C58E-AB69-0EEE9D024904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858F1AD3-5507-A417-5638-0DEBB24E9491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C1DE2933-AAD0-5901-7C8E-F62550377F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629518" y="3332101"/>
            <a:ext cx="1859402" cy="1900853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8176AC71-1945-B5A6-AAF0-BA57DE09F367}"/>
              </a:ext>
            </a:extLst>
          </p:cNvPr>
          <p:cNvSpPr/>
          <p:nvPr/>
        </p:nvSpPr>
        <p:spPr>
          <a:xfrm>
            <a:off x="6228921" y="1673189"/>
            <a:ext cx="1472677" cy="146612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0EF3F8-E8D2-6401-63E5-2411A2D08ABC}"/>
              </a:ext>
            </a:extLst>
          </p:cNvPr>
          <p:cNvSpPr txBox="1"/>
          <p:nvPr/>
        </p:nvSpPr>
        <p:spPr>
          <a:xfrm>
            <a:off x="6281534" y="1673189"/>
            <a:ext cx="683726" cy="6995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erlin Sans FB" panose="020E0602020502020306" pitchFamily="34" charset="0"/>
              </a:rPr>
              <a:t>&lt;/&gt;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57EC91-A412-7C68-D088-17D7E2B89BA5}"/>
              </a:ext>
            </a:extLst>
          </p:cNvPr>
          <p:cNvSpPr txBox="1"/>
          <p:nvPr/>
        </p:nvSpPr>
        <p:spPr>
          <a:xfrm>
            <a:off x="6841357" y="1706680"/>
            <a:ext cx="890580" cy="6995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erlin Sans FB" panose="020E0602020502020306" pitchFamily="34" charset="0"/>
              </a:rPr>
              <a:t>-A-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AE76C0-2A11-E857-6B4C-FDD8AF20DB8A}"/>
              </a:ext>
            </a:extLst>
          </p:cNvPr>
          <p:cNvSpPr txBox="1"/>
          <p:nvPr/>
        </p:nvSpPr>
        <p:spPr>
          <a:xfrm>
            <a:off x="6270022" y="2139129"/>
            <a:ext cx="10166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0101010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D08872-DC34-3AC6-F324-A5139E2535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1185554" y="3354106"/>
            <a:ext cx="1859402" cy="19008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135B81-E529-0A38-489C-9456ACB696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5872535" y="3296075"/>
            <a:ext cx="1859402" cy="190085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F7EFA26-ADC2-C6DB-9C80-68063519D38B}"/>
              </a:ext>
            </a:extLst>
          </p:cNvPr>
          <p:cNvSpPr txBox="1"/>
          <p:nvPr/>
        </p:nvSpPr>
        <p:spPr>
          <a:xfrm>
            <a:off x="6270021" y="2362956"/>
            <a:ext cx="130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010101001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9DFC6B-4C65-5642-95E1-0EEBAD7F54B5}"/>
              </a:ext>
            </a:extLst>
          </p:cNvPr>
          <p:cNvSpPr txBox="1"/>
          <p:nvPr/>
        </p:nvSpPr>
        <p:spPr>
          <a:xfrm>
            <a:off x="6553044" y="2395753"/>
            <a:ext cx="130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01010101</a:t>
            </a:r>
          </a:p>
        </p:txBody>
      </p:sp>
    </p:spTree>
    <p:extLst>
      <p:ext uri="{BB962C8B-B14F-4D97-AF65-F5344CB8AC3E}">
        <p14:creationId xmlns:p14="http://schemas.microsoft.com/office/powerpoint/2010/main" val="1390215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71B5F0-A713-5BE2-1B7E-1AFE148F7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887E7C87-44CE-253A-55A6-56C08E998A88}"/>
              </a:ext>
            </a:extLst>
          </p:cNvPr>
          <p:cNvGrpSpPr/>
          <p:nvPr/>
        </p:nvGrpSpPr>
        <p:grpSpPr>
          <a:xfrm>
            <a:off x="138677" y="13399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69832EE-0CB0-EF4C-6408-D961E8D8F83F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6D3A3F18-DB5E-99A2-A492-6B9778B022B8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4A60195A-A586-D2B7-F0ED-934DC613A3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94340778-6EB9-DBC8-069E-9BF33415FEE4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08313C34-F4D4-FEC0-4E4B-8A3CE8758D6A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52E4D93-1DF0-C4B7-8594-D6C0962ABDD0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92278CFA-7505-790E-DE87-093E6C97CC51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BAB805E5-C5F6-CA80-D019-3771F6820DFB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0179AC13-CA23-B031-DE1D-11317BCE1DD9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1B27DC6D-9744-7279-754B-FC3BC6A15566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71A7206-EE92-290A-735E-11EF61644D6B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10904426-4222-E01C-5299-E03BE1AB18DF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2066E769-7025-CF54-0C4B-479337AEAB56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02EF239E-E736-506D-BA87-F6937F12613C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4E2381C7-AA33-2C47-A528-2F5257639336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D883C2CE-3EA3-A73A-4227-9C70F6C3A130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C29F0A8-D450-8801-171A-E5F0B2F6F123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E8EA5315-F9A3-A946-A921-66F23AC7EE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629518" y="3332101"/>
            <a:ext cx="1859402" cy="1900853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D8C2C588-A388-A3D5-D49A-4A714CE27A0E}"/>
              </a:ext>
            </a:extLst>
          </p:cNvPr>
          <p:cNvSpPr/>
          <p:nvPr/>
        </p:nvSpPr>
        <p:spPr>
          <a:xfrm>
            <a:off x="3957671" y="1709215"/>
            <a:ext cx="1472677" cy="1466128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DB9BBD8-FD61-06C8-6E89-31BCF9F7F66A}"/>
              </a:ext>
            </a:extLst>
          </p:cNvPr>
          <p:cNvSpPr txBox="1"/>
          <p:nvPr/>
        </p:nvSpPr>
        <p:spPr>
          <a:xfrm>
            <a:off x="4010284" y="1709215"/>
            <a:ext cx="683726" cy="6995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erlin Sans FB" panose="020E0602020502020306" pitchFamily="34" charset="0"/>
              </a:rPr>
              <a:t>&lt;/&gt;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9F8081B-A862-7C3F-1EC1-6A6E82DADDB1}"/>
              </a:ext>
            </a:extLst>
          </p:cNvPr>
          <p:cNvSpPr txBox="1"/>
          <p:nvPr/>
        </p:nvSpPr>
        <p:spPr>
          <a:xfrm>
            <a:off x="4570107" y="1742706"/>
            <a:ext cx="890580" cy="6995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erlin Sans FB" panose="020E0602020502020306" pitchFamily="34" charset="0"/>
              </a:rPr>
              <a:t>-A-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E49BCB-0E2D-2CF1-D34B-DDECC1749C06}"/>
              </a:ext>
            </a:extLst>
          </p:cNvPr>
          <p:cNvSpPr txBox="1"/>
          <p:nvPr/>
        </p:nvSpPr>
        <p:spPr>
          <a:xfrm>
            <a:off x="3998772" y="2175155"/>
            <a:ext cx="10166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0101010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08A6DF-77B4-95F8-E35E-A91519177A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1185554" y="3354106"/>
            <a:ext cx="1859402" cy="19008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F098C9A-71A3-F0A4-F9D8-961FC9843C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5872535" y="3296075"/>
            <a:ext cx="1859402" cy="190085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D3429F-68C0-2F4A-71CA-3B71B6A267B6}"/>
              </a:ext>
            </a:extLst>
          </p:cNvPr>
          <p:cNvSpPr txBox="1"/>
          <p:nvPr/>
        </p:nvSpPr>
        <p:spPr>
          <a:xfrm>
            <a:off x="3998771" y="2398982"/>
            <a:ext cx="130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010101001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2DD91C-27C0-3E32-3699-D9CC345BDFA2}"/>
              </a:ext>
            </a:extLst>
          </p:cNvPr>
          <p:cNvSpPr txBox="1"/>
          <p:nvPr/>
        </p:nvSpPr>
        <p:spPr>
          <a:xfrm>
            <a:off x="4271961" y="2412114"/>
            <a:ext cx="130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01010101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1A55109-2C13-52D4-66B7-73F0648AAD27}"/>
              </a:ext>
            </a:extLst>
          </p:cNvPr>
          <p:cNvGrpSpPr/>
          <p:nvPr/>
        </p:nvGrpSpPr>
        <p:grpSpPr>
          <a:xfrm>
            <a:off x="3545231" y="1423384"/>
            <a:ext cx="1965705" cy="1951195"/>
            <a:chOff x="1702752" y="1561369"/>
            <a:chExt cx="1965705" cy="1951195"/>
          </a:xfrm>
          <a:solidFill>
            <a:schemeClr val="tx2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DEB61AA-A9A1-A140-8F5C-8149AFF08C8A}"/>
                </a:ext>
              </a:extLst>
            </p:cNvPr>
            <p:cNvSpPr/>
            <p:nvPr/>
          </p:nvSpPr>
          <p:spPr>
            <a:xfrm>
              <a:off x="1983585" y="3018667"/>
              <a:ext cx="1454123" cy="49389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E18BAA3A-F4B8-8FAF-9D1E-326CB99261A9}"/>
                </a:ext>
              </a:extLst>
            </p:cNvPr>
            <p:cNvSpPr/>
            <p:nvPr/>
          </p:nvSpPr>
          <p:spPr>
            <a:xfrm>
              <a:off x="2488291" y="2282947"/>
              <a:ext cx="444713" cy="91440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99C5C48A-2A37-D7B1-C115-C59143D32A77}"/>
                </a:ext>
              </a:extLst>
            </p:cNvPr>
            <p:cNvSpPr/>
            <p:nvPr/>
          </p:nvSpPr>
          <p:spPr>
            <a:xfrm>
              <a:off x="1702752" y="1561369"/>
              <a:ext cx="1965705" cy="1366350"/>
            </a:xfrm>
            <a:prstGeom prst="round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CA196D8-B5E4-8E35-6492-7233A6BD87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95198" y="1690643"/>
              <a:ext cx="1788622" cy="1008351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</p:pic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BC0B783C-75AE-9FA6-3EAC-BABF1E914157}"/>
              </a:ext>
            </a:extLst>
          </p:cNvPr>
          <p:cNvSpPr/>
          <p:nvPr/>
        </p:nvSpPr>
        <p:spPr>
          <a:xfrm>
            <a:off x="3624987" y="1561196"/>
            <a:ext cx="1811143" cy="106181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Error…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4CFA4E1-A503-4AD7-F48C-81F6F11439BA}"/>
              </a:ext>
            </a:extLst>
          </p:cNvPr>
          <p:cNvGrpSpPr/>
          <p:nvPr/>
        </p:nvGrpSpPr>
        <p:grpSpPr>
          <a:xfrm>
            <a:off x="5021995" y="2147230"/>
            <a:ext cx="634290" cy="1100128"/>
            <a:chOff x="2841160" y="1888272"/>
            <a:chExt cx="914400" cy="1154875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93EB440-B83E-0A57-B927-4F205A21C204}"/>
                </a:ext>
              </a:extLst>
            </p:cNvPr>
            <p:cNvSpPr/>
            <p:nvPr/>
          </p:nvSpPr>
          <p:spPr>
            <a:xfrm>
              <a:off x="2841160" y="1888272"/>
              <a:ext cx="914400" cy="1154875"/>
            </a:xfrm>
            <a:prstGeom prst="round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46E1BC2-8138-3F67-1EF6-27F23190934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4112" y="2028190"/>
              <a:ext cx="796333" cy="858254"/>
            </a:xfrm>
            <a:prstGeom prst="rect">
              <a:avLst/>
            </a:prstGeom>
          </p:spPr>
        </p:pic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AFF69010-297B-2E8F-98E6-9BD24FB35AA6}"/>
              </a:ext>
            </a:extLst>
          </p:cNvPr>
          <p:cNvSpPr/>
          <p:nvPr/>
        </p:nvSpPr>
        <p:spPr>
          <a:xfrm>
            <a:off x="5062953" y="2273403"/>
            <a:ext cx="555102" cy="835653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Error.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950738-39A5-4676-1A3D-26A6A11B46D3}"/>
              </a:ext>
            </a:extLst>
          </p:cNvPr>
          <p:cNvSpPr txBox="1"/>
          <p:nvPr/>
        </p:nvSpPr>
        <p:spPr>
          <a:xfrm>
            <a:off x="2087654" y="3595828"/>
            <a:ext cx="9573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  <a:latin typeface="Arial Black" panose="020B0A04020102020204" pitchFamily="34" charset="0"/>
              </a:rPr>
              <a:t>???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032FD6-6CE3-07DB-4139-F0482C5CBD9C}"/>
              </a:ext>
            </a:extLst>
          </p:cNvPr>
          <p:cNvSpPr txBox="1"/>
          <p:nvPr/>
        </p:nvSpPr>
        <p:spPr>
          <a:xfrm>
            <a:off x="4553634" y="3510781"/>
            <a:ext cx="9573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  <a:latin typeface="Arial Black" panose="020B0A04020102020204" pitchFamily="34" charset="0"/>
              </a:rPr>
              <a:t>???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077BC7C-8906-F628-9850-B1610B5623A9}"/>
              </a:ext>
            </a:extLst>
          </p:cNvPr>
          <p:cNvSpPr txBox="1"/>
          <p:nvPr/>
        </p:nvSpPr>
        <p:spPr>
          <a:xfrm>
            <a:off x="6772876" y="3451119"/>
            <a:ext cx="9573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  <a:latin typeface="Arial Black" panose="020B0A04020102020204" pitchFamily="34" charset="0"/>
              </a:rPr>
              <a:t>???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5D3C30-BCC3-09D5-AA85-71AF741C63FD}"/>
              </a:ext>
            </a:extLst>
          </p:cNvPr>
          <p:cNvGrpSpPr/>
          <p:nvPr/>
        </p:nvGrpSpPr>
        <p:grpSpPr>
          <a:xfrm>
            <a:off x="3499203" y="1076507"/>
            <a:ext cx="2389612" cy="2197295"/>
            <a:chOff x="4110071" y="1861615"/>
            <a:chExt cx="1620130" cy="1466128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5FA6DAB1-1FC9-1E23-7028-3622B5F9DE77}"/>
                </a:ext>
              </a:extLst>
            </p:cNvPr>
            <p:cNvSpPr/>
            <p:nvPr/>
          </p:nvSpPr>
          <p:spPr>
            <a:xfrm>
              <a:off x="4110071" y="1861615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Berlin Sans FB" panose="020E0602020502020306" pitchFamily="34" charset="0"/>
                </a:rPr>
                <a:t>--</a:t>
              </a:r>
              <a:endParaRPr lang="en-US" sz="24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635C8EB-F483-8887-8C05-161B6335291F}"/>
                </a:ext>
              </a:extLst>
            </p:cNvPr>
            <p:cNvSpPr txBox="1"/>
            <p:nvPr/>
          </p:nvSpPr>
          <p:spPr>
            <a:xfrm>
              <a:off x="4162684" y="1861615"/>
              <a:ext cx="575655" cy="5363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3EAD789-A7E4-2436-903C-7A24B0ADDE88}"/>
                </a:ext>
              </a:extLst>
            </p:cNvPr>
            <p:cNvSpPr txBox="1"/>
            <p:nvPr/>
          </p:nvSpPr>
          <p:spPr>
            <a:xfrm>
              <a:off x="4722507" y="1895106"/>
              <a:ext cx="759515" cy="5363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86CDBDF-6E41-E4BF-7B59-3729FE0D1DFF}"/>
                </a:ext>
              </a:extLst>
            </p:cNvPr>
            <p:cNvSpPr txBox="1"/>
            <p:nvPr/>
          </p:nvSpPr>
          <p:spPr>
            <a:xfrm>
              <a:off x="4151172" y="2327555"/>
              <a:ext cx="1111363" cy="396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latin typeface="Berlin Sans FB" panose="020E0602020502020306" pitchFamily="34" charset="0"/>
                </a:rPr>
                <a:t>0101010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3C48417-D0A0-B570-6CAE-F280475840F9}"/>
                </a:ext>
              </a:extLst>
            </p:cNvPr>
            <p:cNvSpPr txBox="1"/>
            <p:nvPr/>
          </p:nvSpPr>
          <p:spPr>
            <a:xfrm>
              <a:off x="4151171" y="2551382"/>
              <a:ext cx="1305840" cy="7228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Berlin Sans FB" panose="020E0602020502020306" pitchFamily="34" charset="0"/>
                </a:rPr>
                <a:t>010101001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0CCC50F-7651-6DB3-4061-9626F59EB022}"/>
                </a:ext>
              </a:extLst>
            </p:cNvPr>
            <p:cNvSpPr txBox="1"/>
            <p:nvPr/>
          </p:nvSpPr>
          <p:spPr>
            <a:xfrm>
              <a:off x="4424361" y="2564514"/>
              <a:ext cx="1305840" cy="3963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Berlin Sans FB" panose="020E0602020502020306" pitchFamily="34" charset="0"/>
                </a:rPr>
                <a:t>01010101</a:t>
              </a:r>
            </a:p>
          </p:txBody>
        </p: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509D1F2A-B490-E909-9CEE-413DE19694F7}"/>
              </a:ext>
            </a:extLst>
          </p:cNvPr>
          <p:cNvSpPr/>
          <p:nvPr/>
        </p:nvSpPr>
        <p:spPr>
          <a:xfrm>
            <a:off x="3616779" y="2138421"/>
            <a:ext cx="1900755" cy="513536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6C2E21E-E2EE-BC42-8C1E-169E61AB7772}"/>
              </a:ext>
            </a:extLst>
          </p:cNvPr>
          <p:cNvSpPr txBox="1"/>
          <p:nvPr/>
        </p:nvSpPr>
        <p:spPr>
          <a:xfrm rot="627711">
            <a:off x="238996" y="5447650"/>
            <a:ext cx="43080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Who does overwrite line of code number 2  ???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A9647BE-C5CD-BDA3-4C77-874BB4ACFE51}"/>
              </a:ext>
            </a:extLst>
          </p:cNvPr>
          <p:cNvSpPr txBox="1"/>
          <p:nvPr/>
        </p:nvSpPr>
        <p:spPr>
          <a:xfrm rot="20488650">
            <a:off x="4202816" y="5423295"/>
            <a:ext cx="43080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Who does create feature-c ???</a:t>
            </a:r>
          </a:p>
        </p:txBody>
      </p:sp>
    </p:spTree>
    <p:extLst>
      <p:ext uri="{BB962C8B-B14F-4D97-AF65-F5344CB8AC3E}">
        <p14:creationId xmlns:p14="http://schemas.microsoft.com/office/powerpoint/2010/main" val="25246704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1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/>
      <p:bldP spid="41" grpId="0"/>
      <p:bldP spid="42" grpId="0"/>
      <p:bldP spid="2" grpId="0"/>
      <p:bldP spid="4" grpId="0"/>
      <p:bldP spid="21" grpId="0" animBg="1"/>
      <p:bldP spid="23" grpId="0" animBg="1"/>
      <p:bldP spid="24" grpId="0"/>
      <p:bldP spid="26" grpId="0"/>
      <p:bldP spid="27" grpId="0"/>
      <p:bldP spid="60" grpId="0" animBg="1"/>
      <p:bldP spid="61" grpId="0"/>
      <p:bldP spid="6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59765-1255-3BC7-8DF7-480F5507D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73A509D5-8D53-A50F-B86B-1065AF7C6FF4}"/>
              </a:ext>
            </a:extLst>
          </p:cNvPr>
          <p:cNvGrpSpPr/>
          <p:nvPr/>
        </p:nvGrpSpPr>
        <p:grpSpPr>
          <a:xfrm>
            <a:off x="134968" y="14335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F3FA62F-DFFF-380C-893F-7FD723932CF5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59EC81AA-A767-1FD1-0513-22A614BE68DB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D1CAFF80-9A5F-87EC-ABBD-798329FFD5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067DA4F5-2283-9A5F-8CA0-4E066099BC37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D269879-945D-3F5A-84B8-E50FB203AE49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63910235-38E1-6295-3027-C33035FBE43E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D16972EF-EA10-956E-3BD1-D9CF9EB971B4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ED66C607-CA56-37F7-8821-F03A4F6E7F29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4587798C-6872-B1BC-5B36-1EE51ADA5C1A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4CA766A1-F9ED-5C83-9420-AC1D7CF716C7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3EDB1B-05F2-703C-7FAD-AEBD92D776FB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E74A0737-F246-CC2F-0688-B584D6A13921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E13F83FC-E6B2-0CF0-93C2-0DF70D7A545B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E2C9487-A8A0-1858-59DE-6D05F37F42C3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B3CB40B0-313B-081F-DFD3-62B16791A8E9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4C9B2FB4-2BC2-66E7-38BD-24DE402B0447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E9854A6-01DB-13D4-30D0-7131FDCD24E7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D57B2BBD-C51C-CED1-6520-3C6B9319F906}"/>
              </a:ext>
            </a:extLst>
          </p:cNvPr>
          <p:cNvSpPr/>
          <p:nvPr/>
        </p:nvSpPr>
        <p:spPr>
          <a:xfrm>
            <a:off x="278833" y="1066981"/>
            <a:ext cx="8285064" cy="485986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47614A-E1FA-12E3-2367-652491CB7482}"/>
              </a:ext>
            </a:extLst>
          </p:cNvPr>
          <p:cNvSpPr txBox="1"/>
          <p:nvPr/>
        </p:nvSpPr>
        <p:spPr>
          <a:xfrm>
            <a:off x="272616" y="1158081"/>
            <a:ext cx="8285065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C0A000"/>
                </a:solidFill>
                <a:latin typeface="Lucida Console" panose="020B0609040504020204" pitchFamily="49" charset="0"/>
              </a:rPr>
              <a:t>commit ba04ef0dc1db872164369132770ce70875f53913 (</a:t>
            </a:r>
            <a:r>
              <a:rPr lang="en-US" sz="1400" b="1" dirty="0">
                <a:solidFill>
                  <a:srgbClr val="00F0F0"/>
                </a:solidFill>
                <a:latin typeface="Lucida Console" panose="020B0609040504020204" pitchFamily="49" charset="0"/>
              </a:rPr>
              <a:t>HEAD</a:t>
            </a:r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 -&gt; </a:t>
            </a:r>
            <a:r>
              <a:rPr lang="en-US" sz="1400" b="1" dirty="0">
                <a:solidFill>
                  <a:srgbClr val="00F200"/>
                </a:solidFill>
                <a:latin typeface="Lucida Console" panose="020B0609040504020204" pitchFamily="49" charset="0"/>
              </a:rPr>
              <a:t>main</a:t>
            </a:r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, </a:t>
            </a:r>
            <a:r>
              <a:rPr lang="en-US" sz="1400" b="1" dirty="0">
                <a:solidFill>
                  <a:srgbClr val="FF7676"/>
                </a:solidFill>
                <a:latin typeface="Lucida Console" panose="020B0609040504020204" pitchFamily="49" charset="0"/>
              </a:rPr>
              <a:t>origin/main</a:t>
            </a:r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)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Merge: 60667a4 3ee3984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Author: </a:t>
            </a:r>
            <a:r>
              <a:rPr lang="en-US" sz="1400" b="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josserich</a:t>
            </a:r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&lt;pinemjosse@gmail.com&gt;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Date:   Fri May 1 13:29:36 2026 +0700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   solve merge conflicts</a:t>
            </a:r>
          </a:p>
          <a:p>
            <a:endParaRPr lang="en-US" sz="1400" b="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commit 3ee39840aad56e7ddae4a4611d7dca9754bd33e1 (</a:t>
            </a:r>
            <a:r>
              <a:rPr lang="en-US" sz="1400" b="1" dirty="0">
                <a:solidFill>
                  <a:srgbClr val="FF7676"/>
                </a:solidFill>
                <a:latin typeface="Lucida Console" panose="020B0609040504020204" pitchFamily="49" charset="0"/>
              </a:rPr>
              <a:t>origin/feature-c</a:t>
            </a:r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)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Author: </a:t>
            </a:r>
            <a:r>
              <a:rPr lang="en-US" sz="1400" b="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ieltsjoee</a:t>
            </a:r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-dev &lt;ieltsjoee@gmail.com&gt;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Date:   Sun Apr 26 20:02:44 2026 +0700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   adding feature-c</a:t>
            </a:r>
          </a:p>
          <a:p>
            <a:endParaRPr lang="en-US" sz="1400" b="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commit 60667a4d31abe7238f4d281bfdd02679a0dba228 (</a:t>
            </a:r>
            <a:r>
              <a:rPr lang="en-US" sz="1400" b="1" dirty="0">
                <a:solidFill>
                  <a:srgbClr val="FF7676"/>
                </a:solidFill>
                <a:latin typeface="Lucida Console" panose="020B0609040504020204" pitchFamily="49" charset="0"/>
              </a:rPr>
              <a:t>origin/feature-b</a:t>
            </a:r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)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Author: </a:t>
            </a:r>
            <a:r>
              <a:rPr lang="en-US" sz="1400" b="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codewithjoees</a:t>
            </a:r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&lt;codewithjoee@gmail.com&gt;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Date:   Sun Apr 26 19:58:32 2026 +0700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   adding feature-b</a:t>
            </a:r>
          </a:p>
          <a:p>
            <a:endParaRPr lang="en-US" sz="1400" b="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commit 3ad3096a65656c180e3aebc03ccc364588d68893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Author: </a:t>
            </a:r>
            <a:r>
              <a:rPr lang="en-US" sz="1400" b="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josserich</a:t>
            </a:r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&lt;pinemjosse@gmail.com&gt;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Date:   Sun Apr 26 19:53:27 2026 +0700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   first commit</a:t>
            </a:r>
          </a:p>
          <a:p>
            <a:endParaRPr lang="en-US" sz="1400" b="0" dirty="0">
              <a:solidFill>
                <a:prstClr val="black"/>
              </a:solidFill>
              <a:latin typeface="Lucida Console" panose="020B060904050402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218E59-563F-811D-D68C-38C0FE8B705B}"/>
              </a:ext>
            </a:extLst>
          </p:cNvPr>
          <p:cNvSpPr/>
          <p:nvPr/>
        </p:nvSpPr>
        <p:spPr>
          <a:xfrm>
            <a:off x="6106069" y="4598290"/>
            <a:ext cx="2689648" cy="132855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A53D24-E22C-1522-4D62-401CAEA68C2F}"/>
              </a:ext>
            </a:extLst>
          </p:cNvPr>
          <p:cNvSpPr txBox="1"/>
          <p:nvPr/>
        </p:nvSpPr>
        <p:spPr>
          <a:xfrm>
            <a:off x="6180909" y="4613199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DF83976-57C1-1169-45D6-C87BB7E1A497}"/>
              </a:ext>
            </a:extLst>
          </p:cNvPr>
          <p:cNvGrpSpPr/>
          <p:nvPr/>
        </p:nvGrpSpPr>
        <p:grpSpPr>
          <a:xfrm>
            <a:off x="6629480" y="5035997"/>
            <a:ext cx="2156168" cy="1678646"/>
            <a:chOff x="462207" y="5111939"/>
            <a:chExt cx="2156168" cy="1678646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CF6543A-0E81-3564-724C-7BBCDE27E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293" t="10392" r="11513" b="16147"/>
            <a:stretch>
              <a:fillRect/>
            </a:stretch>
          </p:blipFill>
          <p:spPr>
            <a:xfrm>
              <a:off x="1057250" y="5111939"/>
              <a:ext cx="1561125" cy="1678646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9265358-026C-C5FA-FC63-8CEFE5D29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207" y="5903640"/>
              <a:ext cx="757585" cy="757585"/>
            </a:xfrm>
            <a:prstGeom prst="rect">
              <a:avLst/>
            </a:prstGeom>
          </p:spPr>
        </p:pic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CFC0811C-3751-E97D-C328-92C404CAB124}"/>
              </a:ext>
            </a:extLst>
          </p:cNvPr>
          <p:cNvSpPr/>
          <p:nvPr/>
        </p:nvSpPr>
        <p:spPr>
          <a:xfrm>
            <a:off x="6096000" y="4117142"/>
            <a:ext cx="2689648" cy="4613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GIT LOG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4D8B51-2D0E-2EB6-8AEC-74FB46E16539}"/>
              </a:ext>
            </a:extLst>
          </p:cNvPr>
          <p:cNvSpPr txBox="1"/>
          <p:nvPr/>
        </p:nvSpPr>
        <p:spPr>
          <a:xfrm>
            <a:off x="6200134" y="4845466"/>
            <a:ext cx="12716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erlin Sans FB" panose="020E0602020502020306" pitchFamily="34" charset="0"/>
              </a:rPr>
              <a:t>git log –all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1C2518-C804-A4E8-4201-27DE5577BEC4}"/>
              </a:ext>
            </a:extLst>
          </p:cNvPr>
          <p:cNvSpPr/>
          <p:nvPr/>
        </p:nvSpPr>
        <p:spPr>
          <a:xfrm>
            <a:off x="316488" y="2430718"/>
            <a:ext cx="7155278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FF253D-213B-F716-EC6F-A32D7DE3DFCF}"/>
              </a:ext>
            </a:extLst>
          </p:cNvPr>
          <p:cNvSpPr/>
          <p:nvPr/>
        </p:nvSpPr>
        <p:spPr>
          <a:xfrm>
            <a:off x="360522" y="2664542"/>
            <a:ext cx="4585104" cy="2725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EB4CC9-EDA5-DC28-D5D1-469AEAD0F3DC}"/>
              </a:ext>
            </a:extLst>
          </p:cNvPr>
          <p:cNvSpPr/>
          <p:nvPr/>
        </p:nvSpPr>
        <p:spPr>
          <a:xfrm>
            <a:off x="5468428" y="2442882"/>
            <a:ext cx="1918637" cy="2725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417E0AD-6F21-0C8A-7B7C-32352AF84349}"/>
              </a:ext>
            </a:extLst>
          </p:cNvPr>
          <p:cNvSpPr/>
          <p:nvPr/>
        </p:nvSpPr>
        <p:spPr>
          <a:xfrm>
            <a:off x="1050888" y="2442882"/>
            <a:ext cx="4411324" cy="2216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60E5E1A-DE97-53B0-BE9E-388E08ED8353}"/>
              </a:ext>
            </a:extLst>
          </p:cNvPr>
          <p:cNvSpPr/>
          <p:nvPr/>
        </p:nvSpPr>
        <p:spPr>
          <a:xfrm>
            <a:off x="343740" y="2917347"/>
            <a:ext cx="3982454" cy="2725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33D1DC-7586-957C-9A60-B6BAA02B68F4}"/>
              </a:ext>
            </a:extLst>
          </p:cNvPr>
          <p:cNvSpPr/>
          <p:nvPr/>
        </p:nvSpPr>
        <p:spPr>
          <a:xfrm>
            <a:off x="762732" y="3158739"/>
            <a:ext cx="1783823" cy="1863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1476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/>
      <p:bldP spid="22" grpId="0"/>
      <p:bldP spid="16" grpId="0" animBg="1"/>
      <p:bldP spid="17" grpId="0" animBg="1"/>
      <p:bldP spid="18" grpId="0" animBg="1"/>
      <p:bldP spid="20" grpId="0" animBg="1"/>
      <p:bldP spid="21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75E5D5-14E1-1669-01E5-BF01543D0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7FEE69D6-CD81-FEFC-0208-D7CFF23FBB93}"/>
              </a:ext>
            </a:extLst>
          </p:cNvPr>
          <p:cNvGrpSpPr/>
          <p:nvPr/>
        </p:nvGrpSpPr>
        <p:grpSpPr>
          <a:xfrm>
            <a:off x="138677" y="13399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4941C3B-12D5-0A4E-61CE-24D978716C75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03D48103-7A15-8200-396A-A18A1AB84D4A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0506A265-1B35-DF92-51B7-80449FA296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CC27EE11-9744-0429-2B95-A680516C2DAD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698AC62-42A5-C7DE-9635-E415F08F964B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79BF3734-08EC-1CB4-D0FD-007FBD1351BC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87A21D2A-F1F1-69F5-56DE-20210D7859A6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98992C62-3DF3-BDB9-2C6C-48009FCE042E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1F8C6E99-52F8-BFC7-E912-9807EC76D17F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A703D304-7664-8ECF-82A4-FE4000DDF100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5491C6DD-1CFB-DCE4-4D72-70188E423759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B12E94B1-313E-16BD-54C8-D4D622375FE5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E32C3280-7C55-644B-A686-367654A87300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7BD684F-11B7-D917-AC0A-DFC813BA7EB0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55CB8D81-23A1-B12E-854B-8A28CC119D5D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27CCEE4A-5E49-5715-9D63-E9AFB246EAB7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F5D2FFDE-666B-3859-557A-890C23106514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CBF780FF-17E8-F035-9A5E-CB8D2313D9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736135" y="4811480"/>
            <a:ext cx="1859402" cy="19008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9E7E29-226B-D32A-5385-5E20835A75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661909" y="4823149"/>
            <a:ext cx="1859402" cy="19008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DB182C-6D4F-A6C9-FAF3-45CC31B133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6228073" y="4823149"/>
            <a:ext cx="1859402" cy="190085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F68B98A7-94EB-996F-6197-8622FE3B3562}"/>
              </a:ext>
            </a:extLst>
          </p:cNvPr>
          <p:cNvSpPr/>
          <p:nvPr/>
        </p:nvSpPr>
        <p:spPr>
          <a:xfrm>
            <a:off x="3195498" y="1030560"/>
            <a:ext cx="3205302" cy="164381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3765D88-4CD5-DA13-89E6-80E621905D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6351" y="1135479"/>
            <a:ext cx="719123" cy="71912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F367A1A-E6E5-BE1F-9D53-478B8DB5601A}"/>
              </a:ext>
            </a:extLst>
          </p:cNvPr>
          <p:cNvSpPr/>
          <p:nvPr/>
        </p:nvSpPr>
        <p:spPr>
          <a:xfrm>
            <a:off x="3257752" y="3274117"/>
            <a:ext cx="3359357" cy="15588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3D6725-E372-35BD-4556-C87AEED86B4F}"/>
              </a:ext>
            </a:extLst>
          </p:cNvPr>
          <p:cNvSpPr txBox="1"/>
          <p:nvPr/>
        </p:nvSpPr>
        <p:spPr>
          <a:xfrm>
            <a:off x="3291539" y="3302053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665E00-4D46-6037-78D9-4D4DB91F4523}"/>
              </a:ext>
            </a:extLst>
          </p:cNvPr>
          <p:cNvSpPr txBox="1"/>
          <p:nvPr/>
        </p:nvSpPr>
        <p:spPr>
          <a:xfrm>
            <a:off x="3302907" y="3551933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</a:t>
            </a:r>
            <a:r>
              <a:rPr lang="en-US" sz="1400" dirty="0" err="1">
                <a:solidFill>
                  <a:schemeClr val="bg1"/>
                </a:solidFill>
                <a:latin typeface="Berlin Sans FB" panose="020E0602020502020306" pitchFamily="34" charset="0"/>
              </a:rPr>
              <a:t>init</a:t>
            </a:r>
            <a:endParaRPr lang="en-US" sz="1400" dirty="0">
              <a:solidFill>
                <a:schemeClr val="bg1"/>
              </a:solidFill>
              <a:latin typeface="Berlin Sans FB" panose="020E0602020502020306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CCBF11-8D52-69C4-2943-39FFF91CFED8}"/>
              </a:ext>
            </a:extLst>
          </p:cNvPr>
          <p:cNvSpPr txBox="1"/>
          <p:nvPr/>
        </p:nvSpPr>
        <p:spPr>
          <a:xfrm>
            <a:off x="3308585" y="3782148"/>
            <a:ext cx="8930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add  .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FAC5AC-BE5B-B7DB-CDB0-73FB9B55918F}"/>
              </a:ext>
            </a:extLst>
          </p:cNvPr>
          <p:cNvSpPr txBox="1"/>
          <p:nvPr/>
        </p:nvSpPr>
        <p:spPr>
          <a:xfrm>
            <a:off x="3302907" y="3993541"/>
            <a:ext cx="22184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commit –m “feature a”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E55187-154A-61F5-B033-6A4B2903ECD8}"/>
              </a:ext>
            </a:extLst>
          </p:cNvPr>
          <p:cNvSpPr txBox="1"/>
          <p:nvPr/>
        </p:nvSpPr>
        <p:spPr>
          <a:xfrm>
            <a:off x="3295483" y="4236851"/>
            <a:ext cx="22184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remote add origin &lt;link&gt;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ECD781-36BF-DAE1-369A-D3E9F1F346F2}"/>
              </a:ext>
            </a:extLst>
          </p:cNvPr>
          <p:cNvSpPr txBox="1"/>
          <p:nvPr/>
        </p:nvSpPr>
        <p:spPr>
          <a:xfrm>
            <a:off x="3290570" y="4467908"/>
            <a:ext cx="22184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push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94D35D6-7F35-46DD-F44E-D8516B26A9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051" y="5699044"/>
            <a:ext cx="757585" cy="757585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0FEA8DC3-93C9-E0E9-D71D-77BCA518E513}"/>
              </a:ext>
            </a:extLst>
          </p:cNvPr>
          <p:cNvGrpSpPr/>
          <p:nvPr/>
        </p:nvGrpSpPr>
        <p:grpSpPr>
          <a:xfrm>
            <a:off x="5084357" y="5004501"/>
            <a:ext cx="1503016" cy="1466128"/>
            <a:chOff x="6228921" y="1673189"/>
            <a:chExt cx="1503016" cy="1466128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BF81F29-7105-16B6-04D3-A1FF1FA455FE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498C360-E8C3-547F-BF8A-07EFF67BC312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DFC40A6-A4C4-989D-D50E-216EA95AFEB9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0502B03-CEAC-E7B1-3817-C41DB219E09E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3A75C34-BD7C-0778-4485-350D7AC775D9}"/>
              </a:ext>
            </a:extLst>
          </p:cNvPr>
          <p:cNvGrpSpPr/>
          <p:nvPr/>
        </p:nvGrpSpPr>
        <p:grpSpPr>
          <a:xfrm>
            <a:off x="5079442" y="4999584"/>
            <a:ext cx="1503016" cy="1466128"/>
            <a:chOff x="6228921" y="1673189"/>
            <a:chExt cx="1503016" cy="146612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B7F003D-A649-D68E-4C3D-45AD53F1B55D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20F06CC-8245-36B0-4B1B-80C0D07A08CD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01781B3-F2D8-1C9B-55B8-7C64CD6C8698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F526AA0-1D34-9D84-DA3C-FFF799E7D69D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8656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3.7037E-7 L -0.08972 -0.56551 " pathEditMode="relative" rAng="0" ptsTypes="AA">
                                      <p:cBhvr>
                                        <p:cTn id="80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492" y="-282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10" grpId="0" animBg="1"/>
      <p:bldP spid="13" grpId="0"/>
      <p:bldP spid="16" grpId="0"/>
      <p:bldP spid="17" grpId="0"/>
      <p:bldP spid="19" grpId="0"/>
      <p:bldP spid="20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D03634-CC52-02B2-6DEA-C72DC19A9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19176B2C-C81D-35C5-FA13-2055813621E3}"/>
              </a:ext>
            </a:extLst>
          </p:cNvPr>
          <p:cNvGrpSpPr/>
          <p:nvPr/>
        </p:nvGrpSpPr>
        <p:grpSpPr>
          <a:xfrm>
            <a:off x="134968" y="14335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B7AD76B-D55D-3312-C8BE-84215D7FE95B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36E3CC8E-3C4E-49C1-5773-FB324BAC78BD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037481AF-09F3-802A-0821-8391839764F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CA92F2F5-CFEC-C9C9-5A45-3DB9A1FF6234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5592E839-7856-F283-927E-F81F7F08503A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35CFBD-A28D-82E8-886E-988A16745286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0CBFCE29-2B1A-5B90-8E84-7B61614E682D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091B318E-63E5-6C14-DBBE-932A419C7DEC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F4EED9D7-E95C-04BE-F0B6-72A260530CA4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1B7578CC-4E17-1FF3-A01F-FF0DBFCB3483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7B5901-4190-26A1-993B-B51F11134770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66B1D23B-328B-BE52-D85D-0422786DE6EA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1903F860-8301-BF18-E373-2C364383EAB3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48CDE1BA-4008-DEFE-B009-96BFCC6BB9BF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0B8572C4-4495-A679-8F88-20E13A042599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F156EE8E-C72D-9733-3B0F-72C016B3769E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F3B67DC-8396-BBEB-07A9-1FCF072F0600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A577E53C-3FD0-F1D1-547A-322C7C556E4B}"/>
              </a:ext>
            </a:extLst>
          </p:cNvPr>
          <p:cNvSpPr/>
          <p:nvPr/>
        </p:nvSpPr>
        <p:spPr>
          <a:xfrm>
            <a:off x="329012" y="1350485"/>
            <a:ext cx="8293878" cy="4613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GIT AREA 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071A387-1022-D55C-7A1F-8702509186E4}"/>
              </a:ext>
            </a:extLst>
          </p:cNvPr>
          <p:cNvCxnSpPr>
            <a:cxnSpLocks/>
          </p:cNvCxnSpPr>
          <p:nvPr/>
        </p:nvCxnSpPr>
        <p:spPr>
          <a:xfrm>
            <a:off x="1150927" y="2946590"/>
            <a:ext cx="17707" cy="3174098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AF2C382-2B4B-1ED6-A642-5CEF50D97BDD}"/>
              </a:ext>
            </a:extLst>
          </p:cNvPr>
          <p:cNvSpPr/>
          <p:nvPr/>
        </p:nvSpPr>
        <p:spPr>
          <a:xfrm>
            <a:off x="298499" y="2193838"/>
            <a:ext cx="1619344" cy="7527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ptos" panose="020B0004020202020204" pitchFamily="34" charset="0"/>
              </a:rPr>
              <a:t>Working </a:t>
            </a:r>
            <a:r>
              <a:rPr lang="en-US" sz="2000" dirty="0" err="1">
                <a:solidFill>
                  <a:schemeClr val="tx1"/>
                </a:solidFill>
                <a:latin typeface="Aptos" panose="020B0004020202020204" pitchFamily="34" charset="0"/>
              </a:rPr>
              <a:t>DIrectory</a:t>
            </a:r>
            <a:endParaRPr lang="en-US" sz="20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E96645-2D33-EE15-C19F-493E836CE063}"/>
              </a:ext>
            </a:extLst>
          </p:cNvPr>
          <p:cNvSpPr/>
          <p:nvPr/>
        </p:nvSpPr>
        <p:spPr>
          <a:xfrm>
            <a:off x="2173075" y="2193838"/>
            <a:ext cx="1448139" cy="7527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ptos" panose="020B0004020202020204" pitchFamily="34" charset="0"/>
              </a:rPr>
              <a:t>Staging </a:t>
            </a:r>
            <a:br>
              <a:rPr lang="en-US" sz="2000" dirty="0">
                <a:solidFill>
                  <a:schemeClr val="tx1"/>
                </a:solidFill>
                <a:latin typeface="Aptos" panose="020B0004020202020204" pitchFamily="34" charset="0"/>
              </a:rPr>
            </a:br>
            <a:r>
              <a:rPr lang="en-US" sz="2000" dirty="0">
                <a:solidFill>
                  <a:schemeClr val="tx1"/>
                </a:solidFill>
                <a:latin typeface="Aptos" panose="020B0004020202020204" pitchFamily="34" charset="0"/>
              </a:rPr>
              <a:t>Area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4D0B95C-65E6-1A24-E442-4AAE1078BFAD}"/>
              </a:ext>
            </a:extLst>
          </p:cNvPr>
          <p:cNvCxnSpPr>
            <a:cxnSpLocks/>
          </p:cNvCxnSpPr>
          <p:nvPr/>
        </p:nvCxnSpPr>
        <p:spPr>
          <a:xfrm>
            <a:off x="1150927" y="3608438"/>
            <a:ext cx="174988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9811805-9A14-1427-7BF8-9C1E3D4FCBEE}"/>
              </a:ext>
            </a:extLst>
          </p:cNvPr>
          <p:cNvSpPr txBox="1"/>
          <p:nvPr/>
        </p:nvSpPr>
        <p:spPr>
          <a:xfrm>
            <a:off x="1370952" y="3102608"/>
            <a:ext cx="11447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GIT ADD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6DEAE86-6EB9-F1B3-A191-52FF8B29DA94}"/>
              </a:ext>
            </a:extLst>
          </p:cNvPr>
          <p:cNvCxnSpPr>
            <a:cxnSpLocks/>
          </p:cNvCxnSpPr>
          <p:nvPr/>
        </p:nvCxnSpPr>
        <p:spPr>
          <a:xfrm>
            <a:off x="2856679" y="2946590"/>
            <a:ext cx="0" cy="2075038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B6DE94B-0159-5850-3A31-4F4A453AD93D}"/>
              </a:ext>
            </a:extLst>
          </p:cNvPr>
          <p:cNvCxnSpPr>
            <a:cxnSpLocks/>
          </p:cNvCxnSpPr>
          <p:nvPr/>
        </p:nvCxnSpPr>
        <p:spPr>
          <a:xfrm flipH="1">
            <a:off x="4432235" y="2858444"/>
            <a:ext cx="17707" cy="324281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56102D-FD5B-B3D8-FE08-C75ED9FA708E}"/>
              </a:ext>
            </a:extLst>
          </p:cNvPr>
          <p:cNvSpPr/>
          <p:nvPr/>
        </p:nvSpPr>
        <p:spPr>
          <a:xfrm>
            <a:off x="3792019" y="2211389"/>
            <a:ext cx="1453784" cy="7527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ptos" panose="020B0004020202020204" pitchFamily="34" charset="0"/>
              </a:rPr>
              <a:t>Local Repository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DA22D81-37E8-0A1B-2E92-D07F9BCDBA34}"/>
              </a:ext>
            </a:extLst>
          </p:cNvPr>
          <p:cNvCxnSpPr>
            <a:cxnSpLocks/>
          </p:cNvCxnSpPr>
          <p:nvPr/>
        </p:nvCxnSpPr>
        <p:spPr>
          <a:xfrm>
            <a:off x="2856679" y="3871985"/>
            <a:ext cx="159326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DC556195-1E22-930D-7DAE-14D7DFEFD5CF}"/>
              </a:ext>
            </a:extLst>
          </p:cNvPr>
          <p:cNvSpPr txBox="1"/>
          <p:nvPr/>
        </p:nvSpPr>
        <p:spPr>
          <a:xfrm>
            <a:off x="2930728" y="3340102"/>
            <a:ext cx="15630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GIT COMMIT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2EB0C0C-35F3-A496-B81A-4D35A7C48563}"/>
              </a:ext>
            </a:extLst>
          </p:cNvPr>
          <p:cNvCxnSpPr>
            <a:cxnSpLocks/>
          </p:cNvCxnSpPr>
          <p:nvPr/>
        </p:nvCxnSpPr>
        <p:spPr>
          <a:xfrm>
            <a:off x="7662782" y="2570214"/>
            <a:ext cx="8655" cy="35680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E0E62AF-C673-F9B8-750A-565D6270EB20}"/>
              </a:ext>
            </a:extLst>
          </p:cNvPr>
          <p:cNvSpPr/>
          <p:nvPr/>
        </p:nvSpPr>
        <p:spPr>
          <a:xfrm>
            <a:off x="6532275" y="2243973"/>
            <a:ext cx="2261014" cy="6524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Aptos" panose="020B0004020202020204" pitchFamily="34" charset="0"/>
              </a:rPr>
              <a:t>Remote / Internet Repository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19B8677-0586-A461-6228-9203A60004C7}"/>
              </a:ext>
            </a:extLst>
          </p:cNvPr>
          <p:cNvCxnSpPr>
            <a:cxnSpLocks/>
          </p:cNvCxnSpPr>
          <p:nvPr/>
        </p:nvCxnSpPr>
        <p:spPr>
          <a:xfrm>
            <a:off x="4458945" y="4242509"/>
            <a:ext cx="320383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B0A654AE-8F59-28E2-62D0-0B68A8DE389F}"/>
              </a:ext>
            </a:extLst>
          </p:cNvPr>
          <p:cNvSpPr txBox="1"/>
          <p:nvPr/>
        </p:nvSpPr>
        <p:spPr>
          <a:xfrm>
            <a:off x="5339600" y="3685641"/>
            <a:ext cx="1346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GIT PUSH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5463854-AC03-0113-BD2C-2FEB92124F75}"/>
              </a:ext>
            </a:extLst>
          </p:cNvPr>
          <p:cNvCxnSpPr>
            <a:cxnSpLocks/>
          </p:cNvCxnSpPr>
          <p:nvPr/>
        </p:nvCxnSpPr>
        <p:spPr>
          <a:xfrm flipH="1">
            <a:off x="4441287" y="4809068"/>
            <a:ext cx="322149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AFE3605B-A91E-B4C3-E028-C12AAF32E16F}"/>
              </a:ext>
            </a:extLst>
          </p:cNvPr>
          <p:cNvSpPr txBox="1"/>
          <p:nvPr/>
        </p:nvSpPr>
        <p:spPr>
          <a:xfrm>
            <a:off x="5313108" y="4979537"/>
            <a:ext cx="14458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GIT FETCH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72E24B6-09F5-564E-8C1E-B0C0E2D3CB97}"/>
              </a:ext>
            </a:extLst>
          </p:cNvPr>
          <p:cNvCxnSpPr>
            <a:cxnSpLocks/>
          </p:cNvCxnSpPr>
          <p:nvPr/>
        </p:nvCxnSpPr>
        <p:spPr>
          <a:xfrm flipH="1" flipV="1">
            <a:off x="1157439" y="6071528"/>
            <a:ext cx="6513998" cy="1755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F12F36B5-634C-8FFB-B044-464613B1483A}"/>
              </a:ext>
            </a:extLst>
          </p:cNvPr>
          <p:cNvSpPr txBox="1"/>
          <p:nvPr/>
        </p:nvSpPr>
        <p:spPr>
          <a:xfrm>
            <a:off x="3231700" y="6199084"/>
            <a:ext cx="26476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GIT PULL / GIT CLONE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9B6AF75A-8592-E4B1-B447-A682108F807A}"/>
              </a:ext>
            </a:extLst>
          </p:cNvPr>
          <p:cNvCxnSpPr>
            <a:cxnSpLocks/>
          </p:cNvCxnSpPr>
          <p:nvPr/>
        </p:nvCxnSpPr>
        <p:spPr>
          <a:xfrm flipH="1">
            <a:off x="1157439" y="5021628"/>
            <a:ext cx="329250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776B2FD-4ED8-36D5-0DBD-F7BD0A2DC5D7}"/>
              </a:ext>
            </a:extLst>
          </p:cNvPr>
          <p:cNvSpPr txBox="1"/>
          <p:nvPr/>
        </p:nvSpPr>
        <p:spPr>
          <a:xfrm>
            <a:off x="2025869" y="5137048"/>
            <a:ext cx="14458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GIT MERGE</a:t>
            </a:r>
          </a:p>
        </p:txBody>
      </p:sp>
    </p:spTree>
    <p:extLst>
      <p:ext uri="{BB962C8B-B14F-4D97-AF65-F5344CB8AC3E}">
        <p14:creationId xmlns:p14="http://schemas.microsoft.com/office/powerpoint/2010/main" val="817554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0F9C81-A736-8849-CA8E-683240C5E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47467490-9788-8122-C2E2-0DA6153231A5}"/>
              </a:ext>
            </a:extLst>
          </p:cNvPr>
          <p:cNvGrpSpPr/>
          <p:nvPr/>
        </p:nvGrpSpPr>
        <p:grpSpPr>
          <a:xfrm>
            <a:off x="138677" y="13399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160A6A91-093E-4518-CDA1-9B69F3748751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06C97165-603C-7023-EF24-4BC6F23F7B16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D8BDB4BE-27FF-1FF9-8CF2-AE78D4F401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653427A7-33B3-4798-15EA-4C379021C927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AA7F578-320A-62BD-BDED-B92042FCA662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75A47139-0BC5-5E89-A591-646A76F4AA45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E0CC98B0-BD3D-AB75-E0DF-BD2A099701E3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3DF7EB67-2483-81F2-AEB4-15E234BA84A0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8E5ACAF4-ABD0-8B3A-6E8E-767051B9DF52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9EC62087-21D6-90E7-F309-6E48B3A3C492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5EE07F2C-CD1F-859F-5978-7727D35143D0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3E9090C-E3C0-EAA2-D1EC-3D18EDEE5F3F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7C492E2F-38EF-7BA9-29D1-B12B769976F2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E91EE5F7-E40D-294A-E3D9-1400B3FB6C55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C6DFF0D6-237F-6700-CEAB-7996D278B069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72469B20-5E72-2C44-2EC9-313C8E11EFBE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1BF133A4-7740-5C1B-B887-42EC1D063557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B3A40985-0CCB-8DA6-218F-C0DF5B0816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736135" y="4811480"/>
            <a:ext cx="1859402" cy="19008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C46F0E-E500-6C3A-1333-4EE9D2E3F3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661909" y="4823149"/>
            <a:ext cx="1859402" cy="19008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EB51FE-5847-5E03-8A7C-61E7AAD7B0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6228073" y="4823149"/>
            <a:ext cx="1859402" cy="190085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5B21CBBA-6073-3F73-D53F-3ADCC4202DFC}"/>
              </a:ext>
            </a:extLst>
          </p:cNvPr>
          <p:cNvSpPr/>
          <p:nvPr/>
        </p:nvSpPr>
        <p:spPr>
          <a:xfrm>
            <a:off x="3195498" y="1030560"/>
            <a:ext cx="3205302" cy="164381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1E97E7E-F498-FEA2-188F-9C7C2A7CECF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0125" y="1152894"/>
            <a:ext cx="719123" cy="71912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FDD2D7A-4978-ED26-401B-2D443E79C5E0}"/>
              </a:ext>
            </a:extLst>
          </p:cNvPr>
          <p:cNvSpPr/>
          <p:nvPr/>
        </p:nvSpPr>
        <p:spPr>
          <a:xfrm>
            <a:off x="576673" y="3223939"/>
            <a:ext cx="2618825" cy="145209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C0A430-1FE7-3016-A02B-8152F6CB2B03}"/>
              </a:ext>
            </a:extLst>
          </p:cNvPr>
          <p:cNvSpPr txBox="1"/>
          <p:nvPr/>
        </p:nvSpPr>
        <p:spPr>
          <a:xfrm>
            <a:off x="610459" y="3251874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76475B-029C-8FFD-7D25-60724C4A735F}"/>
              </a:ext>
            </a:extLst>
          </p:cNvPr>
          <p:cNvSpPr txBox="1"/>
          <p:nvPr/>
        </p:nvSpPr>
        <p:spPr>
          <a:xfrm>
            <a:off x="621827" y="3501755"/>
            <a:ext cx="2344687" cy="306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clone &lt;</a:t>
            </a:r>
            <a:r>
              <a:rPr lang="en-US" sz="1400" dirty="0" err="1">
                <a:solidFill>
                  <a:schemeClr val="bg1"/>
                </a:solidFill>
                <a:latin typeface="Berlin Sans FB" panose="020E0602020502020306" pitchFamily="34" charset="0"/>
              </a:rPr>
              <a:t>github</a:t>
            </a:r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-link&gt;</a:t>
            </a:r>
          </a:p>
        </p:txBody>
      </p:sp>
      <p:sp>
        <p:nvSpPr>
          <p:cNvPr id="17" name="TextBox 16" hidden="1">
            <a:extLst>
              <a:ext uri="{FF2B5EF4-FFF2-40B4-BE49-F238E27FC236}">
                <a16:creationId xmlns:a16="http://schemas.microsoft.com/office/drawing/2014/main" id="{BB07C82F-413A-6949-C32A-8C06EA2E0D37}"/>
              </a:ext>
            </a:extLst>
          </p:cNvPr>
          <p:cNvSpPr txBox="1"/>
          <p:nvPr/>
        </p:nvSpPr>
        <p:spPr>
          <a:xfrm>
            <a:off x="627506" y="3731969"/>
            <a:ext cx="2224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checkout –b feature-b</a:t>
            </a:r>
          </a:p>
        </p:txBody>
      </p:sp>
      <p:sp>
        <p:nvSpPr>
          <p:cNvPr id="19" name="TextBox 18" hidden="1">
            <a:extLst>
              <a:ext uri="{FF2B5EF4-FFF2-40B4-BE49-F238E27FC236}">
                <a16:creationId xmlns:a16="http://schemas.microsoft.com/office/drawing/2014/main" id="{F5DB54F9-9C7D-A238-ADFE-ABADB4125371}"/>
              </a:ext>
            </a:extLst>
          </p:cNvPr>
          <p:cNvSpPr txBox="1"/>
          <p:nvPr/>
        </p:nvSpPr>
        <p:spPr>
          <a:xfrm>
            <a:off x="621827" y="3943362"/>
            <a:ext cx="22184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commit –m “feature b”</a:t>
            </a:r>
          </a:p>
        </p:txBody>
      </p:sp>
      <p:sp>
        <p:nvSpPr>
          <p:cNvPr id="21" name="TextBox 20" hidden="1">
            <a:extLst>
              <a:ext uri="{FF2B5EF4-FFF2-40B4-BE49-F238E27FC236}">
                <a16:creationId xmlns:a16="http://schemas.microsoft.com/office/drawing/2014/main" id="{3BF175AD-8701-7921-B288-3870FC8A52EA}"/>
              </a:ext>
            </a:extLst>
          </p:cNvPr>
          <p:cNvSpPr txBox="1"/>
          <p:nvPr/>
        </p:nvSpPr>
        <p:spPr>
          <a:xfrm>
            <a:off x="621827" y="4164976"/>
            <a:ext cx="22184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push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D8ED45F-7095-5424-130E-371E9B6EBB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67" y="5830967"/>
            <a:ext cx="757585" cy="757585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C93C4C64-4F1F-C12B-D7CB-73A2C4ED8C52}"/>
              </a:ext>
            </a:extLst>
          </p:cNvPr>
          <p:cNvGrpSpPr/>
          <p:nvPr/>
        </p:nvGrpSpPr>
        <p:grpSpPr>
          <a:xfrm>
            <a:off x="5084357" y="5004501"/>
            <a:ext cx="1503016" cy="1466128"/>
            <a:chOff x="6228921" y="1673189"/>
            <a:chExt cx="1503016" cy="1466128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F31CA2F-9D69-39D8-4589-9C71FCA8A128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F419A28-DCA0-D1BB-C206-FE0097754355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8F80EE6-AB5D-CCEF-059B-65FF4E9C218C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388DDD7-B32C-2358-FA07-E4C3479D35AA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grpSp>
        <p:nvGrpSpPr>
          <p:cNvPr id="45" name="Group 39">
            <a:extLst>
              <a:ext uri="{FF2B5EF4-FFF2-40B4-BE49-F238E27FC236}">
                <a16:creationId xmlns:a16="http://schemas.microsoft.com/office/drawing/2014/main" id="{16513B6B-C426-AA2C-4BF4-1954F34AC449}"/>
              </a:ext>
            </a:extLst>
          </p:cNvPr>
          <p:cNvGrpSpPr/>
          <p:nvPr/>
        </p:nvGrpSpPr>
        <p:grpSpPr>
          <a:xfrm>
            <a:off x="4046641" y="1119403"/>
            <a:ext cx="1503016" cy="1466128"/>
            <a:chOff x="6228921" y="1673189"/>
            <a:chExt cx="1503016" cy="1466128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75C0DF84-F28F-DDAD-51B8-B557578B94B5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5623802-5AFE-B841-B251-3147CEE26A7D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13D4256-8555-3185-4BE7-DCE256507868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A0F900A-60D4-3C01-20CB-18219D53D1F5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grpSp>
        <p:nvGrpSpPr>
          <p:cNvPr id="62" name="Group 40">
            <a:extLst>
              <a:ext uri="{FF2B5EF4-FFF2-40B4-BE49-F238E27FC236}">
                <a16:creationId xmlns:a16="http://schemas.microsoft.com/office/drawing/2014/main" id="{2B0B8E2D-FBE5-7143-FB1C-4F27C9E5DECA}"/>
              </a:ext>
            </a:extLst>
          </p:cNvPr>
          <p:cNvGrpSpPr/>
          <p:nvPr/>
        </p:nvGrpSpPr>
        <p:grpSpPr>
          <a:xfrm>
            <a:off x="4046641" y="1126317"/>
            <a:ext cx="1503016" cy="1466128"/>
            <a:chOff x="6228921" y="1673189"/>
            <a:chExt cx="1503016" cy="146612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0B166CB4-8901-ED74-4050-E5A20456B813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F4579E6-7FAE-635C-F195-0094233BCA61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BF6EBE5A-E22C-DD42-DE83-95BAADB5CEE6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6A83C861-2330-6DF9-AD9C-E49F21EAA6D4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5856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/>
      <p:bldP spid="1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338326-4417-764D-95BC-465C34B6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741BF27D-497A-71AF-7BB6-982F8B1D8005}"/>
              </a:ext>
            </a:extLst>
          </p:cNvPr>
          <p:cNvGrpSpPr/>
          <p:nvPr/>
        </p:nvGrpSpPr>
        <p:grpSpPr>
          <a:xfrm>
            <a:off x="138677" y="13399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3E5B917-728C-F009-15F4-077D679FE585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68F931D7-F35F-7AF7-A90B-212934AC6E0C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0D30B8DD-83E2-168D-3968-3C5C40C91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2162FBF5-7E59-8B1B-268D-5C8B3425E56D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7AA27926-DB6D-B1E7-526B-19138479412F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F1D2B34F-D982-6BF3-F438-CF753C8132AB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7773A3C5-E426-E73E-55B2-D952FFD568B8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1C077A35-2C5B-DFA0-C909-57169E9E8849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E625C6A1-97C4-1E49-0228-6CE6D74833A8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6B1912D3-9416-6B1A-DC0B-DB1C80A0A376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FB8D0D-3374-A4DD-9104-1AA8ACDB7088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F76C5822-9B76-757D-709C-5781500B1F98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780309A4-D980-CFAB-FF4B-84F58305DE3C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30D0E166-C721-B8DB-7A74-5D9FC262BFA5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051072BD-DA71-B848-2490-8299CBB875FC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6EFD1A9D-5B25-E05F-1A0C-186978CC1B5F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35B4C18-28D8-6344-C329-06A62924EB3A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1F7B2DE7-FC27-6BDF-9A8D-DB2031A759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736135" y="4811480"/>
            <a:ext cx="1859402" cy="19008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B551C1F-1FC0-1B72-06DF-DF406EEF51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661909" y="4823149"/>
            <a:ext cx="1859402" cy="19008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058FDC4-B18B-7B0A-581F-572EA8E88D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6228073" y="4823149"/>
            <a:ext cx="1859402" cy="190085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27735269-B1B6-C0EB-EA92-544EB40A2E98}"/>
              </a:ext>
            </a:extLst>
          </p:cNvPr>
          <p:cNvSpPr/>
          <p:nvPr/>
        </p:nvSpPr>
        <p:spPr>
          <a:xfrm>
            <a:off x="3195498" y="1030560"/>
            <a:ext cx="3205302" cy="164381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C7693D1-B343-30A5-047D-7A9941BCFC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0125" y="1152894"/>
            <a:ext cx="719123" cy="71912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52FB4BD-9B3F-5939-C27B-491E0B997535}"/>
              </a:ext>
            </a:extLst>
          </p:cNvPr>
          <p:cNvSpPr/>
          <p:nvPr/>
        </p:nvSpPr>
        <p:spPr>
          <a:xfrm>
            <a:off x="576673" y="3223939"/>
            <a:ext cx="2618825" cy="145209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47F675-A153-3BFE-C30A-2F4CBBB793C2}"/>
              </a:ext>
            </a:extLst>
          </p:cNvPr>
          <p:cNvSpPr txBox="1"/>
          <p:nvPr/>
        </p:nvSpPr>
        <p:spPr>
          <a:xfrm>
            <a:off x="610459" y="3251874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C3160F-12DE-02AB-7A70-0825CA3A8A89}"/>
              </a:ext>
            </a:extLst>
          </p:cNvPr>
          <p:cNvSpPr txBox="1"/>
          <p:nvPr/>
        </p:nvSpPr>
        <p:spPr>
          <a:xfrm>
            <a:off x="621827" y="3501755"/>
            <a:ext cx="2344687" cy="306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clone &lt;</a:t>
            </a:r>
            <a:r>
              <a:rPr lang="en-US" sz="1400" dirty="0" err="1">
                <a:solidFill>
                  <a:schemeClr val="bg1"/>
                </a:solidFill>
                <a:latin typeface="Berlin Sans FB" panose="020E0602020502020306" pitchFamily="34" charset="0"/>
              </a:rPr>
              <a:t>github</a:t>
            </a:r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-link&gt;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22EC9C-C46B-AAA7-3AC6-58F4451A4CC5}"/>
              </a:ext>
            </a:extLst>
          </p:cNvPr>
          <p:cNvSpPr txBox="1"/>
          <p:nvPr/>
        </p:nvSpPr>
        <p:spPr>
          <a:xfrm>
            <a:off x="627506" y="3731969"/>
            <a:ext cx="2224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switch –c feature-b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2DE47B8-0712-8DE2-52FD-5BA9BE1F58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67" y="5830967"/>
            <a:ext cx="757585" cy="757585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ECC6A2F5-2EAB-1DC7-156B-AEAE6363DCA9}"/>
              </a:ext>
            </a:extLst>
          </p:cNvPr>
          <p:cNvGrpSpPr/>
          <p:nvPr/>
        </p:nvGrpSpPr>
        <p:grpSpPr>
          <a:xfrm>
            <a:off x="4037625" y="1119403"/>
            <a:ext cx="1503016" cy="1466128"/>
            <a:chOff x="6228921" y="1673189"/>
            <a:chExt cx="1503016" cy="1466128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A9A42B2-28F4-72C3-4B79-3F607495E102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30A30C7-6457-AF89-6296-0A0B8C7788BD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ED9C790-D0DB-5528-8436-7AE04C45E3E9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1145D59-7517-504B-8838-3863DC8000E1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D3C37E7-9F17-C8ED-5DCE-7F201DFDB14A}"/>
              </a:ext>
            </a:extLst>
          </p:cNvPr>
          <p:cNvGrpSpPr/>
          <p:nvPr/>
        </p:nvGrpSpPr>
        <p:grpSpPr>
          <a:xfrm>
            <a:off x="5084357" y="5004501"/>
            <a:ext cx="1503016" cy="1466128"/>
            <a:chOff x="6228921" y="1673189"/>
            <a:chExt cx="1503016" cy="1466128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85A2FB3-2E5F-CA2E-8FBC-6924A0B8CD89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57A48C3-10D1-088C-87DF-11A6D3D7C203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D8CFC86-28E1-E493-D5C5-B9F26B8AA478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4AA8AAB-4E75-8997-B491-6835162C4D5D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grpSp>
        <p:nvGrpSpPr>
          <p:cNvPr id="26" name="Group 40">
            <a:extLst>
              <a:ext uri="{FF2B5EF4-FFF2-40B4-BE49-F238E27FC236}">
                <a16:creationId xmlns:a16="http://schemas.microsoft.com/office/drawing/2014/main" id="{4D299560-BE4F-949D-A048-74AFAF5C0ADE}"/>
              </a:ext>
            </a:extLst>
          </p:cNvPr>
          <p:cNvGrpSpPr/>
          <p:nvPr/>
        </p:nvGrpSpPr>
        <p:grpSpPr>
          <a:xfrm>
            <a:off x="2227644" y="5102278"/>
            <a:ext cx="1503016" cy="1466128"/>
            <a:chOff x="6228921" y="1673189"/>
            <a:chExt cx="1503016" cy="146612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71BFFC5-7484-9A0D-B2CE-94CB8C208BC6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A726F1C-7AEA-28A5-36B5-558C8BF9DCEC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8446CD3-4FC7-18E0-0B2F-94C17FC05645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5727E2-41CC-964A-47F0-2BE0DFDA6562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95694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39E4A4-9350-4BE7-220E-4AC55F6F4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1E047C88-E593-E039-1166-2B504D733EA0}"/>
              </a:ext>
            </a:extLst>
          </p:cNvPr>
          <p:cNvGrpSpPr/>
          <p:nvPr/>
        </p:nvGrpSpPr>
        <p:grpSpPr>
          <a:xfrm>
            <a:off x="138677" y="13399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26DC493-A896-918A-0E42-27666F22C82B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5E21E213-8CBA-CDCF-F286-B21736EF49C4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F683BD99-7719-7809-F734-664CF5797B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E9486C64-EF59-826E-106D-DDB05AA6B269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C949214D-AA55-563C-1A13-1037BC3FE72F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AC503E4D-9228-A61A-956D-4687A6E933C0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7AF1D25D-F41C-48C9-8A28-228E7511AED5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A465279-DAB6-8AD5-128E-25F71376B8B2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874D4594-304F-5892-C5B3-D29781A30778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C3916A99-806D-338B-4077-C99CFBCA0149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9F88317-D989-F18E-CA57-C15BFBAA7BA1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FAB3E4A1-1033-0A70-1A43-FE29A104AA18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F120C374-CFD8-699A-9BB7-8A9EB83E0AA2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DE3B721-2AB1-F684-81BF-7644635EA19B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320330FC-A61C-BF11-DB7B-80C0847EB7E2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D1317364-E43C-E27A-B26F-9B61510E9246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844178C2-F65E-2A6E-0FD2-AEDEC8210165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476D28DE-20A1-DD04-0162-530C22B68D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736135" y="4811480"/>
            <a:ext cx="1859402" cy="19008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A6B5CF-456E-B7C5-DAD2-66E9A2996A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661909" y="4823149"/>
            <a:ext cx="1859402" cy="19008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7295AD-DADD-D0F1-092D-8AF4330DE6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6228073" y="4823149"/>
            <a:ext cx="1859402" cy="190085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1FE55643-01B6-471F-49E5-B5BD01E0A212}"/>
              </a:ext>
            </a:extLst>
          </p:cNvPr>
          <p:cNvSpPr/>
          <p:nvPr/>
        </p:nvSpPr>
        <p:spPr>
          <a:xfrm>
            <a:off x="1786610" y="1030560"/>
            <a:ext cx="4614190" cy="164381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0FC4146-EB0E-8200-36D3-9D211700D09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13" y="1200713"/>
            <a:ext cx="719123" cy="71912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B9A4126-B41D-223F-9829-19F031BB5B6B}"/>
              </a:ext>
            </a:extLst>
          </p:cNvPr>
          <p:cNvSpPr/>
          <p:nvPr/>
        </p:nvSpPr>
        <p:spPr>
          <a:xfrm>
            <a:off x="576673" y="3223939"/>
            <a:ext cx="2618825" cy="145209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CC40A0-519A-D881-F843-40D03FF9369B}"/>
              </a:ext>
            </a:extLst>
          </p:cNvPr>
          <p:cNvSpPr txBox="1"/>
          <p:nvPr/>
        </p:nvSpPr>
        <p:spPr>
          <a:xfrm>
            <a:off x="610459" y="3251874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89FEE8-9A59-9179-2319-BE1DAEB480B7}"/>
              </a:ext>
            </a:extLst>
          </p:cNvPr>
          <p:cNvSpPr txBox="1"/>
          <p:nvPr/>
        </p:nvSpPr>
        <p:spPr>
          <a:xfrm>
            <a:off x="621827" y="3501755"/>
            <a:ext cx="2344687" cy="306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clone &lt;</a:t>
            </a:r>
            <a:r>
              <a:rPr lang="en-US" sz="1400" dirty="0" err="1">
                <a:solidFill>
                  <a:schemeClr val="bg1"/>
                </a:solidFill>
                <a:latin typeface="Berlin Sans FB" panose="020E0602020502020306" pitchFamily="34" charset="0"/>
              </a:rPr>
              <a:t>github</a:t>
            </a:r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-link&gt;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D920CC-1BB5-23E2-A008-3580E1F782E1}"/>
              </a:ext>
            </a:extLst>
          </p:cNvPr>
          <p:cNvSpPr txBox="1"/>
          <p:nvPr/>
        </p:nvSpPr>
        <p:spPr>
          <a:xfrm>
            <a:off x="627506" y="3731969"/>
            <a:ext cx="2224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switch –c feature-b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A81982E-A052-3BC2-057B-0C3A34DEC87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67" y="5830967"/>
            <a:ext cx="757585" cy="757585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474BA47D-1FD3-00F2-DA65-42A05FB52B9F}"/>
              </a:ext>
            </a:extLst>
          </p:cNvPr>
          <p:cNvGrpSpPr/>
          <p:nvPr/>
        </p:nvGrpSpPr>
        <p:grpSpPr>
          <a:xfrm>
            <a:off x="4037625" y="1119403"/>
            <a:ext cx="1503016" cy="1466128"/>
            <a:chOff x="6228921" y="1673189"/>
            <a:chExt cx="1503016" cy="1466128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6600A37-1140-BB3A-5A0D-0D6CAC0ED1F5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7886E92-5101-7070-B3B2-66DCEA5F7554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93E33B7-76DC-9E93-F988-D6D1721F7C26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8675903-138A-1804-A68F-F3267E100690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60D07F4-36BF-3CB1-9AF6-F8B1EDA1B5CA}"/>
              </a:ext>
            </a:extLst>
          </p:cNvPr>
          <p:cNvGrpSpPr/>
          <p:nvPr/>
        </p:nvGrpSpPr>
        <p:grpSpPr>
          <a:xfrm>
            <a:off x="1967086" y="5040511"/>
            <a:ext cx="1503016" cy="1466128"/>
            <a:chOff x="6228921" y="1673189"/>
            <a:chExt cx="1503016" cy="1466128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0A8A9A0-C9BE-6F3C-9ECF-ABC43AA5C018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B022FCC-08CC-9BA5-0B16-5F2C033C6DD2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0842065-DB42-B81B-2135-E3FC273137E4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E1EEED7-89D2-6121-2DBF-7FB197784948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2DA271CC-65BD-AA9C-58A7-1DA721E99768}"/>
              </a:ext>
            </a:extLst>
          </p:cNvPr>
          <p:cNvSpPr/>
          <p:nvPr/>
        </p:nvSpPr>
        <p:spPr>
          <a:xfrm>
            <a:off x="2201111" y="1117916"/>
            <a:ext cx="1472677" cy="1466128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AB8DC45-2458-6D48-6DDC-C61B620958BE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3673788" y="1850980"/>
            <a:ext cx="363837" cy="1487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07C01A7-A3C3-E385-EF73-045DC697FFCF}"/>
              </a:ext>
            </a:extLst>
          </p:cNvPr>
          <p:cNvSpPr txBox="1"/>
          <p:nvPr/>
        </p:nvSpPr>
        <p:spPr>
          <a:xfrm>
            <a:off x="610459" y="3972168"/>
            <a:ext cx="2712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commit –m “feature-b”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3DD5867-B505-A40F-4D7A-480EDB831004}"/>
              </a:ext>
            </a:extLst>
          </p:cNvPr>
          <p:cNvSpPr txBox="1"/>
          <p:nvPr/>
        </p:nvSpPr>
        <p:spPr>
          <a:xfrm>
            <a:off x="2051145" y="5769060"/>
            <a:ext cx="13869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01010101110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0FF43C1-BCAB-3957-CA2E-615A19720043}"/>
              </a:ext>
            </a:extLst>
          </p:cNvPr>
          <p:cNvSpPr txBox="1"/>
          <p:nvPr/>
        </p:nvSpPr>
        <p:spPr>
          <a:xfrm>
            <a:off x="2417764" y="1634310"/>
            <a:ext cx="107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feature-b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6834EB-79C5-E191-0024-C22C03855578}"/>
              </a:ext>
            </a:extLst>
          </p:cNvPr>
          <p:cNvGrpSpPr/>
          <p:nvPr/>
        </p:nvGrpSpPr>
        <p:grpSpPr>
          <a:xfrm>
            <a:off x="1967086" y="5035996"/>
            <a:ext cx="1503016" cy="1466128"/>
            <a:chOff x="2119486" y="5192911"/>
            <a:chExt cx="1503016" cy="1466128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DF811185-5A05-A4EA-E5F7-AB1EAC0B7C67}"/>
                </a:ext>
              </a:extLst>
            </p:cNvPr>
            <p:cNvGrpSpPr/>
            <p:nvPr/>
          </p:nvGrpSpPr>
          <p:grpSpPr>
            <a:xfrm>
              <a:off x="2119486" y="5192911"/>
              <a:ext cx="1503016" cy="1466128"/>
              <a:chOff x="6228921" y="1673189"/>
              <a:chExt cx="1503016" cy="1466128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14D550-C23E-BDF3-C347-E4C7AC9DD89D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BB27C9D-C86D-B07C-04CD-1124F577B993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77BFC0A-E8CC-5836-E4D7-6EA6522A3C54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02FA844-3212-CE0E-8E25-B91DCEECCBCD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D897C9D-1D52-4BF9-3B37-5FE6A8C721AD}"/>
                </a:ext>
              </a:extLst>
            </p:cNvPr>
            <p:cNvSpPr txBox="1"/>
            <p:nvPr/>
          </p:nvSpPr>
          <p:spPr>
            <a:xfrm>
              <a:off x="2203545" y="5921460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9ED279EE-CCC0-422B-3F43-DF89B2F865CF}"/>
              </a:ext>
            </a:extLst>
          </p:cNvPr>
          <p:cNvSpPr txBox="1"/>
          <p:nvPr/>
        </p:nvSpPr>
        <p:spPr>
          <a:xfrm>
            <a:off x="610459" y="4203589"/>
            <a:ext cx="2712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push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E0CC5A9-4ABE-59F4-F6AD-61CD2673CF89}"/>
              </a:ext>
            </a:extLst>
          </p:cNvPr>
          <p:cNvGrpSpPr/>
          <p:nvPr/>
        </p:nvGrpSpPr>
        <p:grpSpPr>
          <a:xfrm>
            <a:off x="5084357" y="5004501"/>
            <a:ext cx="1503016" cy="1466128"/>
            <a:chOff x="6228921" y="1673189"/>
            <a:chExt cx="1503016" cy="1466128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A61757B-80A4-31CB-9A41-F4BFBE1FF892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D6B765D-40DC-F22C-37DC-94E5F6B38F49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F9C42B0-6B43-7702-36D2-CAE95953FC8A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EA82D6C7-1A02-FF74-D855-05CCB6CB9D86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09804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6 L 0.01953 -0.57129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77" y="-2856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59" grpId="0"/>
      <p:bldP spid="6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1B5CDE-C2BA-B2CD-F1B2-902DAC3FC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32088ADE-AB50-DDBB-A085-FD706C84FDFC}"/>
              </a:ext>
            </a:extLst>
          </p:cNvPr>
          <p:cNvGrpSpPr/>
          <p:nvPr/>
        </p:nvGrpSpPr>
        <p:grpSpPr>
          <a:xfrm>
            <a:off x="138677" y="13399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0C51E46-BFC5-2DD2-9673-849DD6212EF7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2AED3EF3-A47C-2A15-6CC0-76CFFAD3BB3C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036BDB7B-43C3-681B-00B6-4B5953009A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C802EA31-0C09-7795-4197-2C98DF7C678D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03743DB8-5B5D-E7C8-84D1-0FC4F3A3DF01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D92D09E2-AB8B-3291-4285-BDC4B8CA1B33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E5029C18-3E16-918C-A875-B7EB5ED082C8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1DEEE339-F5CA-BF7A-BD6F-9F8DF62E1EF1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92394A13-46B3-D0B1-39F8-68DB46C8BB05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A1FAE73F-D805-0E60-8B46-1A96D5BB9414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B5D33B8-AF5D-955C-4C9B-AA42DA92BFFC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8A6CBD15-20C4-6E8D-754D-7B3DE26D72E3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43137B2B-E059-7B03-2055-57559CF7F33B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870577F6-080A-CA79-1D4D-F4C7635F5186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23E8DD46-2442-C422-1F2C-B513FDCEDF39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5E1B0BA7-BACB-E8CF-E46B-FACE599DAF39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0A474A6-A2E4-D339-04C4-F3C5D05351C1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812C09C4-31E2-37BD-CC80-31E186ADBC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736135" y="4811480"/>
            <a:ext cx="1859402" cy="19008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2ED768-6B31-FAB1-9107-C1FA6C7CD7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661909" y="4823149"/>
            <a:ext cx="1859402" cy="19008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31D73A3-2D92-D216-A479-1303FD4B9E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6228073" y="4823149"/>
            <a:ext cx="1859402" cy="190085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8CED3B1C-F9B4-FCA3-3DCE-3A2071841F1A}"/>
              </a:ext>
            </a:extLst>
          </p:cNvPr>
          <p:cNvSpPr/>
          <p:nvPr/>
        </p:nvSpPr>
        <p:spPr>
          <a:xfrm>
            <a:off x="1786610" y="1030560"/>
            <a:ext cx="4614190" cy="164381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FF129FF-A3B0-E113-AAAD-80370D444A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13" y="1200713"/>
            <a:ext cx="719123" cy="71912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6CA8F09-0CD2-3BF7-44D5-A730FF8D409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0049" y="5902046"/>
            <a:ext cx="757585" cy="757585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07D1BF2E-51E9-B390-C6D1-27C7AF92DF0E}"/>
              </a:ext>
            </a:extLst>
          </p:cNvPr>
          <p:cNvGrpSpPr/>
          <p:nvPr/>
        </p:nvGrpSpPr>
        <p:grpSpPr>
          <a:xfrm>
            <a:off x="4037625" y="1119403"/>
            <a:ext cx="1503016" cy="1466128"/>
            <a:chOff x="6228921" y="1673189"/>
            <a:chExt cx="1503016" cy="1466128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7F18A0C-272C-F35D-32DE-12649D51308B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6E7A43-910E-AF69-8861-96AE80017353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629C8DD-A037-8D85-339D-FB4C6ABDD519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0988DE5-C802-9A47-1848-AD1C23F11414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0050E28-D67C-0A79-1FC6-C2D0AA362E16}"/>
              </a:ext>
            </a:extLst>
          </p:cNvPr>
          <p:cNvGrpSpPr/>
          <p:nvPr/>
        </p:nvGrpSpPr>
        <p:grpSpPr>
          <a:xfrm>
            <a:off x="1967086" y="5040511"/>
            <a:ext cx="1503016" cy="1466128"/>
            <a:chOff x="6228921" y="1673189"/>
            <a:chExt cx="1503016" cy="1466128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8CE69AA8-4513-8582-AFCD-94C2B41381C9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9793D2D-75EB-E871-BA94-514A20241501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1AD2B9B-955E-A592-E50F-CF9765D954DC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03C20DB-4E39-9E22-A350-C66DF9ED1194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F8BB0A95-390F-35C2-CFCF-3F93A570FA11}"/>
              </a:ext>
            </a:extLst>
          </p:cNvPr>
          <p:cNvSpPr/>
          <p:nvPr/>
        </p:nvSpPr>
        <p:spPr>
          <a:xfrm>
            <a:off x="2201111" y="1117916"/>
            <a:ext cx="1472677" cy="1466128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2A4389E-65AE-22D0-AD7E-58832D0F47AA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3673788" y="1850980"/>
            <a:ext cx="363837" cy="1487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FCA8DD3-DF40-3E3B-DE78-E8518D02FE84}"/>
              </a:ext>
            </a:extLst>
          </p:cNvPr>
          <p:cNvSpPr txBox="1"/>
          <p:nvPr/>
        </p:nvSpPr>
        <p:spPr>
          <a:xfrm>
            <a:off x="2051145" y="5769060"/>
            <a:ext cx="13869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01010101110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237545-BFE7-6629-BDF8-F3C940D04278}"/>
              </a:ext>
            </a:extLst>
          </p:cNvPr>
          <p:cNvSpPr txBox="1"/>
          <p:nvPr/>
        </p:nvSpPr>
        <p:spPr>
          <a:xfrm>
            <a:off x="2417764" y="1634310"/>
            <a:ext cx="107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feature-b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F883EE4-1400-57F1-63F6-E7C968DB3F92}"/>
              </a:ext>
            </a:extLst>
          </p:cNvPr>
          <p:cNvGrpSpPr/>
          <p:nvPr/>
        </p:nvGrpSpPr>
        <p:grpSpPr>
          <a:xfrm>
            <a:off x="2203607" y="1117916"/>
            <a:ext cx="1503016" cy="1466128"/>
            <a:chOff x="2119486" y="5192911"/>
            <a:chExt cx="1503016" cy="1466128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0A4FBCE4-2B61-2BD0-F937-31E4E94EF540}"/>
                </a:ext>
              </a:extLst>
            </p:cNvPr>
            <p:cNvGrpSpPr/>
            <p:nvPr/>
          </p:nvGrpSpPr>
          <p:grpSpPr>
            <a:xfrm>
              <a:off x="2119486" y="5192911"/>
              <a:ext cx="1503016" cy="1466128"/>
              <a:chOff x="6228921" y="1673189"/>
              <a:chExt cx="1503016" cy="1466128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84A3363-D9F1-2C71-8E0D-815BC698DDDD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D773C34-A764-C172-0F4D-F5C8A86CB435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E62FB6D-608F-692B-F86F-1D716D8962C2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EC5F78E-CAE5-4D81-F93F-AF7730255886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76E1335-94BD-9521-85CD-DCF7B7000AC4}"/>
                </a:ext>
              </a:extLst>
            </p:cNvPr>
            <p:cNvSpPr txBox="1"/>
            <p:nvPr/>
          </p:nvSpPr>
          <p:spPr>
            <a:xfrm>
              <a:off x="2203545" y="5921460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04FC257-1DA4-1EF4-0E9B-59E9F0085029}"/>
              </a:ext>
            </a:extLst>
          </p:cNvPr>
          <p:cNvGrpSpPr/>
          <p:nvPr/>
        </p:nvGrpSpPr>
        <p:grpSpPr>
          <a:xfrm>
            <a:off x="5084357" y="5004501"/>
            <a:ext cx="1503016" cy="1466128"/>
            <a:chOff x="6228921" y="1673189"/>
            <a:chExt cx="1503016" cy="1466128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F41D907F-B570-401C-6FC3-89F661BF073A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5127C29-CCF8-C0AC-819B-A3FEE08843A9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D87C7AD-05E3-1D95-14C4-26AF958F6328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8498A0B-E113-C89B-E38F-23DF2BD36744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82E5539-D723-D1DD-D3E9-870DE9F03A59}"/>
              </a:ext>
            </a:extLst>
          </p:cNvPr>
          <p:cNvSpPr/>
          <p:nvPr/>
        </p:nvSpPr>
        <p:spPr>
          <a:xfrm>
            <a:off x="5696793" y="3371057"/>
            <a:ext cx="2618825" cy="145209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988929-95E2-9C7D-0425-8AAF61354CAE}"/>
              </a:ext>
            </a:extLst>
          </p:cNvPr>
          <p:cNvSpPr txBox="1"/>
          <p:nvPr/>
        </p:nvSpPr>
        <p:spPr>
          <a:xfrm>
            <a:off x="5730579" y="3398992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08BAD-885B-2F75-C3C6-2342D70B0BCB}"/>
              </a:ext>
            </a:extLst>
          </p:cNvPr>
          <p:cNvSpPr txBox="1"/>
          <p:nvPr/>
        </p:nvSpPr>
        <p:spPr>
          <a:xfrm>
            <a:off x="5752878" y="3619770"/>
            <a:ext cx="2344687" cy="306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clone &lt;</a:t>
            </a:r>
            <a:r>
              <a:rPr lang="en-US" sz="1400" dirty="0" err="1">
                <a:solidFill>
                  <a:schemeClr val="bg1"/>
                </a:solidFill>
                <a:latin typeface="Berlin Sans FB" panose="020E0602020502020306" pitchFamily="34" charset="0"/>
              </a:rPr>
              <a:t>github</a:t>
            </a:r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-link&gt;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267ADF8-2E23-9DB5-C641-8CEE01C9131C}"/>
              </a:ext>
            </a:extLst>
          </p:cNvPr>
          <p:cNvGrpSpPr/>
          <p:nvPr/>
        </p:nvGrpSpPr>
        <p:grpSpPr>
          <a:xfrm>
            <a:off x="4042540" y="1124318"/>
            <a:ext cx="1503016" cy="1466128"/>
            <a:chOff x="6228921" y="1673189"/>
            <a:chExt cx="1503016" cy="146612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664F4B6-C4FA-A949-AD63-B0D674F9A3DB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DCA05F8-E316-2A59-2E88-630BB11BC3A1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5564742-111F-27AB-0FEE-66BBE75A9339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72220A1-36FE-CFE4-DC37-5FE41CE84C09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CBDBA033-4214-B14D-7866-4A68D2911960}"/>
              </a:ext>
            </a:extLst>
          </p:cNvPr>
          <p:cNvSpPr txBox="1"/>
          <p:nvPr/>
        </p:nvSpPr>
        <p:spPr>
          <a:xfrm>
            <a:off x="5777462" y="3850829"/>
            <a:ext cx="2344687" cy="306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switch –c feature-c</a:t>
            </a:r>
          </a:p>
        </p:txBody>
      </p:sp>
    </p:spTree>
    <p:extLst>
      <p:ext uri="{BB962C8B-B14F-4D97-AF65-F5344CB8AC3E}">
        <p14:creationId xmlns:p14="http://schemas.microsoft.com/office/powerpoint/2010/main" val="2261076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04167E-6 -3.33333E-6 L 0.27018 0.55278 " pathEditMode="relative" rAng="0" ptsTypes="AA">
                                      <p:cBhvr>
                                        <p:cTn id="2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503" y="276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6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6FEBCF-DDF4-C9AA-1AD3-6D725A1E8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B53040F7-76A3-00F9-2CA0-ED5E52F49EDB}"/>
              </a:ext>
            </a:extLst>
          </p:cNvPr>
          <p:cNvGrpSpPr/>
          <p:nvPr/>
        </p:nvGrpSpPr>
        <p:grpSpPr>
          <a:xfrm>
            <a:off x="138677" y="13399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7E1E82D-D4FB-637B-5C23-E327563DB910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8B8520BB-C288-836F-E831-6EB764D33995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F390D6A1-E726-AFAB-6EEC-4C105A233E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51F778E2-EFEB-0F6E-2308-B541E0838825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976F583C-F1FD-1F3D-532C-0F9C3CD8BC6F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0B133E9-906C-5552-ABE5-69509D4F5E16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FD6A5655-0E5B-F944-A978-70A186987599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90C25C2A-9D62-186A-9268-AB9D66D6F1A8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E02CB511-2480-0C21-4DF0-730ED680128C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20AB7C57-129F-879C-5861-2839EBBD2F13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5B22744-53D4-E49C-4AC3-E4728FF80FB6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B8442EF5-F023-B86A-27D9-83736C29121B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9ED0A429-BF1A-E786-D2CC-212CD673035C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02C54A7B-763D-97F8-06E7-9E3F499DD0A5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417F1F71-0136-DF8B-2B0C-296BECD037D0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1944F778-9116-5E1D-BA2B-DA76B592E793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DA7DE2C-56A5-C69E-A461-EEF5F9DB272C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B732A771-832D-DA09-F2B9-4E0A60793E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234691" y="4811480"/>
            <a:ext cx="1859402" cy="19008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6A2EC32-9F14-9014-E508-3A281CDB57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160465" y="4823149"/>
            <a:ext cx="1859402" cy="19008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D3BCE8-7B40-0493-6150-68DB7DD0F5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6228073" y="4823149"/>
            <a:ext cx="1859402" cy="190085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842DC399-0526-A4AD-8422-2D54ACC288EE}"/>
              </a:ext>
            </a:extLst>
          </p:cNvPr>
          <p:cNvSpPr/>
          <p:nvPr/>
        </p:nvSpPr>
        <p:spPr>
          <a:xfrm>
            <a:off x="1786610" y="1030560"/>
            <a:ext cx="5833390" cy="164381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2E1431C-7877-523A-3AD7-EBF6120D47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13" y="1200713"/>
            <a:ext cx="719123" cy="71912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5F269E6-3A94-C26E-D818-57E83658E5F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827440"/>
            <a:ext cx="757585" cy="757585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0FB2C8AA-582E-A2DE-3D20-A9672C465B4A}"/>
              </a:ext>
            </a:extLst>
          </p:cNvPr>
          <p:cNvGrpSpPr/>
          <p:nvPr/>
        </p:nvGrpSpPr>
        <p:grpSpPr>
          <a:xfrm>
            <a:off x="4037625" y="1119403"/>
            <a:ext cx="1503016" cy="1466128"/>
            <a:chOff x="6228921" y="1673189"/>
            <a:chExt cx="1503016" cy="1466128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8678744-816E-4D07-6B1D-A223AEFCF767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2D3FCFE-5079-B8A0-E2A8-6837DB649D38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D75CF7F-3A59-4B64-BC1F-EF0BEFDC3939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FC84204-C5A1-E986-E7CF-0932443AE329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55FA8D4-8E90-D698-5FF3-E716EC446F55}"/>
              </a:ext>
            </a:extLst>
          </p:cNvPr>
          <p:cNvGrpSpPr/>
          <p:nvPr/>
        </p:nvGrpSpPr>
        <p:grpSpPr>
          <a:xfrm>
            <a:off x="1465642" y="5040511"/>
            <a:ext cx="1503016" cy="1466128"/>
            <a:chOff x="6228921" y="1673189"/>
            <a:chExt cx="1503016" cy="1466128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C593BC9-BC26-9067-BDE3-72C1AF29E704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F300684-8E05-C8D8-7EA7-88C2620D2889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605C429-4A8C-EE49-9E27-4E758D6F3AB5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071B5A8-CB5E-0ED6-3D45-F022361CE789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0ECC342D-181A-3E08-4E26-9BAD65ACA62B}"/>
              </a:ext>
            </a:extLst>
          </p:cNvPr>
          <p:cNvSpPr/>
          <p:nvPr/>
        </p:nvSpPr>
        <p:spPr>
          <a:xfrm>
            <a:off x="2201111" y="1117916"/>
            <a:ext cx="1472677" cy="1466128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1E9B052-5721-A3B0-82E4-D60A9741CC10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3673788" y="1850980"/>
            <a:ext cx="363837" cy="1487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051D2B4-C1A0-E6D4-77E2-8DEB707E64D1}"/>
              </a:ext>
            </a:extLst>
          </p:cNvPr>
          <p:cNvSpPr txBox="1"/>
          <p:nvPr/>
        </p:nvSpPr>
        <p:spPr>
          <a:xfrm>
            <a:off x="1549701" y="5769060"/>
            <a:ext cx="13869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01010101110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B8FB7B-086F-C76C-6AE0-01A0E4629837}"/>
              </a:ext>
            </a:extLst>
          </p:cNvPr>
          <p:cNvSpPr txBox="1"/>
          <p:nvPr/>
        </p:nvSpPr>
        <p:spPr>
          <a:xfrm>
            <a:off x="2417764" y="1634310"/>
            <a:ext cx="107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feature-b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FB803DE-AB57-6877-73DE-8080CC8667F8}"/>
              </a:ext>
            </a:extLst>
          </p:cNvPr>
          <p:cNvGrpSpPr/>
          <p:nvPr/>
        </p:nvGrpSpPr>
        <p:grpSpPr>
          <a:xfrm>
            <a:off x="2203607" y="1117916"/>
            <a:ext cx="1503016" cy="1466128"/>
            <a:chOff x="2119486" y="5192911"/>
            <a:chExt cx="1503016" cy="1466128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3826F6E6-F6CA-9D0E-153F-5AA5EC835498}"/>
                </a:ext>
              </a:extLst>
            </p:cNvPr>
            <p:cNvGrpSpPr/>
            <p:nvPr/>
          </p:nvGrpSpPr>
          <p:grpSpPr>
            <a:xfrm>
              <a:off x="2119486" y="5192911"/>
              <a:ext cx="1503016" cy="1466128"/>
              <a:chOff x="6228921" y="1673189"/>
              <a:chExt cx="1503016" cy="1466128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7BFC0D0B-5233-2ACC-638B-926405E0BFDE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F9599AF-641F-46CF-D421-6EC064FECD7A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81F9BCF-2AE4-8E61-E79F-7E72CB7E9092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36909B0-27C3-B0D7-A4F4-62B002AFF0C5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EF5ACBF-EB2C-EB67-77E7-5B0324C0F1D4}"/>
                </a:ext>
              </a:extLst>
            </p:cNvPr>
            <p:cNvSpPr txBox="1"/>
            <p:nvPr/>
          </p:nvSpPr>
          <p:spPr>
            <a:xfrm>
              <a:off x="2203545" y="5921460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00150BA-03FA-E229-2760-4A6AE37B1A62}"/>
              </a:ext>
            </a:extLst>
          </p:cNvPr>
          <p:cNvGrpSpPr/>
          <p:nvPr/>
        </p:nvGrpSpPr>
        <p:grpSpPr>
          <a:xfrm>
            <a:off x="4582913" y="5004501"/>
            <a:ext cx="1503016" cy="1466128"/>
            <a:chOff x="6228921" y="1673189"/>
            <a:chExt cx="1503016" cy="1466128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F54629A6-3DF9-5399-9541-D4062FB27B8A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F272321-8881-5180-0CB5-39AA31AC4708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A322DCC-EBC4-1A68-C1BF-DEACCEE6613A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945914E-6076-2BF9-EB2C-9EDB3104264E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A165EAA-11F1-491B-254E-72D8DED5E668}"/>
              </a:ext>
            </a:extLst>
          </p:cNvPr>
          <p:cNvSpPr/>
          <p:nvPr/>
        </p:nvSpPr>
        <p:spPr>
          <a:xfrm>
            <a:off x="5696793" y="3371057"/>
            <a:ext cx="2618825" cy="145209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4DB43E-E899-F3E0-8759-41B01AF7D81E}"/>
              </a:ext>
            </a:extLst>
          </p:cNvPr>
          <p:cNvSpPr txBox="1"/>
          <p:nvPr/>
        </p:nvSpPr>
        <p:spPr>
          <a:xfrm>
            <a:off x="5730579" y="3398992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44B893-B1DF-9C85-6072-20E9B20E712D}"/>
              </a:ext>
            </a:extLst>
          </p:cNvPr>
          <p:cNvSpPr txBox="1"/>
          <p:nvPr/>
        </p:nvSpPr>
        <p:spPr>
          <a:xfrm>
            <a:off x="5752878" y="3619770"/>
            <a:ext cx="2344687" cy="306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clone &lt;</a:t>
            </a:r>
            <a:r>
              <a:rPr lang="en-US" sz="1400" dirty="0" err="1">
                <a:solidFill>
                  <a:schemeClr val="bg1"/>
                </a:solidFill>
                <a:latin typeface="Berlin Sans FB" panose="020E0602020502020306" pitchFamily="34" charset="0"/>
              </a:rPr>
              <a:t>github</a:t>
            </a:r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-link&gt;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FE73B7-5774-A149-F9BD-3C1A8C26D072}"/>
              </a:ext>
            </a:extLst>
          </p:cNvPr>
          <p:cNvSpPr txBox="1"/>
          <p:nvPr/>
        </p:nvSpPr>
        <p:spPr>
          <a:xfrm>
            <a:off x="5777462" y="3850829"/>
            <a:ext cx="2344687" cy="306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switch –c feature-c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6DC41C-EA22-689B-13DF-9ACE9933E929}"/>
              </a:ext>
            </a:extLst>
          </p:cNvPr>
          <p:cNvSpPr/>
          <p:nvPr/>
        </p:nvSpPr>
        <p:spPr>
          <a:xfrm>
            <a:off x="5824587" y="1119560"/>
            <a:ext cx="1472677" cy="1466128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B13BC-AD39-9B08-1632-89BB27BE4017}"/>
              </a:ext>
            </a:extLst>
          </p:cNvPr>
          <p:cNvCxnSpPr>
            <a:cxnSpLocks/>
          </p:cNvCxnSpPr>
          <p:nvPr/>
        </p:nvCxnSpPr>
        <p:spPr>
          <a:xfrm>
            <a:off x="5476450" y="1802085"/>
            <a:ext cx="363837" cy="1487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07867F1-AB61-482A-B3D2-75734029A0D7}"/>
              </a:ext>
            </a:extLst>
          </p:cNvPr>
          <p:cNvSpPr txBox="1"/>
          <p:nvPr/>
        </p:nvSpPr>
        <p:spPr>
          <a:xfrm>
            <a:off x="6081637" y="1614634"/>
            <a:ext cx="107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feature-c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5C8196-68AB-A45C-87F8-E274876574BA}"/>
              </a:ext>
            </a:extLst>
          </p:cNvPr>
          <p:cNvSpPr txBox="1"/>
          <p:nvPr/>
        </p:nvSpPr>
        <p:spPr>
          <a:xfrm>
            <a:off x="5782379" y="4081887"/>
            <a:ext cx="2344687" cy="306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commit –am “feature-c”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742690-1021-BE19-5332-C1DF1F1EF512}"/>
              </a:ext>
            </a:extLst>
          </p:cNvPr>
          <p:cNvSpPr txBox="1"/>
          <p:nvPr/>
        </p:nvSpPr>
        <p:spPr>
          <a:xfrm>
            <a:off x="5797130" y="4322776"/>
            <a:ext cx="2344687" cy="306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push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37372A3-FD26-463B-D1A2-AF6B7625572F}"/>
              </a:ext>
            </a:extLst>
          </p:cNvPr>
          <p:cNvGrpSpPr/>
          <p:nvPr/>
        </p:nvGrpSpPr>
        <p:grpSpPr>
          <a:xfrm>
            <a:off x="7395883" y="5094376"/>
            <a:ext cx="1503016" cy="1466128"/>
            <a:chOff x="6228921" y="1673189"/>
            <a:chExt cx="1503016" cy="146612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8BF78B1-DB10-0A60-A1CA-2A977B88EAFA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85DF133-55EC-D9B3-C1EF-70518715F551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7A3013C-EB58-953F-0562-5B894694930D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5F24151-9793-CCF7-BAA4-E54871B494E2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869CEDED-899E-7BA5-BA1A-040FE4F499A0}"/>
              </a:ext>
            </a:extLst>
          </p:cNvPr>
          <p:cNvSpPr txBox="1"/>
          <p:nvPr/>
        </p:nvSpPr>
        <p:spPr>
          <a:xfrm>
            <a:off x="7505810" y="5796288"/>
            <a:ext cx="1281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Berlin Sans FB" panose="020E0602020502020306" pitchFamily="34" charset="0"/>
              </a:rPr>
              <a:t>01ssx01010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08D225B-2741-6489-A326-0BFD6A5F3566}"/>
              </a:ext>
            </a:extLst>
          </p:cNvPr>
          <p:cNvGrpSpPr/>
          <p:nvPr/>
        </p:nvGrpSpPr>
        <p:grpSpPr>
          <a:xfrm>
            <a:off x="7400799" y="5099292"/>
            <a:ext cx="1503016" cy="1466128"/>
            <a:chOff x="7548283" y="5246776"/>
            <a:chExt cx="1503016" cy="146612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2B2A616-C528-BDAE-F36F-E47EA5114E80}"/>
                </a:ext>
              </a:extLst>
            </p:cNvPr>
            <p:cNvGrpSpPr/>
            <p:nvPr/>
          </p:nvGrpSpPr>
          <p:grpSpPr>
            <a:xfrm>
              <a:off x="7548283" y="5246776"/>
              <a:ext cx="1503016" cy="1466128"/>
              <a:chOff x="6228921" y="1673189"/>
              <a:chExt cx="1503016" cy="1466128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C5365B5E-3556-8A4D-4B26-D0F4D084845B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BAA182A-E8A2-6A58-700E-C04A14BA6D33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7D3933F-E931-C1ED-3BF4-90A945024CE8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03A1F89-5D37-0AB1-CEAD-B781E1C008E6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54C5A7F5-8A2E-EE7A-A3D3-FFBC2AFEB9DA}"/>
                </a:ext>
              </a:extLst>
            </p:cNvPr>
            <p:cNvSpPr txBox="1"/>
            <p:nvPr/>
          </p:nvSpPr>
          <p:spPr>
            <a:xfrm>
              <a:off x="7658210" y="5948688"/>
              <a:ext cx="12811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01ssx01010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2354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2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91 0.00139 L -0.12956 -0.57986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32" y="-2907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6" grpId="0"/>
      <p:bldP spid="4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EB1A69-E608-2405-A5B2-A483310E9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3B8F2DE9-5F4A-D828-D182-36A6A4555D1F}"/>
              </a:ext>
            </a:extLst>
          </p:cNvPr>
          <p:cNvGrpSpPr/>
          <p:nvPr/>
        </p:nvGrpSpPr>
        <p:grpSpPr>
          <a:xfrm>
            <a:off x="134968" y="14335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77BE3CD-3A83-3A47-C40C-335DF86135DB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67DAB24C-AA8F-529E-31AA-136C7F7DA04F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D27D3159-A273-5C56-2038-26C4C4B854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587BE2E6-8415-E507-7A52-A2C2F8657BEB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1CA56C88-FFF8-8254-F967-1FFC55FA736F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544FA549-A90D-63FA-247A-C4F44CCC3174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CA784155-E276-74A9-1964-FE0B0DEAB68C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45C68B77-D520-3A5A-E5F2-DFFA107678AB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9808658F-821E-3BE5-EDAE-1B60A6247ABB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8EBBF93B-F8CF-CE78-D766-E52CA94B355E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19C5F47-F53F-796F-9F5B-53D9322CA553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D3D698D5-BD21-09F7-D9BB-5FB1ED9B5FA7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C0EEFE1D-F1EB-974A-B665-234A12AF78AE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0853D7B9-0494-F996-6E37-B6305DDEA065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031B6047-CDE9-6C69-26ED-A7668249854E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CF59C4AD-A91A-849B-4B6C-E98D2D93F4C1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9F5058D-1A38-D1B1-F5B9-B37C82853BA5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13D38B89-D1C9-7D15-74C7-870971C4CA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160465" y="4823149"/>
            <a:ext cx="1859402" cy="190085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0BFAF4C2-0AFD-CA7A-CDF8-8B04BBB598F3}"/>
              </a:ext>
            </a:extLst>
          </p:cNvPr>
          <p:cNvSpPr/>
          <p:nvPr/>
        </p:nvSpPr>
        <p:spPr>
          <a:xfrm>
            <a:off x="1786610" y="1030560"/>
            <a:ext cx="5833390" cy="164381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B08BAE4-27F1-BA61-5260-73A5268D02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13" y="1200713"/>
            <a:ext cx="719123" cy="71912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C1C1D67-1EBC-23EC-4EC1-D7BCB0B1148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3682" y="5769060"/>
            <a:ext cx="757585" cy="757585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8DD80F90-D041-4725-58CC-FB6F66281204}"/>
              </a:ext>
            </a:extLst>
          </p:cNvPr>
          <p:cNvGrpSpPr/>
          <p:nvPr/>
        </p:nvGrpSpPr>
        <p:grpSpPr>
          <a:xfrm>
            <a:off x="4037625" y="1119403"/>
            <a:ext cx="1503016" cy="1466128"/>
            <a:chOff x="6228921" y="1673189"/>
            <a:chExt cx="1503016" cy="1466128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9B0FBCA-DB57-50CC-1F0C-E0E9B1291A6C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7BBF8A6-7B0E-041E-FDD8-3049F0251DF9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FD129FC-14E3-2C88-B8F0-8ADC5295FD22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09585CE-60B1-3154-E071-61D8A74BCA6A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4D8C8C13-F5D5-9BEB-6A99-241A7BAB6FDE}"/>
              </a:ext>
            </a:extLst>
          </p:cNvPr>
          <p:cNvSpPr/>
          <p:nvPr/>
        </p:nvSpPr>
        <p:spPr>
          <a:xfrm>
            <a:off x="2201111" y="1117916"/>
            <a:ext cx="1472677" cy="1466128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3F7CB3-04F0-D92C-98D5-62480DF6A6C1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3673788" y="1850980"/>
            <a:ext cx="363837" cy="1487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A04BEBD-0150-98FA-52E5-110F40B2AC57}"/>
              </a:ext>
            </a:extLst>
          </p:cNvPr>
          <p:cNvSpPr txBox="1"/>
          <p:nvPr/>
        </p:nvSpPr>
        <p:spPr>
          <a:xfrm>
            <a:off x="2417764" y="1634310"/>
            <a:ext cx="107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feature-b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4B63FD-003A-DC97-C529-7EB29EFE24D9}"/>
              </a:ext>
            </a:extLst>
          </p:cNvPr>
          <p:cNvGrpSpPr/>
          <p:nvPr/>
        </p:nvGrpSpPr>
        <p:grpSpPr>
          <a:xfrm>
            <a:off x="2203607" y="1117916"/>
            <a:ext cx="1503016" cy="1466128"/>
            <a:chOff x="2119486" y="5192911"/>
            <a:chExt cx="1503016" cy="1466128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38AF41A7-7034-2C93-7F58-5E47A9081986}"/>
                </a:ext>
              </a:extLst>
            </p:cNvPr>
            <p:cNvGrpSpPr/>
            <p:nvPr/>
          </p:nvGrpSpPr>
          <p:grpSpPr>
            <a:xfrm>
              <a:off x="2119486" y="5192911"/>
              <a:ext cx="1503016" cy="1466128"/>
              <a:chOff x="6228921" y="1673189"/>
              <a:chExt cx="1503016" cy="1466128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68B4B21-7E8C-0B4C-9DDF-2B5B75DCA235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1A89ED-098D-3146-DB9D-4672378CE04C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A098E0D-3B67-10E0-D87B-3D2AA97CBC79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DF2C6D8-4806-1568-5464-D73D39C96F45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4DD492B-FD54-3534-5616-4F3F5E779F3A}"/>
                </a:ext>
              </a:extLst>
            </p:cNvPr>
            <p:cNvSpPr txBox="1"/>
            <p:nvPr/>
          </p:nvSpPr>
          <p:spPr>
            <a:xfrm>
              <a:off x="2203545" y="5921460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6B71E252-B64B-E7EA-9DCD-2300CF5A4EEB}"/>
              </a:ext>
            </a:extLst>
          </p:cNvPr>
          <p:cNvGrpSpPr/>
          <p:nvPr/>
        </p:nvGrpSpPr>
        <p:grpSpPr>
          <a:xfrm>
            <a:off x="4582913" y="5004501"/>
            <a:ext cx="1503016" cy="1466128"/>
            <a:chOff x="6228921" y="1673189"/>
            <a:chExt cx="1503016" cy="1466128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985CDF40-B504-5933-AD71-CFF5D051028F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3033C70-C8EA-755D-68C7-83945071420A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0AD26D2-AB4D-80D6-70F0-004D1DD259B4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9FCB097-9304-CB9C-5670-ADFE51A15A9D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1ADCA3B-2E8A-E300-B7B8-8090338F0CAB}"/>
              </a:ext>
            </a:extLst>
          </p:cNvPr>
          <p:cNvSpPr/>
          <p:nvPr/>
        </p:nvSpPr>
        <p:spPr>
          <a:xfrm>
            <a:off x="3605357" y="3292678"/>
            <a:ext cx="2618825" cy="145209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21A5E3-D870-BCD4-0DB2-FDA992AA15BC}"/>
              </a:ext>
            </a:extLst>
          </p:cNvPr>
          <p:cNvSpPr txBox="1"/>
          <p:nvPr/>
        </p:nvSpPr>
        <p:spPr>
          <a:xfrm>
            <a:off x="3615189" y="3304370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F0F343-1F56-6733-0B94-F2AF4A63DEF3}"/>
              </a:ext>
            </a:extLst>
          </p:cNvPr>
          <p:cNvSpPr/>
          <p:nvPr/>
        </p:nvSpPr>
        <p:spPr>
          <a:xfrm>
            <a:off x="5824587" y="1119560"/>
            <a:ext cx="1472677" cy="1466128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2B5C81-6408-6410-30D8-70BBC01E43BA}"/>
              </a:ext>
            </a:extLst>
          </p:cNvPr>
          <p:cNvCxnSpPr>
            <a:cxnSpLocks/>
          </p:cNvCxnSpPr>
          <p:nvPr/>
        </p:nvCxnSpPr>
        <p:spPr>
          <a:xfrm>
            <a:off x="5514920" y="1809132"/>
            <a:ext cx="325367" cy="427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AD7A1D7-4534-9174-7948-212C6129E7C1}"/>
              </a:ext>
            </a:extLst>
          </p:cNvPr>
          <p:cNvSpPr txBox="1"/>
          <p:nvPr/>
        </p:nvSpPr>
        <p:spPr>
          <a:xfrm>
            <a:off x="6081637" y="1614634"/>
            <a:ext cx="107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feature-c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AB7D1DA-10E3-AABC-B8D0-73B6AD2D5B18}"/>
              </a:ext>
            </a:extLst>
          </p:cNvPr>
          <p:cNvGrpSpPr/>
          <p:nvPr/>
        </p:nvGrpSpPr>
        <p:grpSpPr>
          <a:xfrm>
            <a:off x="5819249" y="1121860"/>
            <a:ext cx="1503016" cy="1466128"/>
            <a:chOff x="7548283" y="5246776"/>
            <a:chExt cx="1503016" cy="146612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A972732-AFD9-858D-DF8F-050DA1436752}"/>
                </a:ext>
              </a:extLst>
            </p:cNvPr>
            <p:cNvGrpSpPr/>
            <p:nvPr/>
          </p:nvGrpSpPr>
          <p:grpSpPr>
            <a:xfrm>
              <a:off x="7548283" y="5246776"/>
              <a:ext cx="1503016" cy="1466128"/>
              <a:chOff x="6228921" y="1673189"/>
              <a:chExt cx="1503016" cy="1466128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E6716F70-A7A5-30CC-9FB3-32B2268A7F46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2B63267-8DA5-4A2B-6DDE-C94FA91D5300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0D948A0-4D03-6BB4-8228-AE75BB4A6132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E3E2381B-7E30-8204-62D4-039FA1226513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356B1CF-D655-AD76-CA44-9905DD867BD0}"/>
                </a:ext>
              </a:extLst>
            </p:cNvPr>
            <p:cNvSpPr txBox="1"/>
            <p:nvPr/>
          </p:nvSpPr>
          <p:spPr>
            <a:xfrm>
              <a:off x="7658210" y="5948688"/>
              <a:ext cx="12811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01ssx01010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CF8E6DC3-A1FF-6F31-A9F3-30949B55C89F}"/>
              </a:ext>
            </a:extLst>
          </p:cNvPr>
          <p:cNvSpPr txBox="1"/>
          <p:nvPr/>
        </p:nvSpPr>
        <p:spPr>
          <a:xfrm>
            <a:off x="3673788" y="3615016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fetch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067819-D278-C5D9-8DA0-31A71656C21C}"/>
              </a:ext>
            </a:extLst>
          </p:cNvPr>
          <p:cNvSpPr txBox="1"/>
          <p:nvPr/>
        </p:nvSpPr>
        <p:spPr>
          <a:xfrm>
            <a:off x="3673788" y="3924198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Pull</a:t>
            </a:r>
          </a:p>
        </p:txBody>
      </p:sp>
    </p:spTree>
    <p:extLst>
      <p:ext uri="{BB962C8B-B14F-4D97-AF65-F5344CB8AC3E}">
        <p14:creationId xmlns:p14="http://schemas.microsoft.com/office/powerpoint/2010/main" val="1981935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29" grpId="0"/>
      <p:bldP spid="3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3568C3-F9C5-0D97-7962-8312D8502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CB6B68A7-B42C-3052-1A5A-DB7F73A33AEB}"/>
              </a:ext>
            </a:extLst>
          </p:cNvPr>
          <p:cNvGrpSpPr/>
          <p:nvPr/>
        </p:nvGrpSpPr>
        <p:grpSpPr>
          <a:xfrm>
            <a:off x="134968" y="14335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326D8D4-CDDA-C5F5-2A9E-63AE08182487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E25D9515-0234-F5DD-D671-55C0182A7AF0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35945A43-7C5F-A73E-04F2-69E73E59E0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E1F76F72-CC57-CC4A-798A-9D9FA4BCBFDF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17E0DA9A-09EB-6BB6-1E0E-D67011B44374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4B9F1EB5-B94E-4E20-750F-792D228392FD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10908388-F334-F892-2665-1F122784D99F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09553BD7-42EF-B42E-06AA-3AC8620A26B0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5D44D006-AD0B-46F6-3FC2-E5781D543AB2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9AFC8A2B-C927-A422-5F79-0185BB762B9B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886164D-620F-CF53-10E0-72DA24956A89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6B8625C7-68D2-6F20-FFAD-838E4F81B845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413A4AC1-0761-2ACF-8443-29AE210D41BE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4388ECD7-B560-36B2-C120-E2838042EF76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EA8A2347-AB5A-9036-9F3D-D53DC52E63C1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6363BDA5-3472-CB62-F904-4134339C91DF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2C5E0B9-F41E-32BD-574D-A494968513AE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D35B7209-0AC9-4C6E-1156-FF8D12ED59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160465" y="4823149"/>
            <a:ext cx="1859402" cy="190085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1BE0F9FB-FA23-D641-F826-C3DB024F9E7A}"/>
              </a:ext>
            </a:extLst>
          </p:cNvPr>
          <p:cNvSpPr/>
          <p:nvPr/>
        </p:nvSpPr>
        <p:spPr>
          <a:xfrm>
            <a:off x="1786610" y="1030560"/>
            <a:ext cx="5833390" cy="164381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F03F987-DBF8-89A2-3E6F-FF7E5BA7C0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13" y="1200713"/>
            <a:ext cx="719123" cy="71912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9D0B6FA-8690-39C1-DEEF-DDF58B402D5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3682" y="5769060"/>
            <a:ext cx="757585" cy="757585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B036AC78-1FCA-2C18-39D9-A724628D74E6}"/>
              </a:ext>
            </a:extLst>
          </p:cNvPr>
          <p:cNvGrpSpPr/>
          <p:nvPr/>
        </p:nvGrpSpPr>
        <p:grpSpPr>
          <a:xfrm>
            <a:off x="4037625" y="1119403"/>
            <a:ext cx="1503016" cy="1466128"/>
            <a:chOff x="6228921" y="1673189"/>
            <a:chExt cx="1503016" cy="1466128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6499477-94E3-F861-FC23-F1D92DE63011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798E5BB-5BCE-7ECF-EA34-6BFBE64DCD56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0FAC205-C530-7CFD-54BC-7882AEEB4DC9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2E0556E-8A9B-C3C7-BC0E-834F9787F701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BD05E5A7-0294-E02D-06E4-3043E1B8D582}"/>
              </a:ext>
            </a:extLst>
          </p:cNvPr>
          <p:cNvSpPr/>
          <p:nvPr/>
        </p:nvSpPr>
        <p:spPr>
          <a:xfrm>
            <a:off x="2201111" y="1117916"/>
            <a:ext cx="1472677" cy="1466128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6A99D9E-12B9-2629-D5F6-F2D9111D8808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3673788" y="1850980"/>
            <a:ext cx="363837" cy="1487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8FFA366-94D7-8FD2-A2F5-7D5E889DDA29}"/>
              </a:ext>
            </a:extLst>
          </p:cNvPr>
          <p:cNvSpPr txBox="1"/>
          <p:nvPr/>
        </p:nvSpPr>
        <p:spPr>
          <a:xfrm>
            <a:off x="2417764" y="1634310"/>
            <a:ext cx="107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feature-b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DBB271B-EC4C-1E2E-AE71-F78C36BEE884}"/>
              </a:ext>
            </a:extLst>
          </p:cNvPr>
          <p:cNvGrpSpPr/>
          <p:nvPr/>
        </p:nvGrpSpPr>
        <p:grpSpPr>
          <a:xfrm>
            <a:off x="2203607" y="1117916"/>
            <a:ext cx="1503016" cy="1466128"/>
            <a:chOff x="2119486" y="5192911"/>
            <a:chExt cx="1503016" cy="1466128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C5A0A889-ADA8-7AF1-2AB1-50D401EC6E93}"/>
                </a:ext>
              </a:extLst>
            </p:cNvPr>
            <p:cNvGrpSpPr/>
            <p:nvPr/>
          </p:nvGrpSpPr>
          <p:grpSpPr>
            <a:xfrm>
              <a:off x="2119486" y="5192911"/>
              <a:ext cx="1503016" cy="1466128"/>
              <a:chOff x="6228921" y="1673189"/>
              <a:chExt cx="1503016" cy="1466128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D586AE98-51C1-422E-EA77-B19EBE05821B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699B0B8-586B-D173-47EE-ED7D0F7F1959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EF81461-9D4E-D931-284B-F87882B0B768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EADB16B2-9C42-DC71-B9CD-69F02A35E778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BCAAD95-F629-5F11-7A04-543732A6F8A4}"/>
                </a:ext>
              </a:extLst>
            </p:cNvPr>
            <p:cNvSpPr txBox="1"/>
            <p:nvPr/>
          </p:nvSpPr>
          <p:spPr>
            <a:xfrm>
              <a:off x="2203545" y="5921460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01B842C-1507-CC64-CBE2-DE4F39275873}"/>
              </a:ext>
            </a:extLst>
          </p:cNvPr>
          <p:cNvGrpSpPr/>
          <p:nvPr/>
        </p:nvGrpSpPr>
        <p:grpSpPr>
          <a:xfrm>
            <a:off x="4582913" y="5004501"/>
            <a:ext cx="1503016" cy="1466128"/>
            <a:chOff x="6228921" y="1673189"/>
            <a:chExt cx="1503016" cy="1466128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8B4E121-03A3-FC58-BE7F-2BA61C87CB3A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A054C45-ECF9-7231-5F0D-DFE0BEA0A4DD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6E2033C0-9700-E8DC-BDFC-EDFED5058C9B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FED23CAB-0A53-8E11-FCAE-278DB981D2CA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B26CABB-C553-9687-4267-B6A00C1036E6}"/>
              </a:ext>
            </a:extLst>
          </p:cNvPr>
          <p:cNvSpPr/>
          <p:nvPr/>
        </p:nvSpPr>
        <p:spPr>
          <a:xfrm>
            <a:off x="3605357" y="3292678"/>
            <a:ext cx="2618825" cy="145209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0A571A-5E1D-517B-7A95-0BE965319103}"/>
              </a:ext>
            </a:extLst>
          </p:cNvPr>
          <p:cNvSpPr txBox="1"/>
          <p:nvPr/>
        </p:nvSpPr>
        <p:spPr>
          <a:xfrm>
            <a:off x="3615189" y="3304370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8B3CE1-095A-AE20-9456-8678CBC11FB3}"/>
              </a:ext>
            </a:extLst>
          </p:cNvPr>
          <p:cNvSpPr/>
          <p:nvPr/>
        </p:nvSpPr>
        <p:spPr>
          <a:xfrm>
            <a:off x="5824587" y="1119560"/>
            <a:ext cx="1472677" cy="1466128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480B6A-6F8E-8C76-BA67-55BF35E92204}"/>
              </a:ext>
            </a:extLst>
          </p:cNvPr>
          <p:cNvCxnSpPr>
            <a:cxnSpLocks/>
          </p:cNvCxnSpPr>
          <p:nvPr/>
        </p:nvCxnSpPr>
        <p:spPr>
          <a:xfrm>
            <a:off x="5514920" y="1809132"/>
            <a:ext cx="325367" cy="427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782A98D-E0BC-50C4-391E-E5700648AB70}"/>
              </a:ext>
            </a:extLst>
          </p:cNvPr>
          <p:cNvSpPr txBox="1"/>
          <p:nvPr/>
        </p:nvSpPr>
        <p:spPr>
          <a:xfrm>
            <a:off x="6081637" y="1614634"/>
            <a:ext cx="107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feature-c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A5F124B-7ABB-88B3-BB70-D87DB8EA2F09}"/>
              </a:ext>
            </a:extLst>
          </p:cNvPr>
          <p:cNvGrpSpPr/>
          <p:nvPr/>
        </p:nvGrpSpPr>
        <p:grpSpPr>
          <a:xfrm>
            <a:off x="5819249" y="1121860"/>
            <a:ext cx="1503016" cy="1466128"/>
            <a:chOff x="7548283" y="5246776"/>
            <a:chExt cx="1503016" cy="146612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692755D-A80F-0E3E-9CE7-BB73DAF6362B}"/>
                </a:ext>
              </a:extLst>
            </p:cNvPr>
            <p:cNvGrpSpPr/>
            <p:nvPr/>
          </p:nvGrpSpPr>
          <p:grpSpPr>
            <a:xfrm>
              <a:off x="7548283" y="5246776"/>
              <a:ext cx="1503016" cy="1466128"/>
              <a:chOff x="6228921" y="1673189"/>
              <a:chExt cx="1503016" cy="1466128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8AF998BE-1D6B-D2C8-61AF-B8760E80E5F3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920EC3A-796D-02B6-EE5F-9F2030B6B603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E6A43649-B11A-8481-9531-A8C8D8502F89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AB6629DB-FBB3-F646-2429-81F8B69E71BB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4DD075E-CABC-2E65-81CC-C06EBDEEC14C}"/>
                </a:ext>
              </a:extLst>
            </p:cNvPr>
            <p:cNvSpPr txBox="1"/>
            <p:nvPr/>
          </p:nvSpPr>
          <p:spPr>
            <a:xfrm>
              <a:off x="7658210" y="5948688"/>
              <a:ext cx="12811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01ssx01010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862348D-F808-0AB1-AA66-C8CB0E87E7EC}"/>
              </a:ext>
            </a:extLst>
          </p:cNvPr>
          <p:cNvSpPr txBox="1"/>
          <p:nvPr/>
        </p:nvSpPr>
        <p:spPr>
          <a:xfrm>
            <a:off x="3673788" y="3615016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fetch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37548C-366E-86C8-E910-D406591BC452}"/>
              </a:ext>
            </a:extLst>
          </p:cNvPr>
          <p:cNvSpPr txBox="1"/>
          <p:nvPr/>
        </p:nvSpPr>
        <p:spPr>
          <a:xfrm>
            <a:off x="3673788" y="3924198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Pull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06F350CD-49C7-9A3C-06C6-FB0253DA2044}"/>
              </a:ext>
            </a:extLst>
          </p:cNvPr>
          <p:cNvGrpSpPr/>
          <p:nvPr/>
        </p:nvGrpSpPr>
        <p:grpSpPr>
          <a:xfrm>
            <a:off x="2208523" y="1122831"/>
            <a:ext cx="5118658" cy="1470072"/>
            <a:chOff x="2356007" y="1270316"/>
            <a:chExt cx="5118658" cy="1470072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5A13C2-1114-3B80-2CF6-A04CC108E127}"/>
                </a:ext>
              </a:extLst>
            </p:cNvPr>
            <p:cNvGrpSpPr/>
            <p:nvPr/>
          </p:nvGrpSpPr>
          <p:grpSpPr>
            <a:xfrm>
              <a:off x="4190025" y="1271803"/>
              <a:ext cx="1503016" cy="1466128"/>
              <a:chOff x="6228921" y="1673189"/>
              <a:chExt cx="1503016" cy="146612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308C3F8-38CB-4AE7-EEE0-AB1156CBB3A6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59294F-B420-E28D-2703-0B052B7329E6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A3066FF-F5B0-E232-09CF-1C136ED160B1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CE4C82-D8FB-C669-D0C9-80DD00142788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B49F03C-52DD-29F3-F8C5-48B6DA73CD4F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3826188" y="2003380"/>
              <a:ext cx="363837" cy="148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7310F8E8-1FBB-441F-C924-2BD643845FFB}"/>
                </a:ext>
              </a:extLst>
            </p:cNvPr>
            <p:cNvGrpSpPr/>
            <p:nvPr/>
          </p:nvGrpSpPr>
          <p:grpSpPr>
            <a:xfrm>
              <a:off x="2356007" y="1270316"/>
              <a:ext cx="1503016" cy="1466128"/>
              <a:chOff x="2119486" y="5192911"/>
              <a:chExt cx="1503016" cy="1466128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08316551-A95D-12BA-849D-D4383707D4EE}"/>
                  </a:ext>
                </a:extLst>
              </p:cNvPr>
              <p:cNvGrpSpPr/>
              <p:nvPr/>
            </p:nvGrpSpPr>
            <p:grpSpPr>
              <a:xfrm>
                <a:off x="2119486" y="5192911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90672135-1E45-7BFB-A05F-73D9D5D26939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Berlin Sans FB" panose="020E0602020502020306" pitchFamily="34" charset="0"/>
                    </a:rPr>
                    <a:t>--</a:t>
                  </a:r>
                  <a:endParaRPr lang="en-US"/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DECCBA5-14BE-8DCE-A640-F9ADCFCD9EE2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8DD1D1D-AC64-2A70-C60B-6AB176B232B8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C1EB3FE-45A3-71E2-03B5-ED8F1827348F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8E420D9-F8FF-D514-8B26-4EE40B0DFE64}"/>
                  </a:ext>
                </a:extLst>
              </p:cNvPr>
              <p:cNvSpPr txBox="1"/>
              <p:nvPr/>
            </p:nvSpPr>
            <p:spPr>
              <a:xfrm>
                <a:off x="2203545" y="5921460"/>
                <a:ext cx="138691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01010101110</a:t>
                </a:r>
              </a:p>
            </p:txBody>
          </p:sp>
        </p:grp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A67286B-4888-9DC4-6328-25CCE761B8FB}"/>
                </a:ext>
              </a:extLst>
            </p:cNvPr>
            <p:cNvCxnSpPr>
              <a:cxnSpLocks/>
            </p:cNvCxnSpPr>
            <p:nvPr/>
          </p:nvCxnSpPr>
          <p:spPr>
            <a:xfrm>
              <a:off x="5667320" y="1961532"/>
              <a:ext cx="325367" cy="427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3BCF8D7A-762D-85EE-3C11-6673F3ED8E57}"/>
                </a:ext>
              </a:extLst>
            </p:cNvPr>
            <p:cNvGrpSpPr/>
            <p:nvPr/>
          </p:nvGrpSpPr>
          <p:grpSpPr>
            <a:xfrm>
              <a:off x="5971649" y="1274260"/>
              <a:ext cx="1503016" cy="1466128"/>
              <a:chOff x="7548283" y="5246776"/>
              <a:chExt cx="1503016" cy="1466128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FD1D9E17-D996-838F-9F70-4896B58B8A5A}"/>
                  </a:ext>
                </a:extLst>
              </p:cNvPr>
              <p:cNvGrpSpPr/>
              <p:nvPr/>
            </p:nvGrpSpPr>
            <p:grpSpPr>
              <a:xfrm>
                <a:off x="7548283" y="5246776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36F255C1-13DF-BA8B-FB48-78F00B71D93D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Berlin Sans FB" panose="020E0602020502020306" pitchFamily="34" charset="0"/>
                    </a:rPr>
                    <a:t>--</a:t>
                  </a:r>
                  <a:endParaRPr lang="en-US"/>
                </a:p>
              </p:txBody>
            </p:sp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F52736EE-68CE-86F6-D3A9-D2066B81B09D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5A7D9243-83DA-2042-98B0-05CB9FFE6180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611F03A4-D766-62D3-9E4E-3DDB251CD1C2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14AE476-D3DD-73E6-B2CF-416D8D483351}"/>
                  </a:ext>
                </a:extLst>
              </p:cNvPr>
              <p:cNvSpPr txBox="1"/>
              <p:nvPr/>
            </p:nvSpPr>
            <p:spPr>
              <a:xfrm>
                <a:off x="7658210" y="5948688"/>
                <a:ext cx="128112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01ssx01010</a:t>
                </a:r>
              </a:p>
            </p:txBody>
          </p:sp>
        </p:grp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BD74BF-AE22-5DF6-513A-6DC3764270D9}"/>
              </a:ext>
            </a:extLst>
          </p:cNvPr>
          <p:cNvGrpSpPr/>
          <p:nvPr/>
        </p:nvGrpSpPr>
        <p:grpSpPr>
          <a:xfrm>
            <a:off x="2213440" y="1137581"/>
            <a:ext cx="5118658" cy="1470072"/>
            <a:chOff x="2356007" y="1270316"/>
            <a:chExt cx="5118658" cy="1470072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CB2E2636-AC49-F7CC-4CB8-F52E8B2889AD}"/>
                </a:ext>
              </a:extLst>
            </p:cNvPr>
            <p:cNvGrpSpPr/>
            <p:nvPr/>
          </p:nvGrpSpPr>
          <p:grpSpPr>
            <a:xfrm>
              <a:off x="4190025" y="1271803"/>
              <a:ext cx="1503016" cy="1466128"/>
              <a:chOff x="6228921" y="1673189"/>
              <a:chExt cx="1503016" cy="1466128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F3B4CA1A-AC2C-D217-A025-CC7C05C4F162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530004B-0EB1-F833-0E78-D3657D6EE442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6BB689BB-15FA-E0F4-0293-14B0356025BB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1B808274-753A-C15A-7ACD-2131DF6BEA8F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06E3532B-4381-1677-79E2-5B7EF7303981}"/>
                </a:ext>
              </a:extLst>
            </p:cNvPr>
            <p:cNvCxnSpPr>
              <a:cxnSpLocks/>
              <a:endCxn id="98" idx="1"/>
            </p:cNvCxnSpPr>
            <p:nvPr/>
          </p:nvCxnSpPr>
          <p:spPr>
            <a:xfrm>
              <a:off x="3826188" y="2003380"/>
              <a:ext cx="363837" cy="148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B2C3169-DD28-0ECB-F445-72CA55A4B575}"/>
                </a:ext>
              </a:extLst>
            </p:cNvPr>
            <p:cNvGrpSpPr/>
            <p:nvPr/>
          </p:nvGrpSpPr>
          <p:grpSpPr>
            <a:xfrm>
              <a:off x="2356007" y="1270316"/>
              <a:ext cx="1503016" cy="1466128"/>
              <a:chOff x="2119486" y="5192911"/>
              <a:chExt cx="1503016" cy="1466128"/>
            </a:xfrm>
          </p:grpSpPr>
          <p:grpSp>
            <p:nvGrpSpPr>
              <p:cNvPr id="92" name="Group 91">
                <a:extLst>
                  <a:ext uri="{FF2B5EF4-FFF2-40B4-BE49-F238E27FC236}">
                    <a16:creationId xmlns:a16="http://schemas.microsoft.com/office/drawing/2014/main" id="{14698F13-4AA2-F8A0-F404-E6D410C81BF7}"/>
                  </a:ext>
                </a:extLst>
              </p:cNvPr>
              <p:cNvGrpSpPr/>
              <p:nvPr/>
            </p:nvGrpSpPr>
            <p:grpSpPr>
              <a:xfrm>
                <a:off x="2119486" y="5192911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FB0012E3-CC0F-A6FC-CF23-9017210FB485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Berlin Sans FB" panose="020E0602020502020306" pitchFamily="34" charset="0"/>
                    </a:rPr>
                    <a:t>--</a:t>
                  </a:r>
                  <a:endParaRPr lang="en-US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58B123B4-9F08-3F55-94EB-D0E4BE6CCB7E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9D62005E-ABBF-2720-C635-66F59D6B365F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822ADB8A-8383-4B6E-7DFF-390591AB68E0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66CD4F3-7FF6-E62E-FF65-89FD0F2B5303}"/>
                  </a:ext>
                </a:extLst>
              </p:cNvPr>
              <p:cNvSpPr txBox="1"/>
              <p:nvPr/>
            </p:nvSpPr>
            <p:spPr>
              <a:xfrm>
                <a:off x="2203545" y="5921460"/>
                <a:ext cx="138691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01010101110</a:t>
                </a:r>
              </a:p>
            </p:txBody>
          </p:sp>
        </p:grp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64A8B74F-B25C-96A2-3D12-C9AA4DE26303}"/>
                </a:ext>
              </a:extLst>
            </p:cNvPr>
            <p:cNvCxnSpPr>
              <a:cxnSpLocks/>
            </p:cNvCxnSpPr>
            <p:nvPr/>
          </p:nvCxnSpPr>
          <p:spPr>
            <a:xfrm>
              <a:off x="5667320" y="1961532"/>
              <a:ext cx="325367" cy="427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86CCCE87-B839-62E2-F539-13186AD744DB}"/>
                </a:ext>
              </a:extLst>
            </p:cNvPr>
            <p:cNvGrpSpPr/>
            <p:nvPr/>
          </p:nvGrpSpPr>
          <p:grpSpPr>
            <a:xfrm>
              <a:off x="5971649" y="1274260"/>
              <a:ext cx="1503016" cy="1466128"/>
              <a:chOff x="7548283" y="5246776"/>
              <a:chExt cx="1503016" cy="1466128"/>
            </a:xfrm>
          </p:grpSpPr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45D4518A-185D-C033-A1DD-1824D0EE81C1}"/>
                  </a:ext>
                </a:extLst>
              </p:cNvPr>
              <p:cNvGrpSpPr/>
              <p:nvPr/>
            </p:nvGrpSpPr>
            <p:grpSpPr>
              <a:xfrm>
                <a:off x="7548283" y="5246776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28BE934D-34E8-7AA0-5899-98CF0622E286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Berlin Sans FB" panose="020E0602020502020306" pitchFamily="34" charset="0"/>
                    </a:rPr>
                    <a:t>--</a:t>
                  </a:r>
                  <a:endParaRPr lang="en-US"/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88A580AE-D6EF-AA5D-2B65-08C701068875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45F985F2-4535-E89E-60F5-D122974D6EED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B9A9608C-CB4A-C21B-DF52-5DB0AE849D96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4ED6E25-8A64-7BC0-D644-459534175813}"/>
                  </a:ext>
                </a:extLst>
              </p:cNvPr>
              <p:cNvSpPr txBox="1"/>
              <p:nvPr/>
            </p:nvSpPr>
            <p:spPr>
              <a:xfrm>
                <a:off x="7658210" y="5948688"/>
                <a:ext cx="128112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01ssx01010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32441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1.85185E-6 L 0.04349 0.56065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74" y="280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7FEAE2-42C5-4381-BCDD-D9B4290B5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BEA3D319-269C-AF68-F71D-0F07BAED301C}"/>
              </a:ext>
            </a:extLst>
          </p:cNvPr>
          <p:cNvGrpSpPr/>
          <p:nvPr/>
        </p:nvGrpSpPr>
        <p:grpSpPr>
          <a:xfrm>
            <a:off x="134968" y="14335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EDAC8B8-BF58-A4AD-9C83-434C1B9C9704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7730DA02-9E5A-2773-2C03-F6EB4F52DBB1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6A1ADF91-8950-4B02-0762-13535106E4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A414D8E7-C342-B7E3-C0BE-F24386D3C091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839117E0-6523-91FB-9A5C-C979BA3AB4BB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A6F3A67D-E365-F95C-3DF3-4BE977E1C6E4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5CE64F5E-05EE-D142-3016-CA1D101748A8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E392AC53-F5A5-E17F-CDDA-E849D5B2BF95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40980E2F-88EB-A45B-7AE9-B87A3B67C824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1C59EFE5-E854-AEB2-0088-FC5F2749E569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5017EAD-1F23-7D34-636A-8C4150CB240E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09BFC4F-A3C5-5B5B-1656-B0C771D357FE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BA66771C-5E9A-9226-981D-2DDF812F61D5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80AFAA9E-9317-A7EE-AB9E-8E7BC837EFB5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6F49475D-FB3E-567C-FEF9-D1D4728F9618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7781E82B-E209-29F4-E9E8-AD64E2A6EEC7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F9AD1F4-383C-FF8B-C726-F5A151B41FF8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F74768C3-C216-4B31-D621-247CA3360C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160465" y="4823149"/>
            <a:ext cx="1859402" cy="190085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27E77385-5752-0A63-91B0-A2A84DE49FD5}"/>
              </a:ext>
            </a:extLst>
          </p:cNvPr>
          <p:cNvSpPr/>
          <p:nvPr/>
        </p:nvSpPr>
        <p:spPr>
          <a:xfrm>
            <a:off x="1786610" y="1030560"/>
            <a:ext cx="5833390" cy="164381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27C0822-94E3-5B26-9142-1045F5A90DC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13" y="1200713"/>
            <a:ext cx="719123" cy="71912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B299202-2DC9-4D78-2BD1-D9BB048E05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3682" y="5769060"/>
            <a:ext cx="757585" cy="757585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47E0D303-46B4-D2E4-EAC0-E8C404C43CBB}"/>
              </a:ext>
            </a:extLst>
          </p:cNvPr>
          <p:cNvGrpSpPr/>
          <p:nvPr/>
        </p:nvGrpSpPr>
        <p:grpSpPr>
          <a:xfrm>
            <a:off x="4037625" y="1119403"/>
            <a:ext cx="1503016" cy="1466128"/>
            <a:chOff x="6228921" y="1673189"/>
            <a:chExt cx="1503016" cy="1466128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DF54E1B-B92C-7627-B153-677C66F908EA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60532E6-AC8B-97BF-9DA1-061C255E9A86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2291F51-8D5C-AEF6-F00B-76533FB7E4CB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DA9AAF6-BBEA-0740-1731-079F0C99E121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17FB4316-F5A9-0B08-8B29-75A34CEBD1FC}"/>
              </a:ext>
            </a:extLst>
          </p:cNvPr>
          <p:cNvSpPr/>
          <p:nvPr/>
        </p:nvSpPr>
        <p:spPr>
          <a:xfrm>
            <a:off x="2201111" y="1117916"/>
            <a:ext cx="1472677" cy="1466128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CB6724-3822-45C1-DA86-1A21F55C64BF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3673788" y="1850980"/>
            <a:ext cx="363837" cy="1487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E8269AC-5E22-4349-8481-42F54499400A}"/>
              </a:ext>
            </a:extLst>
          </p:cNvPr>
          <p:cNvSpPr txBox="1"/>
          <p:nvPr/>
        </p:nvSpPr>
        <p:spPr>
          <a:xfrm>
            <a:off x="2417764" y="1634310"/>
            <a:ext cx="107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feature-b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06724347-471C-6A86-5412-E01547B78AE2}"/>
              </a:ext>
            </a:extLst>
          </p:cNvPr>
          <p:cNvGrpSpPr/>
          <p:nvPr/>
        </p:nvGrpSpPr>
        <p:grpSpPr>
          <a:xfrm>
            <a:off x="2203607" y="1117916"/>
            <a:ext cx="1503016" cy="1466128"/>
            <a:chOff x="2119486" y="5192911"/>
            <a:chExt cx="1503016" cy="1466128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310F012E-E952-FFDC-4B81-F181B5D6C425}"/>
                </a:ext>
              </a:extLst>
            </p:cNvPr>
            <p:cNvGrpSpPr/>
            <p:nvPr/>
          </p:nvGrpSpPr>
          <p:grpSpPr>
            <a:xfrm>
              <a:off x="2119486" y="5192911"/>
              <a:ext cx="1503016" cy="1466128"/>
              <a:chOff x="6228921" y="1673189"/>
              <a:chExt cx="1503016" cy="1466128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BC363CD6-EFAB-8CB5-3276-5B73613AC1D5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D8A3254C-3EBC-35A6-806A-F8106F150DC1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59A5AA-C57B-8B4F-3113-EA0D5AD3B5C9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C2E08C5-16B5-B8AD-9DA3-403996EDCC54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59117B9E-2C4B-BC4A-0A8C-8CF7859A9266}"/>
                </a:ext>
              </a:extLst>
            </p:cNvPr>
            <p:cNvSpPr txBox="1"/>
            <p:nvPr/>
          </p:nvSpPr>
          <p:spPr>
            <a:xfrm>
              <a:off x="2203545" y="5921460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CE7A17E-8D6F-EE99-7959-70B1AE7D4D5E}"/>
              </a:ext>
            </a:extLst>
          </p:cNvPr>
          <p:cNvGrpSpPr/>
          <p:nvPr/>
        </p:nvGrpSpPr>
        <p:grpSpPr>
          <a:xfrm>
            <a:off x="4582913" y="5004501"/>
            <a:ext cx="1503016" cy="1466128"/>
            <a:chOff x="6228921" y="1673189"/>
            <a:chExt cx="1503016" cy="1466128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ED0A567-0E8A-38B0-DCD6-DD7FE4B32835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2C51835-8959-E2C8-91D6-5C404A4D4CA6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AF76774-2F84-91AB-F14F-D73A4EDF9DC9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1E5ACC0-63D8-A82B-C777-1EEA036E07FC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4F9691C-0E39-C3F0-25D9-D9570E817C88}"/>
              </a:ext>
            </a:extLst>
          </p:cNvPr>
          <p:cNvSpPr/>
          <p:nvPr/>
        </p:nvSpPr>
        <p:spPr>
          <a:xfrm>
            <a:off x="3640722" y="2806307"/>
            <a:ext cx="3280741" cy="20912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389C6C-6B7F-EA3C-E66A-5FD10BA8710B}"/>
              </a:ext>
            </a:extLst>
          </p:cNvPr>
          <p:cNvSpPr txBox="1"/>
          <p:nvPr/>
        </p:nvSpPr>
        <p:spPr>
          <a:xfrm>
            <a:off x="3587032" y="2833548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1E1D6E-7ED0-0A80-5B71-05804CB05223}"/>
              </a:ext>
            </a:extLst>
          </p:cNvPr>
          <p:cNvSpPr/>
          <p:nvPr/>
        </p:nvSpPr>
        <p:spPr>
          <a:xfrm>
            <a:off x="5824587" y="1119560"/>
            <a:ext cx="1472677" cy="1466128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4FB562B-1DC4-E8A8-33FC-AFC2298A9EDA}"/>
              </a:ext>
            </a:extLst>
          </p:cNvPr>
          <p:cNvCxnSpPr>
            <a:cxnSpLocks/>
          </p:cNvCxnSpPr>
          <p:nvPr/>
        </p:nvCxnSpPr>
        <p:spPr>
          <a:xfrm>
            <a:off x="5514920" y="1809132"/>
            <a:ext cx="325367" cy="427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DB08EC5-5699-E9CC-20E3-E5B848671EA3}"/>
              </a:ext>
            </a:extLst>
          </p:cNvPr>
          <p:cNvSpPr txBox="1"/>
          <p:nvPr/>
        </p:nvSpPr>
        <p:spPr>
          <a:xfrm>
            <a:off x="6081637" y="1614634"/>
            <a:ext cx="107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feature-c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2EBD7FE-8644-9EA5-33F2-388E03FD6BCD}"/>
              </a:ext>
            </a:extLst>
          </p:cNvPr>
          <p:cNvGrpSpPr/>
          <p:nvPr/>
        </p:nvGrpSpPr>
        <p:grpSpPr>
          <a:xfrm>
            <a:off x="5819249" y="1121860"/>
            <a:ext cx="1503016" cy="1466128"/>
            <a:chOff x="7548283" y="5246776"/>
            <a:chExt cx="1503016" cy="146612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7B0EF51-686D-EFE4-6674-861B6CDC7989}"/>
                </a:ext>
              </a:extLst>
            </p:cNvPr>
            <p:cNvGrpSpPr/>
            <p:nvPr/>
          </p:nvGrpSpPr>
          <p:grpSpPr>
            <a:xfrm>
              <a:off x="7548283" y="5246776"/>
              <a:ext cx="1503016" cy="1466128"/>
              <a:chOff x="6228921" y="1673189"/>
              <a:chExt cx="1503016" cy="1466128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D35C0BE9-A9BB-A07A-F340-012748794A7E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D8E02CD-50E6-85F8-C8D3-CB78F9FF92F2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EC4C6BB3-7FE4-9DDE-8306-0C6F1CC2B0C7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540BB6B-285E-BE56-97AC-27C122D41000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A74DB7BE-9485-14AF-886D-EB614F34A542}"/>
                </a:ext>
              </a:extLst>
            </p:cNvPr>
            <p:cNvSpPr txBox="1"/>
            <p:nvPr/>
          </p:nvSpPr>
          <p:spPr>
            <a:xfrm>
              <a:off x="7658210" y="5948688"/>
              <a:ext cx="12811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01ssx01010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5AC597E-69E8-D919-5C9B-CEB4E8562328}"/>
              </a:ext>
            </a:extLst>
          </p:cNvPr>
          <p:cNvSpPr txBox="1"/>
          <p:nvPr/>
        </p:nvSpPr>
        <p:spPr>
          <a:xfrm>
            <a:off x="3678197" y="3054549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fetch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E7A522-3856-916B-FFFF-41073116016E}"/>
              </a:ext>
            </a:extLst>
          </p:cNvPr>
          <p:cNvSpPr txBox="1"/>
          <p:nvPr/>
        </p:nvSpPr>
        <p:spPr>
          <a:xfrm>
            <a:off x="3691032" y="3303477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Pull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FC401F6F-8A12-2D85-F969-03F165EAFEC6}"/>
              </a:ext>
            </a:extLst>
          </p:cNvPr>
          <p:cNvGrpSpPr/>
          <p:nvPr/>
        </p:nvGrpSpPr>
        <p:grpSpPr>
          <a:xfrm>
            <a:off x="2208523" y="1122831"/>
            <a:ext cx="5118658" cy="1470072"/>
            <a:chOff x="2356007" y="1270316"/>
            <a:chExt cx="5118658" cy="1470072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6CD6CF5-9196-0C39-8333-E18C2B25A242}"/>
                </a:ext>
              </a:extLst>
            </p:cNvPr>
            <p:cNvGrpSpPr/>
            <p:nvPr/>
          </p:nvGrpSpPr>
          <p:grpSpPr>
            <a:xfrm>
              <a:off x="4190025" y="1271803"/>
              <a:ext cx="1503016" cy="1466128"/>
              <a:chOff x="6228921" y="1673189"/>
              <a:chExt cx="1503016" cy="146612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D6378AE3-EFB2-0483-5F51-2C8CC1F9E30E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B28E9-4F43-099F-3082-ACBFC28C9D6D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EA04230-EC40-8222-8C2F-8CE3B7D30EE5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CD13207-0F82-30A3-8D44-13A2DBE8FB39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3D135E1-1444-2485-2908-4C2F919EA6C0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3826188" y="2003380"/>
              <a:ext cx="363837" cy="148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134C72B-0182-7A2B-A25F-F6899A99B601}"/>
                </a:ext>
              </a:extLst>
            </p:cNvPr>
            <p:cNvGrpSpPr/>
            <p:nvPr/>
          </p:nvGrpSpPr>
          <p:grpSpPr>
            <a:xfrm>
              <a:off x="2356007" y="1270316"/>
              <a:ext cx="1503016" cy="1466128"/>
              <a:chOff x="2119486" y="5192911"/>
              <a:chExt cx="1503016" cy="1466128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96D2C2EA-0BB4-3A02-33A8-A73A6810DE11}"/>
                  </a:ext>
                </a:extLst>
              </p:cNvPr>
              <p:cNvGrpSpPr/>
              <p:nvPr/>
            </p:nvGrpSpPr>
            <p:grpSpPr>
              <a:xfrm>
                <a:off x="2119486" y="5192911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69D05265-03BE-D4B8-6073-124664C0AAC6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Berlin Sans FB" panose="020E0602020502020306" pitchFamily="34" charset="0"/>
                    </a:rPr>
                    <a:t>--</a:t>
                  </a:r>
                  <a:endParaRPr lang="en-US"/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D1DA07B-39A6-5AE1-C90B-DB00D05CE9B2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368C3E1-9CC7-5A04-83F4-8EC3F0737AE2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5B94A37-A04F-1934-4EEB-07B7DC7412BA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2E66686-C56F-4FC6-4C37-F260F9840221}"/>
                  </a:ext>
                </a:extLst>
              </p:cNvPr>
              <p:cNvSpPr txBox="1"/>
              <p:nvPr/>
            </p:nvSpPr>
            <p:spPr>
              <a:xfrm>
                <a:off x="2203545" y="5921460"/>
                <a:ext cx="138691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01010101110</a:t>
                </a:r>
              </a:p>
            </p:txBody>
          </p:sp>
        </p:grp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34A1265-5697-E612-7CF7-17B9C4A6E352}"/>
                </a:ext>
              </a:extLst>
            </p:cNvPr>
            <p:cNvCxnSpPr>
              <a:cxnSpLocks/>
            </p:cNvCxnSpPr>
            <p:nvPr/>
          </p:nvCxnSpPr>
          <p:spPr>
            <a:xfrm>
              <a:off x="5667320" y="1961532"/>
              <a:ext cx="325367" cy="427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696C90A-C5BF-1764-E5FE-8E9B969D7EFC}"/>
                </a:ext>
              </a:extLst>
            </p:cNvPr>
            <p:cNvGrpSpPr/>
            <p:nvPr/>
          </p:nvGrpSpPr>
          <p:grpSpPr>
            <a:xfrm>
              <a:off x="5971649" y="1274260"/>
              <a:ext cx="1503016" cy="1466128"/>
              <a:chOff x="7548283" y="5246776"/>
              <a:chExt cx="1503016" cy="1466128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5B91EC16-2E9C-7C0B-E060-742C64730CF4}"/>
                  </a:ext>
                </a:extLst>
              </p:cNvPr>
              <p:cNvGrpSpPr/>
              <p:nvPr/>
            </p:nvGrpSpPr>
            <p:grpSpPr>
              <a:xfrm>
                <a:off x="7548283" y="5246776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CA0BEBCF-38E1-67F4-06D5-57BB420FAC47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Berlin Sans FB" panose="020E0602020502020306" pitchFamily="34" charset="0"/>
                    </a:rPr>
                    <a:t>--</a:t>
                  </a:r>
                  <a:endParaRPr lang="en-US"/>
                </a:p>
              </p:txBody>
            </p:sp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31D0E8C-28EA-A7D9-88C8-B062AD7AC771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2701AE16-2238-4A9F-CD82-5FE15E559446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1E8CA40C-904C-EFF5-66CF-71E0FF36E0EB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B5BFFBD-00BE-F6D0-914B-1779A6037E66}"/>
                  </a:ext>
                </a:extLst>
              </p:cNvPr>
              <p:cNvSpPr txBox="1"/>
              <p:nvPr/>
            </p:nvSpPr>
            <p:spPr>
              <a:xfrm>
                <a:off x="7658210" y="5948688"/>
                <a:ext cx="128112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01ssx01010</a:t>
                </a:r>
              </a:p>
            </p:txBody>
          </p:sp>
        </p:grp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892680F-41BF-7CAD-A464-CB26BF6E4EAF}"/>
              </a:ext>
            </a:extLst>
          </p:cNvPr>
          <p:cNvGrpSpPr/>
          <p:nvPr/>
        </p:nvGrpSpPr>
        <p:grpSpPr>
          <a:xfrm>
            <a:off x="2753020" y="5020483"/>
            <a:ext cx="5118658" cy="1470072"/>
            <a:chOff x="2356007" y="1270316"/>
            <a:chExt cx="5118658" cy="1470072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5F6CB3A0-51BE-7D9E-F737-8D694E7C0DF4}"/>
                </a:ext>
              </a:extLst>
            </p:cNvPr>
            <p:cNvGrpSpPr/>
            <p:nvPr/>
          </p:nvGrpSpPr>
          <p:grpSpPr>
            <a:xfrm>
              <a:off x="4190025" y="1271803"/>
              <a:ext cx="1503016" cy="1466128"/>
              <a:chOff x="6228921" y="1673189"/>
              <a:chExt cx="1503016" cy="1466128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40C95FC0-8460-2E54-1ABF-6BF2970711B3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Berlin Sans FB" panose="020E0602020502020306" pitchFamily="34" charset="0"/>
                  </a:rPr>
                  <a:t>--</a:t>
                </a:r>
                <a:endParaRPr lang="en-US" dirty="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4239439B-B6D1-8E12-34C8-EC9B96731173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F0348E-A439-2F7C-9BDA-9FBE906733A0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56F1CE21-C695-C3D1-DF4D-2A3BDE134B59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5495F255-0965-B552-66C6-D9BD890D5504}"/>
                </a:ext>
              </a:extLst>
            </p:cNvPr>
            <p:cNvCxnSpPr>
              <a:cxnSpLocks/>
              <a:endCxn id="98" idx="1"/>
            </p:cNvCxnSpPr>
            <p:nvPr/>
          </p:nvCxnSpPr>
          <p:spPr>
            <a:xfrm>
              <a:off x="3826188" y="2003380"/>
              <a:ext cx="363837" cy="148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6275CE3F-5B70-D0D2-EABD-1ED2C15EAE6D}"/>
                </a:ext>
              </a:extLst>
            </p:cNvPr>
            <p:cNvGrpSpPr/>
            <p:nvPr/>
          </p:nvGrpSpPr>
          <p:grpSpPr>
            <a:xfrm>
              <a:off x="2356007" y="1270316"/>
              <a:ext cx="1503016" cy="1466128"/>
              <a:chOff x="2119486" y="5192911"/>
              <a:chExt cx="1503016" cy="1466128"/>
            </a:xfrm>
          </p:grpSpPr>
          <p:grpSp>
            <p:nvGrpSpPr>
              <p:cNvPr id="92" name="Group 91">
                <a:extLst>
                  <a:ext uri="{FF2B5EF4-FFF2-40B4-BE49-F238E27FC236}">
                    <a16:creationId xmlns:a16="http://schemas.microsoft.com/office/drawing/2014/main" id="{D452F001-53DA-85F3-FAD7-D2E03B20C2D6}"/>
                  </a:ext>
                </a:extLst>
              </p:cNvPr>
              <p:cNvGrpSpPr/>
              <p:nvPr/>
            </p:nvGrpSpPr>
            <p:grpSpPr>
              <a:xfrm>
                <a:off x="2119486" y="5192911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1E23EF75-9E17-C66F-7101-291FB7A37CB9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Berlin Sans FB" panose="020E0602020502020306" pitchFamily="34" charset="0"/>
                    </a:rPr>
                    <a:t>--</a:t>
                  </a:r>
                  <a:endParaRPr lang="en-US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AAA15720-7497-805F-155A-8EBF2F0E4CCC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449C71EF-378E-BF87-2DA9-6AAB18C94A2A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FE0365B6-D3DF-9E28-C50C-92F63C5C2DD7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9538491C-7C5E-36CB-084D-B711668FA8F7}"/>
                  </a:ext>
                </a:extLst>
              </p:cNvPr>
              <p:cNvSpPr txBox="1"/>
              <p:nvPr/>
            </p:nvSpPr>
            <p:spPr>
              <a:xfrm>
                <a:off x="2203545" y="5921460"/>
                <a:ext cx="138691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01010101110</a:t>
                </a:r>
              </a:p>
            </p:txBody>
          </p:sp>
        </p:grp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90BAE26-3AB9-2971-45CA-6B8893B96104}"/>
                </a:ext>
              </a:extLst>
            </p:cNvPr>
            <p:cNvCxnSpPr>
              <a:cxnSpLocks/>
            </p:cNvCxnSpPr>
            <p:nvPr/>
          </p:nvCxnSpPr>
          <p:spPr>
            <a:xfrm>
              <a:off x="5667320" y="1961532"/>
              <a:ext cx="325367" cy="427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1821A2A3-DCF2-4E29-E6B7-A6AC66D15098}"/>
                </a:ext>
              </a:extLst>
            </p:cNvPr>
            <p:cNvGrpSpPr/>
            <p:nvPr/>
          </p:nvGrpSpPr>
          <p:grpSpPr>
            <a:xfrm>
              <a:off x="5971649" y="1274260"/>
              <a:ext cx="1503016" cy="1466128"/>
              <a:chOff x="7548283" y="5246776"/>
              <a:chExt cx="1503016" cy="1466128"/>
            </a:xfrm>
          </p:grpSpPr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CEA78EF3-8E3E-709E-C02B-3EAFB9EFF923}"/>
                  </a:ext>
                </a:extLst>
              </p:cNvPr>
              <p:cNvGrpSpPr/>
              <p:nvPr/>
            </p:nvGrpSpPr>
            <p:grpSpPr>
              <a:xfrm>
                <a:off x="7548283" y="5246776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FB014694-AB54-BD52-CF60-1EBBE0A74DBC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Berlin Sans FB" panose="020E0602020502020306" pitchFamily="34" charset="0"/>
                    </a:rPr>
                    <a:t>--</a:t>
                  </a:r>
                  <a:endParaRPr lang="en-US" dirty="0"/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E0C11DBD-9538-0828-314C-183C805F463D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1005FD00-47D7-330D-9965-A0266E5471DD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2DA8D16E-A501-37C9-53FD-E745349C9B2A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91A8EE7-4E37-29ED-D4C4-6848A2637EF8}"/>
                  </a:ext>
                </a:extLst>
              </p:cNvPr>
              <p:cNvSpPr txBox="1"/>
              <p:nvPr/>
            </p:nvSpPr>
            <p:spPr>
              <a:xfrm>
                <a:off x="7658210" y="5948688"/>
                <a:ext cx="128112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01ssx01010</a:t>
                </a:r>
              </a:p>
            </p:txBody>
          </p:sp>
        </p:grp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90F7AA38-8306-7D11-B9BF-10556106635E}"/>
              </a:ext>
            </a:extLst>
          </p:cNvPr>
          <p:cNvSpPr txBox="1"/>
          <p:nvPr/>
        </p:nvSpPr>
        <p:spPr>
          <a:xfrm>
            <a:off x="3681200" y="3565292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Merge feature-a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D904F75-170E-32C1-F95F-1D5C27CDFE5E}"/>
              </a:ext>
            </a:extLst>
          </p:cNvPr>
          <p:cNvSpPr txBox="1"/>
          <p:nvPr/>
        </p:nvSpPr>
        <p:spPr>
          <a:xfrm>
            <a:off x="3666455" y="3825847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Merge feature -b 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12968F77-8369-9212-6363-1AE79EE87E4F}"/>
              </a:ext>
            </a:extLst>
          </p:cNvPr>
          <p:cNvGrpSpPr/>
          <p:nvPr/>
        </p:nvGrpSpPr>
        <p:grpSpPr>
          <a:xfrm>
            <a:off x="4591745" y="5026636"/>
            <a:ext cx="1503016" cy="1466128"/>
            <a:chOff x="4739438" y="5174370"/>
            <a:chExt cx="1503016" cy="1466128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FD1CFA82-EC0E-6538-BFE0-98FB4F40EF00}"/>
                </a:ext>
              </a:extLst>
            </p:cNvPr>
            <p:cNvSpPr/>
            <p:nvPr/>
          </p:nvSpPr>
          <p:spPr>
            <a:xfrm>
              <a:off x="4739438" y="5174370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Berlin Sans FB" panose="020E0602020502020306" pitchFamily="34" charset="0"/>
                </a:rPr>
                <a:t>--</a:t>
              </a:r>
              <a:endParaRPr lang="en-US" dirty="0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B16A2F08-0053-A936-822A-40222FB5A337}"/>
                </a:ext>
              </a:extLst>
            </p:cNvPr>
            <p:cNvSpPr txBox="1"/>
            <p:nvPr/>
          </p:nvSpPr>
          <p:spPr>
            <a:xfrm>
              <a:off x="4792051" y="5174370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5676A42D-A830-4DA6-BA0E-9B1BF4459CFA}"/>
                </a:ext>
              </a:extLst>
            </p:cNvPr>
            <p:cNvSpPr txBox="1"/>
            <p:nvPr/>
          </p:nvSpPr>
          <p:spPr>
            <a:xfrm>
              <a:off x="5351874" y="5207861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994F8045-6FC2-97D1-A6BB-CCA9FEA1BCC2}"/>
                </a:ext>
              </a:extLst>
            </p:cNvPr>
            <p:cNvSpPr txBox="1"/>
            <p:nvPr/>
          </p:nvSpPr>
          <p:spPr>
            <a:xfrm>
              <a:off x="4780539" y="5640310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CE672AF3-26D2-D3FC-C70C-779112AF1F06}"/>
              </a:ext>
            </a:extLst>
          </p:cNvPr>
          <p:cNvGrpSpPr/>
          <p:nvPr/>
        </p:nvGrpSpPr>
        <p:grpSpPr>
          <a:xfrm>
            <a:off x="2762588" y="5026636"/>
            <a:ext cx="1503016" cy="1466128"/>
            <a:chOff x="674982" y="4616217"/>
            <a:chExt cx="1503016" cy="1466128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B1C07B7-775C-FB5A-58B9-526422798042}"/>
                </a:ext>
              </a:extLst>
            </p:cNvPr>
            <p:cNvSpPr/>
            <p:nvPr/>
          </p:nvSpPr>
          <p:spPr>
            <a:xfrm>
              <a:off x="674982" y="4616217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Berlin Sans FB" panose="020E0602020502020306" pitchFamily="34" charset="0"/>
                </a:rPr>
                <a:t>--</a:t>
              </a:r>
              <a:endParaRPr lang="en-US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D585707-D4B6-E066-3970-D05DEA17E42E}"/>
                </a:ext>
              </a:extLst>
            </p:cNvPr>
            <p:cNvSpPr txBox="1"/>
            <p:nvPr/>
          </p:nvSpPr>
          <p:spPr>
            <a:xfrm>
              <a:off x="727595" y="4616217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6C59916-A2C3-88D7-1D62-5CCCD1838761}"/>
                </a:ext>
              </a:extLst>
            </p:cNvPr>
            <p:cNvSpPr txBox="1"/>
            <p:nvPr/>
          </p:nvSpPr>
          <p:spPr>
            <a:xfrm>
              <a:off x="1287418" y="4649708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C6728BB6-9B3B-1DCB-C768-526115B77E12}"/>
                </a:ext>
              </a:extLst>
            </p:cNvPr>
            <p:cNvSpPr txBox="1"/>
            <p:nvPr/>
          </p:nvSpPr>
          <p:spPr>
            <a:xfrm>
              <a:off x="716083" y="5082157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4ED164FB-978C-56A6-CE25-A0D4EDB87442}"/>
                </a:ext>
              </a:extLst>
            </p:cNvPr>
            <p:cNvSpPr txBox="1"/>
            <p:nvPr/>
          </p:nvSpPr>
          <p:spPr>
            <a:xfrm>
              <a:off x="698680" y="5337455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EBA4C1A-A48D-6D04-2539-AF9CB64D1503}"/>
              </a:ext>
            </a:extLst>
          </p:cNvPr>
          <p:cNvGrpSpPr/>
          <p:nvPr/>
        </p:nvGrpSpPr>
        <p:grpSpPr>
          <a:xfrm>
            <a:off x="6373578" y="5049007"/>
            <a:ext cx="1503016" cy="1466128"/>
            <a:chOff x="6521062" y="5176827"/>
            <a:chExt cx="1503016" cy="1466128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02AE6405-6986-2BCB-9BC7-0CD8C22F0EC3}"/>
                </a:ext>
              </a:extLst>
            </p:cNvPr>
            <p:cNvSpPr/>
            <p:nvPr/>
          </p:nvSpPr>
          <p:spPr>
            <a:xfrm>
              <a:off x="6521062" y="5176827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4594453A-63B6-10F2-0E6C-6AC6A860FB8B}"/>
                </a:ext>
              </a:extLst>
            </p:cNvPr>
            <p:cNvSpPr txBox="1"/>
            <p:nvPr/>
          </p:nvSpPr>
          <p:spPr>
            <a:xfrm>
              <a:off x="6573675" y="5176827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62934E5B-F772-2802-C3DD-B955CE80B1A4}"/>
                </a:ext>
              </a:extLst>
            </p:cNvPr>
            <p:cNvSpPr txBox="1"/>
            <p:nvPr/>
          </p:nvSpPr>
          <p:spPr>
            <a:xfrm>
              <a:off x="7133498" y="5210318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0A8C944-C77C-B455-014E-93C6ACB290BD}"/>
                </a:ext>
              </a:extLst>
            </p:cNvPr>
            <p:cNvSpPr txBox="1"/>
            <p:nvPr/>
          </p:nvSpPr>
          <p:spPr>
            <a:xfrm>
              <a:off x="6562163" y="5642767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2754F00-9A77-C3AC-16B1-155BD858662D}"/>
                </a:ext>
              </a:extLst>
            </p:cNvPr>
            <p:cNvSpPr txBox="1"/>
            <p:nvPr/>
          </p:nvSpPr>
          <p:spPr>
            <a:xfrm>
              <a:off x="6630989" y="5878739"/>
              <a:ext cx="12811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01ssx01010</a:t>
              </a:r>
            </a:p>
          </p:txBody>
        </p: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C1F1EE80-7FFA-ACCE-1ED4-EB73E5C3D21D}"/>
              </a:ext>
            </a:extLst>
          </p:cNvPr>
          <p:cNvGrpSpPr/>
          <p:nvPr/>
        </p:nvGrpSpPr>
        <p:grpSpPr>
          <a:xfrm>
            <a:off x="4587038" y="5021970"/>
            <a:ext cx="1503016" cy="1466128"/>
            <a:chOff x="674982" y="4616217"/>
            <a:chExt cx="1503016" cy="1466128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133FE438-ABAF-5C9B-7869-4C99448D2138}"/>
                </a:ext>
              </a:extLst>
            </p:cNvPr>
            <p:cNvSpPr/>
            <p:nvPr/>
          </p:nvSpPr>
          <p:spPr>
            <a:xfrm>
              <a:off x="674982" y="4616217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Berlin Sans FB" panose="020E0602020502020306" pitchFamily="34" charset="0"/>
                </a:rPr>
                <a:t>--</a:t>
              </a:r>
              <a:endParaRPr lang="en-US" dirty="0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3C3F191-40C2-7FFD-B739-AD4E29DD5F5B}"/>
                </a:ext>
              </a:extLst>
            </p:cNvPr>
            <p:cNvSpPr txBox="1"/>
            <p:nvPr/>
          </p:nvSpPr>
          <p:spPr>
            <a:xfrm>
              <a:off x="727595" y="4616217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31440C1-F60B-9228-C30C-1B4E06342571}"/>
                </a:ext>
              </a:extLst>
            </p:cNvPr>
            <p:cNvSpPr txBox="1"/>
            <p:nvPr/>
          </p:nvSpPr>
          <p:spPr>
            <a:xfrm>
              <a:off x="1287418" y="4649708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D8D81BA5-2BE7-7D89-8901-847E1D32222F}"/>
                </a:ext>
              </a:extLst>
            </p:cNvPr>
            <p:cNvSpPr txBox="1"/>
            <p:nvPr/>
          </p:nvSpPr>
          <p:spPr>
            <a:xfrm>
              <a:off x="716083" y="5082157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27AB34D8-BC3B-7D5E-6D8F-3A859695854B}"/>
                </a:ext>
              </a:extLst>
            </p:cNvPr>
            <p:cNvSpPr txBox="1"/>
            <p:nvPr/>
          </p:nvSpPr>
          <p:spPr>
            <a:xfrm>
              <a:off x="698680" y="5337455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1A0C9F67-5630-779E-6C17-637CE8E1C3CD}"/>
              </a:ext>
            </a:extLst>
          </p:cNvPr>
          <p:cNvGrpSpPr/>
          <p:nvPr/>
        </p:nvGrpSpPr>
        <p:grpSpPr>
          <a:xfrm>
            <a:off x="4619497" y="5035689"/>
            <a:ext cx="1503016" cy="1466128"/>
            <a:chOff x="674982" y="4616217"/>
            <a:chExt cx="1503016" cy="1466128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D2B6B1D6-DA21-34F3-C2D3-9EFA5C98FC80}"/>
                </a:ext>
              </a:extLst>
            </p:cNvPr>
            <p:cNvSpPr/>
            <p:nvPr/>
          </p:nvSpPr>
          <p:spPr>
            <a:xfrm>
              <a:off x="674982" y="4616217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Berlin Sans FB" panose="020E0602020502020306" pitchFamily="34" charset="0"/>
                </a:rPr>
                <a:t>--</a:t>
              </a:r>
              <a:endParaRPr lang="en-US" dirty="0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93A8C71D-6734-A7B1-2DB5-C732636514B5}"/>
                </a:ext>
              </a:extLst>
            </p:cNvPr>
            <p:cNvSpPr txBox="1"/>
            <p:nvPr/>
          </p:nvSpPr>
          <p:spPr>
            <a:xfrm>
              <a:off x="727595" y="4616217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6026E11E-57D2-B127-1636-85D58C306C49}"/>
                </a:ext>
              </a:extLst>
            </p:cNvPr>
            <p:cNvSpPr txBox="1"/>
            <p:nvPr/>
          </p:nvSpPr>
          <p:spPr>
            <a:xfrm>
              <a:off x="1287418" y="4649708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EEDC42C0-C308-31F3-BB30-6BA4678922A8}"/>
                </a:ext>
              </a:extLst>
            </p:cNvPr>
            <p:cNvSpPr txBox="1"/>
            <p:nvPr/>
          </p:nvSpPr>
          <p:spPr>
            <a:xfrm>
              <a:off x="716083" y="5082157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5962A2A8-F79C-4205-15CE-CEC86D8A5197}"/>
                </a:ext>
              </a:extLst>
            </p:cNvPr>
            <p:cNvSpPr txBox="1"/>
            <p:nvPr/>
          </p:nvSpPr>
          <p:spPr>
            <a:xfrm>
              <a:off x="698680" y="5337455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D2FA82A8-D025-93AE-FF9E-D6458D378E68}"/>
              </a:ext>
            </a:extLst>
          </p:cNvPr>
          <p:cNvSpPr txBox="1"/>
          <p:nvPr/>
        </p:nvSpPr>
        <p:spPr>
          <a:xfrm>
            <a:off x="3663612" y="4056795"/>
            <a:ext cx="35887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Berlin Sans FB" panose="020E0602020502020306" pitchFamily="34" charset="0"/>
              </a:rPr>
              <a:t>There is a conflict between those branches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C60E93F8-7851-F505-CB41-CDFEF5CF9C3D}"/>
              </a:ext>
            </a:extLst>
          </p:cNvPr>
          <p:cNvSpPr/>
          <p:nvPr/>
        </p:nvSpPr>
        <p:spPr>
          <a:xfrm>
            <a:off x="6492323" y="5860513"/>
            <a:ext cx="1267386" cy="24144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2626C2AE-9CFC-304B-CC72-F2318033C5B8}"/>
              </a:ext>
            </a:extLst>
          </p:cNvPr>
          <p:cNvSpPr/>
          <p:nvPr/>
        </p:nvSpPr>
        <p:spPr>
          <a:xfrm>
            <a:off x="4680262" y="5843817"/>
            <a:ext cx="1267386" cy="24144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9D2A68B-7A08-AF38-DCF2-E6AA2B5C02C6}"/>
              </a:ext>
            </a:extLst>
          </p:cNvPr>
          <p:cNvSpPr txBox="1"/>
          <p:nvPr/>
        </p:nvSpPr>
        <p:spPr>
          <a:xfrm>
            <a:off x="3686502" y="4297574"/>
            <a:ext cx="1990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Branch –d feature-b</a:t>
            </a:r>
          </a:p>
        </p:txBody>
      </p:sp>
    </p:spTree>
    <p:extLst>
      <p:ext uri="{BB962C8B-B14F-4D97-AF65-F5344CB8AC3E}">
        <p14:creationId xmlns:p14="http://schemas.microsoft.com/office/powerpoint/2010/main" val="62467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4.81481E-6 L 0.14883 0.00024 " pathEditMode="relative" rAng="0" ptsTypes="AA">
                                      <p:cBhvr>
                                        <p:cTn id="25" dur="125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435" y="0"/>
                                    </p:animMotion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7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1" dur="17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25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/>
      <p:bldP spid="103" grpId="0"/>
      <p:bldP spid="133" grpId="0"/>
      <p:bldP spid="135" grpId="0" animBg="1"/>
      <p:bldP spid="136" grpId="0" animBg="1"/>
      <p:bldP spid="13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8BBF84-FB4C-FFD3-ABAC-95E5302E5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0E0A4F62-D572-954E-DD97-07E3700D3AEA}"/>
              </a:ext>
            </a:extLst>
          </p:cNvPr>
          <p:cNvGrpSpPr/>
          <p:nvPr/>
        </p:nvGrpSpPr>
        <p:grpSpPr>
          <a:xfrm>
            <a:off x="134968" y="14335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66AF876-9B83-38B2-A2A9-F096EA0960A3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67655812-2EFE-213E-BAA3-4BC550B39041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E890A1A3-F142-2F5A-DF2E-74A25FA75A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1EA6CC70-8E0F-6254-1C18-1776FA75A01E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A38A0558-45E4-AA49-1F99-AD1382034B6F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52D0614C-5800-8A98-2BC6-0B848C1866E0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2ACDDC3A-07A6-6502-9172-46EC81C97B06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BE1672C-50D6-3A10-923B-0059C6A92951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87181CB5-E3AF-17E6-8FC6-49250D7545ED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DCE7EAEB-0AF9-C532-FE20-2D655B455CAB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921D478-F31C-C6A2-25C5-40FF13544215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3A9B951-9C2F-22F4-7DFD-A6160EA1BFF4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1E4C19BD-F58F-0D73-AC04-BC37EDAC4A9A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EEAA757F-79D3-AF10-28F6-8727E351319E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28E013F9-697B-8B94-53D2-B901B0E8AE0A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BEB55779-1453-98EA-F2E1-50B88D0A96FD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9E94579-C5C2-F624-21FB-F8A29C74C762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C31B8CF7-3D65-8503-76C4-E200E128F7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160465" y="4823149"/>
            <a:ext cx="1859402" cy="190085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7DA6C89-DCF6-D3AC-2CBF-CA6624EBF221}"/>
              </a:ext>
            </a:extLst>
          </p:cNvPr>
          <p:cNvSpPr/>
          <p:nvPr/>
        </p:nvSpPr>
        <p:spPr>
          <a:xfrm>
            <a:off x="1786610" y="1030560"/>
            <a:ext cx="5833390" cy="164381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A0DCCD1-0071-3D7E-C418-EAF8CD90B03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13" y="1200713"/>
            <a:ext cx="719123" cy="71912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2931B85-6E33-CEB4-0633-DC778F64A5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3682" y="5769060"/>
            <a:ext cx="757585" cy="757585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599AE5CE-6193-B1DD-3091-183366BF7017}"/>
              </a:ext>
            </a:extLst>
          </p:cNvPr>
          <p:cNvGrpSpPr/>
          <p:nvPr/>
        </p:nvGrpSpPr>
        <p:grpSpPr>
          <a:xfrm>
            <a:off x="4037625" y="1119403"/>
            <a:ext cx="1503016" cy="1466128"/>
            <a:chOff x="6228921" y="1673189"/>
            <a:chExt cx="1503016" cy="1466128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F0C908F-FC01-264A-9239-57031570B8C2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14E7B5B-1FAF-02FA-CEFA-83336A484E82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CE8EE54-6906-E9B3-A5D9-C6E09DC755F5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DF5E193-4712-1B34-AE77-A3FB5B856677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43D60BC4-2D5D-B06B-143A-39A247BF7513}"/>
              </a:ext>
            </a:extLst>
          </p:cNvPr>
          <p:cNvSpPr/>
          <p:nvPr/>
        </p:nvSpPr>
        <p:spPr>
          <a:xfrm>
            <a:off x="2201111" y="1117916"/>
            <a:ext cx="1472677" cy="1466128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F473E5C-9263-F356-1431-E0C3C6CE9F89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3673788" y="1850980"/>
            <a:ext cx="363837" cy="1487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8F85E194-6C9E-87B8-9B04-5623BED1A92C}"/>
              </a:ext>
            </a:extLst>
          </p:cNvPr>
          <p:cNvSpPr txBox="1"/>
          <p:nvPr/>
        </p:nvSpPr>
        <p:spPr>
          <a:xfrm>
            <a:off x="2417764" y="1634310"/>
            <a:ext cx="107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feature-b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027EC3AE-2944-A4AE-3B3A-6F0F7E9D2B21}"/>
              </a:ext>
            </a:extLst>
          </p:cNvPr>
          <p:cNvGrpSpPr/>
          <p:nvPr/>
        </p:nvGrpSpPr>
        <p:grpSpPr>
          <a:xfrm>
            <a:off x="2203607" y="1117916"/>
            <a:ext cx="1503016" cy="1466128"/>
            <a:chOff x="2119486" y="5192911"/>
            <a:chExt cx="1503016" cy="1466128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91996A8-6175-6EF3-2376-DEED47482B48}"/>
                </a:ext>
              </a:extLst>
            </p:cNvPr>
            <p:cNvGrpSpPr/>
            <p:nvPr/>
          </p:nvGrpSpPr>
          <p:grpSpPr>
            <a:xfrm>
              <a:off x="2119486" y="5192911"/>
              <a:ext cx="1503016" cy="1466128"/>
              <a:chOff x="6228921" y="1673189"/>
              <a:chExt cx="1503016" cy="1466128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70FF4A0E-E5E9-0833-1D44-66AC58E1E213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67E4B4A-6533-4634-5F83-38A8FAA1AC42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EAB4215-D07F-EFAE-AE4E-B8A5C0486743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533DC24-9502-C0EA-D6E6-1C7929941C28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313DB62-C738-1864-7DFE-0D77EE6650B3}"/>
                </a:ext>
              </a:extLst>
            </p:cNvPr>
            <p:cNvSpPr txBox="1"/>
            <p:nvPr/>
          </p:nvSpPr>
          <p:spPr>
            <a:xfrm>
              <a:off x="2203545" y="5921460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C3F6CCC1-043D-AA49-AD18-1C4C167E61D8}"/>
              </a:ext>
            </a:extLst>
          </p:cNvPr>
          <p:cNvGrpSpPr/>
          <p:nvPr/>
        </p:nvGrpSpPr>
        <p:grpSpPr>
          <a:xfrm>
            <a:off x="4582913" y="5004501"/>
            <a:ext cx="1503016" cy="1466128"/>
            <a:chOff x="6228921" y="1673189"/>
            <a:chExt cx="1503016" cy="1466128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5E4B2FFC-5862-BF32-5AEB-F4489FD7343B}"/>
                </a:ext>
              </a:extLst>
            </p:cNvPr>
            <p:cNvSpPr/>
            <p:nvPr/>
          </p:nvSpPr>
          <p:spPr>
            <a:xfrm>
              <a:off x="6228921" y="1673189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5CBF9DD-AB4C-95D2-20CE-76990B60C984}"/>
                </a:ext>
              </a:extLst>
            </p:cNvPr>
            <p:cNvSpPr txBox="1"/>
            <p:nvPr/>
          </p:nvSpPr>
          <p:spPr>
            <a:xfrm>
              <a:off x="6281534" y="1673189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09783BC-0F4A-1BA8-CAE9-D81615D91DCA}"/>
                </a:ext>
              </a:extLst>
            </p:cNvPr>
            <p:cNvSpPr txBox="1"/>
            <p:nvPr/>
          </p:nvSpPr>
          <p:spPr>
            <a:xfrm>
              <a:off x="6841357" y="1706680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A8C0D98-7E5B-91C3-F333-F54DA22CAA7B}"/>
                </a:ext>
              </a:extLst>
            </p:cNvPr>
            <p:cNvSpPr txBox="1"/>
            <p:nvPr/>
          </p:nvSpPr>
          <p:spPr>
            <a:xfrm>
              <a:off x="6270022" y="2139129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1D7AC01-207E-732F-D9DA-07AF74B0256E}"/>
              </a:ext>
            </a:extLst>
          </p:cNvPr>
          <p:cNvSpPr/>
          <p:nvPr/>
        </p:nvSpPr>
        <p:spPr>
          <a:xfrm>
            <a:off x="3640722" y="2707982"/>
            <a:ext cx="3280741" cy="23174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2E512-0B79-004B-D429-726A6B5E7241}"/>
              </a:ext>
            </a:extLst>
          </p:cNvPr>
          <p:cNvSpPr txBox="1"/>
          <p:nvPr/>
        </p:nvSpPr>
        <p:spPr>
          <a:xfrm>
            <a:off x="3587032" y="2705729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F5AC7F-3FEF-B800-7DB7-32EA4118B838}"/>
              </a:ext>
            </a:extLst>
          </p:cNvPr>
          <p:cNvSpPr/>
          <p:nvPr/>
        </p:nvSpPr>
        <p:spPr>
          <a:xfrm>
            <a:off x="5824587" y="1119560"/>
            <a:ext cx="1472677" cy="1466128"/>
          </a:xfrm>
          <a:prstGeom prst="rect">
            <a:avLst/>
          </a:prstGeom>
          <a:noFill/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</a:rPr>
              <a:t>--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8CF7B7-B83F-DD60-9730-2A71E64FB2F8}"/>
              </a:ext>
            </a:extLst>
          </p:cNvPr>
          <p:cNvCxnSpPr>
            <a:cxnSpLocks/>
          </p:cNvCxnSpPr>
          <p:nvPr/>
        </p:nvCxnSpPr>
        <p:spPr>
          <a:xfrm>
            <a:off x="5514920" y="1809132"/>
            <a:ext cx="325367" cy="427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E1AE72D-AD53-3818-C00F-6A7DACC1BD08}"/>
              </a:ext>
            </a:extLst>
          </p:cNvPr>
          <p:cNvSpPr txBox="1"/>
          <p:nvPr/>
        </p:nvSpPr>
        <p:spPr>
          <a:xfrm>
            <a:off x="6081637" y="1614634"/>
            <a:ext cx="107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feature-c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90A575C-9615-3B21-B6FB-406EFF7A5A26}"/>
              </a:ext>
            </a:extLst>
          </p:cNvPr>
          <p:cNvGrpSpPr/>
          <p:nvPr/>
        </p:nvGrpSpPr>
        <p:grpSpPr>
          <a:xfrm>
            <a:off x="5819249" y="1121860"/>
            <a:ext cx="1503016" cy="1466128"/>
            <a:chOff x="7548283" y="5246776"/>
            <a:chExt cx="1503016" cy="146612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D6C3EAA8-C4AE-DF21-5351-6DF7FEAE22C5}"/>
                </a:ext>
              </a:extLst>
            </p:cNvPr>
            <p:cNvGrpSpPr/>
            <p:nvPr/>
          </p:nvGrpSpPr>
          <p:grpSpPr>
            <a:xfrm>
              <a:off x="7548283" y="5246776"/>
              <a:ext cx="1503016" cy="1466128"/>
              <a:chOff x="6228921" y="1673189"/>
              <a:chExt cx="1503016" cy="1466128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408F7A9-0D10-C04B-1B9B-20706FB4F7DC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6E143F7-0018-2D15-7BD3-8337A86DF6C8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AC4BD281-E77F-851E-2C5B-71E3BDE9EDC4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50AE791-0B7C-4DAF-C445-5FE72BAFF162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91526E5-11EA-9CE9-890D-E4302F07D3E4}"/>
                </a:ext>
              </a:extLst>
            </p:cNvPr>
            <p:cNvSpPr txBox="1"/>
            <p:nvPr/>
          </p:nvSpPr>
          <p:spPr>
            <a:xfrm>
              <a:off x="7658210" y="5948688"/>
              <a:ext cx="12811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01ssx01010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5C30DA1D-2234-F9BD-E6FF-1B22B5445763}"/>
              </a:ext>
            </a:extLst>
          </p:cNvPr>
          <p:cNvSpPr txBox="1"/>
          <p:nvPr/>
        </p:nvSpPr>
        <p:spPr>
          <a:xfrm>
            <a:off x="3678197" y="2926730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fetch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A47CB1-C759-F4CC-2C99-E68D4341B3AB}"/>
              </a:ext>
            </a:extLst>
          </p:cNvPr>
          <p:cNvSpPr txBox="1"/>
          <p:nvPr/>
        </p:nvSpPr>
        <p:spPr>
          <a:xfrm>
            <a:off x="3691032" y="3175658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Pull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A9CA8FFA-7B2F-BDED-594C-126054AF99FB}"/>
              </a:ext>
            </a:extLst>
          </p:cNvPr>
          <p:cNvGrpSpPr/>
          <p:nvPr/>
        </p:nvGrpSpPr>
        <p:grpSpPr>
          <a:xfrm>
            <a:off x="2208523" y="1122831"/>
            <a:ext cx="5118658" cy="1470072"/>
            <a:chOff x="2356007" y="1270316"/>
            <a:chExt cx="5118658" cy="1470072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0CE23DE-FB12-40B5-9CDB-DB3DFAF950AC}"/>
                </a:ext>
              </a:extLst>
            </p:cNvPr>
            <p:cNvGrpSpPr/>
            <p:nvPr/>
          </p:nvGrpSpPr>
          <p:grpSpPr>
            <a:xfrm>
              <a:off x="4190025" y="1271803"/>
              <a:ext cx="1503016" cy="1466128"/>
              <a:chOff x="6228921" y="1673189"/>
              <a:chExt cx="1503016" cy="146612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D3C2CA4F-D1F2-536C-8884-A32B1D550C69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Berlin Sans FB" panose="020E0602020502020306" pitchFamily="34" charset="0"/>
                  </a:rPr>
                  <a:t>--</a:t>
                </a:r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7AAEB7-7808-189D-9A92-F847195D07D8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1A52270-AA1E-945F-1E88-B2E767F966B7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8CA71D6-7890-CA56-920F-1603726A06CD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D6F2655-2C98-41D2-8042-79B06AABCF17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3826188" y="2003380"/>
              <a:ext cx="363837" cy="148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056ACCA-65C0-E4D0-46E9-FE8066212B0A}"/>
                </a:ext>
              </a:extLst>
            </p:cNvPr>
            <p:cNvGrpSpPr/>
            <p:nvPr/>
          </p:nvGrpSpPr>
          <p:grpSpPr>
            <a:xfrm>
              <a:off x="2356007" y="1270316"/>
              <a:ext cx="1503016" cy="1466128"/>
              <a:chOff x="2119486" y="5192911"/>
              <a:chExt cx="1503016" cy="1466128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1A0AA08F-7BE5-007C-118A-4682F0AE78F0}"/>
                  </a:ext>
                </a:extLst>
              </p:cNvPr>
              <p:cNvGrpSpPr/>
              <p:nvPr/>
            </p:nvGrpSpPr>
            <p:grpSpPr>
              <a:xfrm>
                <a:off x="2119486" y="5192911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7AF1E242-94E9-7074-864A-D7C14A226B8A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Berlin Sans FB" panose="020E0602020502020306" pitchFamily="34" charset="0"/>
                    </a:rPr>
                    <a:t>--</a:t>
                  </a:r>
                  <a:endParaRPr lang="en-US"/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9D68FFD-FF40-4D1B-02F8-62F8F6C0AFAE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CD76637-5E0F-44D9-7DE7-A3586E3A3947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0F6E4E51-23F6-10C2-920D-169A2CF0D245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BF8CDB4-C93B-0F29-3954-308A2DEB5BCC}"/>
                  </a:ext>
                </a:extLst>
              </p:cNvPr>
              <p:cNvSpPr txBox="1"/>
              <p:nvPr/>
            </p:nvSpPr>
            <p:spPr>
              <a:xfrm>
                <a:off x="2203545" y="5921460"/>
                <a:ext cx="138691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01010101110</a:t>
                </a:r>
              </a:p>
            </p:txBody>
          </p:sp>
        </p:grp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F47B07C-AF30-4C47-50EF-DB0B6F78D65C}"/>
                </a:ext>
              </a:extLst>
            </p:cNvPr>
            <p:cNvCxnSpPr>
              <a:cxnSpLocks/>
            </p:cNvCxnSpPr>
            <p:nvPr/>
          </p:nvCxnSpPr>
          <p:spPr>
            <a:xfrm>
              <a:off x="5667320" y="1961532"/>
              <a:ext cx="325367" cy="427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3841C93B-679F-B303-7F02-6C08C8DC0E78}"/>
                </a:ext>
              </a:extLst>
            </p:cNvPr>
            <p:cNvGrpSpPr/>
            <p:nvPr/>
          </p:nvGrpSpPr>
          <p:grpSpPr>
            <a:xfrm>
              <a:off x="5971649" y="1274260"/>
              <a:ext cx="1503016" cy="1466128"/>
              <a:chOff x="7548283" y="5246776"/>
              <a:chExt cx="1503016" cy="1466128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4D41F3E1-FBDC-9C9B-292C-1EA645884FDA}"/>
                  </a:ext>
                </a:extLst>
              </p:cNvPr>
              <p:cNvGrpSpPr/>
              <p:nvPr/>
            </p:nvGrpSpPr>
            <p:grpSpPr>
              <a:xfrm>
                <a:off x="7548283" y="5246776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AD8174B-B2D2-8D4D-150C-5A8584F8AB9B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Berlin Sans FB" panose="020E0602020502020306" pitchFamily="34" charset="0"/>
                    </a:rPr>
                    <a:t>--</a:t>
                  </a:r>
                  <a:endParaRPr lang="en-US"/>
                </a:p>
              </p:txBody>
            </p:sp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DFFBB921-306F-83B1-DF57-528185C9F955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FCDE1117-DCC5-A963-2FE6-AD6E87D7D7A1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1FAC234-46E2-E14B-6EA5-7B1CCB84301C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D2BDD89-87BE-606F-42CB-3BD02C0C59B7}"/>
                  </a:ext>
                </a:extLst>
              </p:cNvPr>
              <p:cNvSpPr txBox="1"/>
              <p:nvPr/>
            </p:nvSpPr>
            <p:spPr>
              <a:xfrm>
                <a:off x="7658210" y="5948688"/>
                <a:ext cx="128112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01ssx01010</a:t>
                </a:r>
              </a:p>
            </p:txBody>
          </p:sp>
        </p:grpSp>
      </p:grpSp>
      <p:grpSp>
        <p:nvGrpSpPr>
          <p:cNvPr id="80" name="Group 79" hidden="1">
            <a:extLst>
              <a:ext uri="{FF2B5EF4-FFF2-40B4-BE49-F238E27FC236}">
                <a16:creationId xmlns:a16="http://schemas.microsoft.com/office/drawing/2014/main" id="{61C39D95-684D-AA1A-CDF7-C6753AF3BEED}"/>
              </a:ext>
            </a:extLst>
          </p:cNvPr>
          <p:cNvGrpSpPr/>
          <p:nvPr/>
        </p:nvGrpSpPr>
        <p:grpSpPr>
          <a:xfrm>
            <a:off x="2753020" y="5020483"/>
            <a:ext cx="5118658" cy="1470072"/>
            <a:chOff x="2356007" y="1270316"/>
            <a:chExt cx="5118658" cy="1470072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6B7FB56E-E391-88A7-572D-093FE10F3363}"/>
                </a:ext>
              </a:extLst>
            </p:cNvPr>
            <p:cNvGrpSpPr/>
            <p:nvPr/>
          </p:nvGrpSpPr>
          <p:grpSpPr>
            <a:xfrm>
              <a:off x="4190025" y="1271803"/>
              <a:ext cx="1503016" cy="1466128"/>
              <a:chOff x="6228921" y="1673189"/>
              <a:chExt cx="1503016" cy="1466128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607A948B-1BE1-4E6D-B244-1E2ADD108FC0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Berlin Sans FB" panose="020E0602020502020306" pitchFamily="34" charset="0"/>
                  </a:rPr>
                  <a:t>--</a:t>
                </a:r>
                <a:endParaRPr lang="en-US" dirty="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46C06484-591C-E291-1E0E-6AD3E676697D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B4C713CB-50CF-97D6-6668-A9F4FC5FDE81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507E156-46BF-94FE-5B5D-3DAC0EEF8781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B65032D-6722-89F5-4DF8-98383CC26508}"/>
                </a:ext>
              </a:extLst>
            </p:cNvPr>
            <p:cNvCxnSpPr>
              <a:cxnSpLocks/>
              <a:endCxn id="98" idx="1"/>
            </p:cNvCxnSpPr>
            <p:nvPr/>
          </p:nvCxnSpPr>
          <p:spPr>
            <a:xfrm>
              <a:off x="3826188" y="2003380"/>
              <a:ext cx="363837" cy="148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BFF00D8-D200-8797-FB52-E0A561160C07}"/>
                </a:ext>
              </a:extLst>
            </p:cNvPr>
            <p:cNvGrpSpPr/>
            <p:nvPr/>
          </p:nvGrpSpPr>
          <p:grpSpPr>
            <a:xfrm>
              <a:off x="2356007" y="1270316"/>
              <a:ext cx="1503016" cy="1466128"/>
              <a:chOff x="2119486" y="5192911"/>
              <a:chExt cx="1503016" cy="1466128"/>
            </a:xfrm>
          </p:grpSpPr>
          <p:grpSp>
            <p:nvGrpSpPr>
              <p:cNvPr id="92" name="Group 91">
                <a:extLst>
                  <a:ext uri="{FF2B5EF4-FFF2-40B4-BE49-F238E27FC236}">
                    <a16:creationId xmlns:a16="http://schemas.microsoft.com/office/drawing/2014/main" id="{788472EA-BC94-9BB6-7273-B4A982B555AF}"/>
                  </a:ext>
                </a:extLst>
              </p:cNvPr>
              <p:cNvGrpSpPr/>
              <p:nvPr/>
            </p:nvGrpSpPr>
            <p:grpSpPr>
              <a:xfrm>
                <a:off x="2119486" y="5192911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E7594368-12CE-CBAB-BBFC-6EE8C623DFB5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Berlin Sans FB" panose="020E0602020502020306" pitchFamily="34" charset="0"/>
                    </a:rPr>
                    <a:t>--</a:t>
                  </a:r>
                  <a:endParaRPr lang="en-US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52B558D4-491E-AADC-8746-01B3FE5E0F40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2EAAA73A-CF05-6CCF-48B5-B1574B214C98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401E90E9-F24A-95B8-AC93-229F8C88C5B5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C7B4442D-1D58-8EEE-98D5-EA8F078EB776}"/>
                  </a:ext>
                </a:extLst>
              </p:cNvPr>
              <p:cNvSpPr txBox="1"/>
              <p:nvPr/>
            </p:nvSpPr>
            <p:spPr>
              <a:xfrm>
                <a:off x="2203545" y="5921460"/>
                <a:ext cx="138691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01010101110</a:t>
                </a:r>
              </a:p>
            </p:txBody>
          </p:sp>
        </p:grp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D4DBFEF-8BF8-2A29-7B9F-F99C700E130C}"/>
                </a:ext>
              </a:extLst>
            </p:cNvPr>
            <p:cNvCxnSpPr>
              <a:cxnSpLocks/>
            </p:cNvCxnSpPr>
            <p:nvPr/>
          </p:nvCxnSpPr>
          <p:spPr>
            <a:xfrm>
              <a:off x="5667320" y="1961532"/>
              <a:ext cx="325367" cy="427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32BE0BBB-2EB6-EBB7-BF1B-3831127CC0C4}"/>
                </a:ext>
              </a:extLst>
            </p:cNvPr>
            <p:cNvGrpSpPr/>
            <p:nvPr/>
          </p:nvGrpSpPr>
          <p:grpSpPr>
            <a:xfrm>
              <a:off x="5971649" y="1274260"/>
              <a:ext cx="1503016" cy="1466128"/>
              <a:chOff x="7548283" y="5246776"/>
              <a:chExt cx="1503016" cy="1466128"/>
            </a:xfrm>
          </p:grpSpPr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D52FC89C-3F70-F20B-0884-BE522594E5D8}"/>
                  </a:ext>
                </a:extLst>
              </p:cNvPr>
              <p:cNvGrpSpPr/>
              <p:nvPr/>
            </p:nvGrpSpPr>
            <p:grpSpPr>
              <a:xfrm>
                <a:off x="7548283" y="5246776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2AB6D7CB-5D32-14BD-8028-9C6070998042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Berlin Sans FB" panose="020E0602020502020306" pitchFamily="34" charset="0"/>
                    </a:rPr>
                    <a:t>--</a:t>
                  </a:r>
                  <a:endParaRPr lang="en-US" dirty="0"/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5B3ED47-F285-4E70-7A3E-94164FE4D606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8674294E-9C5D-4CCF-3D0E-E16883538232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30ADC890-344B-38F9-2F03-BF70FB9BDA44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61A2C31-9247-6027-B27F-0BF9A2CBCE2F}"/>
                  </a:ext>
                </a:extLst>
              </p:cNvPr>
              <p:cNvSpPr txBox="1"/>
              <p:nvPr/>
            </p:nvSpPr>
            <p:spPr>
              <a:xfrm>
                <a:off x="7658210" y="5948688"/>
                <a:ext cx="128112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01ssx01010</a:t>
                </a:r>
              </a:p>
            </p:txBody>
          </p:sp>
        </p:grp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4A360C9D-F3F9-AA55-3A39-949A3E25E4A2}"/>
              </a:ext>
            </a:extLst>
          </p:cNvPr>
          <p:cNvSpPr txBox="1"/>
          <p:nvPr/>
        </p:nvSpPr>
        <p:spPr>
          <a:xfrm>
            <a:off x="3681200" y="3437473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Merge feature-a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9EC4466-CCFB-0216-052C-6C0FB6148CDB}"/>
              </a:ext>
            </a:extLst>
          </p:cNvPr>
          <p:cNvSpPr txBox="1"/>
          <p:nvPr/>
        </p:nvSpPr>
        <p:spPr>
          <a:xfrm>
            <a:off x="3666455" y="3698028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Merge feature -b 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3E1E2A1-9A19-3728-59BF-38AEBD9E1B59}"/>
              </a:ext>
            </a:extLst>
          </p:cNvPr>
          <p:cNvGrpSpPr/>
          <p:nvPr/>
        </p:nvGrpSpPr>
        <p:grpSpPr>
          <a:xfrm>
            <a:off x="4591745" y="5026636"/>
            <a:ext cx="1503016" cy="1466128"/>
            <a:chOff x="4739438" y="5174370"/>
            <a:chExt cx="1503016" cy="1466128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2FD66B5B-508F-AF93-C5DF-AF40E28F9BDC}"/>
                </a:ext>
              </a:extLst>
            </p:cNvPr>
            <p:cNvSpPr/>
            <p:nvPr/>
          </p:nvSpPr>
          <p:spPr>
            <a:xfrm>
              <a:off x="4739438" y="5174370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Berlin Sans FB" panose="020E0602020502020306" pitchFamily="34" charset="0"/>
                </a:rPr>
                <a:t>--</a:t>
              </a:r>
              <a:endParaRPr lang="en-US" dirty="0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DDD399D-257F-1D20-E4BC-C0ECAFB434B9}"/>
                </a:ext>
              </a:extLst>
            </p:cNvPr>
            <p:cNvSpPr txBox="1"/>
            <p:nvPr/>
          </p:nvSpPr>
          <p:spPr>
            <a:xfrm>
              <a:off x="4792051" y="5174370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6DCF0D7-0CC3-62F5-B5A7-97770F526DEF}"/>
                </a:ext>
              </a:extLst>
            </p:cNvPr>
            <p:cNvSpPr txBox="1"/>
            <p:nvPr/>
          </p:nvSpPr>
          <p:spPr>
            <a:xfrm>
              <a:off x="5351874" y="5207861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D12AC9BD-F404-741B-5F6F-00253341DD09}"/>
                </a:ext>
              </a:extLst>
            </p:cNvPr>
            <p:cNvSpPr txBox="1"/>
            <p:nvPr/>
          </p:nvSpPr>
          <p:spPr>
            <a:xfrm>
              <a:off x="4780539" y="5640310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D3C7C2B-4FF0-8F2C-A85A-D5FE7E599627}"/>
              </a:ext>
            </a:extLst>
          </p:cNvPr>
          <p:cNvGrpSpPr/>
          <p:nvPr/>
        </p:nvGrpSpPr>
        <p:grpSpPr>
          <a:xfrm>
            <a:off x="2762588" y="5026636"/>
            <a:ext cx="1503016" cy="1466128"/>
            <a:chOff x="674982" y="4616217"/>
            <a:chExt cx="1503016" cy="1466128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B2DAB722-F56E-C006-DE98-B9F5819AB8E3}"/>
                </a:ext>
              </a:extLst>
            </p:cNvPr>
            <p:cNvSpPr/>
            <p:nvPr/>
          </p:nvSpPr>
          <p:spPr>
            <a:xfrm>
              <a:off x="674982" y="4616217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Berlin Sans FB" panose="020E0602020502020306" pitchFamily="34" charset="0"/>
                </a:rPr>
                <a:t>--</a:t>
              </a:r>
              <a:endParaRPr lang="en-US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9BEC0B3-4F16-5176-939D-3C2FAE31955A}"/>
                </a:ext>
              </a:extLst>
            </p:cNvPr>
            <p:cNvSpPr txBox="1"/>
            <p:nvPr/>
          </p:nvSpPr>
          <p:spPr>
            <a:xfrm>
              <a:off x="727595" y="4616217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77D5BEF-B1A4-7837-289A-B5876E4C7F1C}"/>
                </a:ext>
              </a:extLst>
            </p:cNvPr>
            <p:cNvSpPr txBox="1"/>
            <p:nvPr/>
          </p:nvSpPr>
          <p:spPr>
            <a:xfrm>
              <a:off x="1287418" y="4649708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C0BDA78A-0AA7-B578-8D6B-A5A41B6EEC95}"/>
                </a:ext>
              </a:extLst>
            </p:cNvPr>
            <p:cNvSpPr txBox="1"/>
            <p:nvPr/>
          </p:nvSpPr>
          <p:spPr>
            <a:xfrm>
              <a:off x="716083" y="5082157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A4A8BCF-2A4F-3572-6915-38384154B68F}"/>
                </a:ext>
              </a:extLst>
            </p:cNvPr>
            <p:cNvSpPr txBox="1"/>
            <p:nvPr/>
          </p:nvSpPr>
          <p:spPr>
            <a:xfrm>
              <a:off x="698680" y="5337455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grpSp>
        <p:nvGrpSpPr>
          <p:cNvPr id="121" name="Group 120" hidden="1">
            <a:extLst>
              <a:ext uri="{FF2B5EF4-FFF2-40B4-BE49-F238E27FC236}">
                <a16:creationId xmlns:a16="http://schemas.microsoft.com/office/drawing/2014/main" id="{4D86F03C-1F65-5700-9CCF-B20471EF27D1}"/>
              </a:ext>
            </a:extLst>
          </p:cNvPr>
          <p:cNvGrpSpPr/>
          <p:nvPr/>
        </p:nvGrpSpPr>
        <p:grpSpPr>
          <a:xfrm>
            <a:off x="6373578" y="5049007"/>
            <a:ext cx="1503016" cy="1466128"/>
            <a:chOff x="6521062" y="5176827"/>
            <a:chExt cx="1503016" cy="1466128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0B388B5F-EC85-D9E6-BF55-F41EBF76DE25}"/>
                </a:ext>
              </a:extLst>
            </p:cNvPr>
            <p:cNvSpPr/>
            <p:nvPr/>
          </p:nvSpPr>
          <p:spPr>
            <a:xfrm>
              <a:off x="6521062" y="5176827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2FCE212C-4899-F2BD-0A44-AE7819329B96}"/>
                </a:ext>
              </a:extLst>
            </p:cNvPr>
            <p:cNvSpPr txBox="1"/>
            <p:nvPr/>
          </p:nvSpPr>
          <p:spPr>
            <a:xfrm>
              <a:off x="6573675" y="5176827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638D0C9C-69D8-DC7C-DDA5-8E805EAAE036}"/>
                </a:ext>
              </a:extLst>
            </p:cNvPr>
            <p:cNvSpPr txBox="1"/>
            <p:nvPr/>
          </p:nvSpPr>
          <p:spPr>
            <a:xfrm>
              <a:off x="7133498" y="5210318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9563056-AE8C-B17F-6750-AE249E3315D0}"/>
                </a:ext>
              </a:extLst>
            </p:cNvPr>
            <p:cNvSpPr txBox="1"/>
            <p:nvPr/>
          </p:nvSpPr>
          <p:spPr>
            <a:xfrm>
              <a:off x="6562163" y="5642767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5F63A1CE-D777-932F-B24B-8B8FC5E68D9C}"/>
                </a:ext>
              </a:extLst>
            </p:cNvPr>
            <p:cNvSpPr txBox="1"/>
            <p:nvPr/>
          </p:nvSpPr>
          <p:spPr>
            <a:xfrm>
              <a:off x="6630989" y="5878739"/>
              <a:ext cx="12811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01ssx01010</a:t>
              </a:r>
            </a:p>
          </p:txBody>
        </p: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22E8086-9EF4-022B-EECA-2EE4CA280ED4}"/>
              </a:ext>
            </a:extLst>
          </p:cNvPr>
          <p:cNvGrpSpPr/>
          <p:nvPr/>
        </p:nvGrpSpPr>
        <p:grpSpPr>
          <a:xfrm>
            <a:off x="4587038" y="5021970"/>
            <a:ext cx="1503016" cy="1466128"/>
            <a:chOff x="674982" y="4616217"/>
            <a:chExt cx="1503016" cy="1466128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6D2562F2-B7D2-9809-B498-86D0EB7957DE}"/>
                </a:ext>
              </a:extLst>
            </p:cNvPr>
            <p:cNvSpPr/>
            <p:nvPr/>
          </p:nvSpPr>
          <p:spPr>
            <a:xfrm>
              <a:off x="674982" y="4616217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Berlin Sans FB" panose="020E0602020502020306" pitchFamily="34" charset="0"/>
                </a:rPr>
                <a:t>--</a:t>
              </a:r>
              <a:endParaRPr lang="en-US" dirty="0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1B60819-EBB8-0175-64FB-0D6B7E01ADD3}"/>
                </a:ext>
              </a:extLst>
            </p:cNvPr>
            <p:cNvSpPr txBox="1"/>
            <p:nvPr/>
          </p:nvSpPr>
          <p:spPr>
            <a:xfrm>
              <a:off x="727595" y="4616217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0DF4D050-665B-4F2C-5245-C08CE49E98DF}"/>
                </a:ext>
              </a:extLst>
            </p:cNvPr>
            <p:cNvSpPr txBox="1"/>
            <p:nvPr/>
          </p:nvSpPr>
          <p:spPr>
            <a:xfrm>
              <a:off x="1287418" y="4649708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BD1FB479-40A2-ECEE-16CD-26E643963AD8}"/>
                </a:ext>
              </a:extLst>
            </p:cNvPr>
            <p:cNvSpPr txBox="1"/>
            <p:nvPr/>
          </p:nvSpPr>
          <p:spPr>
            <a:xfrm>
              <a:off x="716083" y="5082157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3058F28-E4B0-81E8-C126-DB9CB6A4954E}"/>
                </a:ext>
              </a:extLst>
            </p:cNvPr>
            <p:cNvSpPr txBox="1"/>
            <p:nvPr/>
          </p:nvSpPr>
          <p:spPr>
            <a:xfrm>
              <a:off x="698680" y="5337455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2905E18-2422-F331-B409-5E11301F8B67}"/>
              </a:ext>
            </a:extLst>
          </p:cNvPr>
          <p:cNvGrpSpPr/>
          <p:nvPr/>
        </p:nvGrpSpPr>
        <p:grpSpPr>
          <a:xfrm>
            <a:off x="4608576" y="5004501"/>
            <a:ext cx="1503016" cy="1466128"/>
            <a:chOff x="674982" y="4616217"/>
            <a:chExt cx="1503016" cy="1466128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1DE5EB02-613D-5ADD-0D4B-D1FD3E8E1CA5}"/>
                </a:ext>
              </a:extLst>
            </p:cNvPr>
            <p:cNvSpPr/>
            <p:nvPr/>
          </p:nvSpPr>
          <p:spPr>
            <a:xfrm>
              <a:off x="674982" y="4616217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Berlin Sans FB" panose="020E0602020502020306" pitchFamily="34" charset="0"/>
                </a:rPr>
                <a:t>--</a:t>
              </a:r>
              <a:endParaRPr lang="en-US" dirty="0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51BE0D28-4D9A-5416-4264-0F13CDAC7CAC}"/>
                </a:ext>
              </a:extLst>
            </p:cNvPr>
            <p:cNvSpPr txBox="1"/>
            <p:nvPr/>
          </p:nvSpPr>
          <p:spPr>
            <a:xfrm>
              <a:off x="727595" y="4616217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9BDF65DF-A9D2-13F4-EED4-EE34094DE598}"/>
                </a:ext>
              </a:extLst>
            </p:cNvPr>
            <p:cNvSpPr txBox="1"/>
            <p:nvPr/>
          </p:nvSpPr>
          <p:spPr>
            <a:xfrm>
              <a:off x="1287418" y="4649708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1264DBB6-9D19-C857-F560-40B857AEA693}"/>
                </a:ext>
              </a:extLst>
            </p:cNvPr>
            <p:cNvSpPr txBox="1"/>
            <p:nvPr/>
          </p:nvSpPr>
          <p:spPr>
            <a:xfrm>
              <a:off x="716083" y="5082157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8CECA634-9756-3F6B-7D99-725D9F8FA329}"/>
                </a:ext>
              </a:extLst>
            </p:cNvPr>
            <p:cNvSpPr txBox="1"/>
            <p:nvPr/>
          </p:nvSpPr>
          <p:spPr>
            <a:xfrm>
              <a:off x="698680" y="5337455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9CD5E9E3-59DA-1AEF-0103-2AB0F0AFC0C9}"/>
              </a:ext>
            </a:extLst>
          </p:cNvPr>
          <p:cNvSpPr txBox="1"/>
          <p:nvPr/>
        </p:nvSpPr>
        <p:spPr>
          <a:xfrm>
            <a:off x="3663612" y="3899480"/>
            <a:ext cx="35887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rgbClr val="FF0000"/>
                </a:solidFill>
                <a:latin typeface="Berlin Sans FB" panose="020E0602020502020306" pitchFamily="34" charset="0"/>
              </a:rPr>
              <a:t>There is a conflict between those branches</a:t>
            </a:r>
          </a:p>
        </p:txBody>
      </p:sp>
      <p:sp>
        <p:nvSpPr>
          <p:cNvPr id="135" name="Rectangle 134" hidden="1">
            <a:extLst>
              <a:ext uri="{FF2B5EF4-FFF2-40B4-BE49-F238E27FC236}">
                <a16:creationId xmlns:a16="http://schemas.microsoft.com/office/drawing/2014/main" id="{B0344935-18FB-F50E-A52D-4C1C9E04DE8F}"/>
              </a:ext>
            </a:extLst>
          </p:cNvPr>
          <p:cNvSpPr/>
          <p:nvPr/>
        </p:nvSpPr>
        <p:spPr>
          <a:xfrm>
            <a:off x="6492323" y="5860513"/>
            <a:ext cx="1267386" cy="24144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DA817A0B-2DE2-52A3-C83A-FEA4B0CF6EEC}"/>
              </a:ext>
            </a:extLst>
          </p:cNvPr>
          <p:cNvSpPr txBox="1"/>
          <p:nvPr/>
        </p:nvSpPr>
        <p:spPr>
          <a:xfrm>
            <a:off x="3686502" y="4071439"/>
            <a:ext cx="2311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Branch –d feature-b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F254BAE-69C4-8931-4C06-4927923B8256}"/>
              </a:ext>
            </a:extLst>
          </p:cNvPr>
          <p:cNvSpPr txBox="1"/>
          <p:nvPr/>
        </p:nvSpPr>
        <p:spPr>
          <a:xfrm>
            <a:off x="3681585" y="4253335"/>
            <a:ext cx="2311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Branch –d feature-a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29C7F42-3C1D-8C25-1A94-150AC5AB237F}"/>
              </a:ext>
            </a:extLst>
          </p:cNvPr>
          <p:cNvSpPr txBox="1"/>
          <p:nvPr/>
        </p:nvSpPr>
        <p:spPr>
          <a:xfrm>
            <a:off x="3676670" y="4445064"/>
            <a:ext cx="33093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Commit –am ‘</a:t>
            </a:r>
            <a:r>
              <a:rPr lang="en-US" sz="1400">
                <a:solidFill>
                  <a:schemeClr val="bg1"/>
                </a:solidFill>
                <a:latin typeface="Berlin Sans FB" panose="020E0602020502020306" pitchFamily="34" charset="0"/>
              </a:rPr>
              <a:t>merging branches’</a:t>
            </a:r>
            <a:endParaRPr lang="en-US" sz="1400" dirty="0">
              <a:solidFill>
                <a:schemeClr val="bg1"/>
              </a:solidFill>
              <a:latin typeface="Berlin Sans FB" panose="020E0602020502020306" pitchFamily="34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D3495D7-9CCB-F186-CB39-2D603EE686C5}"/>
              </a:ext>
            </a:extLst>
          </p:cNvPr>
          <p:cNvSpPr txBox="1"/>
          <p:nvPr/>
        </p:nvSpPr>
        <p:spPr>
          <a:xfrm>
            <a:off x="3661924" y="4656458"/>
            <a:ext cx="33093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Push</a:t>
            </a:r>
          </a:p>
        </p:txBody>
      </p:sp>
    </p:spTree>
    <p:extLst>
      <p:ext uri="{BB962C8B-B14F-4D97-AF65-F5344CB8AC3E}">
        <p14:creationId xmlns:p14="http://schemas.microsoft.com/office/powerpoint/2010/main" val="2446525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25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25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25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25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/>
      <p:bldP spid="140" grpId="0"/>
      <p:bldP spid="1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BAFEEB-969C-523D-36A3-9F62A3614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09FE2977-4251-CA18-5007-0C3ED6B793CC}"/>
              </a:ext>
            </a:extLst>
          </p:cNvPr>
          <p:cNvGrpSpPr/>
          <p:nvPr/>
        </p:nvGrpSpPr>
        <p:grpSpPr>
          <a:xfrm>
            <a:off x="134968" y="14335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A63E9A0-23F7-8660-B083-0E8286454CD7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AE130840-BCC4-1999-8BF0-5219E45896D1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2C663627-15B1-C977-ACE3-25A91FFFB83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035F5F8E-1A42-17FD-A18C-5772467E47A2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605B2FC-A581-827A-A659-89538B8E2CE8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D975C9D0-47D6-B9CA-BFEA-47DB35AD30D5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E327E6D5-1363-D919-BA44-18E42EFB317C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6B4302E2-E235-07E5-0E8A-8ADF16EF5D7F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67754876-C588-0E85-2FE8-39BBFC240E0C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76A20C72-47FB-CD6D-80ED-B9131C7E601B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117FB39-46DC-6E9D-9064-4EB4BDBB6953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1B341E2F-334A-EAAE-C73F-688C947B5587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E8783121-AE38-E9B3-2DB4-697F5014BBD5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18D6032B-D361-5C08-8C2B-2F507ED25090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AAFD1E47-D9CD-D9FF-A939-614AE13F43A5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B33C1899-5F05-F0CC-944C-084835804F23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967B2FF0-FC4F-B450-9A4D-F40DA1349F6B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6C1B385D-7150-6B8C-5ED5-1793D1AFA2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93" t="10392" r="11513" b="16147"/>
          <a:stretch>
            <a:fillRect/>
          </a:stretch>
        </p:blipFill>
        <p:spPr>
          <a:xfrm>
            <a:off x="3160465" y="5045356"/>
            <a:ext cx="1561125" cy="1678646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737CC20B-ACBB-EC2F-C268-918ED975E190}"/>
              </a:ext>
            </a:extLst>
          </p:cNvPr>
          <p:cNvSpPr/>
          <p:nvPr/>
        </p:nvSpPr>
        <p:spPr>
          <a:xfrm>
            <a:off x="3264310" y="1030560"/>
            <a:ext cx="2566219" cy="1643814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BEFA3F5-000C-B0B1-5DD4-D801C0464D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3777" y="1318749"/>
            <a:ext cx="719123" cy="71912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14711B3-AB2A-8214-DBCF-08DF13F754B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3682" y="5769060"/>
            <a:ext cx="757585" cy="75758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B3B6D38-79F7-3939-C2C4-18F3E1FA26F4}"/>
              </a:ext>
            </a:extLst>
          </p:cNvPr>
          <p:cNvSpPr/>
          <p:nvPr/>
        </p:nvSpPr>
        <p:spPr>
          <a:xfrm>
            <a:off x="3640722" y="2674374"/>
            <a:ext cx="3280741" cy="23511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EDD0C1-37BC-6D2D-D7A6-90425A5730A5}"/>
              </a:ext>
            </a:extLst>
          </p:cNvPr>
          <p:cNvSpPr txBox="1"/>
          <p:nvPr/>
        </p:nvSpPr>
        <p:spPr>
          <a:xfrm>
            <a:off x="3587032" y="2667629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D7FE2C-4851-9349-2C2B-45491BD734B8}"/>
              </a:ext>
            </a:extLst>
          </p:cNvPr>
          <p:cNvSpPr txBox="1"/>
          <p:nvPr/>
        </p:nvSpPr>
        <p:spPr>
          <a:xfrm>
            <a:off x="3678197" y="2949590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fetch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8E18B1-69A7-84B5-6435-B0450F421CF3}"/>
              </a:ext>
            </a:extLst>
          </p:cNvPr>
          <p:cNvSpPr txBox="1"/>
          <p:nvPr/>
        </p:nvSpPr>
        <p:spPr>
          <a:xfrm>
            <a:off x="3691032" y="3175658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Pull</a:t>
            </a:r>
          </a:p>
        </p:txBody>
      </p:sp>
      <p:grpSp>
        <p:nvGrpSpPr>
          <p:cNvPr id="80" name="Group 79" hidden="1">
            <a:extLst>
              <a:ext uri="{FF2B5EF4-FFF2-40B4-BE49-F238E27FC236}">
                <a16:creationId xmlns:a16="http://schemas.microsoft.com/office/drawing/2014/main" id="{970D5AAF-B589-EA79-824A-1F980DF9303F}"/>
              </a:ext>
            </a:extLst>
          </p:cNvPr>
          <p:cNvGrpSpPr/>
          <p:nvPr/>
        </p:nvGrpSpPr>
        <p:grpSpPr>
          <a:xfrm>
            <a:off x="2753020" y="5020483"/>
            <a:ext cx="5118658" cy="1470072"/>
            <a:chOff x="2356007" y="1270316"/>
            <a:chExt cx="5118658" cy="1470072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70C9152C-A660-BE2A-E0A7-93D52336E419}"/>
                </a:ext>
              </a:extLst>
            </p:cNvPr>
            <p:cNvGrpSpPr/>
            <p:nvPr/>
          </p:nvGrpSpPr>
          <p:grpSpPr>
            <a:xfrm>
              <a:off x="4190025" y="1271803"/>
              <a:ext cx="1503016" cy="1466128"/>
              <a:chOff x="6228921" y="1673189"/>
              <a:chExt cx="1503016" cy="1466128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E0E71D59-8FDD-C5E1-2B46-FAE17C244BB9}"/>
                  </a:ext>
                </a:extLst>
              </p:cNvPr>
              <p:cNvSpPr/>
              <p:nvPr/>
            </p:nvSpPr>
            <p:spPr>
              <a:xfrm>
                <a:off x="6228921" y="1673189"/>
                <a:ext cx="1472677" cy="1466128"/>
              </a:xfrm>
              <a:prstGeom prst="rect">
                <a:avLst/>
              </a:prstGeom>
              <a:solidFill>
                <a:schemeClr val="bg1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Berlin Sans FB" panose="020E0602020502020306" pitchFamily="34" charset="0"/>
                  </a:rPr>
                  <a:t>--</a:t>
                </a:r>
                <a:endParaRPr lang="en-US" dirty="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9F9C54B7-69D5-524E-99B5-53EB0B53889C}"/>
                  </a:ext>
                </a:extLst>
              </p:cNvPr>
              <p:cNvSpPr txBox="1"/>
              <p:nvPr/>
            </p:nvSpPr>
            <p:spPr>
              <a:xfrm>
                <a:off x="6281534" y="1673189"/>
                <a:ext cx="683726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&lt;/&gt;</a:t>
                </a: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DDCB0B8-FF9B-D19F-9156-3ACE1C88C211}"/>
                  </a:ext>
                </a:extLst>
              </p:cNvPr>
              <p:cNvSpPr txBox="1"/>
              <p:nvPr/>
            </p:nvSpPr>
            <p:spPr>
              <a:xfrm>
                <a:off x="6841357" y="1706680"/>
                <a:ext cx="890580" cy="6995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Berlin Sans FB" panose="020E0602020502020306" pitchFamily="34" charset="0"/>
                  </a:rPr>
                  <a:t>-A-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65DBF3D6-E880-284D-9286-D2201F552382}"/>
                  </a:ext>
                </a:extLst>
              </p:cNvPr>
              <p:cNvSpPr txBox="1"/>
              <p:nvPr/>
            </p:nvSpPr>
            <p:spPr>
              <a:xfrm>
                <a:off x="6270022" y="2139129"/>
                <a:ext cx="101662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</a:t>
                </a:r>
              </a:p>
            </p:txBody>
          </p:sp>
        </p:grp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686C7C2B-9B16-17BB-6783-89DE4687E895}"/>
                </a:ext>
              </a:extLst>
            </p:cNvPr>
            <p:cNvCxnSpPr>
              <a:cxnSpLocks/>
              <a:endCxn id="98" idx="1"/>
            </p:cNvCxnSpPr>
            <p:nvPr/>
          </p:nvCxnSpPr>
          <p:spPr>
            <a:xfrm>
              <a:off x="3826188" y="2003380"/>
              <a:ext cx="363837" cy="148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A150A5B-4D3B-6FA9-0268-DF9DC92FBE9E}"/>
                </a:ext>
              </a:extLst>
            </p:cNvPr>
            <p:cNvGrpSpPr/>
            <p:nvPr/>
          </p:nvGrpSpPr>
          <p:grpSpPr>
            <a:xfrm>
              <a:off x="2356007" y="1270316"/>
              <a:ext cx="1503016" cy="1466128"/>
              <a:chOff x="2119486" y="5192911"/>
              <a:chExt cx="1503016" cy="1466128"/>
            </a:xfrm>
          </p:grpSpPr>
          <p:grpSp>
            <p:nvGrpSpPr>
              <p:cNvPr id="92" name="Group 91">
                <a:extLst>
                  <a:ext uri="{FF2B5EF4-FFF2-40B4-BE49-F238E27FC236}">
                    <a16:creationId xmlns:a16="http://schemas.microsoft.com/office/drawing/2014/main" id="{7510E15E-4E4E-F70A-F6A8-2B1B658A29E5}"/>
                  </a:ext>
                </a:extLst>
              </p:cNvPr>
              <p:cNvGrpSpPr/>
              <p:nvPr/>
            </p:nvGrpSpPr>
            <p:grpSpPr>
              <a:xfrm>
                <a:off x="2119486" y="5192911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81070176-9887-4835-35AA-B096C3C8767F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Berlin Sans FB" panose="020E0602020502020306" pitchFamily="34" charset="0"/>
                    </a:rPr>
                    <a:t>--</a:t>
                  </a:r>
                  <a:endParaRPr lang="en-US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5C7D27B-EF9A-7E3B-9933-0FD2661AC33B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8306C8D2-9FA4-5429-4542-C87D93115B62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C6D1DEB7-C36D-DDC2-CC71-6685362D76F0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0C0F7CA-7EB6-42D7-C2F0-F2235115ABED}"/>
                  </a:ext>
                </a:extLst>
              </p:cNvPr>
              <p:cNvSpPr txBox="1"/>
              <p:nvPr/>
            </p:nvSpPr>
            <p:spPr>
              <a:xfrm>
                <a:off x="2203545" y="5921460"/>
                <a:ext cx="138691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01010101110</a:t>
                </a:r>
              </a:p>
            </p:txBody>
          </p:sp>
        </p:grp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0982790-F05C-B261-E366-A6147BCE27AD}"/>
                </a:ext>
              </a:extLst>
            </p:cNvPr>
            <p:cNvCxnSpPr>
              <a:cxnSpLocks/>
            </p:cNvCxnSpPr>
            <p:nvPr/>
          </p:nvCxnSpPr>
          <p:spPr>
            <a:xfrm>
              <a:off x="5667320" y="1961532"/>
              <a:ext cx="325367" cy="427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DF6C11B6-93D3-8BE1-2E19-C7E44B58376F}"/>
                </a:ext>
              </a:extLst>
            </p:cNvPr>
            <p:cNvGrpSpPr/>
            <p:nvPr/>
          </p:nvGrpSpPr>
          <p:grpSpPr>
            <a:xfrm>
              <a:off x="5971649" y="1274260"/>
              <a:ext cx="1503016" cy="1466128"/>
              <a:chOff x="7548283" y="5246776"/>
              <a:chExt cx="1503016" cy="1466128"/>
            </a:xfrm>
          </p:grpSpPr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19A02896-E3C1-2D62-202B-689B738E8A86}"/>
                  </a:ext>
                </a:extLst>
              </p:cNvPr>
              <p:cNvGrpSpPr/>
              <p:nvPr/>
            </p:nvGrpSpPr>
            <p:grpSpPr>
              <a:xfrm>
                <a:off x="7548283" y="5246776"/>
                <a:ext cx="1503016" cy="1466128"/>
                <a:chOff x="6228921" y="1673189"/>
                <a:chExt cx="1503016" cy="1466128"/>
              </a:xfrm>
            </p:grpSpPr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28E2DCE0-ACDD-539B-759F-E6C5EE3DF18B}"/>
                    </a:ext>
                  </a:extLst>
                </p:cNvPr>
                <p:cNvSpPr/>
                <p:nvPr/>
              </p:nvSpPr>
              <p:spPr>
                <a:xfrm>
                  <a:off x="6228921" y="1673189"/>
                  <a:ext cx="1472677" cy="1466128"/>
                </a:xfrm>
                <a:prstGeom prst="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latin typeface="Berlin Sans FB" panose="020E0602020502020306" pitchFamily="34" charset="0"/>
                    </a:rPr>
                    <a:t>--</a:t>
                  </a:r>
                  <a:endParaRPr lang="en-US" dirty="0"/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76C2AE29-0C1C-31AA-15EC-941E06851914}"/>
                    </a:ext>
                  </a:extLst>
                </p:cNvPr>
                <p:cNvSpPr txBox="1"/>
                <p:nvPr/>
              </p:nvSpPr>
              <p:spPr>
                <a:xfrm>
                  <a:off x="6281534" y="1673189"/>
                  <a:ext cx="683726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&lt;/&gt;</a:t>
                  </a: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9D4E3E1E-D428-AB1A-DDEF-65046DAB0EB3}"/>
                    </a:ext>
                  </a:extLst>
                </p:cNvPr>
                <p:cNvSpPr txBox="1"/>
                <p:nvPr/>
              </p:nvSpPr>
              <p:spPr>
                <a:xfrm>
                  <a:off x="6841357" y="1706680"/>
                  <a:ext cx="890580" cy="69957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200" dirty="0">
                      <a:latin typeface="Berlin Sans FB" panose="020E0602020502020306" pitchFamily="34" charset="0"/>
                    </a:rPr>
                    <a:t>-A-</a:t>
                  </a:r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B0D22F66-5962-1CDA-6D06-A5B2051D5172}"/>
                    </a:ext>
                  </a:extLst>
                </p:cNvPr>
                <p:cNvSpPr txBox="1"/>
                <p:nvPr/>
              </p:nvSpPr>
              <p:spPr>
                <a:xfrm>
                  <a:off x="6270022" y="2139129"/>
                  <a:ext cx="101662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Berlin Sans FB" panose="020E0602020502020306" pitchFamily="34" charset="0"/>
                    </a:rPr>
                    <a:t>0101010</a:t>
                  </a:r>
                </a:p>
              </p:txBody>
            </p:sp>
          </p:grp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487486F-9E25-B6C3-9874-48EDBD73E79B}"/>
                  </a:ext>
                </a:extLst>
              </p:cNvPr>
              <p:cNvSpPr txBox="1"/>
              <p:nvPr/>
            </p:nvSpPr>
            <p:spPr>
              <a:xfrm>
                <a:off x="7658210" y="5948688"/>
                <a:ext cx="128112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Berlin Sans FB" panose="020E0602020502020306" pitchFamily="34" charset="0"/>
                  </a:rPr>
                  <a:t>01ssx01010</a:t>
                </a:r>
              </a:p>
            </p:txBody>
          </p:sp>
        </p:grp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9562DC92-D203-F0D0-4E3A-3A2E073A6D7C}"/>
              </a:ext>
            </a:extLst>
          </p:cNvPr>
          <p:cNvSpPr txBox="1"/>
          <p:nvPr/>
        </p:nvSpPr>
        <p:spPr>
          <a:xfrm>
            <a:off x="3681200" y="3399373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Merge feature-a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389088C-34F3-200D-6752-864EF2B84E18}"/>
              </a:ext>
            </a:extLst>
          </p:cNvPr>
          <p:cNvSpPr txBox="1"/>
          <p:nvPr/>
        </p:nvSpPr>
        <p:spPr>
          <a:xfrm>
            <a:off x="3666455" y="3622812"/>
            <a:ext cx="229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Merge feature -b </a:t>
            </a:r>
          </a:p>
        </p:txBody>
      </p:sp>
      <p:grpSp>
        <p:nvGrpSpPr>
          <p:cNvPr id="121" name="Group 120" hidden="1">
            <a:extLst>
              <a:ext uri="{FF2B5EF4-FFF2-40B4-BE49-F238E27FC236}">
                <a16:creationId xmlns:a16="http://schemas.microsoft.com/office/drawing/2014/main" id="{3306BF07-9CC8-1200-36CA-68D22D502B2E}"/>
              </a:ext>
            </a:extLst>
          </p:cNvPr>
          <p:cNvGrpSpPr/>
          <p:nvPr/>
        </p:nvGrpSpPr>
        <p:grpSpPr>
          <a:xfrm>
            <a:off x="6373578" y="5049007"/>
            <a:ext cx="1503016" cy="1466128"/>
            <a:chOff x="6521062" y="5176827"/>
            <a:chExt cx="1503016" cy="1466128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2756AB31-AAA2-2869-67AE-A9CB0B359B9E}"/>
                </a:ext>
              </a:extLst>
            </p:cNvPr>
            <p:cNvSpPr/>
            <p:nvPr/>
          </p:nvSpPr>
          <p:spPr>
            <a:xfrm>
              <a:off x="6521062" y="5176827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latin typeface="Berlin Sans FB" panose="020E0602020502020306" pitchFamily="34" charset="0"/>
                </a:rPr>
                <a:t>--</a:t>
              </a:r>
              <a:endParaRPr lang="en-US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4085C75D-342C-3A06-3901-F57EDD4EB5AF}"/>
                </a:ext>
              </a:extLst>
            </p:cNvPr>
            <p:cNvSpPr txBox="1"/>
            <p:nvPr/>
          </p:nvSpPr>
          <p:spPr>
            <a:xfrm>
              <a:off x="6573675" y="5176827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6692BDE-BF0E-BC04-C429-E2261A3F056F}"/>
                </a:ext>
              </a:extLst>
            </p:cNvPr>
            <p:cNvSpPr txBox="1"/>
            <p:nvPr/>
          </p:nvSpPr>
          <p:spPr>
            <a:xfrm>
              <a:off x="7133498" y="5210318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1739357-B806-B67A-6E22-8AC43ABF6FC5}"/>
                </a:ext>
              </a:extLst>
            </p:cNvPr>
            <p:cNvSpPr txBox="1"/>
            <p:nvPr/>
          </p:nvSpPr>
          <p:spPr>
            <a:xfrm>
              <a:off x="6562163" y="5642767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147BC60-2D80-BF96-3ADA-9FE0D2FC7EBC}"/>
                </a:ext>
              </a:extLst>
            </p:cNvPr>
            <p:cNvSpPr txBox="1"/>
            <p:nvPr/>
          </p:nvSpPr>
          <p:spPr>
            <a:xfrm>
              <a:off x="6630989" y="5878739"/>
              <a:ext cx="12811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01ssx01010</a:t>
              </a:r>
            </a:p>
          </p:txBody>
        </p: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D32BFDD8-5C51-A635-A74A-73CACBA1B8B2}"/>
              </a:ext>
            </a:extLst>
          </p:cNvPr>
          <p:cNvSpPr txBox="1"/>
          <p:nvPr/>
        </p:nvSpPr>
        <p:spPr>
          <a:xfrm>
            <a:off x="3628887" y="3827929"/>
            <a:ext cx="35887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rgbClr val="FF0000"/>
                </a:solidFill>
                <a:latin typeface="Berlin Sans FB" panose="020E0602020502020306" pitchFamily="34" charset="0"/>
              </a:rPr>
              <a:t>There is a conflict between those branches</a:t>
            </a:r>
          </a:p>
        </p:txBody>
      </p:sp>
      <p:sp>
        <p:nvSpPr>
          <p:cNvPr id="135" name="Rectangle 134" hidden="1">
            <a:extLst>
              <a:ext uri="{FF2B5EF4-FFF2-40B4-BE49-F238E27FC236}">
                <a16:creationId xmlns:a16="http://schemas.microsoft.com/office/drawing/2014/main" id="{E399C135-7F2D-3940-2C2C-0ED5203CC6C5}"/>
              </a:ext>
            </a:extLst>
          </p:cNvPr>
          <p:cNvSpPr/>
          <p:nvPr/>
        </p:nvSpPr>
        <p:spPr>
          <a:xfrm>
            <a:off x="6492323" y="5860513"/>
            <a:ext cx="1267386" cy="24144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4E0A45B1-4415-9EF2-3028-0731173AFD4B}"/>
              </a:ext>
            </a:extLst>
          </p:cNvPr>
          <p:cNvSpPr txBox="1"/>
          <p:nvPr/>
        </p:nvSpPr>
        <p:spPr>
          <a:xfrm>
            <a:off x="3686502" y="4059105"/>
            <a:ext cx="2311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Branch –d feature-b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B1FE256-2024-7EAE-DF28-97A8D2F50C4F}"/>
              </a:ext>
            </a:extLst>
          </p:cNvPr>
          <p:cNvSpPr txBox="1"/>
          <p:nvPr/>
        </p:nvSpPr>
        <p:spPr>
          <a:xfrm>
            <a:off x="3681585" y="4291435"/>
            <a:ext cx="2311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Branch –d feature-a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0FF1BF5-6814-A2FD-F8E6-C887195D56C4}"/>
              </a:ext>
            </a:extLst>
          </p:cNvPr>
          <p:cNvSpPr txBox="1"/>
          <p:nvPr/>
        </p:nvSpPr>
        <p:spPr>
          <a:xfrm>
            <a:off x="3676670" y="4502828"/>
            <a:ext cx="33093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Commit –am ‘merging branches’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9CC849B3-7B64-E400-ABCA-621716D924D4}"/>
              </a:ext>
            </a:extLst>
          </p:cNvPr>
          <p:cNvSpPr txBox="1"/>
          <p:nvPr/>
        </p:nvSpPr>
        <p:spPr>
          <a:xfrm>
            <a:off x="3686996" y="4736098"/>
            <a:ext cx="33093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Git Push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6BF884B5-0602-CE5F-42FB-694E572B1E38}"/>
              </a:ext>
            </a:extLst>
          </p:cNvPr>
          <p:cNvGrpSpPr/>
          <p:nvPr/>
        </p:nvGrpSpPr>
        <p:grpSpPr>
          <a:xfrm>
            <a:off x="4587038" y="5021970"/>
            <a:ext cx="1503016" cy="1466128"/>
            <a:chOff x="674982" y="4616217"/>
            <a:chExt cx="1503016" cy="1466128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3E5C585C-978C-4A6D-65B5-67BD86809F4A}"/>
                </a:ext>
              </a:extLst>
            </p:cNvPr>
            <p:cNvSpPr/>
            <p:nvPr/>
          </p:nvSpPr>
          <p:spPr>
            <a:xfrm>
              <a:off x="674982" y="4616217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Berlin Sans FB" panose="020E0602020502020306" pitchFamily="34" charset="0"/>
                </a:rPr>
                <a:t>--</a:t>
              </a:r>
              <a:endParaRPr lang="en-US" dirty="0"/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A2CED160-8159-06D0-A43F-322AA196922B}"/>
                </a:ext>
              </a:extLst>
            </p:cNvPr>
            <p:cNvSpPr txBox="1"/>
            <p:nvPr/>
          </p:nvSpPr>
          <p:spPr>
            <a:xfrm>
              <a:off x="727595" y="4616217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36165D4-8701-B7CC-A0D3-101A6E5E8262}"/>
                </a:ext>
              </a:extLst>
            </p:cNvPr>
            <p:cNvSpPr txBox="1"/>
            <p:nvPr/>
          </p:nvSpPr>
          <p:spPr>
            <a:xfrm>
              <a:off x="1287418" y="4649708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E8984775-EB95-2741-D467-766BA23924B3}"/>
                </a:ext>
              </a:extLst>
            </p:cNvPr>
            <p:cNvSpPr txBox="1"/>
            <p:nvPr/>
          </p:nvSpPr>
          <p:spPr>
            <a:xfrm>
              <a:off x="716083" y="5082157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B94EE47F-4668-F470-927C-E4A7D9737412}"/>
                </a:ext>
              </a:extLst>
            </p:cNvPr>
            <p:cNvSpPr txBox="1"/>
            <p:nvPr/>
          </p:nvSpPr>
          <p:spPr>
            <a:xfrm>
              <a:off x="698680" y="5337455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B91F441-E598-9621-5EF1-500770B3913C}"/>
              </a:ext>
            </a:extLst>
          </p:cNvPr>
          <p:cNvGrpSpPr/>
          <p:nvPr/>
        </p:nvGrpSpPr>
        <p:grpSpPr>
          <a:xfrm>
            <a:off x="3748148" y="1109181"/>
            <a:ext cx="1503016" cy="1466128"/>
            <a:chOff x="674982" y="4616217"/>
            <a:chExt cx="1503016" cy="1466128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F2111209-2723-9158-99A0-E9761F8900B9}"/>
                </a:ext>
              </a:extLst>
            </p:cNvPr>
            <p:cNvSpPr/>
            <p:nvPr/>
          </p:nvSpPr>
          <p:spPr>
            <a:xfrm>
              <a:off x="674982" y="4616217"/>
              <a:ext cx="1472677" cy="1466128"/>
            </a:xfrm>
            <a:prstGeom prst="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Berlin Sans FB" panose="020E0602020502020306" pitchFamily="34" charset="0"/>
                </a:rPr>
                <a:t>--</a:t>
              </a:r>
              <a:endParaRPr lang="en-US" dirty="0"/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F5E9B53D-403A-2B64-34FC-7A8C0453C8DE}"/>
                </a:ext>
              </a:extLst>
            </p:cNvPr>
            <p:cNvSpPr txBox="1"/>
            <p:nvPr/>
          </p:nvSpPr>
          <p:spPr>
            <a:xfrm>
              <a:off x="727595" y="4616217"/>
              <a:ext cx="683726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&lt;/&gt;</a:t>
              </a: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3B8567E0-B482-AAAB-CBD8-ADFFD80FFCB9}"/>
                </a:ext>
              </a:extLst>
            </p:cNvPr>
            <p:cNvSpPr txBox="1"/>
            <p:nvPr/>
          </p:nvSpPr>
          <p:spPr>
            <a:xfrm>
              <a:off x="1287418" y="4649708"/>
              <a:ext cx="890580" cy="699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Berlin Sans FB" panose="020E0602020502020306" pitchFamily="34" charset="0"/>
                </a:rPr>
                <a:t>-A-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CD95764E-648B-01D2-E529-F81E57E5FDF2}"/>
                </a:ext>
              </a:extLst>
            </p:cNvPr>
            <p:cNvSpPr txBox="1"/>
            <p:nvPr/>
          </p:nvSpPr>
          <p:spPr>
            <a:xfrm>
              <a:off x="716083" y="5082157"/>
              <a:ext cx="1016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E4D6E3BA-7209-501A-7CED-536464DC1DD3}"/>
                </a:ext>
              </a:extLst>
            </p:cNvPr>
            <p:cNvSpPr txBox="1"/>
            <p:nvPr/>
          </p:nvSpPr>
          <p:spPr>
            <a:xfrm>
              <a:off x="698680" y="5337455"/>
              <a:ext cx="13869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Berlin Sans FB" panose="020E0602020502020306" pitchFamily="34" charset="0"/>
                </a:rPr>
                <a:t>01010101110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37086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A25332-3263-6491-6233-D1FB8FD81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7EF0F818-AFFF-E365-CDDD-9BB4ADEBA8AB}"/>
              </a:ext>
            </a:extLst>
          </p:cNvPr>
          <p:cNvGrpSpPr/>
          <p:nvPr/>
        </p:nvGrpSpPr>
        <p:grpSpPr>
          <a:xfrm>
            <a:off x="134968" y="14335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47F8ED9-C5A8-58B2-21B8-C616921E6FAD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02B5F6D9-41E1-649A-8EB7-7D4CD18CBF8A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0584E9B3-4B18-35BF-572D-D484D2A37A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7802622F-1265-E250-9F3F-4674019CEDE8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7C6312F9-8583-7F10-0011-421491E4F55E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89CF6110-F6B3-B650-0A30-E4C3376B93EF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C6712DBC-0BFD-9605-D6BE-43442E842EBF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0EECD8D-5CDA-1FAE-5B53-DFFACF80EB72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62222369-ECB5-A6CE-CEC5-A76433A4335D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6D9B5142-63C0-0AEC-D4D8-1E5D8503054E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F5195C9-E8D2-653B-2EAA-FE40302480A3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BE35B7B8-6410-1BF7-2AC5-0564EEF25C64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AE4B1C51-AAA4-570F-9788-2E1BA1777646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51052B5C-38A6-2CBB-32D4-E5C02F44D1BC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CCC1E01E-4241-51EC-6907-9647A28E7236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2EE30A31-7C3E-5424-BE9D-B8E521EBE0B6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1231587-8CF6-1662-124D-820D10C6CF4D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E647AB02-BF42-DA41-875C-8255A8C3A917}"/>
              </a:ext>
            </a:extLst>
          </p:cNvPr>
          <p:cNvSpPr/>
          <p:nvPr/>
        </p:nvSpPr>
        <p:spPr>
          <a:xfrm>
            <a:off x="278833" y="1066981"/>
            <a:ext cx="8285064" cy="485986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38824C-1C7E-78E0-4CC5-0AC90B706855}"/>
              </a:ext>
            </a:extLst>
          </p:cNvPr>
          <p:cNvSpPr txBox="1"/>
          <p:nvPr/>
        </p:nvSpPr>
        <p:spPr>
          <a:xfrm>
            <a:off x="272616" y="1158081"/>
            <a:ext cx="8285065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C0A000"/>
                </a:solidFill>
                <a:latin typeface="Lucida Console" panose="020B0609040504020204" pitchFamily="49" charset="0"/>
              </a:rPr>
              <a:t>commit ba04ef0dc1db872164369132770ce70875f53913 (</a:t>
            </a:r>
            <a:r>
              <a:rPr lang="en-US" sz="1400" b="1" dirty="0">
                <a:solidFill>
                  <a:srgbClr val="00F0F0"/>
                </a:solidFill>
                <a:latin typeface="Lucida Console" panose="020B0609040504020204" pitchFamily="49" charset="0"/>
              </a:rPr>
              <a:t>master</a:t>
            </a:r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)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Merge: 60667a4 3ee3984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Author: </a:t>
            </a:r>
            <a:r>
              <a:rPr lang="en-US" sz="1400" b="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josserich</a:t>
            </a:r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&lt;pinemjosse@gmail.com&gt;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Date:   Fri May 1 13:29:36 2026 +0700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   solve merge conflicts</a:t>
            </a:r>
          </a:p>
          <a:p>
            <a:endParaRPr lang="en-US" sz="1400" b="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commit 3ee39840aad56e7ddae4a4611d7dca9754bd33e1 (</a:t>
            </a:r>
            <a:r>
              <a:rPr lang="en-US" sz="1400" b="1" dirty="0">
                <a:solidFill>
                  <a:srgbClr val="00F0F0"/>
                </a:solidFill>
                <a:latin typeface="Lucida Console" panose="020B0609040504020204" pitchFamily="49" charset="0"/>
              </a:rPr>
              <a:t>master</a:t>
            </a:r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)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Author: </a:t>
            </a:r>
            <a:r>
              <a:rPr lang="en-US" sz="1400" b="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ieltsjoee</a:t>
            </a:r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-dev &lt;ieltsjoee@gmail.com&gt;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Date:   Sun Apr 26 20:02:44 2026 +0700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   adding feature-c</a:t>
            </a:r>
          </a:p>
          <a:p>
            <a:endParaRPr lang="en-US" sz="1400" b="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commit 60667a4d31abe7238f4d281bfdd02679a0dba228 (</a:t>
            </a:r>
            <a:r>
              <a:rPr lang="en-US" sz="1400" b="1" dirty="0">
                <a:solidFill>
                  <a:srgbClr val="00F0F0"/>
                </a:solidFill>
                <a:latin typeface="Lucida Console" panose="020B0609040504020204" pitchFamily="49" charset="0"/>
              </a:rPr>
              <a:t>master</a:t>
            </a:r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)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Author: </a:t>
            </a:r>
            <a:r>
              <a:rPr lang="en-US" sz="1400" b="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codewithjoees</a:t>
            </a:r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&lt;codewithjoee@gmail.com&gt;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Date:   Sun Apr 26 19:58:32 2026 +0700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   adding feature-b</a:t>
            </a:r>
          </a:p>
          <a:p>
            <a:endParaRPr lang="en-US" sz="1400" b="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commit 3ad3096a65656c180e3aebc03ccc364588d68893</a:t>
            </a:r>
            <a:r>
              <a:rPr lang="en-US" sz="1400" dirty="0">
                <a:solidFill>
                  <a:srgbClr val="C0A000"/>
                </a:solidFill>
                <a:latin typeface="Lucida Console" panose="020B0609040504020204" pitchFamily="49" charset="0"/>
              </a:rPr>
              <a:t> (</a:t>
            </a:r>
            <a:r>
              <a:rPr lang="en-US" sz="1400" b="1" dirty="0">
                <a:solidFill>
                  <a:srgbClr val="00F0F0"/>
                </a:solidFill>
                <a:latin typeface="Lucida Console" panose="020B0609040504020204" pitchFamily="49" charset="0"/>
              </a:rPr>
              <a:t>master</a:t>
            </a:r>
            <a:r>
              <a:rPr lang="en-US" sz="1400" dirty="0">
                <a:solidFill>
                  <a:srgbClr val="C0A000"/>
                </a:solidFill>
                <a:latin typeface="Lucida Console" panose="020B0609040504020204" pitchFamily="49" charset="0"/>
              </a:rPr>
              <a:t>)</a:t>
            </a:r>
            <a:endParaRPr lang="en-US" sz="1400" b="0" dirty="0">
              <a:solidFill>
                <a:srgbClr val="C0A000"/>
              </a:solidFill>
              <a:latin typeface="Lucida Console" panose="020B0609040504020204" pitchFamily="49" charset="0"/>
            </a:endParaRP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Author: </a:t>
            </a:r>
            <a:r>
              <a:rPr lang="en-US" sz="1400" b="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josserich</a:t>
            </a:r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&lt;pinemjosse@gmail.com&gt;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Date:   Sun Apr 26 19:53:27 2026 +0700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   first commit</a:t>
            </a:r>
          </a:p>
          <a:p>
            <a:endParaRPr lang="en-US" sz="1400" b="0" dirty="0">
              <a:solidFill>
                <a:prstClr val="black"/>
              </a:solidFill>
              <a:latin typeface="Lucida Console" panose="020B060904050402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134501-5005-D1EE-A412-1E4697A62392}"/>
              </a:ext>
            </a:extLst>
          </p:cNvPr>
          <p:cNvSpPr/>
          <p:nvPr/>
        </p:nvSpPr>
        <p:spPr>
          <a:xfrm>
            <a:off x="6567907" y="3070542"/>
            <a:ext cx="2375137" cy="19359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499DCE-5C6A-8460-FED8-8B5B11FC7250}"/>
              </a:ext>
            </a:extLst>
          </p:cNvPr>
          <p:cNvSpPr txBox="1"/>
          <p:nvPr/>
        </p:nvSpPr>
        <p:spPr>
          <a:xfrm>
            <a:off x="6584957" y="3130919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D610281-74A0-1492-CB1C-9B495098FAD3}"/>
              </a:ext>
            </a:extLst>
          </p:cNvPr>
          <p:cNvGrpSpPr/>
          <p:nvPr/>
        </p:nvGrpSpPr>
        <p:grpSpPr>
          <a:xfrm>
            <a:off x="6629480" y="5035997"/>
            <a:ext cx="2156168" cy="1678646"/>
            <a:chOff x="462207" y="5111939"/>
            <a:chExt cx="2156168" cy="1678646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76958ED-9470-E728-BFEF-CD983C5F0E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293" t="10392" r="11513" b="16147"/>
            <a:stretch>
              <a:fillRect/>
            </a:stretch>
          </p:blipFill>
          <p:spPr>
            <a:xfrm>
              <a:off x="1057250" y="5111939"/>
              <a:ext cx="1561125" cy="1678646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A244691-F92A-C4BC-219D-B8AF550877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207" y="5903640"/>
              <a:ext cx="757585" cy="75758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5F9ED34E-584C-1781-1629-FC35831F1A9F}"/>
              </a:ext>
            </a:extLst>
          </p:cNvPr>
          <p:cNvSpPr txBox="1"/>
          <p:nvPr/>
        </p:nvSpPr>
        <p:spPr>
          <a:xfrm>
            <a:off x="6701539" y="3389993"/>
            <a:ext cx="12716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erlin Sans FB" panose="020E0602020502020306" pitchFamily="34" charset="0"/>
              </a:rPr>
              <a:t>git log --all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98E159-920E-DB1A-17C7-E8358AECA5DE}"/>
              </a:ext>
            </a:extLst>
          </p:cNvPr>
          <p:cNvSpPr txBox="1"/>
          <p:nvPr/>
        </p:nvSpPr>
        <p:spPr>
          <a:xfrm>
            <a:off x="6714968" y="3679518"/>
            <a:ext cx="223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erlin Sans FB" panose="020E0602020502020306" pitchFamily="34" charset="0"/>
              </a:rPr>
              <a:t>git reset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274E66-C63A-F26F-7BED-E59DECF415D9}"/>
              </a:ext>
            </a:extLst>
          </p:cNvPr>
          <p:cNvSpPr/>
          <p:nvPr/>
        </p:nvSpPr>
        <p:spPr>
          <a:xfrm>
            <a:off x="347840" y="4549256"/>
            <a:ext cx="6020807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D76405-85DD-716F-AB24-5BB0C1799AA5}"/>
              </a:ext>
            </a:extLst>
          </p:cNvPr>
          <p:cNvSpPr txBox="1"/>
          <p:nvPr/>
        </p:nvSpPr>
        <p:spPr>
          <a:xfrm>
            <a:off x="1024411" y="4564423"/>
            <a:ext cx="11810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3ad3096</a:t>
            </a:r>
            <a:endParaRPr lang="en-US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D31005D-1D6E-F278-C13C-B1E25DFDE90F}"/>
              </a:ext>
            </a:extLst>
          </p:cNvPr>
          <p:cNvSpPr txBox="1"/>
          <p:nvPr/>
        </p:nvSpPr>
        <p:spPr>
          <a:xfrm>
            <a:off x="7550392" y="3712507"/>
            <a:ext cx="15366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erlin Sans FB" panose="020E0602020502020306" pitchFamily="34" charset="0"/>
              </a:rPr>
              <a:t>--</a:t>
            </a:r>
            <a:r>
              <a:rPr lang="en-US" dirty="0">
                <a:solidFill>
                  <a:schemeClr val="bg1"/>
                </a:solidFill>
                <a:latin typeface="Lucida Console" panose="020B0609040504020204" pitchFamily="49" charset="0"/>
              </a:rPr>
              <a:t>3ad3096</a:t>
            </a:r>
            <a:r>
              <a:rPr lang="en-US" dirty="0">
                <a:solidFill>
                  <a:schemeClr val="bg1"/>
                </a:solidFill>
                <a:latin typeface="Berlin Sans FB" panose="020E0602020502020306" pitchFamily="34" charset="0"/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1124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64" presetClass="path" presetSubtype="0" accel="50000" decel="5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-1.875E-6 -2.96296E-6 L 0.53321 -0.12662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654" y="-634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/>
      <p:bldP spid="5" grpId="0" animBg="1"/>
      <p:bldP spid="6" grpId="0"/>
      <p:bldP spid="22" grpId="0"/>
      <p:bldP spid="8" grpId="0"/>
      <p:bldP spid="10" grpId="0" animBg="1"/>
      <p:bldP spid="12" grpId="0"/>
      <p:bldP spid="12" grpId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EA7D6D-B95D-B2FA-549F-499B87036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background">
            <a:extLst>
              <a:ext uri="{FF2B5EF4-FFF2-40B4-BE49-F238E27FC236}">
                <a16:creationId xmlns:a16="http://schemas.microsoft.com/office/drawing/2014/main" id="{8B2758AC-AF8B-F6A3-2E64-B4974EC35BD8}"/>
              </a:ext>
            </a:extLst>
          </p:cNvPr>
          <p:cNvGrpSpPr/>
          <p:nvPr/>
        </p:nvGrpSpPr>
        <p:grpSpPr>
          <a:xfrm>
            <a:off x="134968" y="143357"/>
            <a:ext cx="12053323" cy="6590005"/>
            <a:chOff x="122723" y="123052"/>
            <a:chExt cx="12053323" cy="659000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94D5A74-90AB-7AD5-5F5C-BAE3CD8B3DD2}"/>
                </a:ext>
              </a:extLst>
            </p:cNvPr>
            <p:cNvGrpSpPr/>
            <p:nvPr/>
          </p:nvGrpSpPr>
          <p:grpSpPr>
            <a:xfrm>
              <a:off x="9074752" y="386956"/>
              <a:ext cx="3101294" cy="5713427"/>
              <a:chOff x="9074752" y="386956"/>
              <a:chExt cx="3101294" cy="571342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2A810891-83EF-96EE-36AC-A8AF049469A7}"/>
                  </a:ext>
                </a:extLst>
              </p:cNvPr>
              <p:cNvGrpSpPr/>
              <p:nvPr/>
            </p:nvGrpSpPr>
            <p:grpSpPr>
              <a:xfrm>
                <a:off x="9078871" y="386956"/>
                <a:ext cx="2902660" cy="3398908"/>
                <a:chOff x="8981371" y="2824912"/>
                <a:chExt cx="2997907" cy="3510212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54D8B1FA-F367-95BD-C201-963AB16EDE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75821" y="2861865"/>
                  <a:ext cx="2552386" cy="3315298"/>
                </a:xfrm>
                <a:prstGeom prst="rect">
                  <a:avLst/>
                </a:prstGeom>
              </p:spPr>
            </p:pic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B8FACEA4-E22C-4310-003B-5CD3CAB00BBD}"/>
                    </a:ext>
                  </a:extLst>
                </p:cNvPr>
                <p:cNvSpPr/>
                <p:nvPr/>
              </p:nvSpPr>
              <p:spPr>
                <a:xfrm rot="19871654">
                  <a:off x="9063495" y="2861599"/>
                  <a:ext cx="914400" cy="296728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0F9E166-B015-2CFE-D9B9-1BE9130A55D6}"/>
                    </a:ext>
                  </a:extLst>
                </p:cNvPr>
                <p:cNvSpPr/>
                <p:nvPr/>
              </p:nvSpPr>
              <p:spPr>
                <a:xfrm rot="2054190">
                  <a:off x="8981371" y="5806907"/>
                  <a:ext cx="914400" cy="296728"/>
                </a:xfrm>
                <a:prstGeom prst="rect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25CB3E6-02E9-6521-7520-10C636D5DD80}"/>
                    </a:ext>
                  </a:extLst>
                </p:cNvPr>
                <p:cNvSpPr/>
                <p:nvPr/>
              </p:nvSpPr>
              <p:spPr>
                <a:xfrm rot="2138521">
                  <a:off x="11064878" y="2824912"/>
                  <a:ext cx="914400" cy="296728"/>
                </a:xfrm>
                <a:prstGeom prst="rect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5F9EB422-45AC-2A25-DE52-942354302D3F}"/>
                    </a:ext>
                  </a:extLst>
                </p:cNvPr>
                <p:cNvSpPr/>
                <p:nvPr/>
              </p:nvSpPr>
              <p:spPr>
                <a:xfrm rot="7896723">
                  <a:off x="11064877" y="5729560"/>
                  <a:ext cx="914400" cy="296728"/>
                </a:xfrm>
                <a:prstGeom prst="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24466AC6-9685-5BCC-9696-AF6A085B8C22}"/>
                  </a:ext>
                </a:extLst>
              </p:cNvPr>
              <p:cNvGrpSpPr/>
              <p:nvPr/>
            </p:nvGrpSpPr>
            <p:grpSpPr>
              <a:xfrm>
                <a:off x="9074752" y="4271583"/>
                <a:ext cx="3101294" cy="1828800"/>
                <a:chOff x="9074752" y="4271583"/>
                <a:chExt cx="3101294" cy="1828800"/>
              </a:xfrm>
            </p:grpSpPr>
            <p:sp>
              <p:nvSpPr>
                <p:cNvPr id="57" name="Parallelogram 56">
                  <a:extLst>
                    <a:ext uri="{FF2B5EF4-FFF2-40B4-BE49-F238E27FC236}">
                      <a16:creationId xmlns:a16="http://schemas.microsoft.com/office/drawing/2014/main" id="{C93B6733-1113-77DD-249F-E2D85690460F}"/>
                    </a:ext>
                  </a:extLst>
                </p:cNvPr>
                <p:cNvSpPr/>
                <p:nvPr/>
              </p:nvSpPr>
              <p:spPr>
                <a:xfrm>
                  <a:off x="9311307" y="4271583"/>
                  <a:ext cx="1656301" cy="914400"/>
                </a:xfrm>
                <a:prstGeom prst="parallelogram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4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#8</a:t>
                  </a:r>
                </a:p>
              </p:txBody>
            </p:sp>
            <p:sp>
              <p:nvSpPr>
                <p:cNvPr id="58" name="Parallelogram 57">
                  <a:extLst>
                    <a:ext uri="{FF2B5EF4-FFF2-40B4-BE49-F238E27FC236}">
                      <a16:creationId xmlns:a16="http://schemas.microsoft.com/office/drawing/2014/main" id="{5EAEF8DF-0FAB-9B74-75E1-EFEA97AAEBC1}"/>
                    </a:ext>
                  </a:extLst>
                </p:cNvPr>
                <p:cNvSpPr/>
                <p:nvPr/>
              </p:nvSpPr>
              <p:spPr>
                <a:xfrm>
                  <a:off x="9074752" y="5185983"/>
                  <a:ext cx="3101294" cy="914400"/>
                </a:xfrm>
                <a:prstGeom prst="parallelogram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Copperplate Gothic Bold" panose="020E0705020206020404" pitchFamily="34" charset="0"/>
                    </a:rPr>
                    <a:t>GIT &amp; GITHUB</a:t>
                  </a:r>
                </a:p>
              </p:txBody>
            </p:sp>
          </p:grp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E651B90-98C3-F886-B882-5FBB076E32FD}"/>
                </a:ext>
              </a:extLst>
            </p:cNvPr>
            <p:cNvGrpSpPr/>
            <p:nvPr/>
          </p:nvGrpSpPr>
          <p:grpSpPr>
            <a:xfrm>
              <a:off x="122723" y="123052"/>
              <a:ext cx="8804969" cy="6590005"/>
              <a:chOff x="108155" y="153385"/>
              <a:chExt cx="8804969" cy="659000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E5D6EE6-0E09-8F52-BCF5-3B44C83CB31B}"/>
                  </a:ext>
                </a:extLst>
              </p:cNvPr>
              <p:cNvGrpSpPr/>
              <p:nvPr/>
            </p:nvGrpSpPr>
            <p:grpSpPr>
              <a:xfrm>
                <a:off x="108155" y="153385"/>
                <a:ext cx="8770374" cy="630903"/>
                <a:chOff x="108155" y="212377"/>
                <a:chExt cx="8770374" cy="630903"/>
              </a:xfrm>
            </p:grpSpPr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8FA0B6C4-AA6F-575D-8D2B-C92D9CFB9CEC}"/>
                    </a:ext>
                  </a:extLst>
                </p:cNvPr>
                <p:cNvSpPr/>
                <p:nvPr/>
              </p:nvSpPr>
              <p:spPr>
                <a:xfrm>
                  <a:off x="108155" y="212377"/>
                  <a:ext cx="8770374" cy="630903"/>
                </a:xfrm>
                <a:prstGeom prst="rect">
                  <a:avLst/>
                </a:prstGeom>
                <a:solidFill>
                  <a:srgbClr val="0240F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A72D80BD-E810-2445-E354-92B399C6EEF8}"/>
                    </a:ext>
                  </a:extLst>
                </p:cNvPr>
                <p:cNvSpPr/>
                <p:nvPr/>
              </p:nvSpPr>
              <p:spPr>
                <a:xfrm>
                  <a:off x="375920" y="347828"/>
                  <a:ext cx="360000" cy="36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4A062D56-E5D3-B678-7F12-72B2A52179B6}"/>
                    </a:ext>
                  </a:extLst>
                </p:cNvPr>
                <p:cNvSpPr/>
                <p:nvPr/>
              </p:nvSpPr>
              <p:spPr>
                <a:xfrm>
                  <a:off x="844075" y="347828"/>
                  <a:ext cx="360000" cy="36000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5A67BFB5-509E-B4CA-52F7-4A79280605F7}"/>
                    </a:ext>
                  </a:extLst>
                </p:cNvPr>
                <p:cNvSpPr/>
                <p:nvPr/>
              </p:nvSpPr>
              <p:spPr>
                <a:xfrm>
                  <a:off x="1312230" y="347828"/>
                  <a:ext cx="360000" cy="3600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aseline="-25000" dirty="0"/>
                </a:p>
              </p:txBody>
            </p:sp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99238E4-4638-1425-61E8-F91DECE9F9BD}"/>
                  </a:ext>
                </a:extLst>
              </p:cNvPr>
              <p:cNvSpPr/>
              <p:nvPr/>
            </p:nvSpPr>
            <p:spPr>
              <a:xfrm>
                <a:off x="144270" y="941046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baseline="-250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C76FDA0A-AC96-2E24-0CED-D038116B28DD}"/>
              </a:ext>
            </a:extLst>
          </p:cNvPr>
          <p:cNvSpPr/>
          <p:nvPr/>
        </p:nvSpPr>
        <p:spPr>
          <a:xfrm>
            <a:off x="450035" y="2635045"/>
            <a:ext cx="6175555" cy="180913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EF810A-4A40-48F3-3125-473B2156EE4B}"/>
              </a:ext>
            </a:extLst>
          </p:cNvPr>
          <p:cNvSpPr txBox="1"/>
          <p:nvPr/>
        </p:nvSpPr>
        <p:spPr>
          <a:xfrm>
            <a:off x="453925" y="2871540"/>
            <a:ext cx="828506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400" b="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en-US" sz="1400" b="0" dirty="0">
                <a:solidFill>
                  <a:srgbClr val="C0A000"/>
                </a:solidFill>
                <a:latin typeface="Lucida Console" panose="020B0609040504020204" pitchFamily="49" charset="0"/>
              </a:rPr>
              <a:t>commit 3ad3096a65656c180e3aebc03ccc364588d68893</a:t>
            </a:r>
            <a:r>
              <a:rPr lang="en-US" sz="1400" dirty="0">
                <a:solidFill>
                  <a:srgbClr val="C0A000"/>
                </a:solidFill>
                <a:latin typeface="Lucida Console" panose="020B0609040504020204" pitchFamily="49" charset="0"/>
              </a:rPr>
              <a:t> (</a:t>
            </a:r>
            <a:r>
              <a:rPr lang="en-US" sz="1400" b="1" dirty="0">
                <a:solidFill>
                  <a:srgbClr val="00F0F0"/>
                </a:solidFill>
                <a:latin typeface="Lucida Console" panose="020B0609040504020204" pitchFamily="49" charset="0"/>
              </a:rPr>
              <a:t>master</a:t>
            </a:r>
            <a:r>
              <a:rPr lang="en-US" sz="1400" dirty="0">
                <a:solidFill>
                  <a:srgbClr val="C0A000"/>
                </a:solidFill>
                <a:latin typeface="Lucida Console" panose="020B0609040504020204" pitchFamily="49" charset="0"/>
              </a:rPr>
              <a:t>)</a:t>
            </a:r>
            <a:endParaRPr lang="en-US" sz="1400" b="0" dirty="0">
              <a:solidFill>
                <a:srgbClr val="C0A000"/>
              </a:solidFill>
              <a:latin typeface="Lucida Console" panose="020B0609040504020204" pitchFamily="49" charset="0"/>
            </a:endParaRP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Author: </a:t>
            </a:r>
            <a:r>
              <a:rPr lang="en-US" sz="1400" b="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josserich</a:t>
            </a:r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&lt;pinemjosse@gmail.com&gt;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Date:   Sun Apr 26 19:53:27 2026 +0700</a:t>
            </a:r>
          </a:p>
          <a:p>
            <a:r>
              <a:rPr lang="en-US" sz="1400" b="0" dirty="0">
                <a:solidFill>
                  <a:prstClr val="black"/>
                </a:solidFill>
                <a:latin typeface="Lucida Console" panose="020B0609040504020204" pitchFamily="49" charset="0"/>
              </a:rPr>
              <a:t>    first commit</a:t>
            </a:r>
          </a:p>
          <a:p>
            <a:endParaRPr lang="en-US" sz="1400" b="0" dirty="0">
              <a:solidFill>
                <a:prstClr val="black"/>
              </a:solidFill>
              <a:latin typeface="Lucida Console" panose="020B060904050402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E14162-160B-5970-ECCC-333719AC8CE2}"/>
              </a:ext>
            </a:extLst>
          </p:cNvPr>
          <p:cNvSpPr/>
          <p:nvPr/>
        </p:nvSpPr>
        <p:spPr>
          <a:xfrm>
            <a:off x="6567907" y="3070542"/>
            <a:ext cx="2375137" cy="19359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F5471A-FB12-68AA-A164-2B4C07049D99}"/>
              </a:ext>
            </a:extLst>
          </p:cNvPr>
          <p:cNvSpPr txBox="1"/>
          <p:nvPr/>
        </p:nvSpPr>
        <p:spPr>
          <a:xfrm>
            <a:off x="6584957" y="3130919"/>
            <a:ext cx="1186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Berlin Sans FB" panose="020E0602020502020306" pitchFamily="34" charset="0"/>
              </a:rPr>
              <a:t>C:\\desktop &gt;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68E1CB5-2B4F-01CA-0BBB-B80416D0E212}"/>
              </a:ext>
            </a:extLst>
          </p:cNvPr>
          <p:cNvGrpSpPr/>
          <p:nvPr/>
        </p:nvGrpSpPr>
        <p:grpSpPr>
          <a:xfrm>
            <a:off x="6629480" y="5035997"/>
            <a:ext cx="2156168" cy="1678646"/>
            <a:chOff x="462207" y="5111939"/>
            <a:chExt cx="2156168" cy="1678646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5A5D24AE-089F-2E9A-01D9-BB4D99D280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293" t="10392" r="11513" b="16147"/>
            <a:stretch>
              <a:fillRect/>
            </a:stretch>
          </p:blipFill>
          <p:spPr>
            <a:xfrm>
              <a:off x="1057250" y="5111939"/>
              <a:ext cx="1561125" cy="1678646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2BC1496-BEB5-F830-911D-F5EF843299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207" y="5903640"/>
              <a:ext cx="757585" cy="75758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B329CB80-A0BE-C016-8BE0-89FE811E5201}"/>
              </a:ext>
            </a:extLst>
          </p:cNvPr>
          <p:cNvSpPr txBox="1"/>
          <p:nvPr/>
        </p:nvSpPr>
        <p:spPr>
          <a:xfrm>
            <a:off x="6701539" y="3389993"/>
            <a:ext cx="12716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erlin Sans FB" panose="020E0602020502020306" pitchFamily="34" charset="0"/>
              </a:rPr>
              <a:t>git log --all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3CBCC0-9B8A-0AF8-409E-6AA73E5801DF}"/>
              </a:ext>
            </a:extLst>
          </p:cNvPr>
          <p:cNvSpPr txBox="1"/>
          <p:nvPr/>
        </p:nvSpPr>
        <p:spPr>
          <a:xfrm>
            <a:off x="6714968" y="3679518"/>
            <a:ext cx="223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erlin Sans FB" panose="020E0602020502020306" pitchFamily="34" charset="0"/>
              </a:rPr>
              <a:t>git reset --</a:t>
            </a:r>
            <a:r>
              <a:rPr lang="en-US" dirty="0">
                <a:solidFill>
                  <a:schemeClr val="bg1"/>
                </a:solidFill>
                <a:latin typeface="Lucida Console" panose="020B0609040504020204" pitchFamily="49" charset="0"/>
              </a:rPr>
              <a:t>3ad3096</a:t>
            </a:r>
            <a:r>
              <a:rPr lang="en-US" dirty="0">
                <a:solidFill>
                  <a:schemeClr val="bg1"/>
                </a:solidFill>
                <a:latin typeface="Berlin Sans FB" panose="020E0602020502020306" pitchFamily="34" charset="0"/>
              </a:rPr>
              <a:t>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21C363-D73C-839D-57AE-2688AA6A30CB}"/>
              </a:ext>
            </a:extLst>
          </p:cNvPr>
          <p:cNvSpPr/>
          <p:nvPr/>
        </p:nvSpPr>
        <p:spPr>
          <a:xfrm>
            <a:off x="464482" y="3070541"/>
            <a:ext cx="6020807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231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F426FC-5564-70E5-C552-5A266688D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6E62C51-BDAB-15B2-4528-172845F69B88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0899CDB-2F88-B1D8-5310-0D9169E2040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112864A-6868-5FE6-5E78-527B86D622A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EF64ABA-159E-C260-A749-70EEAF54BA52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4832AD6-D263-83AE-98D4-59EA3DD6495F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6B5BB66-BC35-098F-2209-936F31D043D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49DAD03-1E39-C6A4-EE59-067A42414758}"/>
                </a:ext>
              </a:extLst>
            </p:cNvPr>
            <p:cNvGrpSpPr/>
            <p:nvPr/>
          </p:nvGrpSpPr>
          <p:grpSpPr>
            <a:xfrm>
              <a:off x="144270" y="941046"/>
              <a:ext cx="8768854" cy="5802344"/>
              <a:chOff x="133315" y="962804"/>
              <a:chExt cx="8768854" cy="5802344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1B37AAA-277C-133B-45D5-D8D9FD93BCC9}"/>
                  </a:ext>
                </a:extLst>
              </p:cNvPr>
              <p:cNvSpPr/>
              <p:nvPr/>
            </p:nvSpPr>
            <p:spPr>
              <a:xfrm>
                <a:off x="133315" y="962804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  <p:sp>
            <p:nvSpPr>
              <p:cNvPr id="38" name="Star: 4 Points 37">
                <a:extLst>
                  <a:ext uri="{FF2B5EF4-FFF2-40B4-BE49-F238E27FC236}">
                    <a16:creationId xmlns:a16="http://schemas.microsoft.com/office/drawing/2014/main" id="{F9294493-A276-DE8E-8CCC-EE8C2AC4F1E3}"/>
                  </a:ext>
                </a:extLst>
              </p:cNvPr>
              <p:cNvSpPr/>
              <p:nvPr/>
            </p:nvSpPr>
            <p:spPr>
              <a:xfrm>
                <a:off x="181513" y="1918114"/>
                <a:ext cx="914400" cy="914400"/>
              </a:xfrm>
              <a:prstGeom prst="star4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Star: 4 Points 38">
                <a:extLst>
                  <a:ext uri="{FF2B5EF4-FFF2-40B4-BE49-F238E27FC236}">
                    <a16:creationId xmlns:a16="http://schemas.microsoft.com/office/drawing/2014/main" id="{8C320EC2-78A1-8C77-23A8-D345319B1F90}"/>
                  </a:ext>
                </a:extLst>
              </p:cNvPr>
              <p:cNvSpPr/>
              <p:nvPr/>
            </p:nvSpPr>
            <p:spPr>
              <a:xfrm>
                <a:off x="8230316" y="4730221"/>
                <a:ext cx="618170" cy="477520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Star: 5 Points 39">
                <a:extLst>
                  <a:ext uri="{FF2B5EF4-FFF2-40B4-BE49-F238E27FC236}">
                    <a16:creationId xmlns:a16="http://schemas.microsoft.com/office/drawing/2014/main" id="{40597B0C-F3D2-39AF-463D-9CF8A15E9E10}"/>
                  </a:ext>
                </a:extLst>
              </p:cNvPr>
              <p:cNvSpPr/>
              <p:nvPr/>
            </p:nvSpPr>
            <p:spPr>
              <a:xfrm>
                <a:off x="8034742" y="5909375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Star: 5 Points 40">
                <a:extLst>
                  <a:ext uri="{FF2B5EF4-FFF2-40B4-BE49-F238E27FC236}">
                    <a16:creationId xmlns:a16="http://schemas.microsoft.com/office/drawing/2014/main" id="{5531168D-D1EE-004B-F77F-B19530EF8D4D}"/>
                  </a:ext>
                </a:extLst>
              </p:cNvPr>
              <p:cNvSpPr/>
              <p:nvPr/>
            </p:nvSpPr>
            <p:spPr>
              <a:xfrm>
                <a:off x="254948" y="561662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Star: 5 Points 41">
                <a:extLst>
                  <a:ext uri="{FF2B5EF4-FFF2-40B4-BE49-F238E27FC236}">
                    <a16:creationId xmlns:a16="http://schemas.microsoft.com/office/drawing/2014/main" id="{4BFC5152-EBFA-BF1D-2C21-42967283F751}"/>
                  </a:ext>
                </a:extLst>
              </p:cNvPr>
              <p:cNvSpPr/>
              <p:nvPr/>
            </p:nvSpPr>
            <p:spPr>
              <a:xfrm>
                <a:off x="6865404" y="124178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Star: 5 Points 42">
                <a:extLst>
                  <a:ext uri="{FF2B5EF4-FFF2-40B4-BE49-F238E27FC236}">
                    <a16:creationId xmlns:a16="http://schemas.microsoft.com/office/drawing/2014/main" id="{15541BEE-87FE-282B-F7A5-D5DFEEA04AB8}"/>
                  </a:ext>
                </a:extLst>
              </p:cNvPr>
              <p:cNvSpPr/>
              <p:nvPr/>
            </p:nvSpPr>
            <p:spPr>
              <a:xfrm>
                <a:off x="8131605" y="3191386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Star: 6 Points 43">
                <a:extLst>
                  <a:ext uri="{FF2B5EF4-FFF2-40B4-BE49-F238E27FC236}">
                    <a16:creationId xmlns:a16="http://schemas.microsoft.com/office/drawing/2014/main" id="{D9A9AB52-3325-6085-B607-C696468ACD07}"/>
                  </a:ext>
                </a:extLst>
              </p:cNvPr>
              <p:cNvSpPr/>
              <p:nvPr/>
            </p:nvSpPr>
            <p:spPr>
              <a:xfrm>
                <a:off x="255906" y="4041999"/>
                <a:ext cx="457200" cy="47752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Star: 6 Points 44">
                <a:extLst>
                  <a:ext uri="{FF2B5EF4-FFF2-40B4-BE49-F238E27FC236}">
                    <a16:creationId xmlns:a16="http://schemas.microsoft.com/office/drawing/2014/main" id="{71E94DAE-F1ED-B1E4-546E-432C881DBA0D}"/>
                  </a:ext>
                </a:extLst>
              </p:cNvPr>
              <p:cNvSpPr/>
              <p:nvPr/>
            </p:nvSpPr>
            <p:spPr>
              <a:xfrm flipH="1">
                <a:off x="1005266" y="6088573"/>
                <a:ext cx="359275" cy="39903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Star: 4 Points 45">
                <a:extLst>
                  <a:ext uri="{FF2B5EF4-FFF2-40B4-BE49-F238E27FC236}">
                    <a16:creationId xmlns:a16="http://schemas.microsoft.com/office/drawing/2014/main" id="{B0E2781E-419C-6FEF-BFE9-45D70F270856}"/>
                  </a:ext>
                </a:extLst>
              </p:cNvPr>
              <p:cNvSpPr/>
              <p:nvPr/>
            </p:nvSpPr>
            <p:spPr>
              <a:xfrm>
                <a:off x="1259522" y="1136468"/>
                <a:ext cx="558800" cy="471949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A32EA76-A4A1-7171-5D16-75AE85C5368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B88E914-5018-4100-C910-C5F2B5821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7DF1D91-AC12-93B4-2FB6-6A805C934B2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8928C2D-344B-7312-0B59-967C9A6387B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D399DFB-0FD7-3074-2076-7D9E391B0EBB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A4234FD-6DCF-4926-862E-97EE4700884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E13B106D-3854-6E89-C763-8F1A18181CBC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#8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0AEF68F7-B335-CA49-7DB6-427BA9D2F789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GIT &amp; GITHUB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71913DB-7350-8DD3-88A7-B561FBE2FC13}"/>
              </a:ext>
            </a:extLst>
          </p:cNvPr>
          <p:cNvSpPr/>
          <p:nvPr/>
        </p:nvSpPr>
        <p:spPr>
          <a:xfrm rot="20186118">
            <a:off x="7898199" y="1414407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3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3"/>
              </a:solidFill>
              <a:latin typeface="Eras Bold ITC" panose="020B0907030504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738CF1-3326-0C1D-22F6-3220055ADA55}"/>
              </a:ext>
            </a:extLst>
          </p:cNvPr>
          <p:cNvSpPr/>
          <p:nvPr/>
        </p:nvSpPr>
        <p:spPr>
          <a:xfrm rot="1308130">
            <a:off x="6466240" y="5655770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3">
                    <a:lumMod val="75000"/>
                  </a:schemeClr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3">
                  <a:lumMod val="75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08160-A323-67C3-72D4-B636301EC01F}"/>
              </a:ext>
            </a:extLst>
          </p:cNvPr>
          <p:cNvSpPr txBox="1"/>
          <p:nvPr/>
        </p:nvSpPr>
        <p:spPr>
          <a:xfrm>
            <a:off x="1557710" y="2138995"/>
            <a:ext cx="6096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  <a:t>Thank</a:t>
            </a:r>
            <a:b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</a:br>
            <a: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  <a:t>you !</a:t>
            </a:r>
            <a:br>
              <a:rPr lang="en-US" sz="6600" dirty="0">
                <a:latin typeface="Goudy Stout" panose="0202090407030B020401" pitchFamily="18" charset="0"/>
              </a:rPr>
            </a:br>
            <a:r>
              <a:rPr lang="en-US" sz="2400" i="1" dirty="0">
                <a:latin typeface="Kristen ITC" panose="03050502040202030202" pitchFamily="66" charset="0"/>
              </a:rPr>
              <a:t>Don’t forget to visit </a:t>
            </a:r>
            <a:br>
              <a:rPr lang="en-US" sz="6600" dirty="0">
                <a:latin typeface="Goudy Stout" panose="0202090407030B020401" pitchFamily="18" charset="0"/>
              </a:rPr>
            </a:br>
            <a:r>
              <a:rPr lang="en-US" sz="3600" i="1" u="sng" dirty="0">
                <a:solidFill>
                  <a:schemeClr val="accent2"/>
                </a:solidFill>
                <a:highlight>
                  <a:srgbClr val="FFFF00"/>
                </a:highlight>
                <a:latin typeface="Bahnschrift" panose="020B0502040204020203" pitchFamily="34" charset="0"/>
                <a:cs typeface="Arial" panose="020B0604020202020204" pitchFamily="34" charset="0"/>
              </a:rPr>
              <a:t>https://josserich.github.io</a:t>
            </a:r>
          </a:p>
        </p:txBody>
      </p:sp>
    </p:spTree>
    <p:extLst>
      <p:ext uri="{BB962C8B-B14F-4D97-AF65-F5344CB8AC3E}">
        <p14:creationId xmlns:p14="http://schemas.microsoft.com/office/powerpoint/2010/main" val="1128802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8603</TotalTime>
  <Words>1314</Words>
  <Application>Microsoft Office PowerPoint</Application>
  <PresentationFormat>Widescreen</PresentationFormat>
  <Paragraphs>600</Paragraphs>
  <Slides>23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7" baseType="lpstr">
      <vt:lpstr>Aptos</vt:lpstr>
      <vt:lpstr>Arial</vt:lpstr>
      <vt:lpstr>Arial Black</vt:lpstr>
      <vt:lpstr>Bahnschrift</vt:lpstr>
      <vt:lpstr>Berlin Sans FB</vt:lpstr>
      <vt:lpstr>Berlin Sans FB Demi</vt:lpstr>
      <vt:lpstr>Calibri</vt:lpstr>
      <vt:lpstr>Calibri Light</vt:lpstr>
      <vt:lpstr>Copperplate Gothic Bold</vt:lpstr>
      <vt:lpstr>Eras Bold ITC</vt:lpstr>
      <vt:lpstr>Goudy Stout</vt:lpstr>
      <vt:lpstr>Kristen ITC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TUF GAMING</dc:creator>
  <cp:lastModifiedBy>TUF GAMING</cp:lastModifiedBy>
  <cp:revision>241</cp:revision>
  <dcterms:created xsi:type="dcterms:W3CDTF">2025-11-04T03:39:38Z</dcterms:created>
  <dcterms:modified xsi:type="dcterms:W3CDTF">2026-05-27T14:22:44Z</dcterms:modified>
</cp:coreProperties>
</file>
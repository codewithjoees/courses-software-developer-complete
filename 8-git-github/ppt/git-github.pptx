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01" r:id="rId3"/>
    <p:sldId id="302" r:id="rId4"/>
    <p:sldId id="303" r:id="rId5"/>
    <p:sldId id="304" r:id="rId6"/>
    <p:sldId id="305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23" r:id="rId20"/>
    <p:sldId id="321" r:id="rId21"/>
    <p:sldId id="320" r:id="rId22"/>
    <p:sldId id="322" r:id="rId23"/>
    <p:sldId id="2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3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66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CF8A-3608-EE98-69FC-94D5EA46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5C54F-23FF-F5A4-6A85-D9F70E696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1C83D-8D61-99A0-F8F4-822C4A3D5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890BA-8ED3-8D68-F2FB-DE2E8846C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EC81-63FA-B045-3663-48A525A7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4374D-B373-65CF-6259-61B69FB80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C7DD1-9457-0D30-D008-A904A6692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073F0-F2DA-483E-552F-32FD32DCC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83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385B-98F0-B9B7-FF23-D53058C1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17BC6-CF09-A114-5308-2327427BE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C10CA-2B59-959B-70A1-4E20C540F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BD89B-3869-8E4F-A302-55F14D53C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8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9919-B32D-3E44-F73A-3C6190D9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80257-B6BB-787A-FAB6-C0CBED79E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2E1F3-72D7-2062-0A45-94DFA801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806AE-1E9B-EC01-5CAD-B67BD1826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61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AC78D-ADB1-8266-67A1-6BD368B8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09C58-D343-18FF-9337-77A1FF3B1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975D6-19BD-6E53-A887-2613BE9E6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EDE4A-B524-D7EA-BE1F-4D3A38028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53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85CE-278F-9BBE-2572-FCD652D4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CA89C-4313-E361-182E-274836A3F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97295-5671-3485-311E-52D024B2D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F6DD2-DF7A-C527-EA11-28AD3038E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96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63D56-EE14-A58C-4018-2AE99505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55CBC-8DA0-2D18-5C88-20E96F794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A7CBF-E4C3-7B6B-25A1-D465EA509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A63D2-A2A9-963B-7B2F-6ACD0993B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02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0DBA-A2A5-F5F0-8556-62041B53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9FBC3-911E-E023-8B29-476B6E6A9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B1B88-01D3-906D-D42C-2D6D82372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E6244-D85D-8DED-BEBE-154D36B5C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84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297E8-0D0F-26A3-0578-FCDB2DEC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0EE9C-3DD5-32E1-B5F5-EAAEAFE1F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071BB-A4B9-A918-E28B-AD6FFB1E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FDF05-26A6-E325-1255-AECE2F0D0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7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A3D4-DFD7-33F6-6DD0-D9317B04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F35E6-D5B3-C721-FDEF-1DFA488BF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AAD2C-FD69-39D1-7C7B-584813004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964C-9881-1E97-EA3E-BBB31CC7D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11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3350A-D34B-2657-869D-41693C67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EF464-C564-FE69-8CB5-4C68DEF14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5D908-0545-F57A-EA8D-06B2C218F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43137-FE6B-DCA8-8AE8-5EF550673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04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967A-7584-7038-2939-5BEB12A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EB448-8180-9480-15D1-BC39D50AB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D4E3F-43E3-9999-D027-B41302C7B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EE571-2406-90F5-7B92-6D0717465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69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C8CF-6B8F-37AD-9416-9157DA05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5CEC7-5F64-0B17-8DD4-2C0B9D171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D288C-897C-4BC9-45F3-2AFBB78CE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72E41-C583-FBB9-C185-ED327849E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24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48CE4-5BC1-76BA-5DF1-968F8E16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BB855-AA77-4518-6DDF-C655A3A6C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67607-67AE-CEE9-CE5B-E83F73E81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982BD-3BEE-3943-9F06-A525B1696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65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6752-0162-56BD-8514-1CDF12D2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87F2A-D4E4-C85A-9470-C35A9B341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11E19-F5FB-8859-B15C-85FCDEFB6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1B99F-5572-EA3F-B21F-48DF778BD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01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0A2D-98AE-C5DB-9051-4AB5D02B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60320-8619-8E2C-67F6-DEC558D54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55794-5C3F-E42B-557E-5EC138400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6E972-E8C3-BF0A-30CD-10FCD3947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54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0E99-9AE5-9FD8-E4FC-E54CE435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2EE7F-A3AA-BBA2-F052-0FD8FC0FD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E003E-68FB-D3F0-F10A-BBF8CBB16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5B7A0-CD18-787B-A737-2BB038BE0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59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4884-5556-37CF-1983-FCEF96B8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E3319-D988-D795-1DBA-EFCF717C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7507E-FD92-5C3A-75B8-3007275D6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152C9-25A1-E5C3-2435-130131375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51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1306-6B5C-D32D-C5CA-3DAD6F4B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9CF71-2269-3012-422B-B58C08D3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FD361-1859-F86E-280F-070D02532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00EE2-FBC9-C162-471B-1C44C0A74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41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42AC-F631-7A53-AD4B-520BB62D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B37F8-750D-8360-D137-3771F522D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14171-1B0A-4399-6314-0A7F49DF9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25D9D-8C77-4C81-E552-0CD50FC3A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08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267765" y="1727721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#8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GIT &amp; GITHUB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551777" y="3206978"/>
            <a:ext cx="6116776" cy="2247720"/>
            <a:chOff x="1774064" y="2889770"/>
            <a:chExt cx="6116776" cy="224772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774064" y="2889770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2405048" y="4320075"/>
              <a:ext cx="5024284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#8 – GIT &amp; GITHUB 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443FE8-2CEC-9D57-714D-AC67A4A21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26" y="1788104"/>
            <a:ext cx="1161086" cy="11610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FA1AF-96A7-CC67-388E-27F963A3B1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53" y="1796128"/>
            <a:ext cx="1216957" cy="121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DECD-FADC-CCEB-0C44-12CBBBF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3A68479-AC52-9505-3A03-A94DED512DF7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3E033F-E287-A460-75D5-ADA55B767C8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D8CFE3-DC4C-823B-48B0-C205A4C7310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18B2618-566C-5FA1-7B44-3A5D8CC07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1044E8-0CB6-EFEB-0D22-350997E6AAA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C169F98-C416-0C2F-CCFE-365551A19C7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34E4FBF-3EE1-44B4-26D1-33E9ED76063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EAC86C6-9524-0C9F-DF6B-BBA54A6B04A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7E9B75D-41F2-85F2-EF28-31ADBA9081E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BA016D2-BC61-39C3-FFB8-2747641E92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D5644C1-94E5-C580-95A4-0F522E0CB8B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7662CF5-1726-1A8C-A9B4-4AE011FC91F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696B179-F35D-B22F-2F71-A0797AB74EE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DB494F6-B4D8-0467-EB68-75F7103C017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A2E1726-CA3A-4215-FB19-459AA326B14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B4DC73-4DB0-CE89-0DBA-693FEE006AD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C354560-8018-0ED9-5259-6597AC2FB98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23269FB-3016-1C9F-C710-59BD0260A30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F1F6107-E7C0-6592-E3FC-3B49D225D802}"/>
              </a:ext>
            </a:extLst>
          </p:cNvPr>
          <p:cNvGrpSpPr/>
          <p:nvPr/>
        </p:nvGrpSpPr>
        <p:grpSpPr>
          <a:xfrm>
            <a:off x="408899" y="1267642"/>
            <a:ext cx="2227705" cy="757585"/>
            <a:chOff x="477012" y="1173029"/>
            <a:chExt cx="2227705" cy="7575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A760321-AB8F-E43F-3B8D-FDEBC59BB6C1}"/>
                </a:ext>
              </a:extLst>
            </p:cNvPr>
            <p:cNvSpPr/>
            <p:nvPr/>
          </p:nvSpPr>
          <p:spPr>
            <a:xfrm>
              <a:off x="1342752" y="1237126"/>
              <a:ext cx="1361965" cy="5817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GIT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3A4532-FC1E-6ADA-F42D-78BE0C83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12" y="1173029"/>
              <a:ext cx="757585" cy="75758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744B4F4-9962-7C8F-B3FC-71B0EB1C4162}"/>
              </a:ext>
            </a:extLst>
          </p:cNvPr>
          <p:cNvSpPr/>
          <p:nvPr/>
        </p:nvSpPr>
        <p:spPr>
          <a:xfrm>
            <a:off x="340787" y="2181985"/>
            <a:ext cx="7587730" cy="13529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is a tool in your local device that helps you save and manage your code, work with others, keep track of changes , and undo mistake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D9BFC-1C1E-0FD9-EA2A-08757C411413}"/>
              </a:ext>
            </a:extLst>
          </p:cNvPr>
          <p:cNvSpPr/>
          <p:nvPr/>
        </p:nvSpPr>
        <p:spPr>
          <a:xfrm>
            <a:off x="340787" y="3722556"/>
            <a:ext cx="5089857" cy="7936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is a popular version control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9AAA09-CD9F-B00D-A75D-2A823CF14EE2}"/>
              </a:ext>
            </a:extLst>
          </p:cNvPr>
          <p:cNvSpPr/>
          <p:nvPr/>
        </p:nvSpPr>
        <p:spPr>
          <a:xfrm>
            <a:off x="340787" y="4758376"/>
            <a:ext cx="7587730" cy="1177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was created by Linus Torvalds in 2005, and has been maintained by Junio Hamano since then </a:t>
            </a:r>
          </a:p>
        </p:txBody>
      </p:sp>
    </p:spTree>
    <p:extLst>
      <p:ext uri="{BB962C8B-B14F-4D97-AF65-F5344CB8AC3E}">
        <p14:creationId xmlns:p14="http://schemas.microsoft.com/office/powerpoint/2010/main" val="329410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0CDF3-63CF-6146-8632-F48E2BD68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57FD215D-964E-86D5-EC53-2D1E25482D2A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15739EA-A08F-5D63-A547-C2D52151ABB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FBD2C23-F905-0A54-ABF8-DB32D48C02D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1E884D7-04E0-CB7F-16B5-3A5319A6A5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59BCC76-9926-368B-633F-C9B9E49443A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9FB1199-9D16-07C4-C5EE-BE01C66680D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61C2E3E-003A-C008-11FB-DA2C229E292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6F2C863-302E-2E9A-E103-89E347CCDC5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8E7EC7F-BAFC-5A9D-3DDB-954D9081400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7E98F5F-0859-A38F-702E-D3B30261F4E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61F8E1F-A6B8-F023-7BB5-708A7EC1546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082E68-F623-54C1-136A-62F0A8F4994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9FB2C8C-254A-30B6-BDEE-87EA7ECA7AB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F29E4DA-DABD-55FE-CFDF-951ADB3C44F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B3F5229-A1A8-75A2-21C7-0B52512E607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D86F57B-8418-BBB8-CCF1-A2F6FC80629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F62B162-5459-446B-34CC-5AF28FAD272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43238BE-DA11-A739-6BCA-37D64933ABA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B5E0917-195F-CCEA-2CE6-06368D6192C6}"/>
              </a:ext>
            </a:extLst>
          </p:cNvPr>
          <p:cNvSpPr/>
          <p:nvPr/>
        </p:nvSpPr>
        <p:spPr>
          <a:xfrm>
            <a:off x="1234597" y="1269164"/>
            <a:ext cx="1527555" cy="5817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GITHUB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9725B-1664-9B8B-2154-0FDFDE702F4E}"/>
              </a:ext>
            </a:extLst>
          </p:cNvPr>
          <p:cNvSpPr/>
          <p:nvPr/>
        </p:nvSpPr>
        <p:spPr>
          <a:xfrm>
            <a:off x="406442" y="3401395"/>
            <a:ext cx="7551338" cy="11162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GITHUB is a provider or service that stores and manages source code All of developers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DCCB68-07A7-FD2F-42E5-448219416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34" y="1203716"/>
            <a:ext cx="647216" cy="6472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91E9D7-724B-28CD-1C6B-91698BA0B5E0}"/>
              </a:ext>
            </a:extLst>
          </p:cNvPr>
          <p:cNvSpPr/>
          <p:nvPr/>
        </p:nvSpPr>
        <p:spPr>
          <a:xfrm>
            <a:off x="406442" y="2241326"/>
            <a:ext cx="7587730" cy="8198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GITHUB is a website that works like a GIT</a:t>
            </a:r>
          </a:p>
        </p:txBody>
      </p:sp>
    </p:spTree>
    <p:extLst>
      <p:ext uri="{BB962C8B-B14F-4D97-AF65-F5344CB8AC3E}">
        <p14:creationId xmlns:p14="http://schemas.microsoft.com/office/powerpoint/2010/main" val="141089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41300-11A1-6811-0546-5F65183C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5155399C-8D80-B567-4611-068CACD9188B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7FFC205-5A86-98FE-12DB-FFADB4C6656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BD87188-D25E-3780-5BB3-73EB0618F9F6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D5EB2E5-F7FA-7916-89FD-3B28DFACFB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1379CEF-B0A4-C1E1-FA8F-466CC01A98A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6FCBAE0-7CC5-7D11-9802-8495B0F8E40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D080D58-1B65-C1B3-005B-BF689627BF0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FB74297-3717-04E6-C2E6-783BF85E5BB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CF85C58-4698-E80F-7FB3-B90870F8414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1367B3D-71AA-D0C4-C8C9-2440CAB8D7B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B71251E-FE8D-6E3B-B6E2-F73FBB07CD4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A15645-31A1-A1E1-8DE0-015AA0A1B02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2D83BCF-B29C-090F-553B-AEEA51AADE3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92D51B5-CFDD-DE76-0148-4124CB2CFF3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A631FEC-4CCF-1985-5D0C-D59E7987652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694CA7C-BE34-652D-7CE2-0641019B3B4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FEE5CC6-4B37-5CF0-1D86-BAB6E6CCE4B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9129FCC-A09A-24FD-F542-F0AE6622A66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72CB1A75-1712-3991-4849-CC1AB1379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29518" y="3332101"/>
            <a:ext cx="1859402" cy="190085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4574734-1A3B-31FB-3B88-5D439B05EBE1}"/>
              </a:ext>
            </a:extLst>
          </p:cNvPr>
          <p:cNvSpPr/>
          <p:nvPr/>
        </p:nvSpPr>
        <p:spPr>
          <a:xfrm>
            <a:off x="3906956" y="1674243"/>
            <a:ext cx="1472677" cy="146612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Berlin Sans FB" panose="020E0602020502020306" pitchFamily="34" charset="0"/>
              </a:rPr>
              <a:t>--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F11555-0DFE-9DF9-D12E-DCBBD4F307E9}"/>
              </a:ext>
            </a:extLst>
          </p:cNvPr>
          <p:cNvSpPr txBox="1"/>
          <p:nvPr/>
        </p:nvSpPr>
        <p:spPr>
          <a:xfrm>
            <a:off x="3959569" y="1674243"/>
            <a:ext cx="683726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&lt;/&gt;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01E2EC-5D92-8818-E81A-3158D031CAAC}"/>
              </a:ext>
            </a:extLst>
          </p:cNvPr>
          <p:cNvSpPr txBox="1"/>
          <p:nvPr/>
        </p:nvSpPr>
        <p:spPr>
          <a:xfrm>
            <a:off x="4519392" y="1707734"/>
            <a:ext cx="890580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-A-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04AD1F-64F8-80F5-24D5-A69649084C08}"/>
              </a:ext>
            </a:extLst>
          </p:cNvPr>
          <p:cNvSpPr txBox="1"/>
          <p:nvPr/>
        </p:nvSpPr>
        <p:spPr>
          <a:xfrm>
            <a:off x="3948057" y="2140183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BBFAC3-EE46-531C-EE61-3461EE1B6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1185554" y="3354106"/>
            <a:ext cx="1859402" cy="1900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649735-4344-8354-3E4D-1C02C9A9C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5872535" y="3296075"/>
            <a:ext cx="1859402" cy="190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8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83F73-324F-8426-ADF5-ADD2C2F23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B262C1EA-51D8-ADA4-E92A-63E09598BC2F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4BAF2A-3DBF-0D09-AC57-193CE5CD0B4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F4DFFD8-DDF3-9B6A-2A1A-AB4B62AB604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3D09F07-C66C-DF00-2734-825902B521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1898BAA-C9A7-AEB4-3FCA-BD19800AA9F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A5CDFEA-65CF-815D-A59B-1DD9CD5E6A2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631D2B-4107-EF5B-2A13-426E742AE54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D9E75EF-6266-E9BF-7EC7-BE1F6395508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FAD44E0-964A-864B-A760-7D70E8DDEF0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C14E4AB-7867-7387-0A47-B396506A19F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67654B9-80BC-15F2-5C76-1CC84DD50EA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77C4BE6-6064-B776-7F6B-399955AEF84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209E04F-FBE2-F844-C950-DAE164C3D28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4748811-067C-3726-D7C1-6BA16EA0675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8F270C4-4240-7AF8-1EC0-B5AECB5E636E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7DF1431-03C7-433C-C61B-473B9750384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C6DEAF1-5F2B-5335-543D-947CD85015F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3584878-46C0-684A-5006-CEA7D890D86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E122A968-DB69-0D9E-AA5C-43A40CC90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29518" y="3332101"/>
            <a:ext cx="1859402" cy="190085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5B2F80D-11B4-B4F9-F934-663BF3A474E4}"/>
              </a:ext>
            </a:extLst>
          </p:cNvPr>
          <p:cNvSpPr/>
          <p:nvPr/>
        </p:nvSpPr>
        <p:spPr>
          <a:xfrm>
            <a:off x="1541940" y="1731220"/>
            <a:ext cx="1472677" cy="146612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Berlin Sans FB" panose="020E0602020502020306" pitchFamily="34" charset="0"/>
              </a:rPr>
              <a:t>--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BB2790-CC1A-C866-E077-C2A164AAEA9C}"/>
              </a:ext>
            </a:extLst>
          </p:cNvPr>
          <p:cNvSpPr txBox="1"/>
          <p:nvPr/>
        </p:nvSpPr>
        <p:spPr>
          <a:xfrm>
            <a:off x="1594553" y="1731220"/>
            <a:ext cx="683726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&lt;/&gt;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06BDB7-DCD1-342D-8F2E-6CF585C26CEF}"/>
              </a:ext>
            </a:extLst>
          </p:cNvPr>
          <p:cNvSpPr txBox="1"/>
          <p:nvPr/>
        </p:nvSpPr>
        <p:spPr>
          <a:xfrm>
            <a:off x="2154376" y="1764711"/>
            <a:ext cx="890580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-A-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DCF1F6-383D-F7B5-A1F2-31BC0E5EE46D}"/>
              </a:ext>
            </a:extLst>
          </p:cNvPr>
          <p:cNvSpPr txBox="1"/>
          <p:nvPr/>
        </p:nvSpPr>
        <p:spPr>
          <a:xfrm>
            <a:off x="1583041" y="2197160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D42BE2-0C7A-2FA7-D815-B2DDC0650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1185554" y="3354106"/>
            <a:ext cx="1859402" cy="1900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1634DA-BA46-5041-0CE1-E3ECD2B43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5872535" y="3296075"/>
            <a:ext cx="1859402" cy="19008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6DE68F-D7F4-1AAA-2737-3226E73ED8C3}"/>
              </a:ext>
            </a:extLst>
          </p:cNvPr>
          <p:cNvSpPr txBox="1"/>
          <p:nvPr/>
        </p:nvSpPr>
        <p:spPr>
          <a:xfrm>
            <a:off x="1583040" y="2420987"/>
            <a:ext cx="13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010101001</a:t>
            </a:r>
          </a:p>
        </p:txBody>
      </p:sp>
    </p:spTree>
    <p:extLst>
      <p:ext uri="{BB962C8B-B14F-4D97-AF65-F5344CB8AC3E}">
        <p14:creationId xmlns:p14="http://schemas.microsoft.com/office/powerpoint/2010/main" val="2925600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32A9E-872A-D6B9-0464-2AD4BEE7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555F3D4B-5E48-781C-4ABB-9CCF72022D91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3A816B2-0C92-BE52-2F17-8A5A5DFBBD4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B917511-284F-9C7C-EC4E-73B4808F511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E363A48-32EE-B66E-35EF-1338C73501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D76C9D1-244E-FB9C-A010-A1957826A73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6B257EF-DEFF-766F-DF3F-883B54D388E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BA55E3F-F3BC-D0DA-2707-7C98849A8CE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EA501FE-F54B-0C8C-D009-83AC60BDD02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F7C83F3-87C5-4A45-EB19-D43410E44AD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2FA4B17-8EFC-2401-EF57-953F2425599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0A451F6-89EB-CF2F-59E2-7E08B1DB02F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546AF54-4187-91AE-3E23-7FD144F133E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A7F90E1-EC16-D7B7-6991-0A38AA2D113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E0847D7-3EB5-02F7-D126-B8B83753140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4ADCEA-C572-B650-A16B-0B5F0961657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5FB3BB8-2921-A93A-A0F0-1224992E1A3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0A57078-DCE3-C58E-AB69-0EEE9D02490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58F1AD3-5507-A417-5638-0DEBB24E949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C1DE2933-AAD0-5901-7C8E-F62550377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29518" y="3332101"/>
            <a:ext cx="1859402" cy="190085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176AC71-1945-B5A6-AAF0-BA57DE09F367}"/>
              </a:ext>
            </a:extLst>
          </p:cNvPr>
          <p:cNvSpPr/>
          <p:nvPr/>
        </p:nvSpPr>
        <p:spPr>
          <a:xfrm>
            <a:off x="6228921" y="1673189"/>
            <a:ext cx="1472677" cy="146612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Berlin Sans FB" panose="020E0602020502020306" pitchFamily="34" charset="0"/>
              </a:rPr>
              <a:t>--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0EF3F8-E8D2-6401-63E5-2411A2D08ABC}"/>
              </a:ext>
            </a:extLst>
          </p:cNvPr>
          <p:cNvSpPr txBox="1"/>
          <p:nvPr/>
        </p:nvSpPr>
        <p:spPr>
          <a:xfrm>
            <a:off x="6281534" y="1673189"/>
            <a:ext cx="683726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&lt;/&gt;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57EC91-A412-7C68-D088-17D7E2B89BA5}"/>
              </a:ext>
            </a:extLst>
          </p:cNvPr>
          <p:cNvSpPr txBox="1"/>
          <p:nvPr/>
        </p:nvSpPr>
        <p:spPr>
          <a:xfrm>
            <a:off x="6841357" y="1706680"/>
            <a:ext cx="890580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-A-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AE76C0-2A11-E857-6B4C-FDD8AF20DB8A}"/>
              </a:ext>
            </a:extLst>
          </p:cNvPr>
          <p:cNvSpPr txBox="1"/>
          <p:nvPr/>
        </p:nvSpPr>
        <p:spPr>
          <a:xfrm>
            <a:off x="6270022" y="2139129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08872-DC34-3AC6-F324-A5139E253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1185554" y="3354106"/>
            <a:ext cx="1859402" cy="1900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135B81-E529-0A38-489C-9456ACB69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5872535" y="3296075"/>
            <a:ext cx="1859402" cy="19008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7EFA26-ADC2-C6DB-9C80-68063519D38B}"/>
              </a:ext>
            </a:extLst>
          </p:cNvPr>
          <p:cNvSpPr txBox="1"/>
          <p:nvPr/>
        </p:nvSpPr>
        <p:spPr>
          <a:xfrm>
            <a:off x="6270021" y="2362956"/>
            <a:ext cx="13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DFC6B-4C65-5642-95E1-0EEBAD7F54B5}"/>
              </a:ext>
            </a:extLst>
          </p:cNvPr>
          <p:cNvSpPr txBox="1"/>
          <p:nvPr/>
        </p:nvSpPr>
        <p:spPr>
          <a:xfrm>
            <a:off x="6553044" y="2395753"/>
            <a:ext cx="13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01010101</a:t>
            </a:r>
          </a:p>
        </p:txBody>
      </p:sp>
    </p:spTree>
    <p:extLst>
      <p:ext uri="{BB962C8B-B14F-4D97-AF65-F5344CB8AC3E}">
        <p14:creationId xmlns:p14="http://schemas.microsoft.com/office/powerpoint/2010/main" val="139021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1B5F0-A713-5BE2-1B7E-1AFE148F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87E7C87-44CE-253A-55A6-56C08E998A88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9832EE-0CB0-EF4C-6408-D961E8D8F83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D3A3F18-DB5E-99A2-A492-6B9778B022B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A60195A-A586-D2B7-F0ED-934DC613A3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4340778-6EB9-DBC8-069E-9BF33415FEE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8313C34-F4D4-FEC0-4E4B-8A3CE8758D6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52E4D93-1DF0-C4B7-8594-D6C0962ABDD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2278CFA-7505-790E-DE87-093E6C97CC5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AB805E5-C5F6-CA80-D019-3771F6820DF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179AC13-CA23-B031-DE1D-11317BCE1DD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B27DC6D-9744-7279-754B-FC3BC6A1556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71A7206-EE92-290A-735E-11EF61644D6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0904426-4222-E01C-5299-E03BE1AB18D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066E769-7025-CF54-0C4B-479337AEAB56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2EF239E-E736-506D-BA87-F6937F12613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E2381C7-AA33-2C47-A528-2F525763933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883C2CE-3EA3-A73A-4227-9C70F6C3A13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C29F0A8-D450-8801-171A-E5F0B2F6F12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E8EA5315-F9A3-A946-A921-66F23AC7E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29518" y="3332101"/>
            <a:ext cx="1859402" cy="190085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8C2C588-A388-A3D5-D49A-4A714CE27A0E}"/>
              </a:ext>
            </a:extLst>
          </p:cNvPr>
          <p:cNvSpPr/>
          <p:nvPr/>
        </p:nvSpPr>
        <p:spPr>
          <a:xfrm>
            <a:off x="3957671" y="1709215"/>
            <a:ext cx="1472677" cy="1466128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Berlin Sans FB" panose="020E0602020502020306" pitchFamily="34" charset="0"/>
              </a:rPr>
              <a:t>--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B9BBD8-FD61-06C8-6E89-31BCF9F7F66A}"/>
              </a:ext>
            </a:extLst>
          </p:cNvPr>
          <p:cNvSpPr txBox="1"/>
          <p:nvPr/>
        </p:nvSpPr>
        <p:spPr>
          <a:xfrm>
            <a:off x="4010284" y="1709215"/>
            <a:ext cx="683726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&lt;/&gt;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F8081B-A862-7C3F-1EC1-6A6E82DADDB1}"/>
              </a:ext>
            </a:extLst>
          </p:cNvPr>
          <p:cNvSpPr txBox="1"/>
          <p:nvPr/>
        </p:nvSpPr>
        <p:spPr>
          <a:xfrm>
            <a:off x="4570107" y="1742706"/>
            <a:ext cx="890580" cy="699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-A-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E49BCB-0E2D-2CF1-D34B-DDECC1749C06}"/>
              </a:ext>
            </a:extLst>
          </p:cNvPr>
          <p:cNvSpPr txBox="1"/>
          <p:nvPr/>
        </p:nvSpPr>
        <p:spPr>
          <a:xfrm>
            <a:off x="3998772" y="2175155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8A6DF-77B4-95F8-E35E-A91519177A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1185554" y="3354106"/>
            <a:ext cx="1859402" cy="1900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098C9A-71A3-F0A4-F9D8-961FC9843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5872535" y="3296075"/>
            <a:ext cx="1859402" cy="19008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D3429F-68C0-2F4A-71CA-3B71B6A267B6}"/>
              </a:ext>
            </a:extLst>
          </p:cNvPr>
          <p:cNvSpPr txBox="1"/>
          <p:nvPr/>
        </p:nvSpPr>
        <p:spPr>
          <a:xfrm>
            <a:off x="3998771" y="2398982"/>
            <a:ext cx="13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DD91C-27C0-3E32-3699-D9CC345BDFA2}"/>
              </a:ext>
            </a:extLst>
          </p:cNvPr>
          <p:cNvSpPr txBox="1"/>
          <p:nvPr/>
        </p:nvSpPr>
        <p:spPr>
          <a:xfrm>
            <a:off x="4271961" y="2412114"/>
            <a:ext cx="13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A55109-2C13-52D4-66B7-73F0648AAD27}"/>
              </a:ext>
            </a:extLst>
          </p:cNvPr>
          <p:cNvGrpSpPr/>
          <p:nvPr/>
        </p:nvGrpSpPr>
        <p:grpSpPr>
          <a:xfrm>
            <a:off x="3545231" y="1423384"/>
            <a:ext cx="1965705" cy="1951195"/>
            <a:chOff x="1702752" y="1561369"/>
            <a:chExt cx="1965705" cy="1951195"/>
          </a:xfrm>
          <a:solidFill>
            <a:schemeClr val="tx2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DEB61AA-A9A1-A140-8F5C-8149AFF08C8A}"/>
                </a:ext>
              </a:extLst>
            </p:cNvPr>
            <p:cNvSpPr/>
            <p:nvPr/>
          </p:nvSpPr>
          <p:spPr>
            <a:xfrm>
              <a:off x="1983585" y="3018667"/>
              <a:ext cx="1454123" cy="49389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E18BAA3A-F4B8-8FAF-9D1E-326CB99261A9}"/>
                </a:ext>
              </a:extLst>
            </p:cNvPr>
            <p:cNvSpPr/>
            <p:nvPr/>
          </p:nvSpPr>
          <p:spPr>
            <a:xfrm>
              <a:off x="2488291" y="2282947"/>
              <a:ext cx="444713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9C5C48A-2A37-D7B1-C115-C59143D32A77}"/>
                </a:ext>
              </a:extLst>
            </p:cNvPr>
            <p:cNvSpPr/>
            <p:nvPr/>
          </p:nvSpPr>
          <p:spPr>
            <a:xfrm>
              <a:off x="1702752" y="1561369"/>
              <a:ext cx="1965705" cy="1366350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CA196D8-B5E4-8E35-6492-7233A6BD8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5198" y="1690643"/>
              <a:ext cx="1788622" cy="100835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C0B783C-75AE-9FA6-3EAC-BABF1E914157}"/>
              </a:ext>
            </a:extLst>
          </p:cNvPr>
          <p:cNvSpPr/>
          <p:nvPr/>
        </p:nvSpPr>
        <p:spPr>
          <a:xfrm>
            <a:off x="3624987" y="1561196"/>
            <a:ext cx="1811143" cy="10618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Error…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CFA4E1-A503-4AD7-F48C-81F6F11439BA}"/>
              </a:ext>
            </a:extLst>
          </p:cNvPr>
          <p:cNvGrpSpPr/>
          <p:nvPr/>
        </p:nvGrpSpPr>
        <p:grpSpPr>
          <a:xfrm>
            <a:off x="5021995" y="2147230"/>
            <a:ext cx="634290" cy="1100128"/>
            <a:chOff x="2841160" y="1888272"/>
            <a:chExt cx="914400" cy="115487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93EB440-B83E-0A57-B927-4F205A21C204}"/>
                </a:ext>
              </a:extLst>
            </p:cNvPr>
            <p:cNvSpPr/>
            <p:nvPr/>
          </p:nvSpPr>
          <p:spPr>
            <a:xfrm>
              <a:off x="2841160" y="1888272"/>
              <a:ext cx="914400" cy="1154875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46E1BC2-8138-3F67-1EF6-27F231909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4112" y="2028190"/>
              <a:ext cx="796333" cy="858254"/>
            </a:xfrm>
            <a:prstGeom prst="rect">
              <a:avLst/>
            </a:prstGeom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69010-297B-2E8F-98E6-9BD24FB35AA6}"/>
              </a:ext>
            </a:extLst>
          </p:cNvPr>
          <p:cNvSpPr/>
          <p:nvPr/>
        </p:nvSpPr>
        <p:spPr>
          <a:xfrm>
            <a:off x="5062953" y="2273403"/>
            <a:ext cx="555102" cy="83565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Error.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950738-39A5-4676-1A3D-26A6A11B46D3}"/>
              </a:ext>
            </a:extLst>
          </p:cNvPr>
          <p:cNvSpPr txBox="1"/>
          <p:nvPr/>
        </p:nvSpPr>
        <p:spPr>
          <a:xfrm>
            <a:off x="2087654" y="3595828"/>
            <a:ext cx="95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???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32FD6-6CE3-07DB-4139-F0482C5CBD9C}"/>
              </a:ext>
            </a:extLst>
          </p:cNvPr>
          <p:cNvSpPr txBox="1"/>
          <p:nvPr/>
        </p:nvSpPr>
        <p:spPr>
          <a:xfrm>
            <a:off x="4553634" y="3510781"/>
            <a:ext cx="95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???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77BC7C-8906-F628-9850-B1610B5623A9}"/>
              </a:ext>
            </a:extLst>
          </p:cNvPr>
          <p:cNvSpPr txBox="1"/>
          <p:nvPr/>
        </p:nvSpPr>
        <p:spPr>
          <a:xfrm>
            <a:off x="6772876" y="3451119"/>
            <a:ext cx="95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524670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/>
      <p:bldP spid="2" grpId="0"/>
      <p:bldP spid="4" grpId="0"/>
      <p:bldP spid="21" grpId="0" animBg="1"/>
      <p:bldP spid="23" grpId="0" animBg="1"/>
      <p:bldP spid="24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5E5D5-14E1-1669-01E5-BF01543D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FEE69D6-CD81-FEFC-0208-D7CFF23FBB93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941C3B-12D5-0A4E-61CE-24D978716C7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3D48103-7A15-8200-396A-A18A1AB84D4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506A265-1B35-DF92-51B7-80449FA296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C27EE11-9744-0429-2B95-A680516C2DA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698AC62-42A5-C7DE-9635-E415F08F964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9BF3734-08EC-1CB4-D0FD-007FBD1351B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7A21D2A-F1F1-69F5-56DE-20210D7859A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8992C62-3DF3-BDB9-2C6C-48009FCE042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F8C6E99-52F8-BFC7-E912-9807EC76D17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703D304-7664-8ECF-82A4-FE4000DDF10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91C6DD-1CFB-DCE4-4D72-70188E42375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12E94B1-313E-16BD-54C8-D4D622375FE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32C3280-7C55-644B-A686-367654A8730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7BD684F-11B7-D917-AC0A-DFC813BA7EB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5CB8D81-23A1-B12E-854B-8A28CC119D5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7CCEE4A-5E49-5715-9D63-E9AFB246EAB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5D2FFDE-666B-3859-557A-890C2310651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BF780FF-17E8-F035-9A5E-CB8D2313D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736135" y="4811480"/>
            <a:ext cx="1859402" cy="1900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9E7E29-226B-D32A-5385-5E20835A7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61909" y="4823149"/>
            <a:ext cx="1859402" cy="1900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DB182C-6D4F-A6C9-FAF3-45CC31B13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6228073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68B98A7-94EB-996F-6197-8622FE3B3562}"/>
              </a:ext>
            </a:extLst>
          </p:cNvPr>
          <p:cNvSpPr/>
          <p:nvPr/>
        </p:nvSpPr>
        <p:spPr>
          <a:xfrm>
            <a:off x="3195498" y="1030560"/>
            <a:ext cx="3205302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765D88-4CD5-DA13-89E6-80E621905D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51" y="1135479"/>
            <a:ext cx="719123" cy="719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367A1A-E6E5-BE1F-9D53-478B8DB5601A}"/>
              </a:ext>
            </a:extLst>
          </p:cNvPr>
          <p:cNvSpPr/>
          <p:nvPr/>
        </p:nvSpPr>
        <p:spPr>
          <a:xfrm>
            <a:off x="3257752" y="3274117"/>
            <a:ext cx="3359357" cy="15588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3D6725-E372-35BD-4556-C87AEED86B4F}"/>
              </a:ext>
            </a:extLst>
          </p:cNvPr>
          <p:cNvSpPr txBox="1"/>
          <p:nvPr/>
        </p:nvSpPr>
        <p:spPr>
          <a:xfrm>
            <a:off x="3291539" y="3302053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665E00-4D46-6037-78D9-4D4DB91F4523}"/>
              </a:ext>
            </a:extLst>
          </p:cNvPr>
          <p:cNvSpPr txBox="1"/>
          <p:nvPr/>
        </p:nvSpPr>
        <p:spPr>
          <a:xfrm>
            <a:off x="3302907" y="3551933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</a:t>
            </a:r>
            <a:r>
              <a:rPr lang="en-US" sz="1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init</a:t>
            </a:r>
            <a:endParaRPr lang="en-US" sz="1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CBF11-8D52-69C4-2943-39FFF91CFED8}"/>
              </a:ext>
            </a:extLst>
          </p:cNvPr>
          <p:cNvSpPr txBox="1"/>
          <p:nvPr/>
        </p:nvSpPr>
        <p:spPr>
          <a:xfrm>
            <a:off x="3308585" y="3782148"/>
            <a:ext cx="893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add  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FAC5AC-BE5B-B7DB-CDB0-73FB9B55918F}"/>
              </a:ext>
            </a:extLst>
          </p:cNvPr>
          <p:cNvSpPr txBox="1"/>
          <p:nvPr/>
        </p:nvSpPr>
        <p:spPr>
          <a:xfrm>
            <a:off x="3302907" y="3993541"/>
            <a:ext cx="2218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commit –m “feature a”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55187-154A-61F5-B033-6A4B2903ECD8}"/>
              </a:ext>
            </a:extLst>
          </p:cNvPr>
          <p:cNvSpPr txBox="1"/>
          <p:nvPr/>
        </p:nvSpPr>
        <p:spPr>
          <a:xfrm>
            <a:off x="3295483" y="4236851"/>
            <a:ext cx="2218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remote add origin &lt;link&gt;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CD781-36BF-DAE1-369A-D3E9F1F346F2}"/>
              </a:ext>
            </a:extLst>
          </p:cNvPr>
          <p:cNvSpPr txBox="1"/>
          <p:nvPr/>
        </p:nvSpPr>
        <p:spPr>
          <a:xfrm>
            <a:off x="3290570" y="4467908"/>
            <a:ext cx="2218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push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4D35D6-7F35-46DD-F44E-D8516B26A9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051" y="5699044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FEA8DC3-93C9-E0E9-D71D-77BCA518E513}"/>
              </a:ext>
            </a:extLst>
          </p:cNvPr>
          <p:cNvGrpSpPr/>
          <p:nvPr/>
        </p:nvGrpSpPr>
        <p:grpSpPr>
          <a:xfrm>
            <a:off x="5084357" y="5004501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F81F29-7105-16B6-04D3-A1FF1FA455FE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98C360-E8C3-547F-BF8A-07EFF67BC312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DFC40A6-A4C4-989D-D50E-216EA95AFEB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502B03-CEAC-E7B1-3817-C41DB219E09E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3A75C34-BD7C-0778-4485-350D7AC775D9}"/>
              </a:ext>
            </a:extLst>
          </p:cNvPr>
          <p:cNvGrpSpPr/>
          <p:nvPr/>
        </p:nvGrpSpPr>
        <p:grpSpPr>
          <a:xfrm>
            <a:off x="5079442" y="4999584"/>
            <a:ext cx="1503016" cy="1466128"/>
            <a:chOff x="6228921" y="1673189"/>
            <a:chExt cx="1503016" cy="14661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7F003D-A649-D68E-4C3D-45AD53F1B55D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0F06CC-8245-36B0-4B1B-80C0D07A08CD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1781B3-F2D8-1C9B-55B8-7C64CD6C8698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526AA0-1D34-9D84-DA3C-FFF799E7D69D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8656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7037E-7 L -0.08972 -0.56551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92" y="-2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0" grpId="0" animBg="1"/>
      <p:bldP spid="13" grpId="0"/>
      <p:bldP spid="16" grpId="0"/>
      <p:bldP spid="17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F9C81-A736-8849-CA8E-683240C5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47467490-9788-8122-C2E2-0DA6153231A5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60A6A91-093E-4518-CDA1-9B69F374875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6C97165-603C-7023-EF24-4BC6F23F7B16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8BDB4BE-27FF-1FF9-8CF2-AE78D4F401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53427A7-33B3-4798-15EA-4C379021C92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AA7F578-320A-62BD-BDED-B92042FCA66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5A47139-0BC5-5E89-A591-646A76F4AA4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0CC98B0-BD3D-AB75-E0DF-BD2A099701E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DF7EB67-2483-81F2-AEB4-15E234BA84A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E5ACAF4-ABD0-8B3A-6E8E-767051B9DF5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EC62087-21D6-90E7-F309-6E48B3A3C49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EE07F2C-CD1F-859F-5978-7727D35143D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3E9090C-E3C0-EAA2-D1EC-3D18EDEE5F3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C492E2F-38EF-7BA9-29D1-B12B769976F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91EE5F7-E40D-294A-E3D9-1400B3FB6C5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6DFF0D6-237F-6700-CEAB-7996D278B06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2469B20-5E72-2C44-2EC9-313C8E11EFB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BF133A4-7740-5C1B-B887-42EC1D06355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3A40985-0CCB-8DA6-218F-C0DF5B081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736135" y="4811480"/>
            <a:ext cx="1859402" cy="1900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C46F0E-E500-6C3A-1333-4EE9D2E3F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61909" y="4823149"/>
            <a:ext cx="1859402" cy="1900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EB51FE-5847-5E03-8A7C-61E7AAD7B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6228073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B21CBBA-6073-3F73-D53F-3ADCC4202DFC}"/>
              </a:ext>
            </a:extLst>
          </p:cNvPr>
          <p:cNvSpPr/>
          <p:nvPr/>
        </p:nvSpPr>
        <p:spPr>
          <a:xfrm>
            <a:off x="3195498" y="1030560"/>
            <a:ext cx="3205302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E97E7E-F498-FEA2-188F-9C7C2A7CEC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125" y="1152894"/>
            <a:ext cx="719123" cy="719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DD2D7A-4978-ED26-401B-2D443E79C5E0}"/>
              </a:ext>
            </a:extLst>
          </p:cNvPr>
          <p:cNvSpPr/>
          <p:nvPr/>
        </p:nvSpPr>
        <p:spPr>
          <a:xfrm>
            <a:off x="576673" y="3223939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0A430-1FE7-3016-A02B-8152F6CB2B03}"/>
              </a:ext>
            </a:extLst>
          </p:cNvPr>
          <p:cNvSpPr txBox="1"/>
          <p:nvPr/>
        </p:nvSpPr>
        <p:spPr>
          <a:xfrm>
            <a:off x="610459" y="3251874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76475B-029C-8FFD-7D25-60724C4A735F}"/>
              </a:ext>
            </a:extLst>
          </p:cNvPr>
          <p:cNvSpPr txBox="1"/>
          <p:nvPr/>
        </p:nvSpPr>
        <p:spPr>
          <a:xfrm>
            <a:off x="621827" y="3501755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clone &lt;</a:t>
            </a:r>
            <a:r>
              <a:rPr lang="en-US" sz="1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github</a:t>
            </a:r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-link&gt;</a:t>
            </a:r>
          </a:p>
        </p:txBody>
      </p:sp>
      <p:sp>
        <p:nvSpPr>
          <p:cNvPr id="17" name="TextBox 16" hidden="1">
            <a:extLst>
              <a:ext uri="{FF2B5EF4-FFF2-40B4-BE49-F238E27FC236}">
                <a16:creationId xmlns:a16="http://schemas.microsoft.com/office/drawing/2014/main" id="{BB07C82F-413A-6949-C32A-8C06EA2E0D37}"/>
              </a:ext>
            </a:extLst>
          </p:cNvPr>
          <p:cNvSpPr txBox="1"/>
          <p:nvPr/>
        </p:nvSpPr>
        <p:spPr>
          <a:xfrm>
            <a:off x="627506" y="3731969"/>
            <a:ext cx="2224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checkout –b feature-b</a:t>
            </a:r>
          </a:p>
        </p:txBody>
      </p:sp>
      <p:sp>
        <p:nvSpPr>
          <p:cNvPr id="19" name="TextBox 18" hidden="1">
            <a:extLst>
              <a:ext uri="{FF2B5EF4-FFF2-40B4-BE49-F238E27FC236}">
                <a16:creationId xmlns:a16="http://schemas.microsoft.com/office/drawing/2014/main" id="{F5DB54F9-9C7D-A238-ADFE-ABADB4125371}"/>
              </a:ext>
            </a:extLst>
          </p:cNvPr>
          <p:cNvSpPr txBox="1"/>
          <p:nvPr/>
        </p:nvSpPr>
        <p:spPr>
          <a:xfrm>
            <a:off x="621827" y="3943362"/>
            <a:ext cx="2218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commit –m “feature b”</a:t>
            </a:r>
          </a:p>
        </p:txBody>
      </p:sp>
      <p:sp>
        <p:nvSpPr>
          <p:cNvPr id="21" name="TextBox 20" hidden="1">
            <a:extLst>
              <a:ext uri="{FF2B5EF4-FFF2-40B4-BE49-F238E27FC236}">
                <a16:creationId xmlns:a16="http://schemas.microsoft.com/office/drawing/2014/main" id="{3BF175AD-8701-7921-B288-3870FC8A52EA}"/>
              </a:ext>
            </a:extLst>
          </p:cNvPr>
          <p:cNvSpPr txBox="1"/>
          <p:nvPr/>
        </p:nvSpPr>
        <p:spPr>
          <a:xfrm>
            <a:off x="621827" y="4164976"/>
            <a:ext cx="2218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push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8ED45F-7095-5424-130E-371E9B6EBB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67" y="5830967"/>
            <a:ext cx="757585" cy="75758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93C4C64-4F1F-C12B-D7CB-73A2C4ED8C52}"/>
              </a:ext>
            </a:extLst>
          </p:cNvPr>
          <p:cNvGrpSpPr/>
          <p:nvPr/>
        </p:nvGrpSpPr>
        <p:grpSpPr>
          <a:xfrm>
            <a:off x="5084357" y="5004501"/>
            <a:ext cx="1503016" cy="1466128"/>
            <a:chOff x="6228921" y="1673189"/>
            <a:chExt cx="1503016" cy="146612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31CA2F-9D69-39D8-4589-9C71FCA8A128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419A28-DCA0-D1BB-C206-FE0097754355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F80EE6-AB5D-CCEF-059B-65FF4E9C218C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88DDD7-B32C-2358-FA07-E4C3479D35AA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45" name="Group 39">
            <a:extLst>
              <a:ext uri="{FF2B5EF4-FFF2-40B4-BE49-F238E27FC236}">
                <a16:creationId xmlns:a16="http://schemas.microsoft.com/office/drawing/2014/main" id="{16513B6B-C426-AA2C-4BF4-1954F34AC449}"/>
              </a:ext>
            </a:extLst>
          </p:cNvPr>
          <p:cNvGrpSpPr/>
          <p:nvPr/>
        </p:nvGrpSpPr>
        <p:grpSpPr>
          <a:xfrm>
            <a:off x="4046641" y="1119403"/>
            <a:ext cx="1503016" cy="1466128"/>
            <a:chOff x="6228921" y="1673189"/>
            <a:chExt cx="1503016" cy="146612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5C0DF84-F28F-DDAD-51B8-B557578B94B5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5623802-5AFE-B841-B251-3147CEE26A7D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13D4256-8555-3185-4BE7-DCE256507868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0F900A-60D4-3C01-20CB-18219D53D1F5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62" name="Group 40">
            <a:extLst>
              <a:ext uri="{FF2B5EF4-FFF2-40B4-BE49-F238E27FC236}">
                <a16:creationId xmlns:a16="http://schemas.microsoft.com/office/drawing/2014/main" id="{2B0B8E2D-FBE5-7143-FB1C-4F27C9E5DECA}"/>
              </a:ext>
            </a:extLst>
          </p:cNvPr>
          <p:cNvGrpSpPr/>
          <p:nvPr/>
        </p:nvGrpSpPr>
        <p:grpSpPr>
          <a:xfrm>
            <a:off x="4046641" y="1126317"/>
            <a:ext cx="1503016" cy="1466128"/>
            <a:chOff x="6228921" y="1673189"/>
            <a:chExt cx="1503016" cy="146612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B166CB4-8901-ED74-4050-E5A20456B813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F4579E6-7FAE-635C-F195-0094233BCA61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F6EBE5A-E22C-DD42-DE83-95BAADB5CEE6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A83C861-2330-6DF9-AD9C-E49F21EAA6D4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5856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38326-4417-764D-95BC-465C34B6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41BF27D-497A-71AF-7BB6-982F8B1D8005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3E5B917-728C-F009-15F4-077D679FE58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8F931D7-F35F-7AF7-A90B-212934AC6E0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D30B8DD-83E2-168D-3968-3C5C40C91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162FBF5-7E59-8B1B-268D-5C8B3425E56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AA27926-DB6D-B1E7-526B-19138479412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1D2B34F-D982-6BF3-F438-CF753C8132A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773A3C5-E426-E73E-55B2-D952FFD568B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C077A35-2C5B-DFA0-C909-57169E9E884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625C6A1-97C4-1E49-0228-6CE6D74833A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B1912D3-9416-6B1A-DC0B-DB1C80A0A37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BFB8D0D-3374-A4DD-9104-1AA8ACDB708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76C5822-9B76-757D-709C-5781500B1F9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80309A4-D980-CFAB-FF4B-84F58305DE3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0D0E166-C721-B8DB-7A74-5D9FC262BFA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51072BD-DA71-B848-2490-8299CBB875F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EFD1A9D-5B25-E05F-1A0C-186978CC1B5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35B4C18-28D8-6344-C329-06A62924EB3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F7B2DE7-FC27-6BDF-9A8D-DB2031A75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736135" y="4811480"/>
            <a:ext cx="1859402" cy="1900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551C1F-1FC0-1B72-06DF-DF406EEF5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61909" y="4823149"/>
            <a:ext cx="1859402" cy="1900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58FDC4-B18B-7B0A-581F-572EA8E88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6228073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7735269-B1B6-C0EB-EA92-544EB40A2E98}"/>
              </a:ext>
            </a:extLst>
          </p:cNvPr>
          <p:cNvSpPr/>
          <p:nvPr/>
        </p:nvSpPr>
        <p:spPr>
          <a:xfrm>
            <a:off x="3195498" y="1030560"/>
            <a:ext cx="3205302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7693D1-B343-30A5-047D-7A9941BCFC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125" y="1152894"/>
            <a:ext cx="719123" cy="719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2FB4BD-9B3F-5939-C27B-491E0B997535}"/>
              </a:ext>
            </a:extLst>
          </p:cNvPr>
          <p:cNvSpPr/>
          <p:nvPr/>
        </p:nvSpPr>
        <p:spPr>
          <a:xfrm>
            <a:off x="576673" y="3223939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7F675-A153-3BFE-C30A-2F4CBBB793C2}"/>
              </a:ext>
            </a:extLst>
          </p:cNvPr>
          <p:cNvSpPr txBox="1"/>
          <p:nvPr/>
        </p:nvSpPr>
        <p:spPr>
          <a:xfrm>
            <a:off x="610459" y="3251874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C3160F-12DE-02AB-7A70-0825CA3A8A89}"/>
              </a:ext>
            </a:extLst>
          </p:cNvPr>
          <p:cNvSpPr txBox="1"/>
          <p:nvPr/>
        </p:nvSpPr>
        <p:spPr>
          <a:xfrm>
            <a:off x="621827" y="3501755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clone &lt;</a:t>
            </a:r>
            <a:r>
              <a:rPr lang="en-US" sz="1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github</a:t>
            </a:r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-link&gt;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22EC9C-C46B-AAA7-3AC6-58F4451A4CC5}"/>
              </a:ext>
            </a:extLst>
          </p:cNvPr>
          <p:cNvSpPr txBox="1"/>
          <p:nvPr/>
        </p:nvSpPr>
        <p:spPr>
          <a:xfrm>
            <a:off x="627506" y="3731969"/>
            <a:ext cx="2224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checkout –b feature-b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DE47B8-0712-8DE2-52FD-5BA9BE1F58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67" y="5830967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CC6A2F5-2EAB-1DC7-156B-AEAE6363DCA9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9A42B2-28F4-72C3-4B79-3F607495E102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0A30C7-6457-AF89-6296-0A0B8C7788BD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D9C790-D0DB-5528-8436-7AE04C45E3E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1145D59-7517-504B-8838-3863DC8000E1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D3C37E7-9F17-C8ED-5DCE-7F201DFDB14A}"/>
              </a:ext>
            </a:extLst>
          </p:cNvPr>
          <p:cNvGrpSpPr/>
          <p:nvPr/>
        </p:nvGrpSpPr>
        <p:grpSpPr>
          <a:xfrm>
            <a:off x="5084357" y="5004501"/>
            <a:ext cx="1503016" cy="1466128"/>
            <a:chOff x="6228921" y="1673189"/>
            <a:chExt cx="1503016" cy="146612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5A2FB3-2E5F-CA2E-8FBC-6924A0B8CD89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57A48C3-10D1-088C-87DF-11A6D3D7C203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8CFC86-28E1-E493-D5C5-B9F26B8AA478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AA8AAB-4E75-8997-B491-6835162C4D5D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26" name="Group 40">
            <a:extLst>
              <a:ext uri="{FF2B5EF4-FFF2-40B4-BE49-F238E27FC236}">
                <a16:creationId xmlns:a16="http://schemas.microsoft.com/office/drawing/2014/main" id="{4D299560-BE4F-949D-A048-74AFAF5C0ADE}"/>
              </a:ext>
            </a:extLst>
          </p:cNvPr>
          <p:cNvGrpSpPr/>
          <p:nvPr/>
        </p:nvGrpSpPr>
        <p:grpSpPr>
          <a:xfrm>
            <a:off x="2227644" y="5102278"/>
            <a:ext cx="1503016" cy="1466128"/>
            <a:chOff x="6228921" y="1673189"/>
            <a:chExt cx="1503016" cy="146612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71BFFC5-7484-9A0D-B2CE-94CB8C208BC6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726F1C-7AEA-28A5-36B5-558C8BF9DCEC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446CD3-4FC7-18E0-0B2F-94C17FC05645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5727E2-41CC-964A-47F0-2BE0DFDA6562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569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9E4A4-9350-4BE7-220E-4AC55F6F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E047C88-E593-E039-1166-2B504D733EA0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6DC493-A896-918A-0E42-27666F22C82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E21E213-8CBA-CDCF-F286-B21736EF49C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683BD99-7719-7809-F734-664CF5797B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9486C64-EF59-826E-106D-DDB05AA6B26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949214D-AA55-563C-1A13-1037BC3FE72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C503E4D-9228-A61A-956D-4687A6E933C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AF1D25D-F41C-48C9-8A28-228E7511AED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A465279-DAB6-8AD5-128E-25F71376B8B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74D4594-304F-5892-C5B3-D29781A3077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3916A99-806D-338B-4077-C99CFBCA014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9F88317-D989-F18E-CA57-C15BFBAA7BA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AB3E4A1-1033-0A70-1A43-FE29A104AA1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120C374-CFD8-699A-9BB7-8A9EB83E0AA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DE3B721-2AB1-F684-81BF-7644635EA19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20330FC-A61C-BF11-DB7B-80C0847EB7E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1317364-E43C-E27A-B26F-9B61510E924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4178C2-F65E-2A6E-0FD2-AEDEC821016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76D28DE-20A1-DD04-0162-530C22B68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736135" y="4811480"/>
            <a:ext cx="1859402" cy="1900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A6B5CF-456E-B7C5-DAD2-66E9A2996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61909" y="4823149"/>
            <a:ext cx="1859402" cy="1900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7295AD-DADD-D0F1-092D-8AF4330DE6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6228073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FE55643-01B6-471F-49E5-B5BD01E0A212}"/>
              </a:ext>
            </a:extLst>
          </p:cNvPr>
          <p:cNvSpPr/>
          <p:nvPr/>
        </p:nvSpPr>
        <p:spPr>
          <a:xfrm>
            <a:off x="1786610" y="1030560"/>
            <a:ext cx="46141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0FC4146-EB0E-8200-36D3-9D211700D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9A4126-B41D-223F-9829-19F031BB5B6B}"/>
              </a:ext>
            </a:extLst>
          </p:cNvPr>
          <p:cNvSpPr/>
          <p:nvPr/>
        </p:nvSpPr>
        <p:spPr>
          <a:xfrm>
            <a:off x="576673" y="3223939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C40A0-519A-D881-F843-40D03FF9369B}"/>
              </a:ext>
            </a:extLst>
          </p:cNvPr>
          <p:cNvSpPr txBox="1"/>
          <p:nvPr/>
        </p:nvSpPr>
        <p:spPr>
          <a:xfrm>
            <a:off x="610459" y="3251874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9FEE8-9A59-9179-2319-BE1DAEB480B7}"/>
              </a:ext>
            </a:extLst>
          </p:cNvPr>
          <p:cNvSpPr txBox="1"/>
          <p:nvPr/>
        </p:nvSpPr>
        <p:spPr>
          <a:xfrm>
            <a:off x="621827" y="3501755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clone &lt;</a:t>
            </a:r>
            <a:r>
              <a:rPr lang="en-US" sz="1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github</a:t>
            </a:r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-link&gt;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D920CC-1BB5-23E2-A008-3580E1F782E1}"/>
              </a:ext>
            </a:extLst>
          </p:cNvPr>
          <p:cNvSpPr txBox="1"/>
          <p:nvPr/>
        </p:nvSpPr>
        <p:spPr>
          <a:xfrm>
            <a:off x="627506" y="3731969"/>
            <a:ext cx="2224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checkout –b feature-b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81982E-A052-3BC2-057B-0C3A34DEC8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67" y="5830967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74BA47D-1FD3-00F2-DA65-42A05FB52B9F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6600A37-1140-BB3A-5A0D-0D6CAC0ED1F5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886E92-5101-7070-B3B2-66DCEA5F7554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93E33B7-76DC-9E93-F988-D6D1721F7C26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675903-138A-1804-A68F-F3267E100690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0D07F4-36BF-3CB1-9AF6-F8B1EDA1B5CA}"/>
              </a:ext>
            </a:extLst>
          </p:cNvPr>
          <p:cNvGrpSpPr/>
          <p:nvPr/>
        </p:nvGrpSpPr>
        <p:grpSpPr>
          <a:xfrm>
            <a:off x="1967086" y="5040511"/>
            <a:ext cx="1503016" cy="1466128"/>
            <a:chOff x="6228921" y="1673189"/>
            <a:chExt cx="1503016" cy="146612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A8A9A0-C9BE-6F3C-9ECF-ABC43AA5C018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B022FCC-08CC-9BA5-0B16-5F2C033C6DD2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0842065-DB42-B81B-2135-E3FC273137E4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E1EEED7-89D2-6121-2DBF-7FB197784948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DA271CC-65BD-AA9C-58A7-1DA721E99768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B8DC45-2458-6D48-6DDC-C61B620958BE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07C01A7-A3C3-E385-EF73-045DC697FFCF}"/>
              </a:ext>
            </a:extLst>
          </p:cNvPr>
          <p:cNvSpPr txBox="1"/>
          <p:nvPr/>
        </p:nvSpPr>
        <p:spPr>
          <a:xfrm>
            <a:off x="610459" y="3972168"/>
            <a:ext cx="27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</a:t>
            </a:r>
            <a:r>
              <a:rPr lang="en-US" sz="1400">
                <a:solidFill>
                  <a:schemeClr val="bg1"/>
                </a:solidFill>
                <a:latin typeface="Berlin Sans FB" panose="020E0602020502020306" pitchFamily="34" charset="0"/>
              </a:rPr>
              <a:t>commit –am </a:t>
            </a:r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“feature-b”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DD5867-B505-A40F-4D7A-480EDB831004}"/>
              </a:ext>
            </a:extLst>
          </p:cNvPr>
          <p:cNvSpPr txBox="1"/>
          <p:nvPr/>
        </p:nvSpPr>
        <p:spPr>
          <a:xfrm>
            <a:off x="2051145" y="5769060"/>
            <a:ext cx="1386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01010101110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FF43C1-BCAB-3957-CA2E-615A19720043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F6834EB-79C5-E191-0024-C22C03855578}"/>
              </a:ext>
            </a:extLst>
          </p:cNvPr>
          <p:cNvGrpSpPr/>
          <p:nvPr/>
        </p:nvGrpSpPr>
        <p:grpSpPr>
          <a:xfrm>
            <a:off x="1967086" y="503599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F811185-5A05-A4EA-E5F7-AB1EAC0B7C67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F14D550-C23E-BDF3-C347-E4C7AC9DD89D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BB27C9D-C86D-B07C-04CD-1124F577B993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77BFC0A-E8CC-5836-E4D7-6EA6522A3C54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02FA844-3212-CE0E-8E25-B91DCEECCBCD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D897C9D-1D52-4BF9-3B37-5FE6A8C721AD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9ED279EE-CCC0-422B-3F43-DF89B2F865CF}"/>
              </a:ext>
            </a:extLst>
          </p:cNvPr>
          <p:cNvSpPr txBox="1"/>
          <p:nvPr/>
        </p:nvSpPr>
        <p:spPr>
          <a:xfrm>
            <a:off x="610459" y="4203589"/>
            <a:ext cx="2712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push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E0CC5A9-4ABE-59F4-F6AD-61CD2673CF89}"/>
              </a:ext>
            </a:extLst>
          </p:cNvPr>
          <p:cNvGrpSpPr/>
          <p:nvPr/>
        </p:nvGrpSpPr>
        <p:grpSpPr>
          <a:xfrm>
            <a:off x="5084357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A61757B-80A4-31CB-9A41-F4BFBE1FF892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D6B765D-40DC-F22C-37DC-94E5F6B38F49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F9C42B0-6B43-7702-36D2-CAE95953FC8A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A82D6C7-1A02-FF74-D855-05CCB6CB9D86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980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0.01953 -0.5712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-28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9" grpId="0"/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B5CDE-C2BA-B2CD-F1B2-902DAC3F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2088ADE-AB50-DDBB-A085-FD706C84FDFC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0C51E46-BFC5-2DD2-9673-849DD6212EF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AED3EF3-A47C-2A15-6CC0-76CFFAD3BB3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36BDB7B-43C3-681B-00B6-4B5953009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802EA31-0C09-7795-4197-2C98DF7C678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3743DB8-5B5D-E7C8-84D1-0FC4F3A3DF0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92D09E2-AB8B-3291-4285-BDC4B8CA1B3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5029C18-3E16-918C-A875-B7EB5ED082C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DEEE339-F5CA-BF7A-BD6F-9F8DF62E1EF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2394A13-46B3-D0B1-39F8-68DB46C8BB0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1FAE73F-D805-0E60-8B46-1A96D5BB941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B5D33B8-AF5D-955C-4C9B-AA42DA92BFF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A6CBD15-20C4-6E8D-754D-7B3DE26D72E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3137B2B-E059-7B03-2055-57559CF7F33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70577F6-080A-CA79-1D4D-F4C7635F518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3E8DD46-2442-C422-1F2C-B513FDCEDF3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E1B0BA7-BACB-E8CF-E46B-FACE599DAF3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A474A6-A2E4-D339-04C4-F3C5D05351C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12C09C4-31E2-37BD-CC80-31E186ADBC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736135" y="4811480"/>
            <a:ext cx="1859402" cy="1900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2ED768-6B31-FAB1-9107-C1FA6C7CD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661909" y="4823149"/>
            <a:ext cx="1859402" cy="1900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1D73A3-2D92-D216-A479-1303FD4B9E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6228073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CED3B1C-F9B4-FCA3-3DCE-3A2071841F1A}"/>
              </a:ext>
            </a:extLst>
          </p:cNvPr>
          <p:cNvSpPr/>
          <p:nvPr/>
        </p:nvSpPr>
        <p:spPr>
          <a:xfrm>
            <a:off x="1786610" y="1030560"/>
            <a:ext cx="46141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FF129FF-A3B0-E113-AAAD-80370D444A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CA8F09-0CD2-3BF7-44D5-A730FF8D40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049" y="5902046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7D1BF2E-51E9-B390-C6D1-27C7AF92DF0E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7F18A0C-272C-F35D-32DE-12649D51308B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6E7A43-910E-AF69-8861-96AE80017353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629C8DD-A037-8D85-339D-FB4C6ABDD51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988DE5-C802-9A47-1848-AD1C23F11414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050E28-D67C-0A79-1FC6-C2D0AA362E16}"/>
              </a:ext>
            </a:extLst>
          </p:cNvPr>
          <p:cNvGrpSpPr/>
          <p:nvPr/>
        </p:nvGrpSpPr>
        <p:grpSpPr>
          <a:xfrm>
            <a:off x="1967086" y="5040511"/>
            <a:ext cx="1503016" cy="1466128"/>
            <a:chOff x="6228921" y="1673189"/>
            <a:chExt cx="1503016" cy="146612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CE69AA8-4513-8582-AFCD-94C2B41381C9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9793D2D-75EB-E871-BA94-514A20241501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AD2B9B-955E-A592-E50F-CF9765D954DC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03C20DB-4E39-9E22-A350-C66DF9ED1194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B0A95-390F-35C2-CFCF-3F93A570FA11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A4389E-65AE-22D0-AD7E-58832D0F47AA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FCA8DD3-DF40-3E3B-DE78-E8518D02FE84}"/>
              </a:ext>
            </a:extLst>
          </p:cNvPr>
          <p:cNvSpPr txBox="1"/>
          <p:nvPr/>
        </p:nvSpPr>
        <p:spPr>
          <a:xfrm>
            <a:off x="2051145" y="5769060"/>
            <a:ext cx="1386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01010101110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237545-BFE7-6629-BDF8-F3C940D04278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F883EE4-1400-57F1-63F6-E7C968DB3F92}"/>
              </a:ext>
            </a:extLst>
          </p:cNvPr>
          <p:cNvGrpSpPr/>
          <p:nvPr/>
        </p:nvGrpSpPr>
        <p:grpSpPr>
          <a:xfrm>
            <a:off x="2203607" y="111791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A4FBCE4-2B61-2BD0-F937-31E4E94EF540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84A3363-D9F1-2C71-8E0D-815BC698DDDD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D773C34-A764-C172-0F4D-F5C8A86CB435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E62FB6D-608F-692B-F86F-1D716D8962C2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EC5F78E-CAE5-4D81-F93F-AF7730255886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6E1335-94BD-9521-85CD-DCF7B7000AC4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04FC257-1DA4-1EF4-0E9B-59E9F0085029}"/>
              </a:ext>
            </a:extLst>
          </p:cNvPr>
          <p:cNvGrpSpPr/>
          <p:nvPr/>
        </p:nvGrpSpPr>
        <p:grpSpPr>
          <a:xfrm>
            <a:off x="5084357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41D907F-B570-401C-6FC3-89F661BF073A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5127C29-CCF8-C0AC-819B-A3FEE08843A9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87C7AD-05E3-1D95-14C4-26AF958F6328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8498A0B-E113-C89B-E38F-23DF2BD36744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82E5539-D723-D1DD-D3E9-870DE9F03A59}"/>
              </a:ext>
            </a:extLst>
          </p:cNvPr>
          <p:cNvSpPr/>
          <p:nvPr/>
        </p:nvSpPr>
        <p:spPr>
          <a:xfrm>
            <a:off x="5696793" y="3371057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88929-95E2-9C7D-0425-8AAF61354CAE}"/>
              </a:ext>
            </a:extLst>
          </p:cNvPr>
          <p:cNvSpPr txBox="1"/>
          <p:nvPr/>
        </p:nvSpPr>
        <p:spPr>
          <a:xfrm>
            <a:off x="5730579" y="3398992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08BAD-885B-2F75-C3C6-2342D70B0BCB}"/>
              </a:ext>
            </a:extLst>
          </p:cNvPr>
          <p:cNvSpPr txBox="1"/>
          <p:nvPr/>
        </p:nvSpPr>
        <p:spPr>
          <a:xfrm>
            <a:off x="5752878" y="3619770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clone &lt;</a:t>
            </a:r>
            <a:r>
              <a:rPr lang="en-US" sz="1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github</a:t>
            </a:r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-link&gt;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67ADF8-2E23-9DB5-C641-8CEE01C9131C}"/>
              </a:ext>
            </a:extLst>
          </p:cNvPr>
          <p:cNvGrpSpPr/>
          <p:nvPr/>
        </p:nvGrpSpPr>
        <p:grpSpPr>
          <a:xfrm>
            <a:off x="4042540" y="1124318"/>
            <a:ext cx="1503016" cy="1466128"/>
            <a:chOff x="6228921" y="1673189"/>
            <a:chExt cx="1503016" cy="14661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64F4B6-C4FA-A949-AD63-B0D674F9A3DB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CA05F8-E316-2A59-2E88-630BB11BC3A1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564742-111F-27AB-0FEE-66BBE75A933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2220A1-36FE-CFE4-DC37-5FE41CE84C09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BDBA033-4214-B14D-7866-4A68D2911960}"/>
              </a:ext>
            </a:extLst>
          </p:cNvPr>
          <p:cNvSpPr txBox="1"/>
          <p:nvPr/>
        </p:nvSpPr>
        <p:spPr>
          <a:xfrm>
            <a:off x="5777462" y="3850829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checkout –b feature-c</a:t>
            </a:r>
          </a:p>
        </p:txBody>
      </p:sp>
    </p:spTree>
    <p:extLst>
      <p:ext uri="{BB962C8B-B14F-4D97-AF65-F5344CB8AC3E}">
        <p14:creationId xmlns:p14="http://schemas.microsoft.com/office/powerpoint/2010/main" val="2261076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33333E-6 L 0.27018 0.5527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03" y="2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FEBCF-DDF4-C9AA-1AD3-6D725A1E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B53040F7-76A3-00F9-2CA0-ED5E52F49EDB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E1E82D-D4FB-637B-5C23-E327563DB91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B8520BB-C288-836F-E831-6EB764D3399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390D6A1-E726-AFAB-6EEC-4C105A233E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1F778E2-EFEB-0F6E-2308-B541E083882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76F583C-F1FD-1F3D-532C-0F9C3CD8BC6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0B133E9-906C-5552-ABE5-69509D4F5E1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D6A5655-0E5B-F944-A978-70A18698759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0C25C2A-9D62-186A-9268-AB9D66D6F1A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02CB511-2480-0C21-4DF0-730ED680128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0AB7C57-129F-879C-5861-2839EBBD2F1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B22744-53D4-E49C-4AC3-E4728FF80FB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8442EF5-F023-B86A-27D9-83736C29121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ED0A429-BF1A-E786-D2CC-212CD673035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2C54A7B-763D-97F8-06E7-9E3F499DD0A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17F1F71-0136-DF8B-2B0C-296BECD037D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944F778-9116-5E1D-BA2B-DA76B592E79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DA7DE2C-56A5-C69E-A461-EEF5F9DB272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732A771-832D-DA09-F2B9-4E0A60793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234691" y="4811480"/>
            <a:ext cx="1859402" cy="1900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A2EC32-9F14-9014-E508-3A281CDB5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160465" y="4823149"/>
            <a:ext cx="1859402" cy="1900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D3BCE8-7B40-0493-6150-68DB7DD0F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6228073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42DC399-0526-A4AD-8422-2D54ACC288EE}"/>
              </a:ext>
            </a:extLst>
          </p:cNvPr>
          <p:cNvSpPr/>
          <p:nvPr/>
        </p:nvSpPr>
        <p:spPr>
          <a:xfrm>
            <a:off x="1786610" y="1030560"/>
            <a:ext cx="58333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E1431C-7877-523A-3AD7-EBF6120D47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F269E6-3A94-C26E-D818-57E83658E5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27440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FB2C8AA-582E-A2DE-3D20-A9672C465B4A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8678744-816E-4D07-6B1D-A223AEFCF767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D3FCFE-5079-B8A0-E2A8-6837DB649D38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75CF7F-3A59-4B64-BC1F-EF0BEFDC393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C84204-C5A1-E986-E7CF-0932443AE329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5FA8D4-8E90-D698-5FF3-E716EC446F55}"/>
              </a:ext>
            </a:extLst>
          </p:cNvPr>
          <p:cNvGrpSpPr/>
          <p:nvPr/>
        </p:nvGrpSpPr>
        <p:grpSpPr>
          <a:xfrm>
            <a:off x="1465642" y="5040511"/>
            <a:ext cx="1503016" cy="1466128"/>
            <a:chOff x="6228921" y="1673189"/>
            <a:chExt cx="1503016" cy="146612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C593BC9-BC26-9067-BDE3-72C1AF29E704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300684-8E05-C8D8-7EA7-88C2620D2889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605C429-4A8C-EE49-9E27-4E758D6F3AB5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071B5A8-CB5E-0ED6-3D45-F022361CE789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ECC342D-181A-3E08-4E26-9BAD65ACA62B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E9B052-5721-A3B0-82E4-D60A9741CC10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051D2B4-C1A0-E6D4-77E2-8DEB707E64D1}"/>
              </a:ext>
            </a:extLst>
          </p:cNvPr>
          <p:cNvSpPr txBox="1"/>
          <p:nvPr/>
        </p:nvSpPr>
        <p:spPr>
          <a:xfrm>
            <a:off x="1549701" y="5769060"/>
            <a:ext cx="1386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01010101110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B8FB7B-086F-C76C-6AE0-01A0E4629837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FB803DE-AB57-6877-73DE-8080CC8667F8}"/>
              </a:ext>
            </a:extLst>
          </p:cNvPr>
          <p:cNvGrpSpPr/>
          <p:nvPr/>
        </p:nvGrpSpPr>
        <p:grpSpPr>
          <a:xfrm>
            <a:off x="2203607" y="111791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826F6E6-F6CA-9D0E-153F-5AA5EC835498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BFC0D0B-5233-2ACC-638B-926405E0BFDE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9599AF-641F-46CF-D421-6EC064FECD7A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1F9BCF-2AE4-8E61-E79F-7E72CB7E9092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36909B0-27C3-B0D7-A4F4-62B002AFF0C5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F5ACBF-EB2C-EB67-77E7-5B0324C0F1D4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00150BA-03FA-E229-2760-4A6AE37B1A62}"/>
              </a:ext>
            </a:extLst>
          </p:cNvPr>
          <p:cNvGrpSpPr/>
          <p:nvPr/>
        </p:nvGrpSpPr>
        <p:grpSpPr>
          <a:xfrm>
            <a:off x="4582913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54629A6-3DF9-5399-9541-D4062FB27B8A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F272321-8881-5180-0CB5-39AA31AC4708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A322DCC-EBC4-1A68-C1BF-DEACCEE6613A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945914E-6076-2BF9-EB2C-9EDB3104264E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A165EAA-11F1-491B-254E-72D8DED5E668}"/>
              </a:ext>
            </a:extLst>
          </p:cNvPr>
          <p:cNvSpPr/>
          <p:nvPr/>
        </p:nvSpPr>
        <p:spPr>
          <a:xfrm>
            <a:off x="5696793" y="3371057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DB43E-E899-F3E0-8759-41B01AF7D81E}"/>
              </a:ext>
            </a:extLst>
          </p:cNvPr>
          <p:cNvSpPr txBox="1"/>
          <p:nvPr/>
        </p:nvSpPr>
        <p:spPr>
          <a:xfrm>
            <a:off x="5730579" y="3398992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4B893-B1DF-9C85-6072-20E9B20E712D}"/>
              </a:ext>
            </a:extLst>
          </p:cNvPr>
          <p:cNvSpPr txBox="1"/>
          <p:nvPr/>
        </p:nvSpPr>
        <p:spPr>
          <a:xfrm>
            <a:off x="5752878" y="3619770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clone &lt;</a:t>
            </a:r>
            <a:r>
              <a:rPr lang="en-US" sz="1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github</a:t>
            </a:r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-link&gt;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E73B7-5774-A149-F9BD-3C1A8C26D072}"/>
              </a:ext>
            </a:extLst>
          </p:cNvPr>
          <p:cNvSpPr txBox="1"/>
          <p:nvPr/>
        </p:nvSpPr>
        <p:spPr>
          <a:xfrm>
            <a:off x="5777462" y="3850829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checkout –b feature-c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6DC41C-EA22-689B-13DF-9ACE9933E929}"/>
              </a:ext>
            </a:extLst>
          </p:cNvPr>
          <p:cNvSpPr/>
          <p:nvPr/>
        </p:nvSpPr>
        <p:spPr>
          <a:xfrm>
            <a:off x="5824587" y="1119560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3B13BC-AD39-9B08-1632-89BB27BE4017}"/>
              </a:ext>
            </a:extLst>
          </p:cNvPr>
          <p:cNvCxnSpPr>
            <a:cxnSpLocks/>
          </p:cNvCxnSpPr>
          <p:nvPr/>
        </p:nvCxnSpPr>
        <p:spPr>
          <a:xfrm>
            <a:off x="5476450" y="1802085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7867F1-AB61-482A-B3D2-75734029A0D7}"/>
              </a:ext>
            </a:extLst>
          </p:cNvPr>
          <p:cNvSpPr txBox="1"/>
          <p:nvPr/>
        </p:nvSpPr>
        <p:spPr>
          <a:xfrm>
            <a:off x="6081637" y="1614634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5C8196-68AB-A45C-87F8-E274876574BA}"/>
              </a:ext>
            </a:extLst>
          </p:cNvPr>
          <p:cNvSpPr txBox="1"/>
          <p:nvPr/>
        </p:nvSpPr>
        <p:spPr>
          <a:xfrm>
            <a:off x="5782379" y="4081887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commit –am “feature-c”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742690-1021-BE19-5332-C1DF1F1EF512}"/>
              </a:ext>
            </a:extLst>
          </p:cNvPr>
          <p:cNvSpPr txBox="1"/>
          <p:nvPr/>
        </p:nvSpPr>
        <p:spPr>
          <a:xfrm>
            <a:off x="5797130" y="4322776"/>
            <a:ext cx="2344687" cy="306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push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7372A3-FD26-463B-D1A2-AF6B7625572F}"/>
              </a:ext>
            </a:extLst>
          </p:cNvPr>
          <p:cNvGrpSpPr/>
          <p:nvPr/>
        </p:nvGrpSpPr>
        <p:grpSpPr>
          <a:xfrm>
            <a:off x="7395883" y="5094376"/>
            <a:ext cx="1503016" cy="1466128"/>
            <a:chOff x="6228921" y="1673189"/>
            <a:chExt cx="1503016" cy="14661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BF78B1-DB10-0A60-A1CA-2A977B88EAFA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5DF133-55EC-D9B3-C1EF-70518715F551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A3013C-EB58-953F-0562-5B894694930D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F24151-9793-CCF7-BAA4-E54871B494E2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69CEDED-899E-7BA5-BA1A-040FE4F499A0}"/>
              </a:ext>
            </a:extLst>
          </p:cNvPr>
          <p:cNvSpPr txBox="1"/>
          <p:nvPr/>
        </p:nvSpPr>
        <p:spPr>
          <a:xfrm>
            <a:off x="7505810" y="5796288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01ssx01010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08D225B-2741-6489-A326-0BFD6A5F3566}"/>
              </a:ext>
            </a:extLst>
          </p:cNvPr>
          <p:cNvGrpSpPr/>
          <p:nvPr/>
        </p:nvGrpSpPr>
        <p:grpSpPr>
          <a:xfrm>
            <a:off x="7400799" y="5099292"/>
            <a:ext cx="1503016" cy="1466128"/>
            <a:chOff x="7548283" y="5246776"/>
            <a:chExt cx="1503016" cy="146612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2B2A616-C528-BDAE-F36F-E47EA5114E80}"/>
                </a:ext>
              </a:extLst>
            </p:cNvPr>
            <p:cNvGrpSpPr/>
            <p:nvPr/>
          </p:nvGrpSpPr>
          <p:grpSpPr>
            <a:xfrm>
              <a:off x="7548283" y="5246776"/>
              <a:ext cx="1503016" cy="1466128"/>
              <a:chOff x="6228921" y="1673189"/>
              <a:chExt cx="1503016" cy="146612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C5365B5E-3556-8A4D-4B26-D0F4D084845B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BAA182A-E8A2-6A58-700E-C04A14BA6D33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7D3933F-E931-C1ED-3BF4-90A945024CE8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03A1F89-5D37-0AB1-CEAD-B781E1C008E6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4C5A7F5-8A2E-EE7A-A3D3-FFBC2AFEB9DA}"/>
                </a:ext>
              </a:extLst>
            </p:cNvPr>
            <p:cNvSpPr txBox="1"/>
            <p:nvPr/>
          </p:nvSpPr>
          <p:spPr>
            <a:xfrm>
              <a:off x="7658210" y="5948688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2354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139 L -0.12956 -0.5798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2" y="-2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B1A69-E608-2405-A5B2-A483310E9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B8F2DE9-5F4A-D828-D182-36A6A4555D1F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77BE3CD-3A83-3A47-C40C-335DF86135D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7DAB24C-AA8F-529E-31AA-136C7F7DA04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27D3159-A273-5C56-2038-26C4C4B85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87BE2E6-8415-E507-7A52-A2C2F8657BEB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CA56C88-FFF8-8254-F967-1FFC55FA736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44FA549-A90D-63FA-247A-C4F44CCC317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A784155-E276-74A9-1964-FE0B0DEAB68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5C68B77-D520-3A5A-E5F2-DFFA107678A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808658F-821E-3BE5-EDAE-1B60A6247AB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EBBF93B-F8CF-CE78-D766-E52CA94B355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19C5F47-F53F-796F-9F5B-53D9322CA55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3D698D5-BD21-09F7-D9BB-5FB1ED9B5FA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0EEFE1D-F1EB-974A-B665-234A12AF78A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853D7B9-0494-F996-6E37-B6305DDEA06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31B6047-CDE9-6C69-26ED-A7668249854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F59C4AD-A91A-849B-4B6C-E98D2D93F4C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9F5058D-1A38-D1B1-F5B9-B37C82853BA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3D38B89-D1C9-7D15-74C7-870971C4CA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160465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BFAF4C2-0AFD-CA7A-CDF8-8B04BBB598F3}"/>
              </a:ext>
            </a:extLst>
          </p:cNvPr>
          <p:cNvSpPr/>
          <p:nvPr/>
        </p:nvSpPr>
        <p:spPr>
          <a:xfrm>
            <a:off x="1786610" y="1030560"/>
            <a:ext cx="58333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B08BAE4-27F1-BA61-5260-73A5268D02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1C1D67-1EBC-23EC-4EC1-D7BCB0B114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82" y="5769060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DD80F90-D041-4725-58CC-FB6F66281204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9B0FBCA-DB57-50CC-1F0C-E0E9B1291A6C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BBF8A6-7B0E-041E-FDD8-3049F0251DF9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FD129FC-14E3-2C88-B8F0-8ADC5295FD22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09585CE-60B1-3154-E071-61D8A74BCA6A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D8C8C13-F5D5-9BEB-6A99-241A7BAB6FDE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3F7CB3-04F0-D92C-98D5-62480DF6A6C1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A04BEBD-0150-98FA-52E5-110F40B2AC57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14B63FD-003A-DC97-C529-7EB29EFE24D9}"/>
              </a:ext>
            </a:extLst>
          </p:cNvPr>
          <p:cNvGrpSpPr/>
          <p:nvPr/>
        </p:nvGrpSpPr>
        <p:grpSpPr>
          <a:xfrm>
            <a:off x="2203607" y="111791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8AF41A7-7034-2C93-7F58-5E47A9081986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68B4B21-7E8C-0B4C-9DDF-2B5B75DCA235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61A89ED-098D-3146-DB9D-4672378CE04C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A098E0D-3B67-10E0-D87B-3D2AA97CBC79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F2C6D8-4806-1568-5464-D73D39C96F45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4DD492B-FD54-3534-5616-4F3F5E779F3A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B71E252-B64B-E7EA-9DCD-2300CF5A4EEB}"/>
              </a:ext>
            </a:extLst>
          </p:cNvPr>
          <p:cNvGrpSpPr/>
          <p:nvPr/>
        </p:nvGrpSpPr>
        <p:grpSpPr>
          <a:xfrm>
            <a:off x="4582913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85CDF40-B504-5933-AD71-CFF5D051028F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3033C70-C8EA-755D-68C7-83945071420A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0AD26D2-AB4D-80D6-70F0-004D1DD259B4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9FCB097-9304-CB9C-5670-ADFE51A15A9D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1ADCA3B-2E8A-E300-B7B8-8090338F0CAB}"/>
              </a:ext>
            </a:extLst>
          </p:cNvPr>
          <p:cNvSpPr/>
          <p:nvPr/>
        </p:nvSpPr>
        <p:spPr>
          <a:xfrm>
            <a:off x="3605357" y="3292678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1A5E3-D870-BCD4-0DB2-FDA992AA15BC}"/>
              </a:ext>
            </a:extLst>
          </p:cNvPr>
          <p:cNvSpPr txBox="1"/>
          <p:nvPr/>
        </p:nvSpPr>
        <p:spPr>
          <a:xfrm>
            <a:off x="3615189" y="3304370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F0F343-1F56-6733-0B94-F2AF4A63DEF3}"/>
              </a:ext>
            </a:extLst>
          </p:cNvPr>
          <p:cNvSpPr/>
          <p:nvPr/>
        </p:nvSpPr>
        <p:spPr>
          <a:xfrm>
            <a:off x="5824587" y="1119560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2B5C81-6408-6410-30D8-70BBC01E43BA}"/>
              </a:ext>
            </a:extLst>
          </p:cNvPr>
          <p:cNvCxnSpPr>
            <a:cxnSpLocks/>
          </p:cNvCxnSpPr>
          <p:nvPr/>
        </p:nvCxnSpPr>
        <p:spPr>
          <a:xfrm>
            <a:off x="5514920" y="1809132"/>
            <a:ext cx="325367" cy="427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D7A1D7-4534-9174-7948-212C6129E7C1}"/>
              </a:ext>
            </a:extLst>
          </p:cNvPr>
          <p:cNvSpPr txBox="1"/>
          <p:nvPr/>
        </p:nvSpPr>
        <p:spPr>
          <a:xfrm>
            <a:off x="6081637" y="1614634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feature-c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AB7D1DA-10E3-AABC-B8D0-73B6AD2D5B18}"/>
              </a:ext>
            </a:extLst>
          </p:cNvPr>
          <p:cNvGrpSpPr/>
          <p:nvPr/>
        </p:nvGrpSpPr>
        <p:grpSpPr>
          <a:xfrm>
            <a:off x="5819249" y="1121860"/>
            <a:ext cx="1503016" cy="1466128"/>
            <a:chOff x="7548283" y="5246776"/>
            <a:chExt cx="1503016" cy="146612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A972732-AFD9-858D-DF8F-050DA1436752}"/>
                </a:ext>
              </a:extLst>
            </p:cNvPr>
            <p:cNvGrpSpPr/>
            <p:nvPr/>
          </p:nvGrpSpPr>
          <p:grpSpPr>
            <a:xfrm>
              <a:off x="7548283" y="5246776"/>
              <a:ext cx="1503016" cy="1466128"/>
              <a:chOff x="6228921" y="1673189"/>
              <a:chExt cx="1503016" cy="146612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6716F70-A7A5-30CC-9FB3-32B2268A7F46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2B63267-8DA5-4A2B-6DDE-C94FA91D5300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0D948A0-4D03-6BB4-8228-AE75BB4A6132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3E2381B-7E30-8204-62D4-039FA1226513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356B1CF-D655-AD76-CA44-9905DD867BD0}"/>
                </a:ext>
              </a:extLst>
            </p:cNvPr>
            <p:cNvSpPr txBox="1"/>
            <p:nvPr/>
          </p:nvSpPr>
          <p:spPr>
            <a:xfrm>
              <a:off x="7658210" y="5948688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F8E6DC3-A1FF-6F31-A9F3-30949B55C89F}"/>
              </a:ext>
            </a:extLst>
          </p:cNvPr>
          <p:cNvSpPr txBox="1"/>
          <p:nvPr/>
        </p:nvSpPr>
        <p:spPr>
          <a:xfrm>
            <a:off x="3673788" y="3615016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fetch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067819-D278-C5D9-8DA0-31A71656C21C}"/>
              </a:ext>
            </a:extLst>
          </p:cNvPr>
          <p:cNvSpPr txBox="1"/>
          <p:nvPr/>
        </p:nvSpPr>
        <p:spPr>
          <a:xfrm>
            <a:off x="3673788" y="3924198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198193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568C3-F9C5-0D97-7962-8312D850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B6B68A7-B42C-3052-1A5A-DB7F73A33AEB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326D8D4-CDDA-C5F5-2A9E-63AE0818248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25D9515-0234-F5DD-D671-55C0182A7AF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5945A43-7C5F-A73E-04F2-69E73E59E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1F76F72-CC57-CC4A-798A-9D9FA4BCBFD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7E0DA9A-09EB-6BB6-1E0E-D67011B4437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B9F1EB5-B94E-4E20-750F-792D228392F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0908388-F334-F892-2665-1F122784D99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9553BD7-42EF-B42E-06AA-3AC8620A26B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D44D006-AD0B-46F6-3FC2-E5781D543AB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AFC8A2B-C927-A422-5F79-0185BB762B9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886164D-620F-CF53-10E0-72DA24956A8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B8625C7-68D2-6F20-FFAD-838E4F81B84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13A4AC1-0761-2ACF-8443-29AE210D41B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388ECD7-B560-36B2-C120-E2838042EF7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A8A2347-AB5A-9036-9F3D-D53DC52E63C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363BDA5-3472-CB62-F904-4134339C91D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2C5E0B9-F41E-32BD-574D-A494968513A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35B7209-0AC9-4C6E-1156-FF8D12ED5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160465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BE0F9FB-FA23-D641-F826-C3DB024F9E7A}"/>
              </a:ext>
            </a:extLst>
          </p:cNvPr>
          <p:cNvSpPr/>
          <p:nvPr/>
        </p:nvSpPr>
        <p:spPr>
          <a:xfrm>
            <a:off x="1786610" y="1030560"/>
            <a:ext cx="58333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03F987-DBF8-89A2-3E6F-FF7E5BA7C0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0B6FA-8690-39C1-DEEF-DDF58B402D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82" y="5769060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036AC78-1FCA-2C18-39D9-A724628D74E6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6499477-94E3-F861-FC23-F1D92DE63011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98E5BB-5BCE-7ECF-EA34-6BFBE64DCD56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FAC205-C530-7CFD-54BC-7882AEEB4DC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2E0556E-8A9B-C3C7-BC0E-834F9787F701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D05E5A7-0294-E02D-06E4-3043E1B8D582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A99D9E-12B9-2629-D5F6-F2D9111D8808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8FFA366-94D7-8FD2-A2F5-7D5E889DDA29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DBB271B-EC4C-1E2E-AE71-F78C36BEE884}"/>
              </a:ext>
            </a:extLst>
          </p:cNvPr>
          <p:cNvGrpSpPr/>
          <p:nvPr/>
        </p:nvGrpSpPr>
        <p:grpSpPr>
          <a:xfrm>
            <a:off x="2203607" y="111791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5A0A889-ADA8-7AF1-2AB1-50D401EC6E93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586AE98-51C1-422E-EA77-B19EBE05821B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699B0B8-586B-D173-47EE-ED7D0F7F1959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EF81461-9D4E-D931-284B-F87882B0B768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ADB16B2-9C42-DC71-B9CD-69F02A35E778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BCAAD95-F629-5F11-7A04-543732A6F8A4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01B842C-1507-CC64-CBE2-DE4F39275873}"/>
              </a:ext>
            </a:extLst>
          </p:cNvPr>
          <p:cNvGrpSpPr/>
          <p:nvPr/>
        </p:nvGrpSpPr>
        <p:grpSpPr>
          <a:xfrm>
            <a:off x="4582913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8B4E121-03A3-FC58-BE7F-2BA61C87CB3A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054C45-ECF9-7231-5F0D-DFE0BEA0A4DD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E2033C0-9700-E8DC-BDFC-EDFED5058C9B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ED23CAB-0A53-8E11-FCAE-278DB981D2CA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B26CABB-C553-9687-4267-B6A00C1036E6}"/>
              </a:ext>
            </a:extLst>
          </p:cNvPr>
          <p:cNvSpPr/>
          <p:nvPr/>
        </p:nvSpPr>
        <p:spPr>
          <a:xfrm>
            <a:off x="3605357" y="3292678"/>
            <a:ext cx="2618825" cy="14520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A571A-5E1D-517B-7A95-0BE965319103}"/>
              </a:ext>
            </a:extLst>
          </p:cNvPr>
          <p:cNvSpPr txBox="1"/>
          <p:nvPr/>
        </p:nvSpPr>
        <p:spPr>
          <a:xfrm>
            <a:off x="3615189" y="3304370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B3CE1-095A-AE20-9456-8678CBC11FB3}"/>
              </a:ext>
            </a:extLst>
          </p:cNvPr>
          <p:cNvSpPr/>
          <p:nvPr/>
        </p:nvSpPr>
        <p:spPr>
          <a:xfrm>
            <a:off x="5824587" y="1119560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480B6A-6F8E-8C76-BA67-55BF35E92204}"/>
              </a:ext>
            </a:extLst>
          </p:cNvPr>
          <p:cNvCxnSpPr>
            <a:cxnSpLocks/>
          </p:cNvCxnSpPr>
          <p:nvPr/>
        </p:nvCxnSpPr>
        <p:spPr>
          <a:xfrm>
            <a:off x="5514920" y="1809132"/>
            <a:ext cx="325367" cy="427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82A98D-E0BC-50C4-391E-E5700648AB70}"/>
              </a:ext>
            </a:extLst>
          </p:cNvPr>
          <p:cNvSpPr txBox="1"/>
          <p:nvPr/>
        </p:nvSpPr>
        <p:spPr>
          <a:xfrm>
            <a:off x="6081637" y="1614634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feature-c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A5F124B-7ABB-88B3-BB70-D87DB8EA2F09}"/>
              </a:ext>
            </a:extLst>
          </p:cNvPr>
          <p:cNvGrpSpPr/>
          <p:nvPr/>
        </p:nvGrpSpPr>
        <p:grpSpPr>
          <a:xfrm>
            <a:off x="5819249" y="1121860"/>
            <a:ext cx="1503016" cy="1466128"/>
            <a:chOff x="7548283" y="5246776"/>
            <a:chExt cx="1503016" cy="146612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92755D-A80F-0E3E-9CE7-BB73DAF6362B}"/>
                </a:ext>
              </a:extLst>
            </p:cNvPr>
            <p:cNvGrpSpPr/>
            <p:nvPr/>
          </p:nvGrpSpPr>
          <p:grpSpPr>
            <a:xfrm>
              <a:off x="7548283" y="5246776"/>
              <a:ext cx="1503016" cy="1466128"/>
              <a:chOff x="6228921" y="1673189"/>
              <a:chExt cx="1503016" cy="146612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AF998BE-1D6B-D2C8-61AF-B8760E80E5F3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920EC3A-796D-02B6-EE5F-9F2030B6B603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6A43649-B11A-8481-9531-A8C8D8502F89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B6629DB-FBB3-F646-2429-81F8B69E71BB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4DD075E-CABC-2E65-81CC-C06EBDEEC14C}"/>
                </a:ext>
              </a:extLst>
            </p:cNvPr>
            <p:cNvSpPr txBox="1"/>
            <p:nvPr/>
          </p:nvSpPr>
          <p:spPr>
            <a:xfrm>
              <a:off x="7658210" y="5948688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862348D-F808-0AB1-AA66-C8CB0E87E7EC}"/>
              </a:ext>
            </a:extLst>
          </p:cNvPr>
          <p:cNvSpPr txBox="1"/>
          <p:nvPr/>
        </p:nvSpPr>
        <p:spPr>
          <a:xfrm>
            <a:off x="3673788" y="3615016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fetch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37548C-366E-86C8-E910-D406591BC452}"/>
              </a:ext>
            </a:extLst>
          </p:cNvPr>
          <p:cNvSpPr txBox="1"/>
          <p:nvPr/>
        </p:nvSpPr>
        <p:spPr>
          <a:xfrm>
            <a:off x="3673788" y="3924198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Pull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6F350CD-49C7-9A3C-06C6-FB0253DA2044}"/>
              </a:ext>
            </a:extLst>
          </p:cNvPr>
          <p:cNvGrpSpPr/>
          <p:nvPr/>
        </p:nvGrpSpPr>
        <p:grpSpPr>
          <a:xfrm>
            <a:off x="2208523" y="1122831"/>
            <a:ext cx="5118658" cy="1470072"/>
            <a:chOff x="2356007" y="1270316"/>
            <a:chExt cx="5118658" cy="14700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C5A13C2-1114-3B80-2CF6-A04CC108E127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308C3F8-38CB-4AE7-EEE0-AB1156CBB3A6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59294F-B420-E28D-2703-0B052B7329E6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3066FF-F5B0-E232-09CF-1C136ED160B1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CE4C82-D8FB-C669-D0C9-80DD00142788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49F03C-52DD-29F3-F8C5-48B6DA73CD4F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310F8E8-1FBB-441F-C924-2BD643845FFB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8316551-A95D-12BA-849D-D4383707D4EE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0672135-1E45-7BFB-A05F-73D9D5D26939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DECCBA5-14BE-8DCE-A640-F9ADCFCD9EE2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8DD1D1D-AC64-2A70-C60B-6AB176B232B8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C1EB3FE-45A3-71E2-03B5-ED8F1827348F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E420D9-F8FF-D514-8B26-4EE40B0DFE64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67286B-4888-9DC4-6328-25CCE761B8FB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BCF8D7A-762D-85EE-3C11-6673F3ED8E57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D1D9E17-D996-838F-9F70-4896B58B8A5A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6F255C1-13DF-BA8B-FB48-78F00B71D93D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52736EE-68CE-86F6-D3A9-D2066B81B09D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A7D9243-83DA-2042-98B0-05CB9FFE6180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11F03A4-D766-62D3-9E4E-3DDB251CD1C2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14AE476-D3DD-73E6-B2CF-416D8D483351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BD74BF-AE22-5DF6-513A-6DC3764270D9}"/>
              </a:ext>
            </a:extLst>
          </p:cNvPr>
          <p:cNvGrpSpPr/>
          <p:nvPr/>
        </p:nvGrpSpPr>
        <p:grpSpPr>
          <a:xfrm>
            <a:off x="2213440" y="1137581"/>
            <a:ext cx="5118658" cy="1470072"/>
            <a:chOff x="2356007" y="1270316"/>
            <a:chExt cx="5118658" cy="147007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B2E2636-AC49-F7CC-4CB8-F52E8B2889AD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F3B4CA1A-AC2C-D217-A025-CC7C05C4F162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530004B-0EB1-F833-0E78-D3657D6EE442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BB689BB-15FA-E0F4-0293-14B0356025BB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B808274-753A-C15A-7ACD-2131DF6BEA8F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6E3532B-4381-1677-79E2-5B7EF7303981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B2C3169-DD28-0ECB-F445-72CA55A4B575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14698F13-4AA2-F8A0-F404-E6D410C81BF7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FB0012E3-CC0F-A6FC-CF23-9017210FB485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8B123B4-9F08-3F55-94EB-D0E4BE6CCB7E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9D62005E-ABBF-2720-C635-66F59D6B365F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22ADB8A-8383-4B6E-7DFF-390591AB68E0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66CD4F3-7FF6-E62E-FF65-89FD0F2B5303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4A8B74F-B25C-96A2-3D12-C9AA4DE26303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6CCCE87-B839-62E2-F539-13186AD744DB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45D4518A-185D-C033-A1DD-1824D0EE81C1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8BE934D-34E8-7AA0-5899-98CF0622E286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8A580AE-D6EF-AA5D-2B65-08C701068875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5F985F2-4535-E89E-60F5-D122974D6EED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9A9608C-CB4A-C21B-DF52-5DB0AE849D96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4ED6E25-8A64-7BC0-D644-459534175813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24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0.04349 0.5606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" y="2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FEAE2-42C5-4381-BCDD-D9B4290B5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BEA3D319-269C-AF68-F71D-0F07BAED301C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DAC8B8-BF58-A4AD-9C83-434C1B9C970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730DA02-9E5A-2773-2C03-F6EB4F52DBB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A1ADF91-8950-4B02-0762-13535106E4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414D8E7-C342-B7E3-C0BE-F24386D3C09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39117E0-6523-91FB-9A5C-C979BA3AB4B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6F3A67D-E365-F95C-3DF3-4BE977E1C6E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CE64F5E-05EE-D142-3016-CA1D101748A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392AC53-F5A5-E17F-CDDA-E849D5B2BF9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0980E2F-88EB-A45B-7AE9-B87A3B67C82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C59EFE5-E854-AEB2-0088-FC5F2749E56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5017EAD-1F23-7D34-636A-8C4150CB240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09BFC4F-A3C5-5B5B-1656-B0C771D357F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A66771C-5E9A-9226-981D-2DDF812F61D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0AFAA9E-9317-A7EE-AB9E-8E7BC837EFB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F49475D-FB3E-567C-FEF9-D1D4728F961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781E82B-E209-29F4-E9E8-AD64E2A6EEC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F9AD1F4-383C-FF8B-C726-F5A151B41FF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74768C3-C216-4B31-D621-247CA3360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160465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7E77385-5752-0A63-91B0-A2A84DE49FD5}"/>
              </a:ext>
            </a:extLst>
          </p:cNvPr>
          <p:cNvSpPr/>
          <p:nvPr/>
        </p:nvSpPr>
        <p:spPr>
          <a:xfrm>
            <a:off x="1786610" y="1030560"/>
            <a:ext cx="58333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7C0822-94E3-5B26-9142-1045F5A90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299202-2DC9-4D78-2BD1-D9BB048E05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82" y="5769060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7E0D303-46B4-D2E4-EAC0-E8C404C43CBB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F54E1B-B92C-7627-B153-677C66F908EA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0532E6-AC8B-97BF-9DA1-061C255E9A86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2291F51-8D5C-AEF6-F00B-76533FB7E4CB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A9AAF6-BBEA-0740-1731-079F0C99E121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7FB4316-F5A9-0B08-8B29-75A34CEBD1FC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CB6724-3822-45C1-DA86-1A21F55C64BF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E8269AC-5E22-4349-8481-42F54499400A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6724347-471C-6A86-5412-E01547B78AE2}"/>
              </a:ext>
            </a:extLst>
          </p:cNvPr>
          <p:cNvGrpSpPr/>
          <p:nvPr/>
        </p:nvGrpSpPr>
        <p:grpSpPr>
          <a:xfrm>
            <a:off x="2203607" y="111791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10F012E-E952-FFDC-4B81-F181B5D6C425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C363CD6-EFAB-8CB5-3276-5B73613AC1D5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8A3254C-3EBC-35A6-806A-F8106F150DC1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759A5AA-C57B-8B4F-3113-EA0D5AD3B5C9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2E08C5-16B5-B8AD-9DA3-403996EDCC54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9117B9E-2C4B-BC4A-0A8C-8CF7859A9266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CE7A17E-8D6F-EE99-7959-70B1AE7D4D5E}"/>
              </a:ext>
            </a:extLst>
          </p:cNvPr>
          <p:cNvGrpSpPr/>
          <p:nvPr/>
        </p:nvGrpSpPr>
        <p:grpSpPr>
          <a:xfrm>
            <a:off x="4582913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ED0A567-0E8A-38B0-DCD6-DD7FE4B32835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2C51835-8959-E2C8-91D6-5C404A4D4CA6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AF76774-2F84-91AB-F14F-D73A4EDF9DC9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1E5ACC0-63D8-A82B-C777-1EEA036E07FC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4F9691C-0E39-C3F0-25D9-D9570E817C88}"/>
              </a:ext>
            </a:extLst>
          </p:cNvPr>
          <p:cNvSpPr/>
          <p:nvPr/>
        </p:nvSpPr>
        <p:spPr>
          <a:xfrm>
            <a:off x="3640722" y="2806307"/>
            <a:ext cx="3280741" cy="20912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89C6C-6B7F-EA3C-E66A-5FD10BA8710B}"/>
              </a:ext>
            </a:extLst>
          </p:cNvPr>
          <p:cNvSpPr txBox="1"/>
          <p:nvPr/>
        </p:nvSpPr>
        <p:spPr>
          <a:xfrm>
            <a:off x="3587032" y="2833548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1E1D6E-7ED0-0A80-5B71-05804CB05223}"/>
              </a:ext>
            </a:extLst>
          </p:cNvPr>
          <p:cNvSpPr/>
          <p:nvPr/>
        </p:nvSpPr>
        <p:spPr>
          <a:xfrm>
            <a:off x="5824587" y="1119560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FB562B-1DC4-E8A8-33FC-AFC2298A9EDA}"/>
              </a:ext>
            </a:extLst>
          </p:cNvPr>
          <p:cNvCxnSpPr>
            <a:cxnSpLocks/>
          </p:cNvCxnSpPr>
          <p:nvPr/>
        </p:nvCxnSpPr>
        <p:spPr>
          <a:xfrm>
            <a:off x="5514920" y="1809132"/>
            <a:ext cx="325367" cy="427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B08EC5-5699-E9CC-20E3-E5B848671EA3}"/>
              </a:ext>
            </a:extLst>
          </p:cNvPr>
          <p:cNvSpPr txBox="1"/>
          <p:nvPr/>
        </p:nvSpPr>
        <p:spPr>
          <a:xfrm>
            <a:off x="6081637" y="1614634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feature-c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2EBD7FE-8644-9EA5-33F2-388E03FD6BCD}"/>
              </a:ext>
            </a:extLst>
          </p:cNvPr>
          <p:cNvGrpSpPr/>
          <p:nvPr/>
        </p:nvGrpSpPr>
        <p:grpSpPr>
          <a:xfrm>
            <a:off x="5819249" y="1121860"/>
            <a:ext cx="1503016" cy="1466128"/>
            <a:chOff x="7548283" y="5246776"/>
            <a:chExt cx="1503016" cy="146612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B0EF51-686D-EFE4-6674-861B6CDC7989}"/>
                </a:ext>
              </a:extLst>
            </p:cNvPr>
            <p:cNvGrpSpPr/>
            <p:nvPr/>
          </p:nvGrpSpPr>
          <p:grpSpPr>
            <a:xfrm>
              <a:off x="7548283" y="5246776"/>
              <a:ext cx="1503016" cy="1466128"/>
              <a:chOff x="6228921" y="1673189"/>
              <a:chExt cx="1503016" cy="146612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35C0BE9-A9BB-A07A-F340-012748794A7E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D8E02CD-50E6-85F8-C8D3-CB78F9FF92F2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C4C6BB3-7FE4-9DDE-8306-0C6F1CC2B0C7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540BB6B-285E-BE56-97AC-27C122D41000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74DB7BE-9485-14AF-886D-EB614F34A542}"/>
                </a:ext>
              </a:extLst>
            </p:cNvPr>
            <p:cNvSpPr txBox="1"/>
            <p:nvPr/>
          </p:nvSpPr>
          <p:spPr>
            <a:xfrm>
              <a:off x="7658210" y="5948688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5AC597E-69E8-D919-5C9B-CEB4E8562328}"/>
              </a:ext>
            </a:extLst>
          </p:cNvPr>
          <p:cNvSpPr txBox="1"/>
          <p:nvPr/>
        </p:nvSpPr>
        <p:spPr>
          <a:xfrm>
            <a:off x="3678197" y="3054549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fetch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E7A522-3856-916B-FFFF-41073116016E}"/>
              </a:ext>
            </a:extLst>
          </p:cNvPr>
          <p:cNvSpPr txBox="1"/>
          <p:nvPr/>
        </p:nvSpPr>
        <p:spPr>
          <a:xfrm>
            <a:off x="3691032" y="3303477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Pull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C401F6F-8A12-2D85-F969-03F165EAFEC6}"/>
              </a:ext>
            </a:extLst>
          </p:cNvPr>
          <p:cNvGrpSpPr/>
          <p:nvPr/>
        </p:nvGrpSpPr>
        <p:grpSpPr>
          <a:xfrm>
            <a:off x="2208523" y="1122831"/>
            <a:ext cx="5118658" cy="1470072"/>
            <a:chOff x="2356007" y="1270316"/>
            <a:chExt cx="5118658" cy="14700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6CD6CF5-9196-0C39-8333-E18C2B25A242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378AE3-EFB2-0483-5F51-2C8CC1F9E30E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B28E9-4F43-099F-3082-ACBFC28C9D6D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A04230-EC40-8222-8C2F-8CE3B7D30EE5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D13207-0F82-30A3-8D44-13A2DBE8FB39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D135E1-1444-2485-2908-4C2F919EA6C0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134C72B-0182-7A2B-A25F-F6899A99B601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6D2C2EA-0BB4-3A02-33A8-A73A6810DE11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9D05265-03BE-D4B8-6073-124664C0AAC6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DA07B-39A6-5AE1-C90B-DB00D05CE9B2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368C3E1-9CC7-5A04-83F4-8EC3F0737AE2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5B94A37-A04F-1934-4EEB-07B7DC7412BA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E66686-C56F-4FC6-4C37-F260F9840221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4A1265-5697-E612-7CF7-17B9C4A6E352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96C90A-C5BF-1764-E5FE-8E9B969D7EFC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B91EC16-2E9C-7C0B-E060-742C64730CF4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A0BEBCF-38E1-67F4-06D5-57BB420FAC47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31D0E8C-28EA-A7D9-88C8-B062AD7AC771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701AE16-2238-4A9F-CD82-5FE15E559446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E8CA40C-904C-EFF5-66CF-71E0FF36E0EB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5BFFBD-00BE-F6D0-914B-1779A6037E66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892680F-41BF-7CAD-A464-CB26BF6E4EAF}"/>
              </a:ext>
            </a:extLst>
          </p:cNvPr>
          <p:cNvGrpSpPr/>
          <p:nvPr/>
        </p:nvGrpSpPr>
        <p:grpSpPr>
          <a:xfrm>
            <a:off x="2753020" y="5020483"/>
            <a:ext cx="5118658" cy="1470072"/>
            <a:chOff x="2356007" y="1270316"/>
            <a:chExt cx="5118658" cy="147007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F6CB3A0-51BE-7D9E-F737-8D694E7C0DF4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0C95FC0-8460-2E54-1ABF-6BF2970711B3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Berlin Sans FB" panose="020E0602020502020306" pitchFamily="34" charset="0"/>
                  </a:rPr>
                  <a:t>--</a:t>
                </a:r>
                <a:endParaRPr lang="en-US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239439B-B6D1-8E12-34C8-EC9B96731173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4F0348E-A439-2F7C-9BDA-9FBE906733A0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6F1CE21-C695-C3D1-DF4D-2A3BDE134B59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495F255-0965-B552-66C6-D9BD890D5504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275CE3F-5B70-D0D2-EABD-1ED2C15EAE6D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452F001-53DA-85F3-FAD7-D2E03B20C2D6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1E23EF75-9E17-C66F-7101-291FB7A37CB9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--</a:t>
                  </a:r>
                  <a:endParaRPr lang="en-US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AAA15720-7497-805F-155A-8EBF2F0E4CCC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49C71EF-378E-BF87-2DA9-6AAB18C94A2A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E0365B6-D3DF-9E28-C50C-92F63C5C2DD7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538491C-7C5E-36CB-084D-B711668FA8F7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90BAE26-3AB9-2971-45CA-6B8893B96104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821A2A3-DCF2-4E29-E6B7-A6AC66D15098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EA78EF3-8E3E-709E-C02B-3EAFB9EFF923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B014694-AB54-BD52-CF60-1EBBE0A74DBC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--</a:t>
                  </a:r>
                  <a:endParaRPr lang="en-US" dirty="0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0C11DBD-9538-0828-314C-183C805F463D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005FD00-47D7-330D-9965-A0266E5471DD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DA8D16E-A501-37C9-53FD-E745349C9B2A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91A8EE7-4E37-29ED-D4C4-6848A2637EF8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0F7AA38-8306-7D11-B9BF-10556106635E}"/>
              </a:ext>
            </a:extLst>
          </p:cNvPr>
          <p:cNvSpPr txBox="1"/>
          <p:nvPr/>
        </p:nvSpPr>
        <p:spPr>
          <a:xfrm>
            <a:off x="3681200" y="3565292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Merge feature-a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904F75-170E-32C1-F95F-1D5C27CDFE5E}"/>
              </a:ext>
            </a:extLst>
          </p:cNvPr>
          <p:cNvSpPr txBox="1"/>
          <p:nvPr/>
        </p:nvSpPr>
        <p:spPr>
          <a:xfrm>
            <a:off x="3666455" y="3825847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Merge feature -b 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2968F77-8369-9212-6363-1AE79EE87E4F}"/>
              </a:ext>
            </a:extLst>
          </p:cNvPr>
          <p:cNvGrpSpPr/>
          <p:nvPr/>
        </p:nvGrpSpPr>
        <p:grpSpPr>
          <a:xfrm>
            <a:off x="4591745" y="5026636"/>
            <a:ext cx="1503016" cy="1466128"/>
            <a:chOff x="4739438" y="5174370"/>
            <a:chExt cx="1503016" cy="1466128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D1CFA82-EC0E-6538-BFE0-98FB4F40EF00}"/>
                </a:ext>
              </a:extLst>
            </p:cNvPr>
            <p:cNvSpPr/>
            <p:nvPr/>
          </p:nvSpPr>
          <p:spPr>
            <a:xfrm>
              <a:off x="4739438" y="5174370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16A2F08-0053-A936-822A-40222FB5A337}"/>
                </a:ext>
              </a:extLst>
            </p:cNvPr>
            <p:cNvSpPr txBox="1"/>
            <p:nvPr/>
          </p:nvSpPr>
          <p:spPr>
            <a:xfrm>
              <a:off x="4792051" y="5174370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676A42D-A830-4DA6-BA0E-9B1BF4459CFA}"/>
                </a:ext>
              </a:extLst>
            </p:cNvPr>
            <p:cNvSpPr txBox="1"/>
            <p:nvPr/>
          </p:nvSpPr>
          <p:spPr>
            <a:xfrm>
              <a:off x="5351874" y="5207861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94F8045-6FC2-97D1-A6BB-CCA9FEA1BCC2}"/>
                </a:ext>
              </a:extLst>
            </p:cNvPr>
            <p:cNvSpPr txBox="1"/>
            <p:nvPr/>
          </p:nvSpPr>
          <p:spPr>
            <a:xfrm>
              <a:off x="4780539" y="5640310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E672AF3-26D2-D3FC-C70C-779112AF1F06}"/>
              </a:ext>
            </a:extLst>
          </p:cNvPr>
          <p:cNvGrpSpPr/>
          <p:nvPr/>
        </p:nvGrpSpPr>
        <p:grpSpPr>
          <a:xfrm>
            <a:off x="2762588" y="5026636"/>
            <a:ext cx="1503016" cy="1466128"/>
            <a:chOff x="674982" y="4616217"/>
            <a:chExt cx="1503016" cy="1466128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B1C07B7-775C-FB5A-58B9-526422798042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D585707-D4B6-E066-3970-D05DEA17E42E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6C59916-A2C3-88D7-1D62-5CCCD1838761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6728BB6-9B3B-1DCB-C768-526115B77E12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ED164FB-978C-56A6-CE25-A0D4EDB87442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EBA4C1A-A48D-6D04-2539-AF9CB64D1503}"/>
              </a:ext>
            </a:extLst>
          </p:cNvPr>
          <p:cNvGrpSpPr/>
          <p:nvPr/>
        </p:nvGrpSpPr>
        <p:grpSpPr>
          <a:xfrm>
            <a:off x="6373578" y="5049007"/>
            <a:ext cx="1503016" cy="1466128"/>
            <a:chOff x="6521062" y="5176827"/>
            <a:chExt cx="1503016" cy="146612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2AE6405-6986-2BCB-9BC7-0CD8C22F0EC3}"/>
                </a:ext>
              </a:extLst>
            </p:cNvPr>
            <p:cNvSpPr/>
            <p:nvPr/>
          </p:nvSpPr>
          <p:spPr>
            <a:xfrm>
              <a:off x="6521062" y="517682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594453A-63B6-10F2-0E6C-6AC6A860FB8B}"/>
                </a:ext>
              </a:extLst>
            </p:cNvPr>
            <p:cNvSpPr txBox="1"/>
            <p:nvPr/>
          </p:nvSpPr>
          <p:spPr>
            <a:xfrm>
              <a:off x="6573675" y="517682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2934E5B-F772-2802-C3DD-B955CE80B1A4}"/>
                </a:ext>
              </a:extLst>
            </p:cNvPr>
            <p:cNvSpPr txBox="1"/>
            <p:nvPr/>
          </p:nvSpPr>
          <p:spPr>
            <a:xfrm>
              <a:off x="7133498" y="521031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0A8C944-C77C-B455-014E-93C6ACB290BD}"/>
                </a:ext>
              </a:extLst>
            </p:cNvPr>
            <p:cNvSpPr txBox="1"/>
            <p:nvPr/>
          </p:nvSpPr>
          <p:spPr>
            <a:xfrm>
              <a:off x="6562163" y="564276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2754F00-9A77-C3AC-16B1-155BD858662D}"/>
                </a:ext>
              </a:extLst>
            </p:cNvPr>
            <p:cNvSpPr txBox="1"/>
            <p:nvPr/>
          </p:nvSpPr>
          <p:spPr>
            <a:xfrm>
              <a:off x="6630989" y="5878739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1F1EE80-7FFA-ACCE-1ED4-EB73E5C3D21D}"/>
              </a:ext>
            </a:extLst>
          </p:cNvPr>
          <p:cNvGrpSpPr/>
          <p:nvPr/>
        </p:nvGrpSpPr>
        <p:grpSpPr>
          <a:xfrm>
            <a:off x="4587038" y="5021970"/>
            <a:ext cx="1503016" cy="1466128"/>
            <a:chOff x="674982" y="4616217"/>
            <a:chExt cx="1503016" cy="1466128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33FE438-ABAF-5C9B-7869-4C99448D2138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3C3F191-40C2-7FFD-B739-AD4E29DD5F5B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31440C1-F60B-9228-C30C-1B4E06342571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8D81BA5-2BE7-7D89-8901-847E1D32222F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7AB34D8-BC3B-7D5E-6D8F-3A859695854B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A0C9F67-5630-779E-6C17-637CE8E1C3CD}"/>
              </a:ext>
            </a:extLst>
          </p:cNvPr>
          <p:cNvGrpSpPr/>
          <p:nvPr/>
        </p:nvGrpSpPr>
        <p:grpSpPr>
          <a:xfrm>
            <a:off x="4619497" y="5035689"/>
            <a:ext cx="1503016" cy="1466128"/>
            <a:chOff x="674982" y="4616217"/>
            <a:chExt cx="1503016" cy="1466128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B6B1D6-DA21-34F3-C2D3-9EFA5C98FC80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3A8C71D-6734-A7B1-2DB5-C732636514B5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026E11E-57D2-B127-1636-85D58C306C49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EDC42C0-C308-31F3-BB30-6BA4678922A8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962A2A8-F79C-4205-15CE-CEC86D8A5197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2FA82A8-D025-93AE-FF9E-D6458D378E68}"/>
              </a:ext>
            </a:extLst>
          </p:cNvPr>
          <p:cNvSpPr txBox="1"/>
          <p:nvPr/>
        </p:nvSpPr>
        <p:spPr>
          <a:xfrm>
            <a:off x="3663612" y="4056795"/>
            <a:ext cx="358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Berlin Sans FB" panose="020E0602020502020306" pitchFamily="34" charset="0"/>
              </a:rPr>
              <a:t>There is a conflict between those branches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60E93F8-7851-F505-CB41-CDFEF5CF9C3D}"/>
              </a:ext>
            </a:extLst>
          </p:cNvPr>
          <p:cNvSpPr/>
          <p:nvPr/>
        </p:nvSpPr>
        <p:spPr>
          <a:xfrm>
            <a:off x="6492323" y="5860513"/>
            <a:ext cx="1267386" cy="24144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626C2AE-9CFC-304B-CC72-F2318033C5B8}"/>
              </a:ext>
            </a:extLst>
          </p:cNvPr>
          <p:cNvSpPr/>
          <p:nvPr/>
        </p:nvSpPr>
        <p:spPr>
          <a:xfrm>
            <a:off x="4680262" y="5843817"/>
            <a:ext cx="1267386" cy="24144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9D2A68B-7A08-AF38-DCF2-E6AA2B5C02C6}"/>
              </a:ext>
            </a:extLst>
          </p:cNvPr>
          <p:cNvSpPr txBox="1"/>
          <p:nvPr/>
        </p:nvSpPr>
        <p:spPr>
          <a:xfrm>
            <a:off x="3686502" y="4297574"/>
            <a:ext cx="199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Branch –d feature-b</a:t>
            </a:r>
          </a:p>
        </p:txBody>
      </p:sp>
    </p:spTree>
    <p:extLst>
      <p:ext uri="{BB962C8B-B14F-4D97-AF65-F5344CB8AC3E}">
        <p14:creationId xmlns:p14="http://schemas.microsoft.com/office/powerpoint/2010/main" val="6246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81481E-6 L 0.14883 0.00024 " pathEditMode="relative" rAng="0" ptsTypes="AA">
                                      <p:cBhvr>
                                        <p:cTn id="25" dur="1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35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33" grpId="0"/>
      <p:bldP spid="135" grpId="0" animBg="1"/>
      <p:bldP spid="136" grpId="0" animBg="1"/>
      <p:bldP spid="1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BBF84-FB4C-FFD3-ABAC-95E5302E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E0A4F62-D572-954E-DD97-07E3700D3AEA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66AF876-9B83-38B2-A2A9-F096EA0960A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7655812-2EFE-213E-BAA3-4BC550B3904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890A1A3-F142-2F5A-DF2E-74A25FA75A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EA6CC70-8E0F-6254-1C18-1776FA75A01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38A0558-45E4-AA49-1F99-AD1382034B6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2D0614C-5800-8A98-2BC6-0B848C1866E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ACDDC3A-07A6-6502-9172-46EC81C97B0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BE1672C-50D6-3A10-923B-0059C6A9295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7181CB5-E3AF-17E6-8FC6-49250D7545E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CE7EAEB-0AF9-C532-FE20-2D655B455CA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921D478-F31C-C6A2-25C5-40FF1354421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3A9B951-9C2F-22F4-7DFD-A6160EA1BFF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E4C19BD-F58F-0D73-AC04-BC37EDAC4A9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EAA757F-79D3-AF10-28F6-8727E351319E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8E013F9-697B-8B94-53D2-B901B0E8AE0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EB55779-1453-98EA-F2E1-50B88D0A96F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9E94579-C5C2-F624-21FB-F8A29C74C76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31B8CF7-3D65-8503-76C4-E200E128F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160465" y="4823149"/>
            <a:ext cx="1859402" cy="19008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7DA6C89-DCF6-D3AC-2CBF-CA6624EBF221}"/>
              </a:ext>
            </a:extLst>
          </p:cNvPr>
          <p:cNvSpPr/>
          <p:nvPr/>
        </p:nvSpPr>
        <p:spPr>
          <a:xfrm>
            <a:off x="1786610" y="1030560"/>
            <a:ext cx="5833390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0DCCD1-0071-3D7E-C418-EAF8CD90B0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3" y="1200713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931B85-6E33-CEB4-0633-DC778F64A5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82" y="5769060"/>
            <a:ext cx="757585" cy="75758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99AE5CE-6193-B1DD-3091-183366BF7017}"/>
              </a:ext>
            </a:extLst>
          </p:cNvPr>
          <p:cNvGrpSpPr/>
          <p:nvPr/>
        </p:nvGrpSpPr>
        <p:grpSpPr>
          <a:xfrm>
            <a:off x="4037625" y="1119403"/>
            <a:ext cx="1503016" cy="1466128"/>
            <a:chOff x="6228921" y="1673189"/>
            <a:chExt cx="1503016" cy="146612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F0C908F-FC01-264A-9239-57031570B8C2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4E7B5B-1FAF-02FA-CEFA-83336A484E82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CE8EE54-6906-E9B3-A5D9-C6E09DC755F5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DF5E193-4712-1B34-AE77-A3FB5B856677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3D60BC4-2D5D-B06B-143A-39A247BF7513}"/>
              </a:ext>
            </a:extLst>
          </p:cNvPr>
          <p:cNvSpPr/>
          <p:nvPr/>
        </p:nvSpPr>
        <p:spPr>
          <a:xfrm>
            <a:off x="2201111" y="1117916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473E5C-9263-F356-1431-E0C3C6CE9F8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673788" y="1850980"/>
            <a:ext cx="363837" cy="148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F85E194-6C9E-87B8-9B04-5623BED1A92C}"/>
              </a:ext>
            </a:extLst>
          </p:cNvPr>
          <p:cNvSpPr txBox="1"/>
          <p:nvPr/>
        </p:nvSpPr>
        <p:spPr>
          <a:xfrm>
            <a:off x="2417764" y="1634310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feature-b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27EC3AE-2944-A4AE-3B3A-6F0F7E9D2B21}"/>
              </a:ext>
            </a:extLst>
          </p:cNvPr>
          <p:cNvGrpSpPr/>
          <p:nvPr/>
        </p:nvGrpSpPr>
        <p:grpSpPr>
          <a:xfrm>
            <a:off x="2203607" y="1117916"/>
            <a:ext cx="1503016" cy="1466128"/>
            <a:chOff x="2119486" y="5192911"/>
            <a:chExt cx="1503016" cy="14661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91996A8-6175-6EF3-2376-DEED47482B48}"/>
                </a:ext>
              </a:extLst>
            </p:cNvPr>
            <p:cNvGrpSpPr/>
            <p:nvPr/>
          </p:nvGrpSpPr>
          <p:grpSpPr>
            <a:xfrm>
              <a:off x="2119486" y="5192911"/>
              <a:ext cx="1503016" cy="1466128"/>
              <a:chOff x="6228921" y="1673189"/>
              <a:chExt cx="1503016" cy="14661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0FF4A0E-E5E9-0833-1D44-66AC58E1E213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67E4B4A-6533-4634-5F83-38A8FAA1AC42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EAB4215-D07F-EFAE-AE4E-B8A5C0486743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533DC24-9502-C0EA-D6E6-1C7929941C28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313DB62-C738-1864-7DFE-0D77EE6650B3}"/>
                </a:ext>
              </a:extLst>
            </p:cNvPr>
            <p:cNvSpPr txBox="1"/>
            <p:nvPr/>
          </p:nvSpPr>
          <p:spPr>
            <a:xfrm>
              <a:off x="2203545" y="5921460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3F6CCC1-043D-AA49-AD18-1C4C167E61D8}"/>
              </a:ext>
            </a:extLst>
          </p:cNvPr>
          <p:cNvGrpSpPr/>
          <p:nvPr/>
        </p:nvGrpSpPr>
        <p:grpSpPr>
          <a:xfrm>
            <a:off x="4582913" y="5004501"/>
            <a:ext cx="1503016" cy="1466128"/>
            <a:chOff x="6228921" y="1673189"/>
            <a:chExt cx="1503016" cy="146612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E4B2FFC-5862-BF32-5AEB-F4489FD7343B}"/>
                </a:ext>
              </a:extLst>
            </p:cNvPr>
            <p:cNvSpPr/>
            <p:nvPr/>
          </p:nvSpPr>
          <p:spPr>
            <a:xfrm>
              <a:off x="6228921" y="1673189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5CBF9DD-AB4C-95D2-20CE-76990B60C984}"/>
                </a:ext>
              </a:extLst>
            </p:cNvPr>
            <p:cNvSpPr txBox="1"/>
            <p:nvPr/>
          </p:nvSpPr>
          <p:spPr>
            <a:xfrm>
              <a:off x="6281534" y="1673189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09783BC-0F4A-1BA8-CAE9-D81615D91DCA}"/>
                </a:ext>
              </a:extLst>
            </p:cNvPr>
            <p:cNvSpPr txBox="1"/>
            <p:nvPr/>
          </p:nvSpPr>
          <p:spPr>
            <a:xfrm>
              <a:off x="6841357" y="1706680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A8C0D98-7E5B-91C3-F333-F54DA22CAA7B}"/>
                </a:ext>
              </a:extLst>
            </p:cNvPr>
            <p:cNvSpPr txBox="1"/>
            <p:nvPr/>
          </p:nvSpPr>
          <p:spPr>
            <a:xfrm>
              <a:off x="6270022" y="2139129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D7AC01-207E-732F-D9DA-07AF74B0256E}"/>
              </a:ext>
            </a:extLst>
          </p:cNvPr>
          <p:cNvSpPr/>
          <p:nvPr/>
        </p:nvSpPr>
        <p:spPr>
          <a:xfrm>
            <a:off x="3640722" y="2707982"/>
            <a:ext cx="3280741" cy="23174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2E512-0B79-004B-D429-726A6B5E7241}"/>
              </a:ext>
            </a:extLst>
          </p:cNvPr>
          <p:cNvSpPr txBox="1"/>
          <p:nvPr/>
        </p:nvSpPr>
        <p:spPr>
          <a:xfrm>
            <a:off x="3587032" y="2705729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F5AC7F-3FEF-B800-7DB7-32EA4118B838}"/>
              </a:ext>
            </a:extLst>
          </p:cNvPr>
          <p:cNvSpPr/>
          <p:nvPr/>
        </p:nvSpPr>
        <p:spPr>
          <a:xfrm>
            <a:off x="5824587" y="1119560"/>
            <a:ext cx="1472677" cy="1466128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--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8CF7B7-B83F-DD60-9730-2A71E64FB2F8}"/>
              </a:ext>
            </a:extLst>
          </p:cNvPr>
          <p:cNvCxnSpPr>
            <a:cxnSpLocks/>
          </p:cNvCxnSpPr>
          <p:nvPr/>
        </p:nvCxnSpPr>
        <p:spPr>
          <a:xfrm>
            <a:off x="5514920" y="1809132"/>
            <a:ext cx="325367" cy="427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1AE72D-AD53-3818-C00F-6A7DACC1BD08}"/>
              </a:ext>
            </a:extLst>
          </p:cNvPr>
          <p:cNvSpPr txBox="1"/>
          <p:nvPr/>
        </p:nvSpPr>
        <p:spPr>
          <a:xfrm>
            <a:off x="6081637" y="1614634"/>
            <a:ext cx="10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feature-c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90A575C-9615-3B21-B6FB-406EFF7A5A26}"/>
              </a:ext>
            </a:extLst>
          </p:cNvPr>
          <p:cNvGrpSpPr/>
          <p:nvPr/>
        </p:nvGrpSpPr>
        <p:grpSpPr>
          <a:xfrm>
            <a:off x="5819249" y="1121860"/>
            <a:ext cx="1503016" cy="1466128"/>
            <a:chOff x="7548283" y="5246776"/>
            <a:chExt cx="1503016" cy="146612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6C3EAA8-C4AE-DF21-5351-6DF7FEAE22C5}"/>
                </a:ext>
              </a:extLst>
            </p:cNvPr>
            <p:cNvGrpSpPr/>
            <p:nvPr/>
          </p:nvGrpSpPr>
          <p:grpSpPr>
            <a:xfrm>
              <a:off x="7548283" y="5246776"/>
              <a:ext cx="1503016" cy="1466128"/>
              <a:chOff x="6228921" y="1673189"/>
              <a:chExt cx="1503016" cy="146612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408F7A9-0D10-C04B-1B9B-20706FB4F7DC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E143F7-0018-2D15-7BD3-8337A86DF6C8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4BD281-E77F-851E-2C5B-71E3BDE9EDC4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50AE791-0B7C-4DAF-C445-5FE72BAFF162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91526E5-11EA-9CE9-890D-E4302F07D3E4}"/>
                </a:ext>
              </a:extLst>
            </p:cNvPr>
            <p:cNvSpPr txBox="1"/>
            <p:nvPr/>
          </p:nvSpPr>
          <p:spPr>
            <a:xfrm>
              <a:off x="7658210" y="5948688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C30DA1D-2234-F9BD-E6FF-1B22B5445763}"/>
              </a:ext>
            </a:extLst>
          </p:cNvPr>
          <p:cNvSpPr txBox="1"/>
          <p:nvPr/>
        </p:nvSpPr>
        <p:spPr>
          <a:xfrm>
            <a:off x="3678197" y="2926730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fetch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A47CB1-C759-F4CC-2C99-E68D4341B3AB}"/>
              </a:ext>
            </a:extLst>
          </p:cNvPr>
          <p:cNvSpPr txBox="1"/>
          <p:nvPr/>
        </p:nvSpPr>
        <p:spPr>
          <a:xfrm>
            <a:off x="3691032" y="3175658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Pull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9CA8FFA-7B2F-BDED-594C-126054AF99FB}"/>
              </a:ext>
            </a:extLst>
          </p:cNvPr>
          <p:cNvGrpSpPr/>
          <p:nvPr/>
        </p:nvGrpSpPr>
        <p:grpSpPr>
          <a:xfrm>
            <a:off x="2208523" y="1122831"/>
            <a:ext cx="5118658" cy="1470072"/>
            <a:chOff x="2356007" y="1270316"/>
            <a:chExt cx="5118658" cy="14700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CE23DE-FB12-40B5-9CDB-DB3DFAF950AC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3C2CA4F-D1F2-536C-8884-A32B1D550C69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Berlin Sans FB" panose="020E0602020502020306" pitchFamily="34" charset="0"/>
                  </a:rPr>
                  <a:t>--</a:t>
                </a:r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7AAEB7-7808-189D-9A92-F847195D07D8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A52270-AA1E-945F-1E88-B2E767F966B7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CA71D6-7890-CA56-920F-1603726A06CD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6F2655-2C98-41D2-8042-79B06AABCF17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056ACCA-65C0-E4D0-46E9-FE8066212B0A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A0AA08F-7BE5-007C-118A-4682F0AE78F0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AF1E242-94E9-7074-864A-D7C14A226B8A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9D68FFD-FF40-4D1B-02F8-62F8F6C0AFAE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CD76637-5E0F-44D9-7DE7-A3586E3A3947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F6E4E51-23F6-10C2-920D-169A2CF0D245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F8CDB4-C93B-0F29-3954-308A2DEB5BCC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47B07C-AF30-4C47-50EF-DB0B6F78D65C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841C93B-679F-B303-7F02-6C08C8DC0E78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D41F3E1-FBDC-9C9B-292C-1EA645884FDA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AD8174B-B2D2-8D4D-150C-5A8584F8AB9B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latin typeface="Berlin Sans FB" panose="020E0602020502020306" pitchFamily="34" charset="0"/>
                    </a:rPr>
                    <a:t>--</a:t>
                  </a:r>
                  <a:endParaRPr lang="en-US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FFBB921-306F-83B1-DF57-528185C9F955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CDE1117-DCC5-A963-2FE6-AD6E87D7D7A1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1FAC234-46E2-E14B-6EA5-7B1CCB84301C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D2BDD89-87BE-606F-42CB-3BD02C0C59B7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  <p:grpSp>
        <p:nvGrpSpPr>
          <p:cNvPr id="80" name="Group 79" hidden="1">
            <a:extLst>
              <a:ext uri="{FF2B5EF4-FFF2-40B4-BE49-F238E27FC236}">
                <a16:creationId xmlns:a16="http://schemas.microsoft.com/office/drawing/2014/main" id="{61C39D95-684D-AA1A-CDF7-C6753AF3BEED}"/>
              </a:ext>
            </a:extLst>
          </p:cNvPr>
          <p:cNvGrpSpPr/>
          <p:nvPr/>
        </p:nvGrpSpPr>
        <p:grpSpPr>
          <a:xfrm>
            <a:off x="2753020" y="5020483"/>
            <a:ext cx="5118658" cy="1470072"/>
            <a:chOff x="2356007" y="1270316"/>
            <a:chExt cx="5118658" cy="147007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B7FB56E-E391-88A7-572D-093FE10F3363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07A948B-1BE1-4E6D-B244-1E2ADD108FC0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Berlin Sans FB" panose="020E0602020502020306" pitchFamily="34" charset="0"/>
                  </a:rPr>
                  <a:t>--</a:t>
                </a:r>
                <a:endParaRPr lang="en-US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6C06484-591C-E291-1E0E-6AD3E676697D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4C713CB-50CF-97D6-6668-A9F4FC5FDE81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507E156-46BF-94FE-5B5D-3DAC0EEF8781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B65032D-6722-89F5-4DF8-98383CC26508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BFF00D8-D200-8797-FB52-E0A561160C07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788472EA-BC94-9BB6-7273-B4A982B555AF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7594368-12CE-CBAB-BBFC-6EE8C623DFB5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--</a:t>
                  </a:r>
                  <a:endParaRPr lang="en-US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2B558D4-491E-AADC-8746-01B3FE5E0F40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EAAA73A-CF05-6CCF-48B5-B1574B214C98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01E90E9-F24A-95B8-AC93-229F8C88C5B5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7B4442D-1D58-8EEE-98D5-EA8F078EB776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D4DBFEF-8BF8-2A29-7B9F-F99C700E130C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2BE0BBB-2EB6-EBB7-BF1B-3831127CC0C4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D52FC89C-3F70-F20B-0884-BE522594E5D8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AB6D7CB-5D32-14BD-8028-9C6070998042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--</a:t>
                  </a:r>
                  <a:endParaRPr lang="en-US" dirty="0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5B3ED47-F285-4E70-7A3E-94164FE4D606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674294E-9C5D-4CCF-3D0E-E16883538232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30ADC890-344B-38F9-2F03-BF70FB9BDA44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61A2C31-9247-6027-B27F-0BF9A2CBCE2F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A360C9D-F3F9-AA55-3A39-949A3E25E4A2}"/>
              </a:ext>
            </a:extLst>
          </p:cNvPr>
          <p:cNvSpPr txBox="1"/>
          <p:nvPr/>
        </p:nvSpPr>
        <p:spPr>
          <a:xfrm>
            <a:off x="3681200" y="3437473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Merge feature-a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9EC4466-CCFB-0216-052C-6C0FB6148CDB}"/>
              </a:ext>
            </a:extLst>
          </p:cNvPr>
          <p:cNvSpPr txBox="1"/>
          <p:nvPr/>
        </p:nvSpPr>
        <p:spPr>
          <a:xfrm>
            <a:off x="3666455" y="3698028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Merge feature -b 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3E1E2A1-9A19-3728-59BF-38AEBD9E1B59}"/>
              </a:ext>
            </a:extLst>
          </p:cNvPr>
          <p:cNvGrpSpPr/>
          <p:nvPr/>
        </p:nvGrpSpPr>
        <p:grpSpPr>
          <a:xfrm>
            <a:off x="4591745" y="5026636"/>
            <a:ext cx="1503016" cy="1466128"/>
            <a:chOff x="4739438" y="5174370"/>
            <a:chExt cx="1503016" cy="1466128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FD66B5B-508F-AF93-C5DF-AF40E28F9BDC}"/>
                </a:ext>
              </a:extLst>
            </p:cNvPr>
            <p:cNvSpPr/>
            <p:nvPr/>
          </p:nvSpPr>
          <p:spPr>
            <a:xfrm>
              <a:off x="4739438" y="5174370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DDD399D-257F-1D20-E4BC-C0ECAFB434B9}"/>
                </a:ext>
              </a:extLst>
            </p:cNvPr>
            <p:cNvSpPr txBox="1"/>
            <p:nvPr/>
          </p:nvSpPr>
          <p:spPr>
            <a:xfrm>
              <a:off x="4792051" y="5174370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6DCF0D7-0CC3-62F5-B5A7-97770F526DEF}"/>
                </a:ext>
              </a:extLst>
            </p:cNvPr>
            <p:cNvSpPr txBox="1"/>
            <p:nvPr/>
          </p:nvSpPr>
          <p:spPr>
            <a:xfrm>
              <a:off x="5351874" y="5207861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12AC9BD-F404-741B-5F6F-00253341DD09}"/>
                </a:ext>
              </a:extLst>
            </p:cNvPr>
            <p:cNvSpPr txBox="1"/>
            <p:nvPr/>
          </p:nvSpPr>
          <p:spPr>
            <a:xfrm>
              <a:off x="4780539" y="5640310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D3C7C2B-4FF0-8F2C-A85A-D5FE7E599627}"/>
              </a:ext>
            </a:extLst>
          </p:cNvPr>
          <p:cNvGrpSpPr/>
          <p:nvPr/>
        </p:nvGrpSpPr>
        <p:grpSpPr>
          <a:xfrm>
            <a:off x="2762588" y="5026636"/>
            <a:ext cx="1503016" cy="1466128"/>
            <a:chOff x="674982" y="4616217"/>
            <a:chExt cx="1503016" cy="1466128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2DAB722-F56E-C006-DE98-B9F5819AB8E3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9BEC0B3-4F16-5176-939D-3C2FAE31955A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77D5BEF-B1A4-7837-289A-B5876E4C7F1C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0BDA78A-0AA7-B578-8D6B-A5A41B6EEC95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A4A8BCF-2A4F-3572-6915-38384154B68F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121" name="Group 120" hidden="1">
            <a:extLst>
              <a:ext uri="{FF2B5EF4-FFF2-40B4-BE49-F238E27FC236}">
                <a16:creationId xmlns:a16="http://schemas.microsoft.com/office/drawing/2014/main" id="{4D86F03C-1F65-5700-9CCF-B20471EF27D1}"/>
              </a:ext>
            </a:extLst>
          </p:cNvPr>
          <p:cNvGrpSpPr/>
          <p:nvPr/>
        </p:nvGrpSpPr>
        <p:grpSpPr>
          <a:xfrm>
            <a:off x="6373578" y="5049007"/>
            <a:ext cx="1503016" cy="1466128"/>
            <a:chOff x="6521062" y="5176827"/>
            <a:chExt cx="1503016" cy="146612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B388B5F-EC85-D9E6-BF55-F41EBF76DE25}"/>
                </a:ext>
              </a:extLst>
            </p:cNvPr>
            <p:cNvSpPr/>
            <p:nvPr/>
          </p:nvSpPr>
          <p:spPr>
            <a:xfrm>
              <a:off x="6521062" y="517682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FCE212C-4899-F2BD-0A44-AE7819329B96}"/>
                </a:ext>
              </a:extLst>
            </p:cNvPr>
            <p:cNvSpPr txBox="1"/>
            <p:nvPr/>
          </p:nvSpPr>
          <p:spPr>
            <a:xfrm>
              <a:off x="6573675" y="517682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38D0C9C-69D8-DC7C-DDA5-8E805EAAE036}"/>
                </a:ext>
              </a:extLst>
            </p:cNvPr>
            <p:cNvSpPr txBox="1"/>
            <p:nvPr/>
          </p:nvSpPr>
          <p:spPr>
            <a:xfrm>
              <a:off x="7133498" y="521031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9563056-AE8C-B17F-6750-AE249E3315D0}"/>
                </a:ext>
              </a:extLst>
            </p:cNvPr>
            <p:cNvSpPr txBox="1"/>
            <p:nvPr/>
          </p:nvSpPr>
          <p:spPr>
            <a:xfrm>
              <a:off x="6562163" y="564276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F63A1CE-D777-932F-B24B-8B8FC5E68D9C}"/>
                </a:ext>
              </a:extLst>
            </p:cNvPr>
            <p:cNvSpPr txBox="1"/>
            <p:nvPr/>
          </p:nvSpPr>
          <p:spPr>
            <a:xfrm>
              <a:off x="6630989" y="5878739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22E8086-9EF4-022B-EECA-2EE4CA280ED4}"/>
              </a:ext>
            </a:extLst>
          </p:cNvPr>
          <p:cNvGrpSpPr/>
          <p:nvPr/>
        </p:nvGrpSpPr>
        <p:grpSpPr>
          <a:xfrm>
            <a:off x="4587038" y="5021970"/>
            <a:ext cx="1503016" cy="1466128"/>
            <a:chOff x="674982" y="4616217"/>
            <a:chExt cx="1503016" cy="1466128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D2562F2-B7D2-9809-B498-86D0EB7957DE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1B60819-EBB8-0175-64FB-0D6B7E01ADD3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DF4D050-665B-4F2C-5245-C08CE49E98DF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D1FB479-40A2-ECEE-16CD-26E643963AD8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3058F28-E4B0-81E8-C126-DB9CB6A4954E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2905E18-2422-F331-B409-5E11301F8B67}"/>
              </a:ext>
            </a:extLst>
          </p:cNvPr>
          <p:cNvGrpSpPr/>
          <p:nvPr/>
        </p:nvGrpSpPr>
        <p:grpSpPr>
          <a:xfrm>
            <a:off x="4608576" y="5004501"/>
            <a:ext cx="1503016" cy="1466128"/>
            <a:chOff x="674982" y="4616217"/>
            <a:chExt cx="1503016" cy="1466128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DE5EB02-613D-5ADD-0D4B-D1FD3E8E1CA5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1BE0D28-4D9A-5416-4264-0F13CDAC7CAC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BDF65DF-A9D2-13F4-EED4-EE34094DE598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264DBB6-9D19-C857-F560-40B857AEA693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8CECA634-9756-3F6B-7D99-725D9F8FA329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9CD5E9E3-59DA-1AEF-0103-2AB0F0AFC0C9}"/>
              </a:ext>
            </a:extLst>
          </p:cNvPr>
          <p:cNvSpPr txBox="1"/>
          <p:nvPr/>
        </p:nvSpPr>
        <p:spPr>
          <a:xfrm>
            <a:off x="3663612" y="3899480"/>
            <a:ext cx="358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  <a:latin typeface="Berlin Sans FB" panose="020E0602020502020306" pitchFamily="34" charset="0"/>
              </a:rPr>
              <a:t>There is a conflict between those branches</a:t>
            </a:r>
          </a:p>
        </p:txBody>
      </p:sp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B0344935-18FB-F50E-A52D-4C1C9E04DE8F}"/>
              </a:ext>
            </a:extLst>
          </p:cNvPr>
          <p:cNvSpPr/>
          <p:nvPr/>
        </p:nvSpPr>
        <p:spPr>
          <a:xfrm>
            <a:off x="6492323" y="5860513"/>
            <a:ext cx="1267386" cy="24144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A817A0B-2DE2-52A3-C83A-FEA4B0CF6EEC}"/>
              </a:ext>
            </a:extLst>
          </p:cNvPr>
          <p:cNvSpPr txBox="1"/>
          <p:nvPr/>
        </p:nvSpPr>
        <p:spPr>
          <a:xfrm>
            <a:off x="3686502" y="4071439"/>
            <a:ext cx="231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Branch –d feature-b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F254BAE-69C4-8931-4C06-4927923B8256}"/>
              </a:ext>
            </a:extLst>
          </p:cNvPr>
          <p:cNvSpPr txBox="1"/>
          <p:nvPr/>
        </p:nvSpPr>
        <p:spPr>
          <a:xfrm>
            <a:off x="3681585" y="4253335"/>
            <a:ext cx="231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Branch –d feature-a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29C7F42-3C1D-8C25-1A94-150AC5AB237F}"/>
              </a:ext>
            </a:extLst>
          </p:cNvPr>
          <p:cNvSpPr txBox="1"/>
          <p:nvPr/>
        </p:nvSpPr>
        <p:spPr>
          <a:xfrm>
            <a:off x="3676670" y="4445064"/>
            <a:ext cx="330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Commit –am ‘</a:t>
            </a:r>
            <a:r>
              <a:rPr lang="en-US" sz="1400">
                <a:solidFill>
                  <a:schemeClr val="bg1"/>
                </a:solidFill>
                <a:latin typeface="Berlin Sans FB" panose="020E0602020502020306" pitchFamily="34" charset="0"/>
              </a:rPr>
              <a:t>merging branches’</a:t>
            </a:r>
            <a:endParaRPr lang="en-US" sz="1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D3495D7-9CCB-F186-CB39-2D603EE686C5}"/>
              </a:ext>
            </a:extLst>
          </p:cNvPr>
          <p:cNvSpPr txBox="1"/>
          <p:nvPr/>
        </p:nvSpPr>
        <p:spPr>
          <a:xfrm>
            <a:off x="3661924" y="4656458"/>
            <a:ext cx="330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244652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0" grpId="0"/>
      <p:bldP spid="1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AFEEB-969C-523D-36A3-9F62A361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9FE2977-4251-CA18-5007-0C3ED6B793CC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A63E9A0-23F7-8660-B083-0E8286454CD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E130840-BCC4-1999-8BF0-5219E45896D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2C663627-15B1-C977-ACE3-25A91FFFB8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35F5F8E-1A42-17FD-A18C-5772467E47A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605B2FC-A581-827A-A659-89538B8E2CE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975C9D0-47D6-B9CA-BFEA-47DB35AD30D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327E6D5-1363-D919-BA44-18E42EFB317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B4302E2-E235-07E5-0E8A-8ADF16EF5D7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7754876-C588-0E85-2FE8-39BBFC240E0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6A20C72-47FB-CD6D-80ED-B9131C7E601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117FB39-46DC-6E9D-9064-4EB4BDBB695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B341E2F-334A-EAAE-C73F-688C947B558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8783121-AE38-E9B3-2DB4-697F5014BBD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8D6032B-D361-5C08-8C2B-2F507ED2509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AFD1E47-D9CD-D9FF-A939-614AE13F43A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33C1899-5F05-F0CC-944C-084835804F2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67B2FF0-FC4F-B450-9A4D-F40DA1349F6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C1B385D-7150-6B8C-5ED5-1793D1AFA2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93" t="10392" r="11513" b="16147"/>
          <a:stretch>
            <a:fillRect/>
          </a:stretch>
        </p:blipFill>
        <p:spPr>
          <a:xfrm>
            <a:off x="3160465" y="5045356"/>
            <a:ext cx="1561125" cy="167864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37CC20B-ACBB-EC2F-C268-918ED975E190}"/>
              </a:ext>
            </a:extLst>
          </p:cNvPr>
          <p:cNvSpPr/>
          <p:nvPr/>
        </p:nvSpPr>
        <p:spPr>
          <a:xfrm>
            <a:off x="3264310" y="1030560"/>
            <a:ext cx="2566219" cy="164381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EFA3F5-000C-B0B1-5DD4-D801C0464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777" y="1318749"/>
            <a:ext cx="719123" cy="71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4711B3-AB2A-8214-DBCF-08DF13F754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82" y="5769060"/>
            <a:ext cx="757585" cy="7575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B3B6D38-79F7-3939-C2C4-18F3E1FA26F4}"/>
              </a:ext>
            </a:extLst>
          </p:cNvPr>
          <p:cNvSpPr/>
          <p:nvPr/>
        </p:nvSpPr>
        <p:spPr>
          <a:xfrm>
            <a:off x="3640722" y="2674374"/>
            <a:ext cx="3280741" cy="23511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DD0C1-37BC-6D2D-D7A6-90425A5730A5}"/>
              </a:ext>
            </a:extLst>
          </p:cNvPr>
          <p:cNvSpPr txBox="1"/>
          <p:nvPr/>
        </p:nvSpPr>
        <p:spPr>
          <a:xfrm>
            <a:off x="3587032" y="2667629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D7FE2C-4851-9349-2C2B-45491BD734B8}"/>
              </a:ext>
            </a:extLst>
          </p:cNvPr>
          <p:cNvSpPr txBox="1"/>
          <p:nvPr/>
        </p:nvSpPr>
        <p:spPr>
          <a:xfrm>
            <a:off x="3678197" y="2949590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fetch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8E18B1-69A7-84B5-6435-B0450F421CF3}"/>
              </a:ext>
            </a:extLst>
          </p:cNvPr>
          <p:cNvSpPr txBox="1"/>
          <p:nvPr/>
        </p:nvSpPr>
        <p:spPr>
          <a:xfrm>
            <a:off x="3691032" y="3175658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Pull</a:t>
            </a:r>
          </a:p>
        </p:txBody>
      </p:sp>
      <p:grpSp>
        <p:nvGrpSpPr>
          <p:cNvPr id="80" name="Group 79" hidden="1">
            <a:extLst>
              <a:ext uri="{FF2B5EF4-FFF2-40B4-BE49-F238E27FC236}">
                <a16:creationId xmlns:a16="http://schemas.microsoft.com/office/drawing/2014/main" id="{970D5AAF-B589-EA79-824A-1F980DF9303F}"/>
              </a:ext>
            </a:extLst>
          </p:cNvPr>
          <p:cNvGrpSpPr/>
          <p:nvPr/>
        </p:nvGrpSpPr>
        <p:grpSpPr>
          <a:xfrm>
            <a:off x="2753020" y="5020483"/>
            <a:ext cx="5118658" cy="1470072"/>
            <a:chOff x="2356007" y="1270316"/>
            <a:chExt cx="5118658" cy="147007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0C9152C-A660-BE2A-E0A7-93D52336E419}"/>
                </a:ext>
              </a:extLst>
            </p:cNvPr>
            <p:cNvGrpSpPr/>
            <p:nvPr/>
          </p:nvGrpSpPr>
          <p:grpSpPr>
            <a:xfrm>
              <a:off x="4190025" y="1271803"/>
              <a:ext cx="1503016" cy="1466128"/>
              <a:chOff x="6228921" y="1673189"/>
              <a:chExt cx="1503016" cy="1466128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E0E71D59-8FDD-C5E1-2B46-FAE17C244BB9}"/>
                  </a:ext>
                </a:extLst>
              </p:cNvPr>
              <p:cNvSpPr/>
              <p:nvPr/>
            </p:nvSpPr>
            <p:spPr>
              <a:xfrm>
                <a:off x="6228921" y="1673189"/>
                <a:ext cx="1472677" cy="1466128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Berlin Sans FB" panose="020E0602020502020306" pitchFamily="34" charset="0"/>
                  </a:rPr>
                  <a:t>--</a:t>
                </a:r>
                <a:endParaRPr lang="en-US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F9C54B7-69D5-524E-99B5-53EB0B53889C}"/>
                  </a:ext>
                </a:extLst>
              </p:cNvPr>
              <p:cNvSpPr txBox="1"/>
              <p:nvPr/>
            </p:nvSpPr>
            <p:spPr>
              <a:xfrm>
                <a:off x="6281534" y="1673189"/>
                <a:ext cx="683726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&lt;/&gt;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DDCB0B8-FF9B-D19F-9156-3ACE1C88C211}"/>
                  </a:ext>
                </a:extLst>
              </p:cNvPr>
              <p:cNvSpPr txBox="1"/>
              <p:nvPr/>
            </p:nvSpPr>
            <p:spPr>
              <a:xfrm>
                <a:off x="6841357" y="1706680"/>
                <a:ext cx="890580" cy="699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Berlin Sans FB" panose="020E0602020502020306" pitchFamily="34" charset="0"/>
                  </a:rPr>
                  <a:t>-A-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5DBF3D6-E880-284D-9286-D2201F552382}"/>
                  </a:ext>
                </a:extLst>
              </p:cNvPr>
              <p:cNvSpPr txBox="1"/>
              <p:nvPr/>
            </p:nvSpPr>
            <p:spPr>
              <a:xfrm>
                <a:off x="6270022" y="2139129"/>
                <a:ext cx="10166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</a:t>
                </a:r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86C7C2B-9B16-17BB-6783-89DE4687E895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3826188" y="2003380"/>
              <a:ext cx="363837" cy="148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A150A5B-4D3B-6FA9-0268-DF9DC92FBE9E}"/>
                </a:ext>
              </a:extLst>
            </p:cNvPr>
            <p:cNvGrpSpPr/>
            <p:nvPr/>
          </p:nvGrpSpPr>
          <p:grpSpPr>
            <a:xfrm>
              <a:off x="2356007" y="1270316"/>
              <a:ext cx="1503016" cy="1466128"/>
              <a:chOff x="2119486" y="5192911"/>
              <a:chExt cx="1503016" cy="1466128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7510E15E-4E4E-F70A-F6A8-2B1B658A29E5}"/>
                  </a:ext>
                </a:extLst>
              </p:cNvPr>
              <p:cNvGrpSpPr/>
              <p:nvPr/>
            </p:nvGrpSpPr>
            <p:grpSpPr>
              <a:xfrm>
                <a:off x="2119486" y="5192911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81070176-9887-4835-35AA-B096C3C8767F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--</a:t>
                  </a:r>
                  <a:endParaRPr lang="en-US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5C7D27B-EF9A-7E3B-9933-0FD2661AC33B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306C8D2-9FA4-5429-4542-C87D93115B62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C6D1DEB7-C36D-DDC2-CC71-6685362D76F0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0C0F7CA-7EB6-42D7-C2F0-F2235115ABED}"/>
                  </a:ext>
                </a:extLst>
              </p:cNvPr>
              <p:cNvSpPr txBox="1"/>
              <p:nvPr/>
            </p:nvSpPr>
            <p:spPr>
              <a:xfrm>
                <a:off x="2203545" y="5921460"/>
                <a:ext cx="13869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01010101110</a:t>
                </a:r>
              </a:p>
            </p:txBody>
          </p:sp>
        </p:grp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0982790-F05C-B261-E366-A6147BCE27AD}"/>
                </a:ext>
              </a:extLst>
            </p:cNvPr>
            <p:cNvCxnSpPr>
              <a:cxnSpLocks/>
            </p:cNvCxnSpPr>
            <p:nvPr/>
          </p:nvCxnSpPr>
          <p:spPr>
            <a:xfrm>
              <a:off x="5667320" y="1961532"/>
              <a:ext cx="325367" cy="427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F6C11B6-93D3-8BE1-2E19-C7E44B58376F}"/>
                </a:ext>
              </a:extLst>
            </p:cNvPr>
            <p:cNvGrpSpPr/>
            <p:nvPr/>
          </p:nvGrpSpPr>
          <p:grpSpPr>
            <a:xfrm>
              <a:off x="5971649" y="1274260"/>
              <a:ext cx="1503016" cy="1466128"/>
              <a:chOff x="7548283" y="5246776"/>
              <a:chExt cx="1503016" cy="1466128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9A02896-E3C1-2D62-202B-689B738E8A86}"/>
                  </a:ext>
                </a:extLst>
              </p:cNvPr>
              <p:cNvGrpSpPr/>
              <p:nvPr/>
            </p:nvGrpSpPr>
            <p:grpSpPr>
              <a:xfrm>
                <a:off x="7548283" y="5246776"/>
                <a:ext cx="1503016" cy="1466128"/>
                <a:chOff x="6228921" y="1673189"/>
                <a:chExt cx="1503016" cy="1466128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8E2DCE0-ACDD-539B-759F-E6C5EE3DF18B}"/>
                    </a:ext>
                  </a:extLst>
                </p:cNvPr>
                <p:cNvSpPr/>
                <p:nvPr/>
              </p:nvSpPr>
              <p:spPr>
                <a:xfrm>
                  <a:off x="6228921" y="1673189"/>
                  <a:ext cx="1472677" cy="1466128"/>
                </a:xfrm>
                <a:prstGeom prst="rect">
                  <a:avLst/>
                </a:pr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Berlin Sans FB" panose="020E0602020502020306" pitchFamily="34" charset="0"/>
                    </a:rPr>
                    <a:t>--</a:t>
                  </a:r>
                  <a:endParaRPr lang="en-US" dirty="0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6C2AE29-0C1C-31AA-15EC-941E06851914}"/>
                    </a:ext>
                  </a:extLst>
                </p:cNvPr>
                <p:cNvSpPr txBox="1"/>
                <p:nvPr/>
              </p:nvSpPr>
              <p:spPr>
                <a:xfrm>
                  <a:off x="6281534" y="1673189"/>
                  <a:ext cx="683726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&lt;/&gt;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D4E3E1E-D428-AB1A-DDEF-65046DAB0EB3}"/>
                    </a:ext>
                  </a:extLst>
                </p:cNvPr>
                <p:cNvSpPr txBox="1"/>
                <p:nvPr/>
              </p:nvSpPr>
              <p:spPr>
                <a:xfrm>
                  <a:off x="6841357" y="1706680"/>
                  <a:ext cx="890580" cy="6995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latin typeface="Berlin Sans FB" panose="020E0602020502020306" pitchFamily="34" charset="0"/>
                    </a:rPr>
                    <a:t>-A-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0D22F66-5962-1CDA-6D06-A5B2051D5172}"/>
                    </a:ext>
                  </a:extLst>
                </p:cNvPr>
                <p:cNvSpPr txBox="1"/>
                <p:nvPr/>
              </p:nvSpPr>
              <p:spPr>
                <a:xfrm>
                  <a:off x="6270022" y="2139129"/>
                  <a:ext cx="101662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Berlin Sans FB" panose="020E0602020502020306" pitchFamily="34" charset="0"/>
                    </a:rPr>
                    <a:t>0101010</a:t>
                  </a:r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487486F-9E25-B6C3-9874-48EDBD73E79B}"/>
                  </a:ext>
                </a:extLst>
              </p:cNvPr>
              <p:cNvSpPr txBox="1"/>
              <p:nvPr/>
            </p:nvSpPr>
            <p:spPr>
              <a:xfrm>
                <a:off x="7658210" y="5948688"/>
                <a:ext cx="12811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01ssx01010</a:t>
                </a:r>
              </a:p>
            </p:txBody>
          </p:sp>
        </p:grp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562DC92-D203-F0D0-4E3A-3A2E073A6D7C}"/>
              </a:ext>
            </a:extLst>
          </p:cNvPr>
          <p:cNvSpPr txBox="1"/>
          <p:nvPr/>
        </p:nvSpPr>
        <p:spPr>
          <a:xfrm>
            <a:off x="3681200" y="3399373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Merge feature-a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389088C-34F3-200D-6752-864EF2B84E18}"/>
              </a:ext>
            </a:extLst>
          </p:cNvPr>
          <p:cNvSpPr txBox="1"/>
          <p:nvPr/>
        </p:nvSpPr>
        <p:spPr>
          <a:xfrm>
            <a:off x="3666455" y="3622812"/>
            <a:ext cx="229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Merge feature -b </a:t>
            </a:r>
          </a:p>
        </p:txBody>
      </p:sp>
      <p:grpSp>
        <p:nvGrpSpPr>
          <p:cNvPr id="121" name="Group 120" hidden="1">
            <a:extLst>
              <a:ext uri="{FF2B5EF4-FFF2-40B4-BE49-F238E27FC236}">
                <a16:creationId xmlns:a16="http://schemas.microsoft.com/office/drawing/2014/main" id="{3306BF07-9CC8-1200-36CA-68D22D502B2E}"/>
              </a:ext>
            </a:extLst>
          </p:cNvPr>
          <p:cNvGrpSpPr/>
          <p:nvPr/>
        </p:nvGrpSpPr>
        <p:grpSpPr>
          <a:xfrm>
            <a:off x="6373578" y="5049007"/>
            <a:ext cx="1503016" cy="1466128"/>
            <a:chOff x="6521062" y="5176827"/>
            <a:chExt cx="1503016" cy="146612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756AB31-AAA2-2869-67AE-A9CB0B359B9E}"/>
                </a:ext>
              </a:extLst>
            </p:cNvPr>
            <p:cNvSpPr/>
            <p:nvPr/>
          </p:nvSpPr>
          <p:spPr>
            <a:xfrm>
              <a:off x="6521062" y="517682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Berlin Sans FB" panose="020E0602020502020306" pitchFamily="34" charset="0"/>
                </a:rPr>
                <a:t>--</a:t>
              </a:r>
              <a:endParaRPr 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085C75D-342C-3A06-3901-F57EDD4EB5AF}"/>
                </a:ext>
              </a:extLst>
            </p:cNvPr>
            <p:cNvSpPr txBox="1"/>
            <p:nvPr/>
          </p:nvSpPr>
          <p:spPr>
            <a:xfrm>
              <a:off x="6573675" y="517682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6692BDE-BF0E-BC04-C429-E2261A3F056F}"/>
                </a:ext>
              </a:extLst>
            </p:cNvPr>
            <p:cNvSpPr txBox="1"/>
            <p:nvPr/>
          </p:nvSpPr>
          <p:spPr>
            <a:xfrm>
              <a:off x="7133498" y="521031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1739357-B806-B67A-6E22-8AC43ABF6FC5}"/>
                </a:ext>
              </a:extLst>
            </p:cNvPr>
            <p:cNvSpPr txBox="1"/>
            <p:nvPr/>
          </p:nvSpPr>
          <p:spPr>
            <a:xfrm>
              <a:off x="6562163" y="564276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147BC60-2D80-BF96-3ADA-9FE0D2FC7EBC}"/>
                </a:ext>
              </a:extLst>
            </p:cNvPr>
            <p:cNvSpPr txBox="1"/>
            <p:nvPr/>
          </p:nvSpPr>
          <p:spPr>
            <a:xfrm>
              <a:off x="6630989" y="5878739"/>
              <a:ext cx="12811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01ssx01010</a:t>
              </a: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32BFDD8-5C51-A635-A74A-73CACBA1B8B2}"/>
              </a:ext>
            </a:extLst>
          </p:cNvPr>
          <p:cNvSpPr txBox="1"/>
          <p:nvPr/>
        </p:nvSpPr>
        <p:spPr>
          <a:xfrm>
            <a:off x="3628887" y="3827929"/>
            <a:ext cx="358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  <a:latin typeface="Berlin Sans FB" panose="020E0602020502020306" pitchFamily="34" charset="0"/>
              </a:rPr>
              <a:t>There is a conflict between those branches</a:t>
            </a:r>
          </a:p>
        </p:txBody>
      </p:sp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E399C135-7F2D-3940-2C2C-0ED5203CC6C5}"/>
              </a:ext>
            </a:extLst>
          </p:cNvPr>
          <p:cNvSpPr/>
          <p:nvPr/>
        </p:nvSpPr>
        <p:spPr>
          <a:xfrm>
            <a:off x="6492323" y="5860513"/>
            <a:ext cx="1267386" cy="24144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E0A45B1-4415-9EF2-3028-0731173AFD4B}"/>
              </a:ext>
            </a:extLst>
          </p:cNvPr>
          <p:cNvSpPr txBox="1"/>
          <p:nvPr/>
        </p:nvSpPr>
        <p:spPr>
          <a:xfrm>
            <a:off x="3686502" y="4059105"/>
            <a:ext cx="231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Branch –d feature-b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B1FE256-2024-7EAE-DF28-97A8D2F50C4F}"/>
              </a:ext>
            </a:extLst>
          </p:cNvPr>
          <p:cNvSpPr txBox="1"/>
          <p:nvPr/>
        </p:nvSpPr>
        <p:spPr>
          <a:xfrm>
            <a:off x="3681585" y="4291435"/>
            <a:ext cx="2311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Branch –d feature-a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0FF1BF5-6814-A2FD-F8E6-C887195D56C4}"/>
              </a:ext>
            </a:extLst>
          </p:cNvPr>
          <p:cNvSpPr txBox="1"/>
          <p:nvPr/>
        </p:nvSpPr>
        <p:spPr>
          <a:xfrm>
            <a:off x="3676670" y="4502828"/>
            <a:ext cx="330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Commit –am ‘merging branches’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CC849B3-7B64-E400-ABCA-621716D924D4}"/>
              </a:ext>
            </a:extLst>
          </p:cNvPr>
          <p:cNvSpPr txBox="1"/>
          <p:nvPr/>
        </p:nvSpPr>
        <p:spPr>
          <a:xfrm>
            <a:off x="3686996" y="4736098"/>
            <a:ext cx="330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Push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BF884B5-0602-CE5F-42FB-694E572B1E38}"/>
              </a:ext>
            </a:extLst>
          </p:cNvPr>
          <p:cNvGrpSpPr/>
          <p:nvPr/>
        </p:nvGrpSpPr>
        <p:grpSpPr>
          <a:xfrm>
            <a:off x="4587038" y="5021970"/>
            <a:ext cx="1503016" cy="1466128"/>
            <a:chOff x="674982" y="4616217"/>
            <a:chExt cx="1503016" cy="146612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E5C585C-978C-4A6D-65B5-67BD86809F4A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2CED160-8159-06D0-A43F-322AA196922B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36165D4-8701-B7CC-A0D3-101A6E5E8262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8984775-EB95-2741-D467-766BA23924B3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94EE47F-4668-F470-927C-E4A7D9737412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B91F441-E598-9621-5EF1-500770B3913C}"/>
              </a:ext>
            </a:extLst>
          </p:cNvPr>
          <p:cNvGrpSpPr/>
          <p:nvPr/>
        </p:nvGrpSpPr>
        <p:grpSpPr>
          <a:xfrm>
            <a:off x="3748148" y="1109181"/>
            <a:ext cx="1503016" cy="1466128"/>
            <a:chOff x="674982" y="4616217"/>
            <a:chExt cx="1503016" cy="1466128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2111209-2723-9158-99A0-E9761F8900B9}"/>
                </a:ext>
              </a:extLst>
            </p:cNvPr>
            <p:cNvSpPr/>
            <p:nvPr/>
          </p:nvSpPr>
          <p:spPr>
            <a:xfrm>
              <a:off x="674982" y="4616217"/>
              <a:ext cx="1472677" cy="1466128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erlin Sans FB" panose="020E0602020502020306" pitchFamily="34" charset="0"/>
                </a:rPr>
                <a:t>--</a:t>
              </a:r>
              <a:endParaRPr lang="en-US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5E9B53D-403A-2B64-34FC-7A8C0453C8DE}"/>
                </a:ext>
              </a:extLst>
            </p:cNvPr>
            <p:cNvSpPr txBox="1"/>
            <p:nvPr/>
          </p:nvSpPr>
          <p:spPr>
            <a:xfrm>
              <a:off x="727595" y="4616217"/>
              <a:ext cx="683726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&lt;/&gt;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B8567E0-B482-AAAB-CBD8-ADFFD80FFCB9}"/>
                </a:ext>
              </a:extLst>
            </p:cNvPr>
            <p:cNvSpPr txBox="1"/>
            <p:nvPr/>
          </p:nvSpPr>
          <p:spPr>
            <a:xfrm>
              <a:off x="1287418" y="4649708"/>
              <a:ext cx="890580" cy="699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latin typeface="Berlin Sans FB" panose="020E0602020502020306" pitchFamily="34" charset="0"/>
                </a:rPr>
                <a:t>-A-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D95764E-648B-01D2-E529-F81E57E5FDF2}"/>
                </a:ext>
              </a:extLst>
            </p:cNvPr>
            <p:cNvSpPr txBox="1"/>
            <p:nvPr/>
          </p:nvSpPr>
          <p:spPr>
            <a:xfrm>
              <a:off x="716083" y="5082157"/>
              <a:ext cx="10166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4D6E3BA-7209-501A-7CED-536464DC1DD3}"/>
                </a:ext>
              </a:extLst>
            </p:cNvPr>
            <p:cNvSpPr txBox="1"/>
            <p:nvPr/>
          </p:nvSpPr>
          <p:spPr>
            <a:xfrm>
              <a:off x="698680" y="5337455"/>
              <a:ext cx="13869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01010101110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708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03634-CC52-02B2-6DEA-C72DC19A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9176B2C-C81D-35C5-FA13-2055813621E3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7AD76B-D55D-3312-C8BE-84215D7FE95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6E3CC8E-3C4E-49C1-5773-FB324BAC78B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37481AF-09F3-802A-0821-8391839764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A92F2F5-CFEC-C9C9-5A45-3DB9A1FF623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592E839-7856-F283-927E-F81F7F08503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635CFBD-A28D-82E8-886E-988A1674528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CBFCE29-2B1A-5B90-8E84-7B61614E682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91B318E-63E5-6C14-DBBE-932A419C7DE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4EED9D7-E95C-04BE-F0B6-72A260530CA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B7578CC-4E17-1FF3-A01F-FF0DBFCB348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F7B5901-4190-26A1-993B-B51F1113477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6B1D23B-328B-BE52-D85D-0422786DE6E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903F860-8301-BF18-E373-2C364383EAB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8CDE1BA-4008-DEFE-B009-96BFCC6BB9B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B8572C4-4495-A679-8F88-20E13A04259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156EE8E-C72D-9733-3B0F-72C016B3769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F3B67DC-8396-BBEB-07A9-1FCF072F060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39200F5-1D60-2FCD-2C1C-2EE8A6D159DE}"/>
              </a:ext>
            </a:extLst>
          </p:cNvPr>
          <p:cNvSpPr/>
          <p:nvPr/>
        </p:nvSpPr>
        <p:spPr>
          <a:xfrm>
            <a:off x="5644034" y="1984919"/>
            <a:ext cx="3280741" cy="28392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1F982-5640-4581-4DC3-74230027C359}"/>
              </a:ext>
            </a:extLst>
          </p:cNvPr>
          <p:cNvSpPr txBox="1"/>
          <p:nvPr/>
        </p:nvSpPr>
        <p:spPr>
          <a:xfrm>
            <a:off x="5731001" y="2030453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8EBFF2-27FC-E2EC-29A3-7C936AC876D7}"/>
              </a:ext>
            </a:extLst>
          </p:cNvPr>
          <p:cNvGrpSpPr/>
          <p:nvPr/>
        </p:nvGrpSpPr>
        <p:grpSpPr>
          <a:xfrm>
            <a:off x="6525019" y="4824165"/>
            <a:ext cx="1615186" cy="1678646"/>
            <a:chOff x="185444" y="5179354"/>
            <a:chExt cx="1615186" cy="167864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32D8DBA-E295-DBDF-484F-AB5327741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239505" y="5179354"/>
              <a:ext cx="1561125" cy="167864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EC36DF-A94A-645B-9541-596914B3D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44" y="5885408"/>
              <a:ext cx="757585" cy="757585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7E53C-3FD0-F1D1-547A-322C7C556E4B}"/>
              </a:ext>
            </a:extLst>
          </p:cNvPr>
          <p:cNvSpPr/>
          <p:nvPr/>
        </p:nvSpPr>
        <p:spPr>
          <a:xfrm>
            <a:off x="5624601" y="1480314"/>
            <a:ext cx="3280741" cy="461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Berlin Sans FB" panose="020E0602020502020306" pitchFamily="34" charset="0"/>
              </a:rPr>
              <a:t>3 AREA 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EF223-90CB-1ADA-7740-A0A0EA1CDA12}"/>
              </a:ext>
            </a:extLst>
          </p:cNvPr>
          <p:cNvSpPr txBox="1"/>
          <p:nvPr/>
        </p:nvSpPr>
        <p:spPr>
          <a:xfrm>
            <a:off x="5731001" y="2280137"/>
            <a:ext cx="322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log</a:t>
            </a:r>
          </a:p>
        </p:txBody>
      </p:sp>
    </p:spTree>
    <p:extLst>
      <p:ext uri="{BB962C8B-B14F-4D97-AF65-F5344CB8AC3E}">
        <p14:creationId xmlns:p14="http://schemas.microsoft.com/office/powerpoint/2010/main" val="817554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59765-1255-3BC7-8DF7-480F5507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73A509D5-8D53-A50F-B86B-1065AF7C6FF4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F3FA62F-DFFF-380C-893F-7FD723932CF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9EC81AA-A767-1FD1-0513-22A614BE68D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1CAFF80-9A5F-87EC-ABBD-798329FFD5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67DA4F5-2283-9A5F-8CA0-4E066099BC3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D269879-945D-3F5A-84B8-E50FB203AE4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3910235-38E1-6295-3027-C33035FBE43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16972EF-EA10-956E-3BD1-D9CF9EB971B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D66C607-CA56-37F7-8821-F03A4F6E7F2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587798C-6872-B1BC-5B36-1EE51ADA5C1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CA766A1-F9ED-5C83-9420-AC1D7CF716C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B3EDB1B-05F2-703C-7FAD-AEBD92D776F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74A0737-F246-CC2F-0688-B584D6A1392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13F83FC-E6B2-0CF0-93C2-0DF70D7A545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E2C9487-A8A0-1858-59DE-6D05F37F42C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3CB40B0-313B-081F-DFD3-62B16791A8E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C9B2FB4-2BC2-66E7-38BD-24DE402B044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E9854A6-01DB-13D4-30D0-7131FDCD24E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E218E59-563F-811D-D68C-38C0FE8B705B}"/>
              </a:ext>
            </a:extLst>
          </p:cNvPr>
          <p:cNvSpPr/>
          <p:nvPr/>
        </p:nvSpPr>
        <p:spPr>
          <a:xfrm>
            <a:off x="5644034" y="1984919"/>
            <a:ext cx="3280741" cy="28392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53D24-E22C-1522-4D62-401CAEA68C2F}"/>
              </a:ext>
            </a:extLst>
          </p:cNvPr>
          <p:cNvSpPr txBox="1"/>
          <p:nvPr/>
        </p:nvSpPr>
        <p:spPr>
          <a:xfrm>
            <a:off x="5731001" y="2030453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F83976-57C1-1169-45D6-C87BB7E1A497}"/>
              </a:ext>
            </a:extLst>
          </p:cNvPr>
          <p:cNvGrpSpPr/>
          <p:nvPr/>
        </p:nvGrpSpPr>
        <p:grpSpPr>
          <a:xfrm>
            <a:off x="6525019" y="4824165"/>
            <a:ext cx="1615186" cy="1678646"/>
            <a:chOff x="185444" y="5179354"/>
            <a:chExt cx="1615186" cy="167864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CF6543A-0E81-3564-724C-7BBCDE27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239505" y="5179354"/>
              <a:ext cx="1561125" cy="167864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265358-026C-C5FA-FC63-8CEFE5D29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44" y="5885408"/>
              <a:ext cx="757585" cy="757585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FC0811C-3751-E97D-C328-92C404CAB124}"/>
              </a:ext>
            </a:extLst>
          </p:cNvPr>
          <p:cNvSpPr/>
          <p:nvPr/>
        </p:nvSpPr>
        <p:spPr>
          <a:xfrm>
            <a:off x="5624601" y="1480314"/>
            <a:ext cx="3280741" cy="461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LOG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D8B51-2D0E-2EB6-8AEC-74FB46E16539}"/>
              </a:ext>
            </a:extLst>
          </p:cNvPr>
          <p:cNvSpPr txBox="1"/>
          <p:nvPr/>
        </p:nvSpPr>
        <p:spPr>
          <a:xfrm>
            <a:off x="5731001" y="2280137"/>
            <a:ext cx="322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log</a:t>
            </a:r>
          </a:p>
        </p:txBody>
      </p:sp>
    </p:spTree>
    <p:extLst>
      <p:ext uri="{BB962C8B-B14F-4D97-AF65-F5344CB8AC3E}">
        <p14:creationId xmlns:p14="http://schemas.microsoft.com/office/powerpoint/2010/main" val="69014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9B0F7-BDC3-0B4E-5A61-0B1E82F5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5D48567-F3FF-63E5-9C26-BF7CFA96B7B4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9FD263-E97B-6549-818B-C7A30D23096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47BD5C1-D11E-2FB1-1FF8-77801785C51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2403FED-7C5F-9AF7-66AC-C265A14020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7A31551-9DB6-6F91-2A21-BEB911A0F7DB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553E5C7-7135-4B5A-7430-286E693B98E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0AC6F62-CFBA-4EFD-AC27-6C163B310E0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6A987D6-3EDA-53B9-361E-8988A702404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D9AC20D-FA01-34A8-F3E2-C4BB31EB8D6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9266DB9-984C-7F13-BA11-DE36C966AD4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ED2DD58-A8D1-F7F6-52DB-E57CB5D3B09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6DB65B3-28AB-5FF0-D2A4-173EF3AD8DA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216874C-36D7-8F09-9771-5CA6456BDDD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18D93FE-D349-4B13-1B9B-99781C32AC3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D3CEA47-27D3-1E75-7B70-A40999E855E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C13F523-0D04-49BF-6F15-BA981ADF4E4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B1E2507-A7A6-85E0-DA9B-20E3E01988C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C3C39F9-2F49-B9D7-31FE-CD74FBFAE17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AA8ECC8-EA32-F2CC-0DB3-7E45DCBEC191}"/>
              </a:ext>
            </a:extLst>
          </p:cNvPr>
          <p:cNvSpPr/>
          <p:nvPr/>
        </p:nvSpPr>
        <p:spPr>
          <a:xfrm>
            <a:off x="5261722" y="2662448"/>
            <a:ext cx="3280741" cy="14076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E74A7-E718-776C-3883-66E7678E9EA9}"/>
              </a:ext>
            </a:extLst>
          </p:cNvPr>
          <p:cNvSpPr txBox="1"/>
          <p:nvPr/>
        </p:nvSpPr>
        <p:spPr>
          <a:xfrm>
            <a:off x="5305604" y="2733285"/>
            <a:ext cx="1186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C:\\desktop &gt;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77B775-92E9-A6C8-9163-5AA06E60C297}"/>
              </a:ext>
            </a:extLst>
          </p:cNvPr>
          <p:cNvGrpSpPr/>
          <p:nvPr/>
        </p:nvGrpSpPr>
        <p:grpSpPr>
          <a:xfrm>
            <a:off x="6094500" y="4992808"/>
            <a:ext cx="1615186" cy="1678646"/>
            <a:chOff x="185444" y="5179354"/>
            <a:chExt cx="1615186" cy="167864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00EE400-078F-D85D-33ED-D512BA01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93" t="10392" r="11513" b="16147"/>
            <a:stretch>
              <a:fillRect/>
            </a:stretch>
          </p:blipFill>
          <p:spPr>
            <a:xfrm>
              <a:off x="239505" y="5179354"/>
              <a:ext cx="1561125" cy="167864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72E8F0-DFE4-CC7E-EF76-B7883DE15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44" y="5885408"/>
              <a:ext cx="757585" cy="75758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327D04E-A04F-1FFF-60CB-7618CC307FC4}"/>
              </a:ext>
            </a:extLst>
          </p:cNvPr>
          <p:cNvSpPr txBox="1"/>
          <p:nvPr/>
        </p:nvSpPr>
        <p:spPr>
          <a:xfrm>
            <a:off x="5600130" y="1556863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commit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0FE37-E5F0-DC8C-C42C-819BF34D6A14}"/>
              </a:ext>
            </a:extLst>
          </p:cNvPr>
          <p:cNvSpPr txBox="1"/>
          <p:nvPr/>
        </p:nvSpPr>
        <p:spPr>
          <a:xfrm>
            <a:off x="5213486" y="1605629"/>
            <a:ext cx="386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*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65B03E-00AD-1BFC-6F8C-E3FBBDC65522}"/>
              </a:ext>
            </a:extLst>
          </p:cNvPr>
          <p:cNvCxnSpPr>
            <a:cxnSpLocks/>
          </p:cNvCxnSpPr>
          <p:nvPr/>
        </p:nvCxnSpPr>
        <p:spPr>
          <a:xfrm flipV="1">
            <a:off x="5314213" y="2179691"/>
            <a:ext cx="156530" cy="217452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D7E081-C26D-2D6C-48EF-0B08990820FA}"/>
              </a:ext>
            </a:extLst>
          </p:cNvPr>
          <p:cNvSpPr txBox="1"/>
          <p:nvPr/>
        </p:nvSpPr>
        <p:spPr>
          <a:xfrm>
            <a:off x="5618414" y="2044277"/>
            <a:ext cx="1233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branch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EE245-FB9A-7205-6E2B-3A0AC186451C}"/>
              </a:ext>
            </a:extLst>
          </p:cNvPr>
          <p:cNvSpPr/>
          <p:nvPr/>
        </p:nvSpPr>
        <p:spPr>
          <a:xfrm>
            <a:off x="5261722" y="1088002"/>
            <a:ext cx="3440989" cy="461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GIT GRAPH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717B5D-D269-0CFB-DA56-31120E501591}"/>
              </a:ext>
            </a:extLst>
          </p:cNvPr>
          <p:cNvSpPr txBox="1"/>
          <p:nvPr/>
        </p:nvSpPr>
        <p:spPr>
          <a:xfrm>
            <a:off x="5342885" y="3069554"/>
            <a:ext cx="3224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alias graph=“git log –all –decorate –online –graph”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3786EC-3F60-C6B3-CEF5-E90763AE074E}"/>
              </a:ext>
            </a:extLst>
          </p:cNvPr>
          <p:cNvSpPr txBox="1"/>
          <p:nvPr/>
        </p:nvSpPr>
        <p:spPr>
          <a:xfrm>
            <a:off x="5342885" y="3547749"/>
            <a:ext cx="322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erlin Sans FB" panose="020E0602020502020306" pitchFamily="34" charset="0"/>
              </a:rPr>
              <a:t>git graph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8AD014-FF14-7122-462F-27F061C3D552}"/>
              </a:ext>
            </a:extLst>
          </p:cNvPr>
          <p:cNvSpPr txBox="1"/>
          <p:nvPr/>
        </p:nvSpPr>
        <p:spPr>
          <a:xfrm>
            <a:off x="134968" y="6256026"/>
            <a:ext cx="386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*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508362-01BC-8BB5-F456-60FBE7665C61}"/>
              </a:ext>
            </a:extLst>
          </p:cNvPr>
          <p:cNvSpPr txBox="1"/>
          <p:nvPr/>
        </p:nvSpPr>
        <p:spPr>
          <a:xfrm>
            <a:off x="534450" y="6225614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2130827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1BBA9-E1D9-031E-1E51-40077E91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2EB73E22-DD36-9330-98F1-07031BF626FD}"/>
              </a:ext>
            </a:extLst>
          </p:cNvPr>
          <p:cNvGrpSpPr/>
          <p:nvPr/>
        </p:nvGrpSpPr>
        <p:grpSpPr>
          <a:xfrm>
            <a:off x="134968" y="14335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7CBCA71-DA42-2A23-E878-C5B66E23E25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73E36CD-67E1-FD68-92C3-C61E912AD4D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4CB294B-6960-4C22-0805-2110FF0603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7AB0A80-C4A9-EB2A-0D0F-1027D5BD733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67A4DB6-AE66-E2DC-D33E-871AA354CF1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4229240-75FC-09C8-668B-EAC4AA6E0B1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EFC8D1C-1CB9-2908-9D07-7803ECB588D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8FC36FF-738B-CF79-80C6-84A75257519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0B32F19-DAEE-D790-9673-AC3A74C6418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#8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DA4DF62-804D-4F2B-5A1E-FB073C9C533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GIT &amp; GITHUB</a:t>
                  </a: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ABE004B-B0A1-D1D4-2355-0E6D799E49C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C4A0225-E976-7562-82DA-10E468301C6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A7C30C7-A7B6-2DE2-4B8D-9BEB0ECD829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5E4FAE8-0AB8-E88A-1D0A-88D634D921C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4A25392-4B99-3D7C-00DB-32D94F3052E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6422663-20EA-3A05-1CD3-F32C909855A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518F813-3017-AFF0-8393-20CBFBA10FB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9693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181513" y="1918114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#8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GIT &amp; GITHUB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8211</TotalTime>
  <Words>1013</Words>
  <Application>Microsoft Office PowerPoint</Application>
  <PresentationFormat>Widescreen</PresentationFormat>
  <Paragraphs>540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Arial Black</vt:lpstr>
      <vt:lpstr>Arial Rounded MT Bold</vt:lpstr>
      <vt:lpstr>Bahnschrift</vt:lpstr>
      <vt:lpstr>Berlin Sans FB</vt:lpstr>
      <vt:lpstr>Berlin Sans FB Demi</vt:lpstr>
      <vt:lpstr>Calibri</vt:lpstr>
      <vt:lpstr>Calibri Light</vt:lpstr>
      <vt:lpstr>Copperplate Gothic Bold</vt:lpstr>
      <vt:lpstr>Eras Bold ITC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233</cp:revision>
  <dcterms:created xsi:type="dcterms:W3CDTF">2025-11-04T03:39:38Z</dcterms:created>
  <dcterms:modified xsi:type="dcterms:W3CDTF">2026-04-19T14:25:39Z</dcterms:modified>
</cp:coreProperties>
</file>
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301" r:id="rId3"/>
    <p:sldId id="311" r:id="rId4"/>
    <p:sldId id="312" r:id="rId5"/>
    <p:sldId id="313" r:id="rId6"/>
    <p:sldId id="315" r:id="rId7"/>
    <p:sldId id="302" r:id="rId8"/>
    <p:sldId id="303" r:id="rId9"/>
    <p:sldId id="304" r:id="rId10"/>
    <p:sldId id="306" r:id="rId11"/>
    <p:sldId id="307" r:id="rId12"/>
    <p:sldId id="308" r:id="rId13"/>
    <p:sldId id="314" r:id="rId14"/>
    <p:sldId id="342" r:id="rId15"/>
    <p:sldId id="343" r:id="rId16"/>
    <p:sldId id="316" r:id="rId17"/>
    <p:sldId id="317" r:id="rId18"/>
    <p:sldId id="318" r:id="rId19"/>
    <p:sldId id="319" r:id="rId20"/>
    <p:sldId id="320" r:id="rId21"/>
    <p:sldId id="321" r:id="rId22"/>
    <p:sldId id="323" r:id="rId23"/>
    <p:sldId id="324" r:id="rId24"/>
    <p:sldId id="325" r:id="rId25"/>
    <p:sldId id="326" r:id="rId26"/>
    <p:sldId id="327" r:id="rId27"/>
    <p:sldId id="328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4" r:id="rId41"/>
    <p:sldId id="345" r:id="rId42"/>
    <p:sldId id="346" r:id="rId43"/>
    <p:sldId id="347" r:id="rId44"/>
    <p:sldId id="348" r:id="rId45"/>
    <p:sldId id="366" r:id="rId46"/>
    <p:sldId id="367" r:id="rId47"/>
    <p:sldId id="368" r:id="rId48"/>
    <p:sldId id="369" r:id="rId49"/>
    <p:sldId id="370" r:id="rId50"/>
    <p:sldId id="374" r:id="rId51"/>
    <p:sldId id="375" r:id="rId52"/>
    <p:sldId id="350" r:id="rId53"/>
    <p:sldId id="351" r:id="rId54"/>
    <p:sldId id="352" r:id="rId55"/>
    <p:sldId id="353" r:id="rId56"/>
    <p:sldId id="354" r:id="rId57"/>
    <p:sldId id="355" r:id="rId58"/>
    <p:sldId id="365" r:id="rId59"/>
    <p:sldId id="356" r:id="rId60"/>
    <p:sldId id="357" r:id="rId61"/>
    <p:sldId id="364" r:id="rId62"/>
    <p:sldId id="386" r:id="rId63"/>
    <p:sldId id="387" r:id="rId64"/>
    <p:sldId id="388" r:id="rId65"/>
    <p:sldId id="389" r:id="rId66"/>
    <p:sldId id="372" r:id="rId67"/>
    <p:sldId id="376" r:id="rId68"/>
    <p:sldId id="390" r:id="rId69"/>
    <p:sldId id="391" r:id="rId70"/>
    <p:sldId id="392" r:id="rId71"/>
    <p:sldId id="393" r:id="rId72"/>
    <p:sldId id="394" r:id="rId73"/>
    <p:sldId id="395" r:id="rId74"/>
    <p:sldId id="396" r:id="rId75"/>
    <p:sldId id="397" r:id="rId76"/>
    <p:sldId id="398" r:id="rId77"/>
    <p:sldId id="399" r:id="rId78"/>
    <p:sldId id="257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2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63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04EC-4039-EE61-22A8-6D2A6F4FA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51E24-56B7-4541-0A09-C37A5DA4D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872EA-3438-0033-865F-05C1194E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50BD8-7E5B-704A-4071-33C00AA3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3BDC6-5A1B-BFED-EBF3-B335E058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8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D70E-8E44-36F4-37ED-431B2813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39A6-CA29-F128-7CC1-3A0A673D2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FC7F8-F9E1-82CA-DFEC-166DB7B9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0E926-1EE2-DE5C-6D28-BA299A65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F316F-B378-E9D4-7191-BC035958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9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CF00-1773-D9D0-D89D-9CC8CD39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F422F-6802-CFC3-557E-06678C0B3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AD49A-3533-E2CD-3ABE-44B270FA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5B51-75E5-71B9-3E83-A5A00E54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FD20B-CAC1-3175-A7E8-E08F377D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53D7-DD23-31E1-B522-0DC6FD46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B1D0-C293-6754-4D4D-CB81BCA26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0468F-6878-6C6F-B64A-25A19B0B8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BBDB8-2080-3AF8-076D-2B83A336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84BCD-D9AF-875A-7912-E24349A0E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D97F9-DE86-BB0E-F897-65514D93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0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ED9D-F6D3-8600-2320-7DCF0653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3E576-DC50-1D1F-3A7A-8F8DE2B2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3E3E-AE21-D330-BC12-FD1B16D05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CC5C1-7F23-0CBC-66C0-C1B77793E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C16BF-0364-1C1D-90CD-E6A6E38E36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0D3B1-60DF-8C79-8083-9238A4E2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C7BC3-826E-32E3-133C-604129CE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6593C-5BE3-3ACA-DD28-394B67DE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6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21D0-5F64-A22A-62E6-241E9C5E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576BA-A2E5-5357-BD25-5F5E95C1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6E412-EA4F-785A-BF7D-7AB59443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85CB2-8076-D766-667B-C1A69887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6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0FF35-4FC6-CD03-CC73-04586439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E7138-94B5-28C7-C296-3CC2EBD7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0F9C5-8E7D-637D-8EFB-8109BE628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7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46C3-A19E-3B0B-B7E8-F0FFE494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EDE83-7AF7-A694-5A10-EF123045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87F8A-F8A3-F430-645D-A5B8340B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50DE6-0DFE-A56A-F072-016606A0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FE462-6AE0-ABB1-5BD7-7E27F05A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CCE51-A6D9-F91F-9DC6-A6576CC28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4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A1DD-8DFF-A1F2-DDB7-DFC5D2EF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F256B-AEDF-3A35-DB89-8BD356FAC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555A2-1C69-CC0C-828A-BA42C4A19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47F5C-BDD1-3E3D-696A-02108852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5CF22-33CD-9325-1E40-5A01568F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77DC3-0FC6-7B35-0A5E-453D20BC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6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658F-5DF7-6E63-DF5B-ED4D5C94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F61EE-032E-B93D-DC52-2B5451412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DD7B-8069-2771-424E-DEF26EED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3AA03-1EA5-2A37-AF8E-F6A54613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58BA-D1AA-83FC-2E35-DE0982A4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9E225-9FE6-BAD6-AF40-76952706E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893AF-0288-E974-71C8-E68A85EE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31B9E-B004-4DC3-50A6-32958611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F4770-04B3-83C4-7701-597DA5F4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6224-0840-70C3-49FC-1CECE4DB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8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D323D-2A70-ECAF-D2BF-74EEFD47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FCC5-C095-6B99-0821-B7D14D568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8D852-4D9D-FF3A-3065-556D2CE7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0401-5E56-943E-685A-F129C079F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E51E-4649-C770-FA47-435DBEF23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6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5CE032A-D290-F436-A9F9-CF987079C703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1D5BA6-6006-735F-F56F-284FFC742A99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CE34C-BCC5-8428-C9C4-FBA5FF739328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E4C5-0B2A-76F2-4617-F5EC1555543E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750DEF-F459-BAE6-A7EC-9DEC4CF73B03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88A40D-F6B3-58DA-F280-B2C2E8BFC4DB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A2EFD40-CFFA-3856-068D-ED03CD125828}"/>
                </a:ext>
              </a:extLst>
            </p:cNvPr>
            <p:cNvGrpSpPr/>
            <p:nvPr/>
          </p:nvGrpSpPr>
          <p:grpSpPr>
            <a:xfrm>
              <a:off x="144270" y="941046"/>
              <a:ext cx="8768854" cy="5802344"/>
              <a:chOff x="133315" y="962804"/>
              <a:chExt cx="8768854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81FC32-07A9-D27D-3819-5A2CC0B9D9A8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0AFD7213-0818-4642-8579-D32799B04D79}"/>
                  </a:ext>
                </a:extLst>
              </p:cNvPr>
              <p:cNvSpPr/>
              <p:nvPr/>
            </p:nvSpPr>
            <p:spPr>
              <a:xfrm>
                <a:off x="267765" y="1727721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B0B5542-F1DF-49AD-27FC-D9A65718E2B9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BE24B3F0-F10C-936D-774E-5D5B0749F36D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E1888422-8817-7119-1ED0-B3F9D7988431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2589ECA5-25A8-01BD-CC21-E905985F5C66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72A4F7B9-23B8-8335-A939-3123EE93179C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3DED364F-5220-0FD0-46E0-0B62D2DCE506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B1B0944B-C0D7-3D1C-1478-94CA762AEE46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C8A05DFA-F7BA-7DD2-F293-C8A049073BC3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11BD6A8-FACC-EEF8-22CF-8E816F8F1F9D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A70F94D-19F1-127E-C4F8-D0E1026CA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5C437DA-622A-826D-F8C0-88E26BC2694A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B85DC9D-2E5F-30EF-3BC2-5C8CCFC8CE44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0079F11-6302-EFE6-90A8-029433B98C72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E64F573-D02B-0468-E51F-462A9CDA8A59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7F2F08B0-2010-1E66-5342-26E129086E68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#5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9ED1D0B8-4FDE-EB84-4974-A71B32754701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REACTJS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1461707" y="3117757"/>
            <a:ext cx="6116776" cy="2336941"/>
            <a:chOff x="1683994" y="2800549"/>
            <a:chExt cx="6116776" cy="2336941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1683994" y="2800549"/>
              <a:ext cx="6116776" cy="1513840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Learn Programming For Beginners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3399802" y="4320075"/>
              <a:ext cx="3010003" cy="817415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#5 – </a:t>
              </a:r>
              <a:r>
                <a:rPr lang="en-US" sz="3200" b="1" dirty="0" err="1">
                  <a:solidFill>
                    <a:schemeClr val="bg1"/>
                  </a:solidFill>
                  <a:latin typeface="Berlin Sans FB Demi" panose="020E0802020502020306" pitchFamily="34" charset="0"/>
                </a:rPr>
                <a:t>ReactJs</a:t>
              </a:r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 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DEC2584-1DFF-53F6-57EC-F40CAFAF71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743" y="1459077"/>
            <a:ext cx="1564668" cy="156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7DECD-FADC-CCEB-0C44-12CBBBF74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ckground">
            <a:extLst>
              <a:ext uri="{FF2B5EF4-FFF2-40B4-BE49-F238E27FC236}">
                <a16:creationId xmlns:a16="http://schemas.microsoft.com/office/drawing/2014/main" id="{13A68479-AC52-9505-3A03-A94DED512DF7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83E033F-E287-A460-75D5-ADA55B767C8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4D8CFE3-DC4C-823B-48B0-C205A4C7310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18B2618-566C-5FA1-7B44-3A5D8CC07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91044E8-0CB6-EFEB-0D22-350997E6AAA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C169F98-C416-0C2F-CCFE-365551A19C7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34E4FBF-3EE1-44B4-26D1-33E9ED76063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EAC86C6-9524-0C9F-DF6B-BBA54A6B04A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7E9B75D-41F2-85F2-EF28-31ADBA9081ED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BA016D2-BC61-39C3-FFB8-2747641E925E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D5644C1-94E5-C580-95A4-0F522E0CB8B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7662CF5-1726-1A8C-A9B4-4AE011FC91F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696B179-F35D-B22F-2F71-A0797AB74EE4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DB494F6-B4D8-0467-EB68-75F7103C017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A2E1726-CA3A-4215-FB19-459AA326B14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B4DC73-4DB0-CE89-0DBA-693FEE006AD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C354560-8018-0ED9-5259-6597AC2FB98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23269FB-3016-1C9F-C710-59BD0260A30E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15488CB-02C0-0CD7-4807-7C9D4FF47C1F}"/>
              </a:ext>
            </a:extLst>
          </p:cNvPr>
          <p:cNvSpPr/>
          <p:nvPr/>
        </p:nvSpPr>
        <p:spPr>
          <a:xfrm>
            <a:off x="356739" y="1196942"/>
            <a:ext cx="6241806" cy="7844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ReactJs</a:t>
            </a:r>
            <a:r>
              <a:rPr lang="en-US" sz="2800" b="1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is a Front-end 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Javascript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 Library </a:t>
            </a:r>
            <a:endParaRPr lang="en-US" sz="48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E18594-4AAA-98C5-0173-AA4EA926249D}"/>
              </a:ext>
            </a:extLst>
          </p:cNvPr>
          <p:cNvSpPr/>
          <p:nvPr/>
        </p:nvSpPr>
        <p:spPr>
          <a:xfrm>
            <a:off x="356739" y="2248835"/>
            <a:ext cx="7328851" cy="891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React is a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Javascript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library For building user interfaces</a:t>
            </a:r>
            <a:endParaRPr lang="en-US" sz="3200" b="1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5ADACF-0DB2-07F6-A519-45C5E4C56FF3}"/>
              </a:ext>
            </a:extLst>
          </p:cNvPr>
          <p:cNvSpPr/>
          <p:nvPr/>
        </p:nvSpPr>
        <p:spPr>
          <a:xfrm>
            <a:off x="364023" y="4591559"/>
            <a:ext cx="7328851" cy="9805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React was developed by the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facebook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software engineer Jordan Walke</a:t>
            </a:r>
            <a:endParaRPr lang="en-US" sz="3200" b="1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13A81A-3E33-267C-3276-F86E4B9D41A4}"/>
              </a:ext>
            </a:extLst>
          </p:cNvPr>
          <p:cNvSpPr/>
          <p:nvPr/>
        </p:nvSpPr>
        <p:spPr>
          <a:xfrm>
            <a:off x="356737" y="3432658"/>
            <a:ext cx="7328851" cy="9805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React allows us to create reusable UI components</a:t>
            </a:r>
            <a:endParaRPr lang="en-US" sz="3200" b="1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0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6A361-7E54-3323-8A36-F5381386C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0AB10440-3404-83AD-4CA3-6917AA59FB20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7628C3B-37B4-0CA0-26E2-22E78C0420B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461CA52-8792-0C75-4991-C00F7C98F076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0599F91-5A89-4140-19DE-EB9AD8DA0BD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C4C66CA-625F-1FC0-9F25-20226E93E22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7E01810-B90D-38F1-3655-C9E4CA1C78B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E13AE3A-FDD0-BBFF-5C7C-9D57D9ABFED5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2071855-DEC1-CAD6-7A3C-9A91C26E548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5065A8-FD18-D2D5-F7E5-42954D86276E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2D8B447-E24D-7B9B-5609-1DDF81C8EB1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143004BF-FD3B-798F-8FDB-7D20690AE5C7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A340AB4-5716-8BC0-BA88-4381D8D58589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B0A5FC5-684F-9D5C-AE5B-C5500DA8D95B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26B85AA-0C66-0FA8-21BC-50ACA81CF1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4C62FE7-8954-7A15-DE17-DBFE02C2FCD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3E97588-63B9-C947-C061-60BA3651321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72EFCD9-F964-3400-F385-03C44564A4CA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50075D8-EEF2-C545-B814-6242CDD3B00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8E8A2F9-B16A-2421-EC22-5F186E15D270}"/>
              </a:ext>
            </a:extLst>
          </p:cNvPr>
          <p:cNvSpPr/>
          <p:nvPr/>
        </p:nvSpPr>
        <p:spPr>
          <a:xfrm>
            <a:off x="390488" y="1620298"/>
            <a:ext cx="3831924" cy="52851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HTML, CSS,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Javacsript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04E950-B94F-4D90-0287-141C08D85AE0}"/>
              </a:ext>
            </a:extLst>
          </p:cNvPr>
          <p:cNvSpPr/>
          <p:nvPr/>
        </p:nvSpPr>
        <p:spPr>
          <a:xfrm>
            <a:off x="4818038" y="1620298"/>
            <a:ext cx="3848785" cy="52851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Reactjs</a:t>
            </a:r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97B5B8-F596-7C53-EFD4-D07AF0E03233}"/>
              </a:ext>
            </a:extLst>
          </p:cNvPr>
          <p:cNvCxnSpPr>
            <a:cxnSpLocks/>
          </p:cNvCxnSpPr>
          <p:nvPr/>
        </p:nvCxnSpPr>
        <p:spPr>
          <a:xfrm>
            <a:off x="4507910" y="1521612"/>
            <a:ext cx="0" cy="491768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1CD5173-B291-E8F5-510A-CE13BC969782}"/>
              </a:ext>
            </a:extLst>
          </p:cNvPr>
          <p:cNvSpPr/>
          <p:nvPr/>
        </p:nvSpPr>
        <p:spPr>
          <a:xfrm>
            <a:off x="390488" y="2435154"/>
            <a:ext cx="3831924" cy="5285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Small Project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995CB-2DB8-8323-7F37-AC4A597AA3DE}"/>
              </a:ext>
            </a:extLst>
          </p:cNvPr>
          <p:cNvSpPr/>
          <p:nvPr/>
        </p:nvSpPr>
        <p:spPr>
          <a:xfrm>
            <a:off x="4793409" y="2472013"/>
            <a:ext cx="3848785" cy="5285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Large Project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8FDD76-EBF9-3A16-55C9-D7B30E8A29C2}"/>
              </a:ext>
            </a:extLst>
          </p:cNvPr>
          <p:cNvSpPr/>
          <p:nvPr/>
        </p:nvSpPr>
        <p:spPr>
          <a:xfrm>
            <a:off x="398256" y="3145579"/>
            <a:ext cx="3831924" cy="974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Structure Free prone to mess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636782-D0CD-8721-1B29-8298482385A9}"/>
              </a:ext>
            </a:extLst>
          </p:cNvPr>
          <p:cNvSpPr/>
          <p:nvPr/>
        </p:nvSpPr>
        <p:spPr>
          <a:xfrm>
            <a:off x="4818038" y="3145579"/>
            <a:ext cx="3831924" cy="9284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Structure by Component leads to neat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2EEF79-C27B-B18C-8644-AC5C1EF7FE8D}"/>
              </a:ext>
            </a:extLst>
          </p:cNvPr>
          <p:cNvSpPr/>
          <p:nvPr/>
        </p:nvSpPr>
        <p:spPr>
          <a:xfrm>
            <a:off x="398256" y="4258046"/>
            <a:ext cx="3831924" cy="9279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Changes Element manually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51D341-D834-5620-F0D3-2865C4927128}"/>
              </a:ext>
            </a:extLst>
          </p:cNvPr>
          <p:cNvSpPr/>
          <p:nvPr/>
        </p:nvSpPr>
        <p:spPr>
          <a:xfrm>
            <a:off x="4785641" y="4242464"/>
            <a:ext cx="3831924" cy="9284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Changes Element based On State</a:t>
            </a:r>
          </a:p>
        </p:txBody>
      </p:sp>
    </p:spTree>
    <p:extLst>
      <p:ext uri="{BB962C8B-B14F-4D97-AF65-F5344CB8AC3E}">
        <p14:creationId xmlns:p14="http://schemas.microsoft.com/office/powerpoint/2010/main" val="170477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10EAE-1342-1707-D37D-0E4C4555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AD920FDB-67E1-E2AD-B87E-D10698E3F180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0644F0B-08E6-E43B-D190-740E24715CED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33B5966-B448-158E-3E59-3F82CFF4EDA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825730D-BCE5-D5AD-B675-D3C47B29365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7D7CD18-E4F6-0898-5F2A-CA2D3123CD2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FBE959C-70DB-AA18-F29B-83C180D5FD9A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73D6F9F-521F-8899-6DF5-842EF2ADB63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E8F0853-1B70-038D-CF83-D3C8F58E9DC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82BD334-056B-B66B-821E-FDB76313FC6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FE6C520-0751-17E3-A6EF-6AF1E7AED80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962CD93-93EA-1C6F-9908-2B473494666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36263B2-53B0-B029-5952-73E48278E2EE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0D8B6B1-D197-4ABD-E39C-472A433E374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DC44B7D-998C-AA65-6680-BEC263DA2F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C98052E-B5AF-25E4-5E95-626B5750EE2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CEFB8C8-D5ED-316C-003F-5F017F0EDBC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733A24E-3450-E7DA-9993-49DF5D16ECF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A05B496-2BF6-10CC-7C4E-566787A31F5C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6012CB7-BB86-ECAB-C4CD-D3FA01008687}"/>
              </a:ext>
            </a:extLst>
          </p:cNvPr>
          <p:cNvSpPr/>
          <p:nvPr/>
        </p:nvSpPr>
        <p:spPr>
          <a:xfrm>
            <a:off x="356740" y="1333941"/>
            <a:ext cx="1790960" cy="48702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526001-5A7B-A652-2F62-266FA0F7498C}"/>
              </a:ext>
            </a:extLst>
          </p:cNvPr>
          <p:cNvSpPr txBox="1"/>
          <p:nvPr/>
        </p:nvSpPr>
        <p:spPr>
          <a:xfrm>
            <a:off x="390488" y="1333941"/>
            <a:ext cx="1757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your-project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0883F-BC3F-0017-43B1-C34F69A27AE4}"/>
              </a:ext>
            </a:extLst>
          </p:cNvPr>
          <p:cNvSpPr txBox="1"/>
          <p:nvPr/>
        </p:nvSpPr>
        <p:spPr>
          <a:xfrm>
            <a:off x="648084" y="1739925"/>
            <a:ext cx="1523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Berlin Sans FB" panose="020E0602020502020306" pitchFamily="34" charset="0"/>
              </a:rPr>
              <a:t>index.html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D1027C-4C1B-3BF5-4AB7-59B241516E42}"/>
              </a:ext>
            </a:extLst>
          </p:cNvPr>
          <p:cNvSpPr txBox="1"/>
          <p:nvPr/>
        </p:nvSpPr>
        <p:spPr>
          <a:xfrm>
            <a:off x="1035512" y="2100118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Berlin Sans FB" panose="020E0602020502020306" pitchFamily="34" charset="0"/>
              </a:rPr>
              <a:t>style.css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BFDB6B-D31B-8AB3-CA15-F9A5C2FDBBDB}"/>
              </a:ext>
            </a:extLst>
          </p:cNvPr>
          <p:cNvSpPr txBox="1"/>
          <p:nvPr/>
        </p:nvSpPr>
        <p:spPr>
          <a:xfrm>
            <a:off x="1082616" y="2496564"/>
            <a:ext cx="1072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  <a:highlight>
                  <a:srgbClr val="FFFF00"/>
                </a:highlight>
                <a:latin typeface="Berlin Sans FB" panose="020E0602020502020306" pitchFamily="34" charset="0"/>
              </a:rPr>
              <a:t>script.js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EDE775-892A-6636-DA21-921CEF8B73D4}"/>
              </a:ext>
            </a:extLst>
          </p:cNvPr>
          <p:cNvSpPr/>
          <p:nvPr/>
        </p:nvSpPr>
        <p:spPr>
          <a:xfrm>
            <a:off x="2155346" y="1339350"/>
            <a:ext cx="6208887" cy="48702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86CF12-1930-E29E-D3BA-59F55621AF61}"/>
              </a:ext>
            </a:extLst>
          </p:cNvPr>
          <p:cNvSpPr txBox="1"/>
          <p:nvPr/>
        </p:nvSpPr>
        <p:spPr>
          <a:xfrm>
            <a:off x="2081816" y="1306101"/>
            <a:ext cx="135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Berlin Sans FB" panose="020E0602020502020306" pitchFamily="34" charset="0"/>
              </a:rPr>
              <a:t>script.js  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523BAD-7E92-9643-051A-D18B4B11D49E}"/>
              </a:ext>
            </a:extLst>
          </p:cNvPr>
          <p:cNvSpPr txBox="1"/>
          <p:nvPr/>
        </p:nvSpPr>
        <p:spPr>
          <a:xfrm>
            <a:off x="2220313" y="1806517"/>
            <a:ext cx="5740763" cy="31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i="1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const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componentA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document.querySelector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("footer ");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229D00-66F9-2BB9-33B7-FE98375AE1E8}"/>
              </a:ext>
            </a:extLst>
          </p:cNvPr>
          <p:cNvSpPr txBox="1"/>
          <p:nvPr/>
        </p:nvSpPr>
        <p:spPr>
          <a:xfrm>
            <a:off x="2220718" y="1980427"/>
            <a:ext cx="59865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i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Gill Sans MT" panose="020B0502020104020203" pitchFamily="34" charset="0"/>
              </a:rPr>
              <a:t>componentB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= (</a:t>
            </a:r>
            <a:r>
              <a:rPr lang="en-US" sz="1600" b="0" i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i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) =&gt; {</a:t>
            </a:r>
          </a:p>
          <a:p>
            <a:pPr>
              <a:buNone/>
            </a:pP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return `&lt;div class="mb-4” p-3 rounded-2xl w-fit max-w-[75%]"&gt; ${text}&lt;/div&gt;`;};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3D357F-E827-359F-89E0-6707B75C133E}"/>
              </a:ext>
            </a:extLst>
          </p:cNvPr>
          <p:cNvSpPr txBox="1"/>
          <p:nvPr/>
        </p:nvSpPr>
        <p:spPr>
          <a:xfrm>
            <a:off x="2211821" y="3954563"/>
            <a:ext cx="5986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i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featureA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= () =&gt;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{}</a:t>
            </a:r>
            <a:endParaRPr lang="en-US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46FCFB-3EF5-5479-FA70-87BADBDCA3B7}"/>
              </a:ext>
            </a:extLst>
          </p:cNvPr>
          <p:cNvSpPr txBox="1"/>
          <p:nvPr/>
        </p:nvSpPr>
        <p:spPr>
          <a:xfrm>
            <a:off x="2237222" y="4426196"/>
            <a:ext cx="5986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i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featureB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i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1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) =&gt; {return `&lt;div&gt;${text}&lt;/div&gt;`;};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312D89-199D-7748-55A7-8BC96D2A0602}"/>
              </a:ext>
            </a:extLst>
          </p:cNvPr>
          <p:cNvSpPr txBox="1"/>
          <p:nvPr/>
        </p:nvSpPr>
        <p:spPr>
          <a:xfrm>
            <a:off x="2241290" y="5016663"/>
            <a:ext cx="5775443" cy="317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i="1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const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feature</a:t>
            </a:r>
            <a:r>
              <a:rPr lang="en-US" dirty="0" err="1">
                <a:solidFill>
                  <a:schemeClr val="accent1"/>
                </a:solidFill>
                <a:latin typeface="Gill Sans MT" panose="020B0502020104020203" pitchFamily="34" charset="0"/>
              </a:rPr>
              <a:t>C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document.querySelector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("footer ");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CC11F-CE54-3230-35F0-746ADD96AD75}"/>
              </a:ext>
            </a:extLst>
          </p:cNvPr>
          <p:cNvSpPr txBox="1"/>
          <p:nvPr/>
        </p:nvSpPr>
        <p:spPr>
          <a:xfrm>
            <a:off x="2255407" y="3051171"/>
            <a:ext cx="5740763" cy="31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i="1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const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componentC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document.querySelector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("footer ");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0AA0AC-4DB3-925B-DB00-2A3AAA0CEF86}"/>
              </a:ext>
            </a:extLst>
          </p:cNvPr>
          <p:cNvSpPr txBox="1"/>
          <p:nvPr/>
        </p:nvSpPr>
        <p:spPr>
          <a:xfrm>
            <a:off x="2235095" y="5312262"/>
            <a:ext cx="5775443" cy="317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i="1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const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featureD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document.querySelector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("footer ");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933FDA-36A8-6246-6A3C-A9DF54734F18}"/>
              </a:ext>
            </a:extLst>
          </p:cNvPr>
          <p:cNvSpPr txBox="1"/>
          <p:nvPr/>
        </p:nvSpPr>
        <p:spPr>
          <a:xfrm>
            <a:off x="2211821" y="3794060"/>
            <a:ext cx="5740763" cy="31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i="1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const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componentD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document.querySelector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("footer ");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FFFAC4-70A0-DD0A-C830-705721C0437E}"/>
              </a:ext>
            </a:extLst>
          </p:cNvPr>
          <p:cNvSpPr txBox="1"/>
          <p:nvPr/>
        </p:nvSpPr>
        <p:spPr>
          <a:xfrm>
            <a:off x="2235094" y="5621122"/>
            <a:ext cx="5775443" cy="317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i="1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const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feature</a:t>
            </a:r>
            <a:r>
              <a:rPr lang="en-US" dirty="0" err="1">
                <a:solidFill>
                  <a:schemeClr val="accent1"/>
                </a:solidFill>
                <a:latin typeface="Gill Sans MT" panose="020B0502020104020203" pitchFamily="34" charset="0"/>
              </a:rPr>
              <a:t>E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document.querySelector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("footer ");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4CB325-461F-3D58-C230-C415F444D655}"/>
              </a:ext>
            </a:extLst>
          </p:cNvPr>
          <p:cNvSpPr txBox="1"/>
          <p:nvPr/>
        </p:nvSpPr>
        <p:spPr>
          <a:xfrm>
            <a:off x="2220313" y="4224883"/>
            <a:ext cx="5740763" cy="31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i="1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const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componentE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document.querySelector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("footer ");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0ECB44-6AE5-4131-6D27-742267DAD452}"/>
              </a:ext>
            </a:extLst>
          </p:cNvPr>
          <p:cNvSpPr txBox="1"/>
          <p:nvPr/>
        </p:nvSpPr>
        <p:spPr>
          <a:xfrm>
            <a:off x="2252433" y="5860857"/>
            <a:ext cx="5775443" cy="317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i="1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const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getAPI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= () =&gt; { };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E1DBF-1AE4-17DE-3324-62AD78AE275E}"/>
              </a:ext>
            </a:extLst>
          </p:cNvPr>
          <p:cNvSpPr txBox="1"/>
          <p:nvPr/>
        </p:nvSpPr>
        <p:spPr>
          <a:xfrm>
            <a:off x="2191452" y="2799488"/>
            <a:ext cx="5775443" cy="317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i="1" dirty="0">
                <a:solidFill>
                  <a:schemeClr val="accent1"/>
                </a:solidFill>
                <a:latin typeface="Gill Sans MT" panose="020B0502020104020203" pitchFamily="34" charset="0"/>
              </a:rPr>
              <a:t>Import A from “https://a.pacakages.com”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528ABF-975E-2820-F926-9B9155E6A984}"/>
              </a:ext>
            </a:extLst>
          </p:cNvPr>
          <p:cNvSpPr txBox="1"/>
          <p:nvPr/>
        </p:nvSpPr>
        <p:spPr>
          <a:xfrm>
            <a:off x="2191452" y="3314952"/>
            <a:ext cx="5775443" cy="317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i="1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const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logicA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= () =&gt; { };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981DD3-2052-05B7-829C-8AD1DB95214C}"/>
              </a:ext>
            </a:extLst>
          </p:cNvPr>
          <p:cNvSpPr txBox="1"/>
          <p:nvPr/>
        </p:nvSpPr>
        <p:spPr>
          <a:xfrm>
            <a:off x="2250671" y="3553825"/>
            <a:ext cx="5775443" cy="317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i="1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const</a:t>
            </a:r>
            <a:r>
              <a:rPr lang="en-US" dirty="0">
                <a:solidFill>
                  <a:schemeClr val="accent1"/>
                </a:solidFill>
                <a:effectLst/>
                <a:latin typeface="Gill Sans MT" panose="020B0502020104020203" pitchFamily="34" charset="0"/>
              </a:rPr>
              <a:t>  utils = () =&gt; { };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AE5004-5A02-A7B5-59E3-7CDC3E53944E}"/>
              </a:ext>
            </a:extLst>
          </p:cNvPr>
          <p:cNvSpPr txBox="1"/>
          <p:nvPr/>
        </p:nvSpPr>
        <p:spPr>
          <a:xfrm>
            <a:off x="122723" y="6268296"/>
            <a:ext cx="3677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Berlin Sans FB" panose="020E0602020502020306" pitchFamily="34" charset="0"/>
              </a:rPr>
              <a:t>Using HTML, CSS, Vanilla JS</a:t>
            </a:r>
          </a:p>
        </p:txBody>
      </p:sp>
    </p:spTree>
    <p:extLst>
      <p:ext uri="{BB962C8B-B14F-4D97-AF65-F5344CB8AC3E}">
        <p14:creationId xmlns:p14="http://schemas.microsoft.com/office/powerpoint/2010/main" val="398153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0" grpId="0"/>
      <p:bldP spid="45" grpId="0"/>
      <p:bldP spid="60" grpId="0"/>
      <p:bldP spid="62" grpId="0"/>
      <p:bldP spid="2" grpId="0"/>
      <p:bldP spid="4" grpId="0"/>
      <p:bldP spid="10" grpId="0"/>
      <p:bldP spid="13" grpId="0"/>
      <p:bldP spid="14" grpId="0"/>
      <p:bldP spid="15" grpId="0"/>
      <p:bldP spid="16" grpId="0"/>
      <p:bldP spid="17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1FE6B-B641-1DAD-77BE-9B60EEABA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F2241379-BB8D-755E-A71B-F7412DBEB410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00F41CE-23A3-C8C9-AA62-5F5A1D4247E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16B0774-7C89-11EE-1A0A-819B431EF4E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5EDD5D7-9B19-5DB1-0621-501D0747D867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9DAABA0-C8A6-3063-CE3C-131BCDA5C882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39ADB71-6A69-0AAA-D8D0-CF451BC4605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741E13F-C8DE-B8B7-8DB6-3ED37BD8CBA9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20FADB5-ECF9-04FF-0B09-4237F012101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20940A8-887A-1885-E1C9-55734ED925E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EF0EAEB-EFC5-8084-94A0-8A27144F0FB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4149DEA-C1E6-1D01-3CE7-91BF4F612727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0BAA228-A3ED-EAB6-A91A-D9814CBDA211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413E574-6D4D-71DC-E221-5F259549B1D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B0024FB-2A57-0138-5D0E-111731A1AA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FFAA950-4620-E1AD-D5A4-345E7262CF40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AF853E3-9FEF-3FF6-8B69-790E3D9D066D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F4A0AC3-2A1F-A569-9FA4-0AE997BDBA2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4078FDA-C073-9CCC-85A1-D0AA87BC14D1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573849F-B359-ABC5-1CA1-4E06C8AF4DD4}"/>
              </a:ext>
            </a:extLst>
          </p:cNvPr>
          <p:cNvSpPr/>
          <p:nvPr/>
        </p:nvSpPr>
        <p:spPr>
          <a:xfrm>
            <a:off x="356739" y="1117600"/>
            <a:ext cx="2494615" cy="54818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59E1D-5F9E-AFAA-1882-2679128F296E}"/>
              </a:ext>
            </a:extLst>
          </p:cNvPr>
          <p:cNvSpPr txBox="1"/>
          <p:nvPr/>
        </p:nvSpPr>
        <p:spPr>
          <a:xfrm>
            <a:off x="414046" y="1048839"/>
            <a:ext cx="1757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your-project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B7F95E-35F3-CD3E-AD13-CF0AC582478C}"/>
              </a:ext>
            </a:extLst>
          </p:cNvPr>
          <p:cNvSpPr/>
          <p:nvPr/>
        </p:nvSpPr>
        <p:spPr>
          <a:xfrm>
            <a:off x="2823396" y="1117600"/>
            <a:ext cx="5493214" cy="54818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096AB2-0F7C-28B1-70A7-B3B84FA33219}"/>
              </a:ext>
            </a:extLst>
          </p:cNvPr>
          <p:cNvSpPr txBox="1"/>
          <p:nvPr/>
        </p:nvSpPr>
        <p:spPr>
          <a:xfrm>
            <a:off x="8015501" y="6262528"/>
            <a:ext cx="1217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Berlin Sans FB" panose="020E0602020502020306" pitchFamily="34" charset="0"/>
              </a:rPr>
              <a:t>React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1E0257-8996-B4A6-C979-9D4F90431F47}"/>
              </a:ext>
            </a:extLst>
          </p:cNvPr>
          <p:cNvSpPr txBox="1"/>
          <p:nvPr/>
        </p:nvSpPr>
        <p:spPr>
          <a:xfrm>
            <a:off x="480415" y="1347944"/>
            <a:ext cx="205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node_modules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98CB14-3086-1EB9-CF52-4A9F96EB08E6}"/>
              </a:ext>
            </a:extLst>
          </p:cNvPr>
          <p:cNvSpPr txBox="1"/>
          <p:nvPr/>
        </p:nvSpPr>
        <p:spPr>
          <a:xfrm>
            <a:off x="480415" y="1628932"/>
            <a:ext cx="94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public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BF252E-8CC2-8083-D254-99128BC6C6F7}"/>
              </a:ext>
            </a:extLst>
          </p:cNvPr>
          <p:cNvSpPr txBox="1"/>
          <p:nvPr/>
        </p:nvSpPr>
        <p:spPr>
          <a:xfrm>
            <a:off x="495899" y="1884442"/>
            <a:ext cx="537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src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A47212-121F-F766-18AD-542AB1FF0972}"/>
              </a:ext>
            </a:extLst>
          </p:cNvPr>
          <p:cNvSpPr txBox="1"/>
          <p:nvPr/>
        </p:nvSpPr>
        <p:spPr>
          <a:xfrm>
            <a:off x="587603" y="2169976"/>
            <a:ext cx="1740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components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DEB488-29BA-E4E6-B791-D35994D5DBCF}"/>
              </a:ext>
            </a:extLst>
          </p:cNvPr>
          <p:cNvSpPr txBox="1"/>
          <p:nvPr/>
        </p:nvSpPr>
        <p:spPr>
          <a:xfrm>
            <a:off x="667125" y="2486968"/>
            <a:ext cx="11613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Card.jsx</a:t>
            </a: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C40F0C-DCE8-B1D8-0FCB-A4FA92886F3E}"/>
              </a:ext>
            </a:extLst>
          </p:cNvPr>
          <p:cNvSpPr txBox="1"/>
          <p:nvPr/>
        </p:nvSpPr>
        <p:spPr>
          <a:xfrm>
            <a:off x="647010" y="3128507"/>
            <a:ext cx="1250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Input.jsx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493EC7-18A7-AC5A-4B90-01275AC254A9}"/>
              </a:ext>
            </a:extLst>
          </p:cNvPr>
          <p:cNvSpPr txBox="1"/>
          <p:nvPr/>
        </p:nvSpPr>
        <p:spPr>
          <a:xfrm>
            <a:off x="667125" y="2768442"/>
            <a:ext cx="14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Button.jsx</a:t>
            </a:r>
            <a:endParaRPr lang="en-US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8607FD-110E-2087-7B69-ECC359E943CB}"/>
              </a:ext>
            </a:extLst>
          </p:cNvPr>
          <p:cNvSpPr txBox="1"/>
          <p:nvPr/>
        </p:nvSpPr>
        <p:spPr>
          <a:xfrm>
            <a:off x="574312" y="3388227"/>
            <a:ext cx="1211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features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D2F460-9B89-754C-F6AC-E67F73B4E380}"/>
              </a:ext>
            </a:extLst>
          </p:cNvPr>
          <p:cNvSpPr txBox="1"/>
          <p:nvPr/>
        </p:nvSpPr>
        <p:spPr>
          <a:xfrm>
            <a:off x="679154" y="3698805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D1CAB0-C2B6-2561-2750-F21E49BF2C2F}"/>
              </a:ext>
            </a:extLst>
          </p:cNvPr>
          <p:cNvSpPr txBox="1"/>
          <p:nvPr/>
        </p:nvSpPr>
        <p:spPr>
          <a:xfrm>
            <a:off x="412339" y="5790084"/>
            <a:ext cx="1210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main.jsx</a:t>
            </a:r>
            <a:endParaRPr lang="en-US" sz="2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F8DB16-9497-6948-5583-91AAFA316418}"/>
              </a:ext>
            </a:extLst>
          </p:cNvPr>
          <p:cNvSpPr txBox="1"/>
          <p:nvPr/>
        </p:nvSpPr>
        <p:spPr>
          <a:xfrm>
            <a:off x="388751" y="6105444"/>
            <a:ext cx="1916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packages.json</a:t>
            </a:r>
            <a:endParaRPr lang="en-US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A5C175-45FF-0905-E3F3-326501C72217}"/>
              </a:ext>
            </a:extLst>
          </p:cNvPr>
          <p:cNvSpPr txBox="1"/>
          <p:nvPr/>
        </p:nvSpPr>
        <p:spPr>
          <a:xfrm>
            <a:off x="622337" y="4595116"/>
            <a:ext cx="604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List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E405D6-A07E-A9AB-0712-5E8004B5358C}"/>
              </a:ext>
            </a:extLst>
          </p:cNvPr>
          <p:cNvSpPr txBox="1"/>
          <p:nvPr/>
        </p:nvSpPr>
        <p:spPr>
          <a:xfrm>
            <a:off x="812157" y="4005621"/>
            <a:ext cx="1253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Login.jsx</a:t>
            </a:r>
            <a:endParaRPr lang="en-US" sz="2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1C24D8-1651-BDBE-1478-0F44ACF9AEC8}"/>
              </a:ext>
            </a:extLst>
          </p:cNvPr>
          <p:cNvSpPr txBox="1"/>
          <p:nvPr/>
        </p:nvSpPr>
        <p:spPr>
          <a:xfrm>
            <a:off x="798167" y="4298861"/>
            <a:ext cx="1561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Register.jsx</a:t>
            </a:r>
            <a:endParaRPr lang="en-US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A04187-14EE-9771-2991-DAF9779D17A3}"/>
              </a:ext>
            </a:extLst>
          </p:cNvPr>
          <p:cNvSpPr txBox="1"/>
          <p:nvPr/>
        </p:nvSpPr>
        <p:spPr>
          <a:xfrm>
            <a:off x="798167" y="4919336"/>
            <a:ext cx="1605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List-</a:t>
            </a:r>
            <a:r>
              <a:rPr lang="en-US" sz="2000" dirty="0" err="1"/>
              <a:t>create.jsx</a:t>
            </a:r>
            <a:endParaRPr lang="en-US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BFC8B0-B35C-1B77-62CE-95B7ECA0364E}"/>
              </a:ext>
            </a:extLst>
          </p:cNvPr>
          <p:cNvSpPr txBox="1"/>
          <p:nvPr/>
        </p:nvSpPr>
        <p:spPr>
          <a:xfrm>
            <a:off x="798167" y="5161114"/>
            <a:ext cx="1685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List-</a:t>
            </a:r>
            <a:r>
              <a:rPr lang="en-US" sz="2000" dirty="0" err="1"/>
              <a:t>update.jsx</a:t>
            </a:r>
            <a:endParaRPr lang="en-US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C68429-8361-83AE-033F-8C447238C303}"/>
              </a:ext>
            </a:extLst>
          </p:cNvPr>
          <p:cNvSpPr txBox="1"/>
          <p:nvPr/>
        </p:nvSpPr>
        <p:spPr>
          <a:xfrm>
            <a:off x="784866" y="5414042"/>
            <a:ext cx="1421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List-</a:t>
            </a:r>
            <a:r>
              <a:rPr lang="en-US" sz="2000" dirty="0" err="1"/>
              <a:t>read.jsx</a:t>
            </a:r>
            <a:endParaRPr lang="en-US" sz="2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FA3E0F-66F2-7E40-63A7-3711E8168948}"/>
              </a:ext>
            </a:extLst>
          </p:cNvPr>
          <p:cNvSpPr txBox="1"/>
          <p:nvPr/>
        </p:nvSpPr>
        <p:spPr>
          <a:xfrm>
            <a:off x="795954" y="5627635"/>
            <a:ext cx="1609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List-</a:t>
            </a:r>
            <a:r>
              <a:rPr lang="en-US" sz="2000" dirty="0" err="1"/>
              <a:t>delete.jsx</a:t>
            </a:r>
            <a:endParaRPr lang="en-US" sz="2000" dirty="0"/>
          </a:p>
        </p:txBody>
      </p:sp>
      <p:sp>
        <p:nvSpPr>
          <p:cNvPr id="61" name="components-1">
            <a:extLst>
              <a:ext uri="{FF2B5EF4-FFF2-40B4-BE49-F238E27FC236}">
                <a16:creationId xmlns:a16="http://schemas.microsoft.com/office/drawing/2014/main" id="{546F83B5-697D-11DB-824A-D7AEB88297FF}"/>
              </a:ext>
            </a:extLst>
          </p:cNvPr>
          <p:cNvSpPr/>
          <p:nvPr/>
        </p:nvSpPr>
        <p:spPr>
          <a:xfrm>
            <a:off x="616610" y="2226627"/>
            <a:ext cx="1917572" cy="13302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eatures-1">
            <a:extLst>
              <a:ext uri="{FF2B5EF4-FFF2-40B4-BE49-F238E27FC236}">
                <a16:creationId xmlns:a16="http://schemas.microsoft.com/office/drawing/2014/main" id="{4BFEBA48-215B-0C98-6D4F-76EBC278CFAA}"/>
              </a:ext>
            </a:extLst>
          </p:cNvPr>
          <p:cNvSpPr/>
          <p:nvPr/>
        </p:nvSpPr>
        <p:spPr>
          <a:xfrm>
            <a:off x="634084" y="3479036"/>
            <a:ext cx="1909724" cy="25128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button-1">
            <a:extLst>
              <a:ext uri="{FF2B5EF4-FFF2-40B4-BE49-F238E27FC236}">
                <a16:creationId xmlns:a16="http://schemas.microsoft.com/office/drawing/2014/main" id="{F2D453D3-8018-7600-B6BF-8AC95320A4EA}"/>
              </a:ext>
            </a:extLst>
          </p:cNvPr>
          <p:cNvSpPr/>
          <p:nvPr/>
        </p:nvSpPr>
        <p:spPr>
          <a:xfrm>
            <a:off x="662385" y="2804761"/>
            <a:ext cx="1668369" cy="4556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button-2">
            <a:extLst>
              <a:ext uri="{FF2B5EF4-FFF2-40B4-BE49-F238E27FC236}">
                <a16:creationId xmlns:a16="http://schemas.microsoft.com/office/drawing/2014/main" id="{A4BAFEA3-4EF4-B5D2-194B-B096122D1805}"/>
              </a:ext>
            </a:extLst>
          </p:cNvPr>
          <p:cNvGrpSpPr/>
          <p:nvPr/>
        </p:nvGrpSpPr>
        <p:grpSpPr>
          <a:xfrm>
            <a:off x="2848422" y="1182374"/>
            <a:ext cx="5372048" cy="3546409"/>
            <a:chOff x="2848422" y="1182374"/>
            <a:chExt cx="5372048" cy="3546409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7777360-F0A7-B3E4-5326-5E52D3D47213}"/>
                </a:ext>
              </a:extLst>
            </p:cNvPr>
            <p:cNvSpPr txBox="1"/>
            <p:nvPr/>
          </p:nvSpPr>
          <p:spPr>
            <a:xfrm>
              <a:off x="2848422" y="1182374"/>
              <a:ext cx="14355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Button.jsx</a:t>
              </a:r>
              <a:endParaRPr lang="en-US" sz="24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4B5E09D-40A5-1E88-730C-EEA567D11166}"/>
                </a:ext>
              </a:extLst>
            </p:cNvPr>
            <p:cNvSpPr txBox="1"/>
            <p:nvPr/>
          </p:nvSpPr>
          <p:spPr>
            <a:xfrm>
              <a:off x="2984357" y="1681795"/>
              <a:ext cx="5236113" cy="3046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const button = (props) =&gt; {</a:t>
              </a:r>
            </a:p>
            <a:p>
              <a:r>
                <a:rPr lang="en-US" sz="2400" dirty="0"/>
                <a:t>    return (</a:t>
              </a:r>
            </a:p>
            <a:p>
              <a:r>
                <a:rPr lang="en-US" sz="2400" dirty="0"/>
                <a:t>       &lt;&gt;</a:t>
              </a:r>
            </a:p>
            <a:p>
              <a:r>
                <a:rPr lang="en-US" sz="2400" dirty="0"/>
                <a:t>          &lt;button&gt;{</a:t>
              </a:r>
              <a:r>
                <a:rPr lang="en-US" sz="2400" dirty="0" err="1"/>
                <a:t>props.text</a:t>
              </a:r>
              <a:r>
                <a:rPr lang="en-US" sz="2400" dirty="0"/>
                <a:t>}&lt;/button&gt;       </a:t>
              </a:r>
            </a:p>
            <a:p>
              <a:r>
                <a:rPr lang="en-US" sz="2400" dirty="0"/>
                <a:t>       &lt;/&gt;    </a:t>
              </a:r>
            </a:p>
            <a:p>
              <a:r>
                <a:rPr lang="en-US" sz="2400" dirty="0"/>
                <a:t>   )</a:t>
              </a:r>
            </a:p>
            <a:p>
              <a:r>
                <a:rPr lang="en-US" sz="2400" dirty="0"/>
                <a:t>}</a:t>
              </a:r>
            </a:p>
            <a:p>
              <a:r>
                <a:rPr lang="en-US" sz="2400" dirty="0"/>
                <a:t>export default button</a:t>
              </a:r>
            </a:p>
          </p:txBody>
        </p:sp>
      </p:grpSp>
      <p:sp>
        <p:nvSpPr>
          <p:cNvPr id="63" name="login-1">
            <a:extLst>
              <a:ext uri="{FF2B5EF4-FFF2-40B4-BE49-F238E27FC236}">
                <a16:creationId xmlns:a16="http://schemas.microsoft.com/office/drawing/2014/main" id="{5D47CC43-05CD-49B1-AF0A-1F506F841580}"/>
              </a:ext>
            </a:extLst>
          </p:cNvPr>
          <p:cNvSpPr/>
          <p:nvPr/>
        </p:nvSpPr>
        <p:spPr>
          <a:xfrm>
            <a:off x="886106" y="4025316"/>
            <a:ext cx="1501016" cy="4267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login-2">
            <a:extLst>
              <a:ext uri="{FF2B5EF4-FFF2-40B4-BE49-F238E27FC236}">
                <a16:creationId xmlns:a16="http://schemas.microsoft.com/office/drawing/2014/main" id="{8D933DE0-A88E-C52E-A9A6-B74D0EC44DE3}"/>
              </a:ext>
            </a:extLst>
          </p:cNvPr>
          <p:cNvGrpSpPr/>
          <p:nvPr/>
        </p:nvGrpSpPr>
        <p:grpSpPr>
          <a:xfrm>
            <a:off x="2866278" y="1214117"/>
            <a:ext cx="5354192" cy="3546409"/>
            <a:chOff x="2848422" y="1182374"/>
            <a:chExt cx="5623912" cy="354640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3170BB-E055-F1F2-89B1-C53796AC1007}"/>
                </a:ext>
              </a:extLst>
            </p:cNvPr>
            <p:cNvSpPr txBox="1"/>
            <p:nvPr/>
          </p:nvSpPr>
          <p:spPr>
            <a:xfrm>
              <a:off x="2848422" y="1182374"/>
              <a:ext cx="12537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Login.jsx</a:t>
              </a:r>
              <a:endParaRPr lang="en-US" sz="2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8C4F854-9443-4F3F-787B-7D34CED9B372}"/>
                </a:ext>
              </a:extLst>
            </p:cNvPr>
            <p:cNvSpPr txBox="1"/>
            <p:nvPr/>
          </p:nvSpPr>
          <p:spPr>
            <a:xfrm>
              <a:off x="2984357" y="1681795"/>
              <a:ext cx="5487977" cy="3046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const Login = (props) =&gt; {</a:t>
              </a:r>
            </a:p>
            <a:p>
              <a:r>
                <a:rPr lang="en-US" sz="2400" dirty="0"/>
                <a:t>    return (</a:t>
              </a:r>
            </a:p>
            <a:p>
              <a:r>
                <a:rPr lang="en-US" sz="2400" dirty="0"/>
                <a:t>       &lt;&gt;</a:t>
              </a:r>
            </a:p>
            <a:p>
              <a:r>
                <a:rPr lang="en-US" sz="2400" dirty="0"/>
                <a:t>          &lt;form&gt;Login {</a:t>
              </a:r>
              <a:r>
                <a:rPr lang="en-US" sz="2400" dirty="0" err="1"/>
                <a:t>props.text</a:t>
              </a:r>
              <a:r>
                <a:rPr lang="en-US" sz="2400" dirty="0"/>
                <a:t>}&lt;/form&gt;       </a:t>
              </a:r>
            </a:p>
            <a:p>
              <a:r>
                <a:rPr lang="en-US" sz="2400" dirty="0"/>
                <a:t>       &lt;/&gt;    </a:t>
              </a:r>
            </a:p>
            <a:p>
              <a:r>
                <a:rPr lang="en-US" sz="2400" dirty="0"/>
                <a:t>   )</a:t>
              </a:r>
            </a:p>
            <a:p>
              <a:r>
                <a:rPr lang="en-US" sz="2400" dirty="0"/>
                <a:t>}</a:t>
              </a:r>
            </a:p>
            <a:p>
              <a:r>
                <a:rPr lang="en-US" sz="2400" dirty="0"/>
                <a:t>export default Login</a:t>
              </a:r>
            </a:p>
          </p:txBody>
        </p:sp>
      </p:grpSp>
      <p:sp>
        <p:nvSpPr>
          <p:cNvPr id="68" name="packages-json-1">
            <a:extLst>
              <a:ext uri="{FF2B5EF4-FFF2-40B4-BE49-F238E27FC236}">
                <a16:creationId xmlns:a16="http://schemas.microsoft.com/office/drawing/2014/main" id="{288785A5-2FED-F68D-7441-85115C5D49D4}"/>
              </a:ext>
            </a:extLst>
          </p:cNvPr>
          <p:cNvSpPr/>
          <p:nvPr/>
        </p:nvSpPr>
        <p:spPr>
          <a:xfrm>
            <a:off x="443007" y="6141305"/>
            <a:ext cx="1831930" cy="4258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pacakges-json-2">
            <a:extLst>
              <a:ext uri="{FF2B5EF4-FFF2-40B4-BE49-F238E27FC236}">
                <a16:creationId xmlns:a16="http://schemas.microsoft.com/office/drawing/2014/main" id="{7799CFEB-5715-1D8D-AAE9-51CCF27DD1D6}"/>
              </a:ext>
            </a:extLst>
          </p:cNvPr>
          <p:cNvSpPr txBox="1"/>
          <p:nvPr/>
        </p:nvSpPr>
        <p:spPr>
          <a:xfrm>
            <a:off x="2905665" y="1182374"/>
            <a:ext cx="308770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packages.json</a:t>
            </a:r>
            <a:r>
              <a:rPr lang="en-US" sz="2400" dirty="0"/>
              <a:t> 		x</a:t>
            </a:r>
          </a:p>
          <a:p>
            <a:endParaRPr lang="en-US" sz="2400" dirty="0"/>
          </a:p>
          <a:p>
            <a:r>
              <a:rPr lang="en-US" sz="2400" dirty="0"/>
              <a:t>{</a:t>
            </a:r>
          </a:p>
          <a:p>
            <a:pPr lvl="1"/>
            <a:r>
              <a:rPr lang="en-US" sz="2400" dirty="0"/>
              <a:t> “dependencies”:{</a:t>
            </a:r>
          </a:p>
          <a:p>
            <a:pPr lvl="2"/>
            <a:r>
              <a:rPr lang="en-US" sz="2400" dirty="0"/>
              <a:t>   “a” : 1.1,</a:t>
            </a:r>
            <a:br>
              <a:rPr lang="en-US" sz="2400" dirty="0"/>
            </a:br>
            <a:r>
              <a:rPr lang="en-US" sz="2400" dirty="0"/>
              <a:t>   “b” : 2.2,</a:t>
            </a:r>
          </a:p>
          <a:p>
            <a:pPr lvl="2"/>
            <a:r>
              <a:rPr lang="en-US" sz="2400" dirty="0"/>
              <a:t>    “c” : 3.1,</a:t>
            </a:r>
          </a:p>
          <a:p>
            <a:pPr lvl="2"/>
            <a:r>
              <a:rPr lang="en-US" sz="2400" dirty="0"/>
              <a:t>    “d” : 4.1,</a:t>
            </a:r>
          </a:p>
          <a:p>
            <a:pPr lvl="2"/>
            <a:r>
              <a:rPr lang="en-US" sz="2400" dirty="0"/>
              <a:t>   “e”  : 5.5</a:t>
            </a:r>
          </a:p>
          <a:p>
            <a:pPr lvl="1"/>
            <a:r>
              <a:rPr lang="en-US" sz="2400" dirty="0"/>
              <a:t>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512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  <p:bldP spid="27" grpId="0"/>
      <p:bldP spid="28" grpId="0"/>
      <p:bldP spid="31" grpId="0"/>
      <p:bldP spid="33" grpId="0"/>
      <p:bldP spid="36" grpId="0"/>
      <p:bldP spid="38" grpId="0"/>
      <p:bldP spid="39" grpId="0"/>
      <p:bldP spid="41" grpId="0"/>
      <p:bldP spid="43" grpId="0"/>
      <p:bldP spid="44" grpId="0"/>
      <p:bldP spid="61" grpId="0" animBg="1"/>
      <p:bldP spid="61" grpId="1" animBg="1"/>
      <p:bldP spid="62" grpId="0" animBg="1"/>
      <p:bldP spid="62" grpId="1" animBg="1"/>
      <p:bldP spid="60" grpId="0" animBg="1"/>
      <p:bldP spid="60" grpId="1" animBg="1"/>
      <p:bldP spid="63" grpId="0" animBg="1"/>
      <p:bldP spid="63" grpId="1" animBg="1"/>
      <p:bldP spid="68" grpId="0" animBg="1"/>
      <p:bldP spid="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9B1D3-A35C-B361-63C5-029ABA3F2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3D1939A8-FFB8-D55C-3D14-C6451CB328EF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0C0A189-B8B7-A7AD-C358-40F55A16458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3A9C0FC-A670-FED8-75B0-1A9C642B54F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B5B8618-D17F-E096-EB70-692ABF43422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D61271C-9DE3-B2CA-872E-91FF4FF5AD6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288B3A0-DE4C-4E61-FF58-A94461D6639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F05F88E-7388-D584-34BA-0323707A129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AC61FD8-6A7A-553D-FD61-FF88432D3B9E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385AA0E-5BA7-546A-9234-ECF2AB39924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6E99722-C023-8619-618A-3883D9B33F1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22E941EE-7AD3-1722-1F8A-E38694094C7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7A220B9-CABF-49B4-69A2-68B82ED173B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515D3A8-D4F0-EEF2-0FAC-855E0FEE441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1DDD706-7708-F1F0-B7F9-632C959F3D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0FA8735-F70D-D624-1037-0556CBE9676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C8C8844-6ECE-3E9B-E2AC-5DDA3A62B407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5FB10C9-3A75-32FF-6753-B6F6B17831A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CA54249-AE7C-CFD5-AE08-55572520F2B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C98D76B-F293-3EF3-D492-389B3A817FC6}"/>
              </a:ext>
            </a:extLst>
          </p:cNvPr>
          <p:cNvGrpSpPr/>
          <p:nvPr/>
        </p:nvGrpSpPr>
        <p:grpSpPr>
          <a:xfrm>
            <a:off x="4993140" y="2503223"/>
            <a:ext cx="2494615" cy="1851553"/>
            <a:chOff x="4984823" y="1036556"/>
            <a:chExt cx="2494615" cy="185155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AB1CCB-04E4-BB2B-6708-7F7A6407F1E7}"/>
                </a:ext>
              </a:extLst>
            </p:cNvPr>
            <p:cNvSpPr/>
            <p:nvPr/>
          </p:nvSpPr>
          <p:spPr>
            <a:xfrm>
              <a:off x="4984823" y="1105318"/>
              <a:ext cx="2494615" cy="178279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6B5AA6-1EDF-5288-86E0-7E6151CDA396}"/>
                </a:ext>
              </a:extLst>
            </p:cNvPr>
            <p:cNvSpPr txBox="1"/>
            <p:nvPr/>
          </p:nvSpPr>
          <p:spPr>
            <a:xfrm>
              <a:off x="5042130" y="1036556"/>
              <a:ext cx="17572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your-project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8729D43-42F6-8B64-0ACE-4C6735A02511}"/>
                </a:ext>
              </a:extLst>
            </p:cNvPr>
            <p:cNvSpPr txBox="1"/>
            <p:nvPr/>
          </p:nvSpPr>
          <p:spPr>
            <a:xfrm>
              <a:off x="5159726" y="1519062"/>
              <a:ext cx="15220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Index.html</a:t>
              </a:r>
              <a:endParaRPr lang="en-US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5109610-AD44-0F0C-E937-1645BABA81E1}"/>
                </a:ext>
              </a:extLst>
            </p:cNvPr>
            <p:cNvSpPr txBox="1"/>
            <p:nvPr/>
          </p:nvSpPr>
          <p:spPr>
            <a:xfrm>
              <a:off x="5133179" y="1906652"/>
              <a:ext cx="12151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style.css</a:t>
              </a:r>
              <a:endParaRPr lang="en-US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6B580E-527C-ADAA-FD11-EAD3C89F8C4F}"/>
                </a:ext>
              </a:extLst>
            </p:cNvPr>
            <p:cNvSpPr txBox="1"/>
            <p:nvPr/>
          </p:nvSpPr>
          <p:spPr>
            <a:xfrm>
              <a:off x="5153308" y="2294242"/>
              <a:ext cx="11467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script.js</a:t>
              </a:r>
              <a:endParaRPr lang="en-US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88A14964-12CE-BEC7-FCF2-D67DD8A04DAC}"/>
              </a:ext>
            </a:extLst>
          </p:cNvPr>
          <p:cNvSpPr txBox="1"/>
          <p:nvPr/>
        </p:nvSpPr>
        <p:spPr>
          <a:xfrm>
            <a:off x="4932211" y="2078347"/>
            <a:ext cx="2183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without-react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57DAC8D-0117-1FED-6A2F-CC412787CCED}"/>
              </a:ext>
            </a:extLst>
          </p:cNvPr>
          <p:cNvGrpSpPr/>
          <p:nvPr/>
        </p:nvGrpSpPr>
        <p:grpSpPr>
          <a:xfrm>
            <a:off x="1464990" y="1071274"/>
            <a:ext cx="2494615" cy="5550658"/>
            <a:chOff x="356739" y="1048839"/>
            <a:chExt cx="2494615" cy="555065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6A5D5C8-5A64-215E-C89E-96F98B2D03A4}"/>
                </a:ext>
              </a:extLst>
            </p:cNvPr>
            <p:cNvSpPr/>
            <p:nvPr/>
          </p:nvSpPr>
          <p:spPr>
            <a:xfrm>
              <a:off x="356739" y="1117600"/>
              <a:ext cx="2494615" cy="54818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solidFill>
                  <a:schemeClr val="tx1"/>
                </a:solidFill>
                <a:latin typeface="Berlin Sans FB" panose="020E0602020502020306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3217562-8D1A-AD6A-0E4A-562E264CFCD5}"/>
                </a:ext>
              </a:extLst>
            </p:cNvPr>
            <p:cNvSpPr txBox="1"/>
            <p:nvPr/>
          </p:nvSpPr>
          <p:spPr>
            <a:xfrm>
              <a:off x="414046" y="1048839"/>
              <a:ext cx="17572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your-project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1E9E5EA-2081-23A4-C3C7-03450CF774A6}"/>
                </a:ext>
              </a:extLst>
            </p:cNvPr>
            <p:cNvSpPr txBox="1"/>
            <p:nvPr/>
          </p:nvSpPr>
          <p:spPr>
            <a:xfrm>
              <a:off x="480415" y="1347944"/>
              <a:ext cx="2053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</a:rPr>
                <a:t>node_modules</a:t>
              </a:r>
              <a:endParaRPr lang="en-US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850B2C0-E6C8-21B9-5306-A0C738D38CFF}"/>
                </a:ext>
              </a:extLst>
            </p:cNvPr>
            <p:cNvSpPr txBox="1"/>
            <p:nvPr/>
          </p:nvSpPr>
          <p:spPr>
            <a:xfrm>
              <a:off x="480415" y="1628932"/>
              <a:ext cx="9412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public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847C02-425A-73D2-8319-2CA0E9D9C834}"/>
                </a:ext>
              </a:extLst>
            </p:cNvPr>
            <p:cNvSpPr txBox="1"/>
            <p:nvPr/>
          </p:nvSpPr>
          <p:spPr>
            <a:xfrm>
              <a:off x="495899" y="1884442"/>
              <a:ext cx="5376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src</a:t>
              </a:r>
              <a:endParaRPr lang="en-US" sz="2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CEA62DD-79E4-9F62-C157-9CC284192DEF}"/>
                </a:ext>
              </a:extLst>
            </p:cNvPr>
            <p:cNvSpPr txBox="1"/>
            <p:nvPr/>
          </p:nvSpPr>
          <p:spPr>
            <a:xfrm>
              <a:off x="587603" y="2169976"/>
              <a:ext cx="17405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components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E18BA4-D84C-6525-C130-A1952EE3AAA7}"/>
                </a:ext>
              </a:extLst>
            </p:cNvPr>
            <p:cNvSpPr txBox="1"/>
            <p:nvPr/>
          </p:nvSpPr>
          <p:spPr>
            <a:xfrm>
              <a:off x="667125" y="2486968"/>
              <a:ext cx="11613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Card.jsx</a:t>
              </a:r>
              <a:endParaRPr lang="en-US" sz="2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B599CF-0088-F900-3A83-DE7B11AF4599}"/>
                </a:ext>
              </a:extLst>
            </p:cNvPr>
            <p:cNvSpPr txBox="1"/>
            <p:nvPr/>
          </p:nvSpPr>
          <p:spPr>
            <a:xfrm>
              <a:off x="647010" y="3128507"/>
              <a:ext cx="12505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Input.jsx</a:t>
              </a:r>
              <a:endParaRPr lang="en-US" sz="2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060E436-2874-EA21-1B60-C33394EAC189}"/>
                </a:ext>
              </a:extLst>
            </p:cNvPr>
            <p:cNvSpPr txBox="1"/>
            <p:nvPr/>
          </p:nvSpPr>
          <p:spPr>
            <a:xfrm>
              <a:off x="667125" y="2768442"/>
              <a:ext cx="14355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Button.jsx</a:t>
              </a:r>
              <a:endParaRPr lang="en-US" sz="2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B75204-72A3-5C08-7311-9D6779DC2D2D}"/>
                </a:ext>
              </a:extLst>
            </p:cNvPr>
            <p:cNvSpPr txBox="1"/>
            <p:nvPr/>
          </p:nvSpPr>
          <p:spPr>
            <a:xfrm>
              <a:off x="574312" y="3388227"/>
              <a:ext cx="12119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features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0C85FC0-ADD0-AEBF-B6D6-E1221D6AB27E}"/>
                </a:ext>
              </a:extLst>
            </p:cNvPr>
            <p:cNvSpPr txBox="1"/>
            <p:nvPr/>
          </p:nvSpPr>
          <p:spPr>
            <a:xfrm>
              <a:off x="679154" y="3698805"/>
              <a:ext cx="7633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User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4C0A0BE-2274-7733-1E15-7A3B157DB455}"/>
                </a:ext>
              </a:extLst>
            </p:cNvPr>
            <p:cNvSpPr txBox="1"/>
            <p:nvPr/>
          </p:nvSpPr>
          <p:spPr>
            <a:xfrm>
              <a:off x="412339" y="5790084"/>
              <a:ext cx="12104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main.jsx</a:t>
              </a:r>
              <a:endParaRPr lang="en-US" sz="2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84AC7BA-92EB-E05F-49C8-8DD961BAE975}"/>
                </a:ext>
              </a:extLst>
            </p:cNvPr>
            <p:cNvSpPr txBox="1"/>
            <p:nvPr/>
          </p:nvSpPr>
          <p:spPr>
            <a:xfrm>
              <a:off x="388751" y="6105444"/>
              <a:ext cx="1916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packages.json</a:t>
              </a:r>
              <a:endParaRPr lang="en-US" sz="2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26017C9-98A1-6B1B-AF86-D778D19EE9A8}"/>
                </a:ext>
              </a:extLst>
            </p:cNvPr>
            <p:cNvSpPr txBox="1"/>
            <p:nvPr/>
          </p:nvSpPr>
          <p:spPr>
            <a:xfrm>
              <a:off x="622337" y="4595116"/>
              <a:ext cx="6043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List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AFC7615-5A09-C4B9-68F5-E9D6488D4067}"/>
                </a:ext>
              </a:extLst>
            </p:cNvPr>
            <p:cNvSpPr txBox="1"/>
            <p:nvPr/>
          </p:nvSpPr>
          <p:spPr>
            <a:xfrm>
              <a:off x="812157" y="4005621"/>
              <a:ext cx="12537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Login.jsx</a:t>
              </a:r>
              <a:endParaRPr lang="en-US" sz="24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3978A39-2014-7497-3078-0DB996EA0FA6}"/>
                </a:ext>
              </a:extLst>
            </p:cNvPr>
            <p:cNvSpPr txBox="1"/>
            <p:nvPr/>
          </p:nvSpPr>
          <p:spPr>
            <a:xfrm>
              <a:off x="798167" y="4298861"/>
              <a:ext cx="15616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Register.jsx</a:t>
              </a:r>
              <a:endParaRPr lang="en-US" sz="2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DA31B6-52F8-9395-7AB1-9A5E3322C281}"/>
                </a:ext>
              </a:extLst>
            </p:cNvPr>
            <p:cNvSpPr txBox="1"/>
            <p:nvPr/>
          </p:nvSpPr>
          <p:spPr>
            <a:xfrm>
              <a:off x="798167" y="4919336"/>
              <a:ext cx="16051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List-</a:t>
              </a:r>
              <a:r>
                <a:rPr lang="en-US" sz="2000" dirty="0" err="1"/>
                <a:t>create.jsx</a:t>
              </a:r>
              <a:endParaRPr lang="en-US" sz="20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9336C7-627A-2F71-8751-B828588EDA88}"/>
                </a:ext>
              </a:extLst>
            </p:cNvPr>
            <p:cNvSpPr txBox="1"/>
            <p:nvPr/>
          </p:nvSpPr>
          <p:spPr>
            <a:xfrm>
              <a:off x="798167" y="5161114"/>
              <a:ext cx="16855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List-</a:t>
              </a:r>
              <a:r>
                <a:rPr lang="en-US" sz="2000" dirty="0" err="1"/>
                <a:t>update.jsx</a:t>
              </a:r>
              <a:endParaRPr lang="en-US" sz="2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173EDE9-8570-EA2C-62CE-1D61F9F9F1E6}"/>
                </a:ext>
              </a:extLst>
            </p:cNvPr>
            <p:cNvSpPr txBox="1"/>
            <p:nvPr/>
          </p:nvSpPr>
          <p:spPr>
            <a:xfrm>
              <a:off x="784866" y="5414042"/>
              <a:ext cx="14211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List-</a:t>
              </a:r>
              <a:r>
                <a:rPr lang="en-US" sz="2000" dirty="0" err="1"/>
                <a:t>read.jsx</a:t>
              </a:r>
              <a:endParaRPr lang="en-US" sz="20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FA0D676-CA3E-6D44-42E8-C8900B3C8E81}"/>
                </a:ext>
              </a:extLst>
            </p:cNvPr>
            <p:cNvSpPr txBox="1"/>
            <p:nvPr/>
          </p:nvSpPr>
          <p:spPr>
            <a:xfrm>
              <a:off x="795954" y="5627635"/>
              <a:ext cx="16096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List-</a:t>
              </a:r>
              <a:r>
                <a:rPr lang="en-US" sz="2000" dirty="0" err="1"/>
                <a:t>delete.jsx</a:t>
              </a:r>
              <a:endParaRPr lang="en-US" sz="2000" dirty="0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60056405-C58E-5D25-0DE9-C3823683D91C}"/>
              </a:ext>
            </a:extLst>
          </p:cNvPr>
          <p:cNvSpPr txBox="1"/>
          <p:nvPr/>
        </p:nvSpPr>
        <p:spPr>
          <a:xfrm>
            <a:off x="1390613" y="725104"/>
            <a:ext cx="17476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with-react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F713647-0967-CE80-C9F2-D34A76A1B42C}"/>
              </a:ext>
            </a:extLst>
          </p:cNvPr>
          <p:cNvGrpSpPr/>
          <p:nvPr/>
        </p:nvGrpSpPr>
        <p:grpSpPr>
          <a:xfrm>
            <a:off x="640129" y="3714683"/>
            <a:ext cx="1267005" cy="1490376"/>
            <a:chOff x="3260903" y="4231020"/>
            <a:chExt cx="1267005" cy="149037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88506CB-E4B4-9AF8-7C47-7A15D47CAB64}"/>
                </a:ext>
              </a:extLst>
            </p:cNvPr>
            <p:cNvSpPr/>
            <p:nvPr/>
          </p:nvSpPr>
          <p:spPr>
            <a:xfrm rot="18148978">
              <a:off x="3583363" y="4867128"/>
              <a:ext cx="269479" cy="914400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3BD89AC-8CE0-C58F-2C19-D397405E30CF}"/>
                </a:ext>
              </a:extLst>
            </p:cNvPr>
            <p:cNvSpPr/>
            <p:nvPr/>
          </p:nvSpPr>
          <p:spPr>
            <a:xfrm rot="2140250">
              <a:off x="4205598" y="4231020"/>
              <a:ext cx="322310" cy="1490376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886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12204-79A3-3F5D-88AD-0695BEDB1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3CBB0E4C-586B-5794-3FA8-C0A6544C79B4}"/>
              </a:ext>
            </a:extLst>
          </p:cNvPr>
          <p:cNvGrpSpPr/>
          <p:nvPr/>
        </p:nvGrpSpPr>
        <p:grpSpPr>
          <a:xfrm>
            <a:off x="132555" y="142716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F897749-E4BB-AC8A-6A53-A79E0D84388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757C1CE-93D6-4600-0358-8485B4D972D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A9FC794-5C93-9F2C-5B20-68ECF1E71B5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00740A8-6623-B6F1-40A7-16091A45BAC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D8FCB36-1136-2E79-3AE4-0EF1FF2C558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B537ED0-7384-FABE-C01A-2F735824980E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8355F7C-B188-04D3-5C53-93B246734537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92293E6-1A09-D728-F751-E2B0EEDC60D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9C7D2C3-C42F-B9E7-B916-8F701243059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A173F34-3F9A-C1FC-FEDC-9406B118C35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0EC7551-53C2-A58C-D9FF-1B878A6A8A21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BFB0B3A-0E93-B12D-9321-AD2544F2441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CBE7F8B5-FB3A-AC23-1616-DB39D2AB29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91527AF-6CD0-4807-C0DB-25506069B40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F6BE7B2-0016-207E-723F-B60C58A7E918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9212240-3972-C25F-5A32-29B7FAC31D2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2811A6A-455F-98C9-F225-F5F2114A8EB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858DDD1-B979-F7FA-DF42-2BC1D4B04A98}"/>
              </a:ext>
            </a:extLst>
          </p:cNvPr>
          <p:cNvSpPr/>
          <p:nvPr/>
        </p:nvSpPr>
        <p:spPr>
          <a:xfrm>
            <a:off x="336125" y="1030724"/>
            <a:ext cx="1689445" cy="6713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</a:rPr>
              <a:t>React JSX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3DFC9F-F869-3EE6-E926-CAEA5BEC4B76}"/>
              </a:ext>
            </a:extLst>
          </p:cNvPr>
          <p:cNvSpPr/>
          <p:nvPr/>
        </p:nvSpPr>
        <p:spPr>
          <a:xfrm>
            <a:off x="2025570" y="1029057"/>
            <a:ext cx="4756737" cy="6620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JSX stands for </a:t>
            </a:r>
            <a:r>
              <a:rPr 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Javascript</a:t>
            </a:r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XML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30CD05-A94B-E30E-746A-059A5C171636}"/>
              </a:ext>
            </a:extLst>
          </p:cNvPr>
          <p:cNvSpPr/>
          <p:nvPr/>
        </p:nvSpPr>
        <p:spPr>
          <a:xfrm>
            <a:off x="336123" y="1691134"/>
            <a:ext cx="5759877" cy="6353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JSX allows us to write HTML in React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CAB4EA-A2DB-BAF5-838E-5AA9E6DE747A}"/>
              </a:ext>
            </a:extLst>
          </p:cNvPr>
          <p:cNvSpPr/>
          <p:nvPr/>
        </p:nvSpPr>
        <p:spPr>
          <a:xfrm>
            <a:off x="333044" y="2335213"/>
            <a:ext cx="7239331" cy="601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JSX works perfect inside react components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6DB524-B4B3-16F9-7B9E-BF74ABE850E4}"/>
              </a:ext>
            </a:extLst>
          </p:cNvPr>
          <p:cNvSpPr/>
          <p:nvPr/>
        </p:nvSpPr>
        <p:spPr>
          <a:xfrm>
            <a:off x="353660" y="4206825"/>
            <a:ext cx="8170907" cy="7318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React Components are like function that return HTML elements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43E252-D301-CBED-2054-16E50A7655EB}"/>
              </a:ext>
            </a:extLst>
          </p:cNvPr>
          <p:cNvSpPr/>
          <p:nvPr/>
        </p:nvSpPr>
        <p:spPr>
          <a:xfrm>
            <a:off x="336125" y="4965850"/>
            <a:ext cx="5858198" cy="6447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We can create react components with ES7 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183724-C647-6F23-EECC-03C00377FE1D}"/>
              </a:ext>
            </a:extLst>
          </p:cNvPr>
          <p:cNvSpPr/>
          <p:nvPr/>
        </p:nvSpPr>
        <p:spPr>
          <a:xfrm>
            <a:off x="336123" y="2933964"/>
            <a:ext cx="5759877" cy="6353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With {} we can do operations</a:t>
            </a:r>
          </a:p>
        </p:txBody>
      </p:sp>
    </p:spTree>
    <p:extLst>
      <p:ext uri="{BB962C8B-B14F-4D97-AF65-F5344CB8AC3E}">
        <p14:creationId xmlns:p14="http://schemas.microsoft.com/office/powerpoint/2010/main" val="124562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92DB9-8938-B7DB-2340-D17C5C9C1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EBDD9EB5-5C5C-DDD2-D699-D9088406CE6D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8360DEF-B6FD-1AA1-3880-2364AC20FC0E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C5C67B1-A4F6-796E-B0BF-721A8FD608A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FF309DE-DC0F-ED04-2DDD-2864911566D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56A7E6C-3F0C-48DE-6764-07B95AC429A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D5C0DC5-B959-0B67-167F-A9946EEDB55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CDCA011-ED6D-ADD0-D963-AFBA91E09B65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3618398-257E-0D5C-02E7-DE1C50039AD0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4FB20E-B96B-84D0-9841-2A56AF62B56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A3A3172-712E-1061-AC43-6E51174E35E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CA9931D-CA3A-90D6-92D7-EE1FC6F92AA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F794FCF8-E4D7-5100-E91E-998578774B3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F7191DB-7687-E2B9-FB58-77454C3DD5F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28F8E61-08D1-A27A-E5DD-3672F3CD14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2EC0B55-A5C3-6E13-1D77-5EDEB21F735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62BBE29-5D7B-2DEE-BD2C-4B9DA9D292EC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BFC6D13-8854-B4D2-A8CB-50F654873B9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CF649C7-AFBE-6009-6FBD-9FC9EC1128B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code">
            <a:extLst>
              <a:ext uri="{FF2B5EF4-FFF2-40B4-BE49-F238E27FC236}">
                <a16:creationId xmlns:a16="http://schemas.microsoft.com/office/drawing/2014/main" id="{94FBD59C-68A9-B292-D99D-1D5879FB99A2}"/>
              </a:ext>
            </a:extLst>
          </p:cNvPr>
          <p:cNvSpPr/>
          <p:nvPr/>
        </p:nvSpPr>
        <p:spPr>
          <a:xfrm>
            <a:off x="304243" y="1113424"/>
            <a:ext cx="8376770" cy="5252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example">
            <a:extLst>
              <a:ext uri="{FF2B5EF4-FFF2-40B4-BE49-F238E27FC236}">
                <a16:creationId xmlns:a16="http://schemas.microsoft.com/office/drawing/2014/main" id="{B1E1D2D6-FB53-2B6F-8D70-015E170F6C78}"/>
              </a:ext>
            </a:extLst>
          </p:cNvPr>
          <p:cNvSpPr txBox="1"/>
          <p:nvPr/>
        </p:nvSpPr>
        <p:spPr>
          <a:xfrm>
            <a:off x="349646" y="1192309"/>
            <a:ext cx="4870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Example React Components :</a:t>
            </a:r>
          </a:p>
        </p:txBody>
      </p:sp>
      <p:sp>
        <p:nvSpPr>
          <p:cNvPr id="4" name="variable">
            <a:extLst>
              <a:ext uri="{FF2B5EF4-FFF2-40B4-BE49-F238E27FC236}">
                <a16:creationId xmlns:a16="http://schemas.microsoft.com/office/drawing/2014/main" id="{47C02094-AD2C-F211-03E1-C8C033479DB0}"/>
              </a:ext>
            </a:extLst>
          </p:cNvPr>
          <p:cNvSpPr txBox="1"/>
          <p:nvPr/>
        </p:nvSpPr>
        <p:spPr>
          <a:xfrm>
            <a:off x="514827" y="1811454"/>
            <a:ext cx="318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paragraphs  =</a:t>
            </a:r>
          </a:p>
        </p:txBody>
      </p:sp>
      <p:sp>
        <p:nvSpPr>
          <p:cNvPr id="22" name="argument">
            <a:extLst>
              <a:ext uri="{FF2B5EF4-FFF2-40B4-BE49-F238E27FC236}">
                <a16:creationId xmlns:a16="http://schemas.microsoft.com/office/drawing/2014/main" id="{F60E8472-1198-A61A-DB5D-68E64C41EFCE}"/>
              </a:ext>
            </a:extLst>
          </p:cNvPr>
          <p:cNvSpPr txBox="1"/>
          <p:nvPr/>
        </p:nvSpPr>
        <p:spPr>
          <a:xfrm>
            <a:off x="3529554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  <a:endParaRPr lang="en-US" sz="2800" dirty="0"/>
          </a:p>
        </p:txBody>
      </p:sp>
      <p:sp>
        <p:nvSpPr>
          <p:cNvPr id="19" name="argument-1">
            <a:extLst>
              <a:ext uri="{FF2B5EF4-FFF2-40B4-BE49-F238E27FC236}">
                <a16:creationId xmlns:a16="http://schemas.microsoft.com/office/drawing/2014/main" id="{35E4184C-03B3-90C9-699F-24F7391BE54E}"/>
              </a:ext>
            </a:extLst>
          </p:cNvPr>
          <p:cNvSpPr txBox="1"/>
          <p:nvPr/>
        </p:nvSpPr>
        <p:spPr>
          <a:xfrm>
            <a:off x="3681483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  <a:endParaRPr lang="en-US" sz="2800" dirty="0"/>
          </a:p>
        </p:txBody>
      </p:sp>
      <p:sp>
        <p:nvSpPr>
          <p:cNvPr id="41" name="props" hidden="1">
            <a:extLst>
              <a:ext uri="{FF2B5EF4-FFF2-40B4-BE49-F238E27FC236}">
                <a16:creationId xmlns:a16="http://schemas.microsoft.com/office/drawing/2014/main" id="{77D127F5-43A8-8073-8467-EC8E430F6883}"/>
              </a:ext>
            </a:extLst>
          </p:cNvPr>
          <p:cNvSpPr txBox="1"/>
          <p:nvPr/>
        </p:nvSpPr>
        <p:spPr>
          <a:xfrm>
            <a:off x="3748721" y="1811215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12" name="close-curly-braces">
            <a:extLst>
              <a:ext uri="{FF2B5EF4-FFF2-40B4-BE49-F238E27FC236}">
                <a16:creationId xmlns:a16="http://schemas.microsoft.com/office/drawing/2014/main" id="{F5FA9359-1F19-2E24-8129-F6BAA795223A}"/>
              </a:ext>
            </a:extLst>
          </p:cNvPr>
          <p:cNvSpPr txBox="1"/>
          <p:nvPr/>
        </p:nvSpPr>
        <p:spPr>
          <a:xfrm>
            <a:off x="4560308" y="1833036"/>
            <a:ext cx="28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21" name="arrow-function">
            <a:extLst>
              <a:ext uri="{FF2B5EF4-FFF2-40B4-BE49-F238E27FC236}">
                <a16:creationId xmlns:a16="http://schemas.microsoft.com/office/drawing/2014/main" id="{D25427E8-968A-04C9-18F9-A260D6E69540}"/>
              </a:ext>
            </a:extLst>
          </p:cNvPr>
          <p:cNvSpPr txBox="1"/>
          <p:nvPr/>
        </p:nvSpPr>
        <p:spPr>
          <a:xfrm>
            <a:off x="3921401" y="1833036"/>
            <a:ext cx="72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=&gt; { </a:t>
            </a:r>
            <a:endParaRPr lang="en-US" sz="2800" dirty="0"/>
          </a:p>
        </p:txBody>
      </p:sp>
      <p:sp>
        <p:nvSpPr>
          <p:cNvPr id="23" name="return" hidden="1">
            <a:extLst>
              <a:ext uri="{FF2B5EF4-FFF2-40B4-BE49-F238E27FC236}">
                <a16:creationId xmlns:a16="http://schemas.microsoft.com/office/drawing/2014/main" id="{2A066664-A693-FAE1-CF07-998E3CE18BA3}"/>
              </a:ext>
            </a:extLst>
          </p:cNvPr>
          <p:cNvSpPr txBox="1"/>
          <p:nvPr/>
        </p:nvSpPr>
        <p:spPr>
          <a:xfrm>
            <a:off x="744054" y="2449233"/>
            <a:ext cx="110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24" name="return-1" hidden="1">
            <a:extLst>
              <a:ext uri="{FF2B5EF4-FFF2-40B4-BE49-F238E27FC236}">
                <a16:creationId xmlns:a16="http://schemas.microsoft.com/office/drawing/2014/main" id="{9CC35468-DA32-618A-4D6D-11564B82E91D}"/>
              </a:ext>
            </a:extLst>
          </p:cNvPr>
          <p:cNvSpPr txBox="1"/>
          <p:nvPr/>
        </p:nvSpPr>
        <p:spPr>
          <a:xfrm>
            <a:off x="1816275" y="246626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5" name="return-2" hidden="1">
            <a:extLst>
              <a:ext uri="{FF2B5EF4-FFF2-40B4-BE49-F238E27FC236}">
                <a16:creationId xmlns:a16="http://schemas.microsoft.com/office/drawing/2014/main" id="{C874672C-67C7-F883-A43D-46FA2B5932D4}"/>
              </a:ext>
            </a:extLst>
          </p:cNvPr>
          <p:cNvSpPr txBox="1"/>
          <p:nvPr/>
        </p:nvSpPr>
        <p:spPr>
          <a:xfrm>
            <a:off x="1187481" y="4432721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7" name="fragment" hidden="1">
            <a:extLst>
              <a:ext uri="{FF2B5EF4-FFF2-40B4-BE49-F238E27FC236}">
                <a16:creationId xmlns:a16="http://schemas.microsoft.com/office/drawing/2014/main" id="{BCCEF97A-8BF0-3D30-5439-EB44912B2971}"/>
              </a:ext>
            </a:extLst>
          </p:cNvPr>
          <p:cNvSpPr txBox="1"/>
          <p:nvPr/>
        </p:nvSpPr>
        <p:spPr>
          <a:xfrm>
            <a:off x="1397982" y="3005946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6" name="p" hidden="1">
            <a:extLst>
              <a:ext uri="{FF2B5EF4-FFF2-40B4-BE49-F238E27FC236}">
                <a16:creationId xmlns:a16="http://schemas.microsoft.com/office/drawing/2014/main" id="{BF2D74CF-F207-1D5C-DD60-8CAF7BFB2B03}"/>
              </a:ext>
            </a:extLst>
          </p:cNvPr>
          <p:cNvSpPr txBox="1"/>
          <p:nvPr/>
        </p:nvSpPr>
        <p:spPr>
          <a:xfrm>
            <a:off x="1860864" y="3457431"/>
            <a:ext cx="72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30" name="p-1" hidden="1">
            <a:extLst>
              <a:ext uri="{FF2B5EF4-FFF2-40B4-BE49-F238E27FC236}">
                <a16:creationId xmlns:a16="http://schemas.microsoft.com/office/drawing/2014/main" id="{0F375633-9D34-73A9-0802-0EFA50EF9DCE}"/>
              </a:ext>
            </a:extLst>
          </p:cNvPr>
          <p:cNvSpPr txBox="1"/>
          <p:nvPr/>
        </p:nvSpPr>
        <p:spPr>
          <a:xfrm>
            <a:off x="5694332" y="3456115"/>
            <a:ext cx="758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2" name="curly-braces" hidden="1">
            <a:extLst>
              <a:ext uri="{FF2B5EF4-FFF2-40B4-BE49-F238E27FC236}">
                <a16:creationId xmlns:a16="http://schemas.microsoft.com/office/drawing/2014/main" id="{AF92B01A-FD5A-7100-56B1-DCD0D0C1F91A}"/>
              </a:ext>
            </a:extLst>
          </p:cNvPr>
          <p:cNvSpPr txBox="1"/>
          <p:nvPr/>
        </p:nvSpPr>
        <p:spPr>
          <a:xfrm>
            <a:off x="4234578" y="3456115"/>
            <a:ext cx="589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31" name="text" hidden="1">
            <a:extLst>
              <a:ext uri="{FF2B5EF4-FFF2-40B4-BE49-F238E27FC236}">
                <a16:creationId xmlns:a16="http://schemas.microsoft.com/office/drawing/2014/main" id="{3671CD83-A9F0-0BC4-E1B4-0050A624ED89}"/>
              </a:ext>
            </a:extLst>
          </p:cNvPr>
          <p:cNvSpPr txBox="1"/>
          <p:nvPr/>
        </p:nvSpPr>
        <p:spPr>
          <a:xfrm>
            <a:off x="2441693" y="3457431"/>
            <a:ext cx="196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The total is</a:t>
            </a:r>
          </a:p>
        </p:txBody>
      </p:sp>
      <p:sp>
        <p:nvSpPr>
          <p:cNvPr id="38" name="value" hidden="1">
            <a:extLst>
              <a:ext uri="{FF2B5EF4-FFF2-40B4-BE49-F238E27FC236}">
                <a16:creationId xmlns:a16="http://schemas.microsoft.com/office/drawing/2014/main" id="{279FEAA2-32E0-87E1-D593-1500EE3AACEF}"/>
              </a:ext>
            </a:extLst>
          </p:cNvPr>
          <p:cNvSpPr txBox="1"/>
          <p:nvPr/>
        </p:nvSpPr>
        <p:spPr>
          <a:xfrm>
            <a:off x="4444140" y="3463417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28" name="fragment-1" hidden="1">
            <a:extLst>
              <a:ext uri="{FF2B5EF4-FFF2-40B4-BE49-F238E27FC236}">
                <a16:creationId xmlns:a16="http://schemas.microsoft.com/office/drawing/2014/main" id="{5E94FC36-27C6-2811-C089-FAA111947745}"/>
              </a:ext>
            </a:extLst>
          </p:cNvPr>
          <p:cNvSpPr txBox="1"/>
          <p:nvPr/>
        </p:nvSpPr>
        <p:spPr>
          <a:xfrm>
            <a:off x="1428120" y="4039284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40" name="curly-braces-1" hidden="1">
            <a:extLst>
              <a:ext uri="{FF2B5EF4-FFF2-40B4-BE49-F238E27FC236}">
                <a16:creationId xmlns:a16="http://schemas.microsoft.com/office/drawing/2014/main" id="{DFF6BBDC-BFFD-A912-B2A9-0E1C0933A1A5}"/>
              </a:ext>
            </a:extLst>
          </p:cNvPr>
          <p:cNvSpPr txBox="1"/>
          <p:nvPr/>
        </p:nvSpPr>
        <p:spPr>
          <a:xfrm>
            <a:off x="5336597" y="3446616"/>
            <a:ext cx="404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  <a:endParaRPr lang="en-US" sz="2800" dirty="0"/>
          </a:p>
        </p:txBody>
      </p:sp>
      <p:sp>
        <p:nvSpPr>
          <p:cNvPr id="42" name="export-p" hidden="1">
            <a:extLst>
              <a:ext uri="{FF2B5EF4-FFF2-40B4-BE49-F238E27FC236}">
                <a16:creationId xmlns:a16="http://schemas.microsoft.com/office/drawing/2014/main" id="{503C906E-020D-F4FA-1881-BFBCD6B73FAA}"/>
              </a:ext>
            </a:extLst>
          </p:cNvPr>
          <p:cNvSpPr txBox="1"/>
          <p:nvPr/>
        </p:nvSpPr>
        <p:spPr>
          <a:xfrm>
            <a:off x="533232" y="5643183"/>
            <a:ext cx="4492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export default paragraphs</a:t>
            </a:r>
          </a:p>
        </p:txBody>
      </p:sp>
    </p:spTree>
    <p:extLst>
      <p:ext uri="{BB962C8B-B14F-4D97-AF65-F5344CB8AC3E}">
        <p14:creationId xmlns:p14="http://schemas.microsoft.com/office/powerpoint/2010/main" val="2208177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44052-291D-D69F-02CF-AAEA0615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F59159B7-2D13-B6B4-BDDC-24C1149E6FBD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F7A43A2-EDCE-A258-0FB4-64895CE4656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0B9801B-0BF1-9112-1F3C-902EC2552BF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E1C6D81-48ED-40E2-A861-7854C210597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D0F76C5-91F8-E61A-D3FE-37EE1EACE28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DB99B0D-6396-59B3-49C5-01A4594FD278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CB684E9-F2CC-AA0D-6DA5-144DD38B461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E987D29-CE9C-61D1-FD2C-9FE978B668A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7CC658A-94CC-5193-D80E-D3DECEC6E529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F6F4551-5FAB-5C4C-A435-C2D805A18BC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E4AAEEB-EA44-B867-B5D4-C61CE90197E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03E2DFA1-3954-71F0-A7C1-4E3C951A442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E4AACB5-8C31-46C9-E822-B6405E25019E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85CE5EB-34AD-146C-AC1C-3C051DFA54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C84DA64-A8F4-A4D8-8677-620B91F8C25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84A0023-FF73-E68E-0F53-5DD62A17BAE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C40BA204-B47F-559A-8EBC-82669C83CA9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9F0F923-D4C7-2FB3-E925-D93F72D9FE5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code">
            <a:extLst>
              <a:ext uri="{FF2B5EF4-FFF2-40B4-BE49-F238E27FC236}">
                <a16:creationId xmlns:a16="http://schemas.microsoft.com/office/drawing/2014/main" id="{0C28927C-D4F2-5372-DD21-D5C23F529CFC}"/>
              </a:ext>
            </a:extLst>
          </p:cNvPr>
          <p:cNvSpPr/>
          <p:nvPr/>
        </p:nvSpPr>
        <p:spPr>
          <a:xfrm>
            <a:off x="304243" y="1113424"/>
            <a:ext cx="8376770" cy="5252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example">
            <a:extLst>
              <a:ext uri="{FF2B5EF4-FFF2-40B4-BE49-F238E27FC236}">
                <a16:creationId xmlns:a16="http://schemas.microsoft.com/office/drawing/2014/main" id="{C7C12179-0DC5-E2B7-A68A-872677A480C9}"/>
              </a:ext>
            </a:extLst>
          </p:cNvPr>
          <p:cNvSpPr txBox="1"/>
          <p:nvPr/>
        </p:nvSpPr>
        <p:spPr>
          <a:xfrm>
            <a:off x="349646" y="1192309"/>
            <a:ext cx="4870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Example React Components :</a:t>
            </a:r>
          </a:p>
        </p:txBody>
      </p:sp>
      <p:sp>
        <p:nvSpPr>
          <p:cNvPr id="4" name="variable">
            <a:extLst>
              <a:ext uri="{FF2B5EF4-FFF2-40B4-BE49-F238E27FC236}">
                <a16:creationId xmlns:a16="http://schemas.microsoft.com/office/drawing/2014/main" id="{A67062AE-1AE0-8172-ADC7-F6DEBF12467B}"/>
              </a:ext>
            </a:extLst>
          </p:cNvPr>
          <p:cNvSpPr txBox="1"/>
          <p:nvPr/>
        </p:nvSpPr>
        <p:spPr>
          <a:xfrm>
            <a:off x="514827" y="1811454"/>
            <a:ext cx="318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paragraphs  =</a:t>
            </a:r>
          </a:p>
        </p:txBody>
      </p:sp>
      <p:sp>
        <p:nvSpPr>
          <p:cNvPr id="22" name="argument">
            <a:extLst>
              <a:ext uri="{FF2B5EF4-FFF2-40B4-BE49-F238E27FC236}">
                <a16:creationId xmlns:a16="http://schemas.microsoft.com/office/drawing/2014/main" id="{953C7D1C-4EF9-5AB5-25DA-C591DE836269}"/>
              </a:ext>
            </a:extLst>
          </p:cNvPr>
          <p:cNvSpPr txBox="1"/>
          <p:nvPr/>
        </p:nvSpPr>
        <p:spPr>
          <a:xfrm>
            <a:off x="3529554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  <a:endParaRPr lang="en-US" sz="2800" dirty="0"/>
          </a:p>
        </p:txBody>
      </p:sp>
      <p:sp>
        <p:nvSpPr>
          <p:cNvPr id="19" name="argument-1">
            <a:extLst>
              <a:ext uri="{FF2B5EF4-FFF2-40B4-BE49-F238E27FC236}">
                <a16:creationId xmlns:a16="http://schemas.microsoft.com/office/drawing/2014/main" id="{97F5C42C-88D8-7EAD-0A75-BA3E08BDEC7D}"/>
              </a:ext>
            </a:extLst>
          </p:cNvPr>
          <p:cNvSpPr txBox="1"/>
          <p:nvPr/>
        </p:nvSpPr>
        <p:spPr>
          <a:xfrm>
            <a:off x="3681483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  <a:endParaRPr lang="en-US" sz="2800" dirty="0"/>
          </a:p>
        </p:txBody>
      </p:sp>
      <p:sp>
        <p:nvSpPr>
          <p:cNvPr id="41" name="props" hidden="1">
            <a:extLst>
              <a:ext uri="{FF2B5EF4-FFF2-40B4-BE49-F238E27FC236}">
                <a16:creationId xmlns:a16="http://schemas.microsoft.com/office/drawing/2014/main" id="{F582580E-A40F-4E1C-03B1-7DE49AD51002}"/>
              </a:ext>
            </a:extLst>
          </p:cNvPr>
          <p:cNvSpPr txBox="1"/>
          <p:nvPr/>
        </p:nvSpPr>
        <p:spPr>
          <a:xfrm>
            <a:off x="3748721" y="1811215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12" name="close-curly-braces">
            <a:extLst>
              <a:ext uri="{FF2B5EF4-FFF2-40B4-BE49-F238E27FC236}">
                <a16:creationId xmlns:a16="http://schemas.microsoft.com/office/drawing/2014/main" id="{8DC1BBA6-DF61-5E55-F647-35B758A3C6B2}"/>
              </a:ext>
            </a:extLst>
          </p:cNvPr>
          <p:cNvSpPr txBox="1"/>
          <p:nvPr/>
        </p:nvSpPr>
        <p:spPr>
          <a:xfrm>
            <a:off x="570488" y="2788626"/>
            <a:ext cx="28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21" name="arrow-function">
            <a:extLst>
              <a:ext uri="{FF2B5EF4-FFF2-40B4-BE49-F238E27FC236}">
                <a16:creationId xmlns:a16="http://schemas.microsoft.com/office/drawing/2014/main" id="{5B9DBE95-4AFD-D763-22BF-FDA4B418523D}"/>
              </a:ext>
            </a:extLst>
          </p:cNvPr>
          <p:cNvSpPr txBox="1"/>
          <p:nvPr/>
        </p:nvSpPr>
        <p:spPr>
          <a:xfrm>
            <a:off x="3921401" y="1833036"/>
            <a:ext cx="72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=&gt; { </a:t>
            </a:r>
            <a:endParaRPr lang="en-US" sz="2800" dirty="0"/>
          </a:p>
        </p:txBody>
      </p:sp>
      <p:sp>
        <p:nvSpPr>
          <p:cNvPr id="23" name="return">
            <a:extLst>
              <a:ext uri="{FF2B5EF4-FFF2-40B4-BE49-F238E27FC236}">
                <a16:creationId xmlns:a16="http://schemas.microsoft.com/office/drawing/2014/main" id="{AEFCDE21-C50F-3D42-9618-EC3161957F85}"/>
              </a:ext>
            </a:extLst>
          </p:cNvPr>
          <p:cNvSpPr txBox="1"/>
          <p:nvPr/>
        </p:nvSpPr>
        <p:spPr>
          <a:xfrm>
            <a:off x="744054" y="2272253"/>
            <a:ext cx="110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24" name="return-1">
            <a:extLst>
              <a:ext uri="{FF2B5EF4-FFF2-40B4-BE49-F238E27FC236}">
                <a16:creationId xmlns:a16="http://schemas.microsoft.com/office/drawing/2014/main" id="{CD2A0A96-2B86-FC6E-908F-F29F20AE71AC}"/>
              </a:ext>
            </a:extLst>
          </p:cNvPr>
          <p:cNvSpPr txBox="1"/>
          <p:nvPr/>
        </p:nvSpPr>
        <p:spPr>
          <a:xfrm>
            <a:off x="1816275" y="228928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5" name="return-2">
            <a:extLst>
              <a:ext uri="{FF2B5EF4-FFF2-40B4-BE49-F238E27FC236}">
                <a16:creationId xmlns:a16="http://schemas.microsoft.com/office/drawing/2014/main" id="{F97AAA5E-D982-7CC3-CEB2-6B59694295C4}"/>
              </a:ext>
            </a:extLst>
          </p:cNvPr>
          <p:cNvSpPr txBox="1"/>
          <p:nvPr/>
        </p:nvSpPr>
        <p:spPr>
          <a:xfrm>
            <a:off x="1944274" y="228928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7" name="fragment" hidden="1">
            <a:extLst>
              <a:ext uri="{FF2B5EF4-FFF2-40B4-BE49-F238E27FC236}">
                <a16:creationId xmlns:a16="http://schemas.microsoft.com/office/drawing/2014/main" id="{697AD4A2-E886-E181-9EEB-E7FB019DFD53}"/>
              </a:ext>
            </a:extLst>
          </p:cNvPr>
          <p:cNvSpPr txBox="1"/>
          <p:nvPr/>
        </p:nvSpPr>
        <p:spPr>
          <a:xfrm>
            <a:off x="1397982" y="3005946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6" name="p" hidden="1">
            <a:extLst>
              <a:ext uri="{FF2B5EF4-FFF2-40B4-BE49-F238E27FC236}">
                <a16:creationId xmlns:a16="http://schemas.microsoft.com/office/drawing/2014/main" id="{129CB979-3721-7E16-4CE5-0C44BEB5D386}"/>
              </a:ext>
            </a:extLst>
          </p:cNvPr>
          <p:cNvSpPr txBox="1"/>
          <p:nvPr/>
        </p:nvSpPr>
        <p:spPr>
          <a:xfrm>
            <a:off x="1860864" y="3457431"/>
            <a:ext cx="72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30" name="p-1" hidden="1">
            <a:extLst>
              <a:ext uri="{FF2B5EF4-FFF2-40B4-BE49-F238E27FC236}">
                <a16:creationId xmlns:a16="http://schemas.microsoft.com/office/drawing/2014/main" id="{84FE723B-E810-3BC0-29A9-75AC545F1075}"/>
              </a:ext>
            </a:extLst>
          </p:cNvPr>
          <p:cNvSpPr txBox="1"/>
          <p:nvPr/>
        </p:nvSpPr>
        <p:spPr>
          <a:xfrm>
            <a:off x="5694332" y="3456115"/>
            <a:ext cx="758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2" name="curly-braces" hidden="1">
            <a:extLst>
              <a:ext uri="{FF2B5EF4-FFF2-40B4-BE49-F238E27FC236}">
                <a16:creationId xmlns:a16="http://schemas.microsoft.com/office/drawing/2014/main" id="{2CD884F3-3C68-41EC-4857-E5EB2CF3CD71}"/>
              </a:ext>
            </a:extLst>
          </p:cNvPr>
          <p:cNvSpPr txBox="1"/>
          <p:nvPr/>
        </p:nvSpPr>
        <p:spPr>
          <a:xfrm>
            <a:off x="4234578" y="3456115"/>
            <a:ext cx="589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31" name="text" hidden="1">
            <a:extLst>
              <a:ext uri="{FF2B5EF4-FFF2-40B4-BE49-F238E27FC236}">
                <a16:creationId xmlns:a16="http://schemas.microsoft.com/office/drawing/2014/main" id="{1495109E-DF62-93BD-9655-D1D49B4207C9}"/>
              </a:ext>
            </a:extLst>
          </p:cNvPr>
          <p:cNvSpPr txBox="1"/>
          <p:nvPr/>
        </p:nvSpPr>
        <p:spPr>
          <a:xfrm>
            <a:off x="2441693" y="3457431"/>
            <a:ext cx="196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The total is</a:t>
            </a:r>
          </a:p>
        </p:txBody>
      </p:sp>
      <p:sp>
        <p:nvSpPr>
          <p:cNvPr id="38" name="value" hidden="1">
            <a:extLst>
              <a:ext uri="{FF2B5EF4-FFF2-40B4-BE49-F238E27FC236}">
                <a16:creationId xmlns:a16="http://schemas.microsoft.com/office/drawing/2014/main" id="{E3962C5C-4E30-170E-86B1-A962521DBEAC}"/>
              </a:ext>
            </a:extLst>
          </p:cNvPr>
          <p:cNvSpPr txBox="1"/>
          <p:nvPr/>
        </p:nvSpPr>
        <p:spPr>
          <a:xfrm>
            <a:off x="4444140" y="3463417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28" name="fragment-1" hidden="1">
            <a:extLst>
              <a:ext uri="{FF2B5EF4-FFF2-40B4-BE49-F238E27FC236}">
                <a16:creationId xmlns:a16="http://schemas.microsoft.com/office/drawing/2014/main" id="{E247DBAD-4669-C6A7-FD80-98674E108AA8}"/>
              </a:ext>
            </a:extLst>
          </p:cNvPr>
          <p:cNvSpPr txBox="1"/>
          <p:nvPr/>
        </p:nvSpPr>
        <p:spPr>
          <a:xfrm>
            <a:off x="1428120" y="4039284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40" name="curly-braces-1" hidden="1">
            <a:extLst>
              <a:ext uri="{FF2B5EF4-FFF2-40B4-BE49-F238E27FC236}">
                <a16:creationId xmlns:a16="http://schemas.microsoft.com/office/drawing/2014/main" id="{D25AC1A1-9956-1560-91B2-DE79373703DF}"/>
              </a:ext>
            </a:extLst>
          </p:cNvPr>
          <p:cNvSpPr txBox="1"/>
          <p:nvPr/>
        </p:nvSpPr>
        <p:spPr>
          <a:xfrm>
            <a:off x="5336597" y="3446616"/>
            <a:ext cx="404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  <a:endParaRPr lang="en-US" sz="2800" dirty="0"/>
          </a:p>
        </p:txBody>
      </p:sp>
      <p:sp>
        <p:nvSpPr>
          <p:cNvPr id="42" name="export-p" hidden="1">
            <a:extLst>
              <a:ext uri="{FF2B5EF4-FFF2-40B4-BE49-F238E27FC236}">
                <a16:creationId xmlns:a16="http://schemas.microsoft.com/office/drawing/2014/main" id="{57E6F21D-27DD-AEF8-DEF7-70846DB648AE}"/>
              </a:ext>
            </a:extLst>
          </p:cNvPr>
          <p:cNvSpPr txBox="1"/>
          <p:nvPr/>
        </p:nvSpPr>
        <p:spPr>
          <a:xfrm>
            <a:off x="533232" y="5643183"/>
            <a:ext cx="4492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export default paragraphs</a:t>
            </a:r>
          </a:p>
        </p:txBody>
      </p:sp>
    </p:spTree>
    <p:extLst>
      <p:ext uri="{BB962C8B-B14F-4D97-AF65-F5344CB8AC3E}">
        <p14:creationId xmlns:p14="http://schemas.microsoft.com/office/powerpoint/2010/main" val="528227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D01C0-CBCE-8270-58ED-A798B0D7B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623D8892-99D3-4673-AAA5-34A42F258DB0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0E0573A-1764-A0F1-25EF-705080940D6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1FA7BDD-45C4-9129-0D4C-CB3A27532E9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2234F16-6CFE-5AAD-E87D-DAA598D2F696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EDE0406-57F8-EFC2-101C-E786AA83C49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E761FD2-3EB6-EBB4-6902-ACFEBFDA30B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BC899A4-C7CE-4C4B-4AC4-8853E1258D7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865E51B-BE77-5FBE-8493-E3292B5866A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ED44E9F-B4B8-E01A-90AF-668D04C0976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B0EB973-6914-02C7-3822-8EE1DA101B1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6F950AE-738A-11ED-682A-93AC716FC1F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DDF17D3-B991-428F-8843-4200A0D9058F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0E76C9B-CCC7-3AAD-E085-A54CB56A2BE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36E4E6B-8860-4224-316E-6F8E1BE744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9572DAC-7D4A-5804-5A24-DDACC68FD400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BDF8F01-28A6-20FD-5B2E-45760A47B9F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B9B201F-9DC7-3658-48AB-A3EFAE718149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33685D2-18CF-2277-FEBB-2C4E05A761D7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code">
            <a:extLst>
              <a:ext uri="{FF2B5EF4-FFF2-40B4-BE49-F238E27FC236}">
                <a16:creationId xmlns:a16="http://schemas.microsoft.com/office/drawing/2014/main" id="{FCDFC536-0F6C-5D86-65A3-D0A61FAB8E2C}"/>
              </a:ext>
            </a:extLst>
          </p:cNvPr>
          <p:cNvSpPr/>
          <p:nvPr/>
        </p:nvSpPr>
        <p:spPr>
          <a:xfrm>
            <a:off x="304243" y="1113424"/>
            <a:ext cx="8376770" cy="5252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example">
            <a:extLst>
              <a:ext uri="{FF2B5EF4-FFF2-40B4-BE49-F238E27FC236}">
                <a16:creationId xmlns:a16="http://schemas.microsoft.com/office/drawing/2014/main" id="{57F12CEF-705F-1A94-EF92-4935D4504BE2}"/>
              </a:ext>
            </a:extLst>
          </p:cNvPr>
          <p:cNvSpPr txBox="1"/>
          <p:nvPr/>
        </p:nvSpPr>
        <p:spPr>
          <a:xfrm>
            <a:off x="349646" y="1192309"/>
            <a:ext cx="4870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Example React Components :</a:t>
            </a:r>
          </a:p>
        </p:txBody>
      </p:sp>
      <p:sp>
        <p:nvSpPr>
          <p:cNvPr id="4" name="variable">
            <a:extLst>
              <a:ext uri="{FF2B5EF4-FFF2-40B4-BE49-F238E27FC236}">
                <a16:creationId xmlns:a16="http://schemas.microsoft.com/office/drawing/2014/main" id="{92AF72AF-E967-8CC2-5D84-A19DF0D40049}"/>
              </a:ext>
            </a:extLst>
          </p:cNvPr>
          <p:cNvSpPr txBox="1"/>
          <p:nvPr/>
        </p:nvSpPr>
        <p:spPr>
          <a:xfrm>
            <a:off x="514827" y="1811454"/>
            <a:ext cx="318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paragraphs  =</a:t>
            </a:r>
          </a:p>
        </p:txBody>
      </p:sp>
      <p:sp>
        <p:nvSpPr>
          <p:cNvPr id="22" name="argument">
            <a:extLst>
              <a:ext uri="{FF2B5EF4-FFF2-40B4-BE49-F238E27FC236}">
                <a16:creationId xmlns:a16="http://schemas.microsoft.com/office/drawing/2014/main" id="{51C50AE0-216F-2043-04F8-98B8F6FD43C4}"/>
              </a:ext>
            </a:extLst>
          </p:cNvPr>
          <p:cNvSpPr txBox="1"/>
          <p:nvPr/>
        </p:nvSpPr>
        <p:spPr>
          <a:xfrm>
            <a:off x="3529554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  <a:endParaRPr lang="en-US" sz="2800" dirty="0"/>
          </a:p>
        </p:txBody>
      </p:sp>
      <p:sp>
        <p:nvSpPr>
          <p:cNvPr id="19" name="argument-1">
            <a:extLst>
              <a:ext uri="{FF2B5EF4-FFF2-40B4-BE49-F238E27FC236}">
                <a16:creationId xmlns:a16="http://schemas.microsoft.com/office/drawing/2014/main" id="{C71E2765-D6D1-8E6E-DFFD-05B2500DE4EB}"/>
              </a:ext>
            </a:extLst>
          </p:cNvPr>
          <p:cNvSpPr txBox="1"/>
          <p:nvPr/>
        </p:nvSpPr>
        <p:spPr>
          <a:xfrm>
            <a:off x="3681483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  <a:endParaRPr lang="en-US" sz="2800" dirty="0"/>
          </a:p>
        </p:txBody>
      </p:sp>
      <p:sp>
        <p:nvSpPr>
          <p:cNvPr id="41" name="props" hidden="1">
            <a:extLst>
              <a:ext uri="{FF2B5EF4-FFF2-40B4-BE49-F238E27FC236}">
                <a16:creationId xmlns:a16="http://schemas.microsoft.com/office/drawing/2014/main" id="{A84BD61E-8EFB-37D5-2B5D-C31D7DA20D96}"/>
              </a:ext>
            </a:extLst>
          </p:cNvPr>
          <p:cNvSpPr txBox="1"/>
          <p:nvPr/>
        </p:nvSpPr>
        <p:spPr>
          <a:xfrm>
            <a:off x="3748721" y="1811215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12" name="close-curly-braces">
            <a:extLst>
              <a:ext uri="{FF2B5EF4-FFF2-40B4-BE49-F238E27FC236}">
                <a16:creationId xmlns:a16="http://schemas.microsoft.com/office/drawing/2014/main" id="{DB096580-0087-26AC-A5EB-1A4776F5B5E9}"/>
              </a:ext>
            </a:extLst>
          </p:cNvPr>
          <p:cNvSpPr txBox="1"/>
          <p:nvPr/>
        </p:nvSpPr>
        <p:spPr>
          <a:xfrm>
            <a:off x="567289" y="3785875"/>
            <a:ext cx="28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21" name="arrow-function">
            <a:extLst>
              <a:ext uri="{FF2B5EF4-FFF2-40B4-BE49-F238E27FC236}">
                <a16:creationId xmlns:a16="http://schemas.microsoft.com/office/drawing/2014/main" id="{AE382022-7C68-62CF-2465-453F55449755}"/>
              </a:ext>
            </a:extLst>
          </p:cNvPr>
          <p:cNvSpPr txBox="1"/>
          <p:nvPr/>
        </p:nvSpPr>
        <p:spPr>
          <a:xfrm>
            <a:off x="3921401" y="1833036"/>
            <a:ext cx="72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=&gt; { </a:t>
            </a:r>
            <a:endParaRPr lang="en-US" sz="2800" dirty="0"/>
          </a:p>
        </p:txBody>
      </p:sp>
      <p:sp>
        <p:nvSpPr>
          <p:cNvPr id="23" name="return">
            <a:extLst>
              <a:ext uri="{FF2B5EF4-FFF2-40B4-BE49-F238E27FC236}">
                <a16:creationId xmlns:a16="http://schemas.microsoft.com/office/drawing/2014/main" id="{587D8218-B552-BF20-6747-6E7F4C038795}"/>
              </a:ext>
            </a:extLst>
          </p:cNvPr>
          <p:cNvSpPr txBox="1"/>
          <p:nvPr/>
        </p:nvSpPr>
        <p:spPr>
          <a:xfrm>
            <a:off x="744054" y="2272253"/>
            <a:ext cx="110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24" name="return-1">
            <a:extLst>
              <a:ext uri="{FF2B5EF4-FFF2-40B4-BE49-F238E27FC236}">
                <a16:creationId xmlns:a16="http://schemas.microsoft.com/office/drawing/2014/main" id="{E6A12B2E-7829-853B-BE60-F1C823454FEB}"/>
              </a:ext>
            </a:extLst>
          </p:cNvPr>
          <p:cNvSpPr txBox="1"/>
          <p:nvPr/>
        </p:nvSpPr>
        <p:spPr>
          <a:xfrm>
            <a:off x="1816275" y="228928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5" name="return-2">
            <a:extLst>
              <a:ext uri="{FF2B5EF4-FFF2-40B4-BE49-F238E27FC236}">
                <a16:creationId xmlns:a16="http://schemas.microsoft.com/office/drawing/2014/main" id="{CD7D676F-906F-A4A4-70D1-A51F7FF4F705}"/>
              </a:ext>
            </a:extLst>
          </p:cNvPr>
          <p:cNvSpPr txBox="1"/>
          <p:nvPr/>
        </p:nvSpPr>
        <p:spPr>
          <a:xfrm>
            <a:off x="787466" y="3216530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7" name="fragment" hidden="1">
            <a:extLst>
              <a:ext uri="{FF2B5EF4-FFF2-40B4-BE49-F238E27FC236}">
                <a16:creationId xmlns:a16="http://schemas.microsoft.com/office/drawing/2014/main" id="{775F8B40-0A7A-28E9-AD8E-DF9086AD6D02}"/>
              </a:ext>
            </a:extLst>
          </p:cNvPr>
          <p:cNvSpPr txBox="1"/>
          <p:nvPr/>
        </p:nvSpPr>
        <p:spPr>
          <a:xfrm>
            <a:off x="1397982" y="3005946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6" name="p">
            <a:extLst>
              <a:ext uri="{FF2B5EF4-FFF2-40B4-BE49-F238E27FC236}">
                <a16:creationId xmlns:a16="http://schemas.microsoft.com/office/drawing/2014/main" id="{567E805B-AD1C-A9E4-4F6B-2571F8052F69}"/>
              </a:ext>
            </a:extLst>
          </p:cNvPr>
          <p:cNvSpPr txBox="1"/>
          <p:nvPr/>
        </p:nvSpPr>
        <p:spPr>
          <a:xfrm>
            <a:off x="980451" y="2829543"/>
            <a:ext cx="72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30" name="p-1">
            <a:extLst>
              <a:ext uri="{FF2B5EF4-FFF2-40B4-BE49-F238E27FC236}">
                <a16:creationId xmlns:a16="http://schemas.microsoft.com/office/drawing/2014/main" id="{A7DF6B79-83C9-426C-225D-1953813A05B1}"/>
              </a:ext>
            </a:extLst>
          </p:cNvPr>
          <p:cNvSpPr txBox="1"/>
          <p:nvPr/>
        </p:nvSpPr>
        <p:spPr>
          <a:xfrm>
            <a:off x="3248331" y="2829543"/>
            <a:ext cx="758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2" name="curly-braces" hidden="1">
            <a:extLst>
              <a:ext uri="{FF2B5EF4-FFF2-40B4-BE49-F238E27FC236}">
                <a16:creationId xmlns:a16="http://schemas.microsoft.com/office/drawing/2014/main" id="{779EB3B8-DC55-F9A8-0E43-652F4E3B5E89}"/>
              </a:ext>
            </a:extLst>
          </p:cNvPr>
          <p:cNvSpPr txBox="1"/>
          <p:nvPr/>
        </p:nvSpPr>
        <p:spPr>
          <a:xfrm>
            <a:off x="4234578" y="3456115"/>
            <a:ext cx="589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3FB39255-C39F-9691-8BB1-FD4481C122BF}"/>
              </a:ext>
            </a:extLst>
          </p:cNvPr>
          <p:cNvSpPr txBox="1"/>
          <p:nvPr/>
        </p:nvSpPr>
        <p:spPr>
          <a:xfrm>
            <a:off x="1493325" y="2841732"/>
            <a:ext cx="196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The total is</a:t>
            </a:r>
          </a:p>
        </p:txBody>
      </p:sp>
      <p:sp>
        <p:nvSpPr>
          <p:cNvPr id="38" name="value" hidden="1">
            <a:extLst>
              <a:ext uri="{FF2B5EF4-FFF2-40B4-BE49-F238E27FC236}">
                <a16:creationId xmlns:a16="http://schemas.microsoft.com/office/drawing/2014/main" id="{7AE32638-10DE-1631-115B-3158F1346ECB}"/>
              </a:ext>
            </a:extLst>
          </p:cNvPr>
          <p:cNvSpPr txBox="1"/>
          <p:nvPr/>
        </p:nvSpPr>
        <p:spPr>
          <a:xfrm>
            <a:off x="4444140" y="3463417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28" name="fragment-1" hidden="1">
            <a:extLst>
              <a:ext uri="{FF2B5EF4-FFF2-40B4-BE49-F238E27FC236}">
                <a16:creationId xmlns:a16="http://schemas.microsoft.com/office/drawing/2014/main" id="{DCB55335-BDF1-B7E1-E60C-54C9546A6C2E}"/>
              </a:ext>
            </a:extLst>
          </p:cNvPr>
          <p:cNvSpPr txBox="1"/>
          <p:nvPr/>
        </p:nvSpPr>
        <p:spPr>
          <a:xfrm>
            <a:off x="1428120" y="4039284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40" name="curly-braces-1" hidden="1">
            <a:extLst>
              <a:ext uri="{FF2B5EF4-FFF2-40B4-BE49-F238E27FC236}">
                <a16:creationId xmlns:a16="http://schemas.microsoft.com/office/drawing/2014/main" id="{BD006BA5-DDBF-4FF8-FD8D-5332EEBB7489}"/>
              </a:ext>
            </a:extLst>
          </p:cNvPr>
          <p:cNvSpPr txBox="1"/>
          <p:nvPr/>
        </p:nvSpPr>
        <p:spPr>
          <a:xfrm>
            <a:off x="5336597" y="3446616"/>
            <a:ext cx="404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  <a:endParaRPr lang="en-US" sz="2800" dirty="0"/>
          </a:p>
        </p:txBody>
      </p:sp>
      <p:sp>
        <p:nvSpPr>
          <p:cNvPr id="42" name="export-p" hidden="1">
            <a:extLst>
              <a:ext uri="{FF2B5EF4-FFF2-40B4-BE49-F238E27FC236}">
                <a16:creationId xmlns:a16="http://schemas.microsoft.com/office/drawing/2014/main" id="{68EDCFCD-C273-B5BD-D9B5-6435159B456C}"/>
              </a:ext>
            </a:extLst>
          </p:cNvPr>
          <p:cNvSpPr txBox="1"/>
          <p:nvPr/>
        </p:nvSpPr>
        <p:spPr>
          <a:xfrm>
            <a:off x="533232" y="5643183"/>
            <a:ext cx="4492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export default paragraphs</a:t>
            </a:r>
          </a:p>
        </p:txBody>
      </p:sp>
    </p:spTree>
    <p:extLst>
      <p:ext uri="{BB962C8B-B14F-4D97-AF65-F5344CB8AC3E}">
        <p14:creationId xmlns:p14="http://schemas.microsoft.com/office/powerpoint/2010/main" val="4163842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34678-AFE8-08BA-C46B-51CB6DE6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6B900F4D-2095-E132-DF0E-763C7E347FE1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E9BD0AC-57E3-DAAE-DB91-ACA57DCF049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19C1046-BF0C-4645-63BB-76D01A16FAD7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D47C580-FFFC-5A54-F943-6318D8956F2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E435B14-D188-20DB-1624-775003138EB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0667443-F498-0F49-1274-33817ABDEEA5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DB4F683-2374-9ED9-B49A-CDC3FD5EBF24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3CC194E-2D96-CB95-0F60-623ADB9CEEB8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3664927-364D-F7E1-DD73-9CC489E459B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2C949A9-8E6F-2BA2-5536-EDE444932BE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DE603AAF-493F-3859-5171-1DBBCABF15B0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CFE38195-AA00-C46A-D186-E53AE6970072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3558404-B529-99D9-E39B-31891D66184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15EBF54-8317-D9B9-6C6A-13271276C1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55A1AF-EB7D-475F-CB37-FAA591EAA97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FB44FF8-6FC9-8D9E-F734-A26C04203698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A4975D4-7464-79A2-B02B-10CE6A0389E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991D11C3-65A3-9507-026C-00DB9EE82B9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code">
            <a:extLst>
              <a:ext uri="{FF2B5EF4-FFF2-40B4-BE49-F238E27FC236}">
                <a16:creationId xmlns:a16="http://schemas.microsoft.com/office/drawing/2014/main" id="{DD64F34F-880A-8C82-61BA-416B8C07A518}"/>
              </a:ext>
            </a:extLst>
          </p:cNvPr>
          <p:cNvSpPr/>
          <p:nvPr/>
        </p:nvSpPr>
        <p:spPr>
          <a:xfrm>
            <a:off x="304243" y="1113424"/>
            <a:ext cx="8376770" cy="5252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example">
            <a:extLst>
              <a:ext uri="{FF2B5EF4-FFF2-40B4-BE49-F238E27FC236}">
                <a16:creationId xmlns:a16="http://schemas.microsoft.com/office/drawing/2014/main" id="{1F75CE29-5633-2409-01D9-45D2EB673676}"/>
              </a:ext>
            </a:extLst>
          </p:cNvPr>
          <p:cNvSpPr txBox="1"/>
          <p:nvPr/>
        </p:nvSpPr>
        <p:spPr>
          <a:xfrm>
            <a:off x="349646" y="1192309"/>
            <a:ext cx="4870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Example React Components :</a:t>
            </a:r>
          </a:p>
        </p:txBody>
      </p:sp>
      <p:sp>
        <p:nvSpPr>
          <p:cNvPr id="4" name="variable">
            <a:extLst>
              <a:ext uri="{FF2B5EF4-FFF2-40B4-BE49-F238E27FC236}">
                <a16:creationId xmlns:a16="http://schemas.microsoft.com/office/drawing/2014/main" id="{1011F070-0EE1-7BFD-4463-5708DFDE0AC1}"/>
              </a:ext>
            </a:extLst>
          </p:cNvPr>
          <p:cNvSpPr txBox="1"/>
          <p:nvPr/>
        </p:nvSpPr>
        <p:spPr>
          <a:xfrm>
            <a:off x="514827" y="1811454"/>
            <a:ext cx="318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paragraphs  =</a:t>
            </a:r>
          </a:p>
        </p:txBody>
      </p:sp>
      <p:sp>
        <p:nvSpPr>
          <p:cNvPr id="22" name="argument">
            <a:extLst>
              <a:ext uri="{FF2B5EF4-FFF2-40B4-BE49-F238E27FC236}">
                <a16:creationId xmlns:a16="http://schemas.microsoft.com/office/drawing/2014/main" id="{6BFD43CA-15BE-39E9-1B36-E72828D20AAF}"/>
              </a:ext>
            </a:extLst>
          </p:cNvPr>
          <p:cNvSpPr txBox="1"/>
          <p:nvPr/>
        </p:nvSpPr>
        <p:spPr>
          <a:xfrm>
            <a:off x="3529554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  <a:endParaRPr lang="en-US" sz="2800" dirty="0"/>
          </a:p>
        </p:txBody>
      </p:sp>
      <p:sp>
        <p:nvSpPr>
          <p:cNvPr id="19" name="argument-1">
            <a:extLst>
              <a:ext uri="{FF2B5EF4-FFF2-40B4-BE49-F238E27FC236}">
                <a16:creationId xmlns:a16="http://schemas.microsoft.com/office/drawing/2014/main" id="{B3FE67DE-1988-83FB-4834-C46AB3C359FC}"/>
              </a:ext>
            </a:extLst>
          </p:cNvPr>
          <p:cNvSpPr txBox="1"/>
          <p:nvPr/>
        </p:nvSpPr>
        <p:spPr>
          <a:xfrm>
            <a:off x="3681483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  <a:endParaRPr lang="en-US" sz="2800" dirty="0"/>
          </a:p>
        </p:txBody>
      </p:sp>
      <p:sp>
        <p:nvSpPr>
          <p:cNvPr id="41" name="props" hidden="1">
            <a:extLst>
              <a:ext uri="{FF2B5EF4-FFF2-40B4-BE49-F238E27FC236}">
                <a16:creationId xmlns:a16="http://schemas.microsoft.com/office/drawing/2014/main" id="{6E755795-4CF2-8554-824E-C357CED89BBA}"/>
              </a:ext>
            </a:extLst>
          </p:cNvPr>
          <p:cNvSpPr txBox="1"/>
          <p:nvPr/>
        </p:nvSpPr>
        <p:spPr>
          <a:xfrm>
            <a:off x="3748721" y="1811215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12" name="close-curly-braces">
            <a:extLst>
              <a:ext uri="{FF2B5EF4-FFF2-40B4-BE49-F238E27FC236}">
                <a16:creationId xmlns:a16="http://schemas.microsoft.com/office/drawing/2014/main" id="{1CF3CE02-DEFC-4E9D-4017-1D1CFBA9EF0A}"/>
              </a:ext>
            </a:extLst>
          </p:cNvPr>
          <p:cNvSpPr txBox="1"/>
          <p:nvPr/>
        </p:nvSpPr>
        <p:spPr>
          <a:xfrm>
            <a:off x="564004" y="4662763"/>
            <a:ext cx="28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21" name="arrow-function">
            <a:extLst>
              <a:ext uri="{FF2B5EF4-FFF2-40B4-BE49-F238E27FC236}">
                <a16:creationId xmlns:a16="http://schemas.microsoft.com/office/drawing/2014/main" id="{5BACF193-0FA6-63F5-F3CC-0012DA7A94A7}"/>
              </a:ext>
            </a:extLst>
          </p:cNvPr>
          <p:cNvSpPr txBox="1"/>
          <p:nvPr/>
        </p:nvSpPr>
        <p:spPr>
          <a:xfrm>
            <a:off x="3921401" y="1833036"/>
            <a:ext cx="72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=&gt; { </a:t>
            </a:r>
            <a:endParaRPr lang="en-US" sz="2800" dirty="0"/>
          </a:p>
        </p:txBody>
      </p:sp>
      <p:sp>
        <p:nvSpPr>
          <p:cNvPr id="23" name="return">
            <a:extLst>
              <a:ext uri="{FF2B5EF4-FFF2-40B4-BE49-F238E27FC236}">
                <a16:creationId xmlns:a16="http://schemas.microsoft.com/office/drawing/2014/main" id="{6E23A0F0-1A1B-ECD0-5430-E3807D8634FD}"/>
              </a:ext>
            </a:extLst>
          </p:cNvPr>
          <p:cNvSpPr txBox="1"/>
          <p:nvPr/>
        </p:nvSpPr>
        <p:spPr>
          <a:xfrm>
            <a:off x="744054" y="2272253"/>
            <a:ext cx="110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24" name="return-1">
            <a:extLst>
              <a:ext uri="{FF2B5EF4-FFF2-40B4-BE49-F238E27FC236}">
                <a16:creationId xmlns:a16="http://schemas.microsoft.com/office/drawing/2014/main" id="{B91C78CB-DFA5-430F-5058-03C1AB770B54}"/>
              </a:ext>
            </a:extLst>
          </p:cNvPr>
          <p:cNvSpPr txBox="1"/>
          <p:nvPr/>
        </p:nvSpPr>
        <p:spPr>
          <a:xfrm>
            <a:off x="1816275" y="228928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5" name="return-2">
            <a:extLst>
              <a:ext uri="{FF2B5EF4-FFF2-40B4-BE49-F238E27FC236}">
                <a16:creationId xmlns:a16="http://schemas.microsoft.com/office/drawing/2014/main" id="{3484BB43-7B74-D8AF-1835-FEA0AB7E0415}"/>
              </a:ext>
            </a:extLst>
          </p:cNvPr>
          <p:cNvSpPr txBox="1"/>
          <p:nvPr/>
        </p:nvSpPr>
        <p:spPr>
          <a:xfrm>
            <a:off x="784181" y="409341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7" name="fragment">
            <a:extLst>
              <a:ext uri="{FF2B5EF4-FFF2-40B4-BE49-F238E27FC236}">
                <a16:creationId xmlns:a16="http://schemas.microsoft.com/office/drawing/2014/main" id="{C3B3852C-0513-2EDE-8CEA-3449555BBF04}"/>
              </a:ext>
            </a:extLst>
          </p:cNvPr>
          <p:cNvSpPr txBox="1"/>
          <p:nvPr/>
        </p:nvSpPr>
        <p:spPr>
          <a:xfrm>
            <a:off x="1139185" y="2807662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6" name="p">
            <a:extLst>
              <a:ext uri="{FF2B5EF4-FFF2-40B4-BE49-F238E27FC236}">
                <a16:creationId xmlns:a16="http://schemas.microsoft.com/office/drawing/2014/main" id="{C9A7B465-BA24-6C59-7DCD-86C692C24762}"/>
              </a:ext>
            </a:extLst>
          </p:cNvPr>
          <p:cNvSpPr txBox="1"/>
          <p:nvPr/>
        </p:nvSpPr>
        <p:spPr>
          <a:xfrm>
            <a:off x="1438854" y="3273307"/>
            <a:ext cx="72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30" name="p-1">
            <a:extLst>
              <a:ext uri="{FF2B5EF4-FFF2-40B4-BE49-F238E27FC236}">
                <a16:creationId xmlns:a16="http://schemas.microsoft.com/office/drawing/2014/main" id="{526B2868-EB22-5316-165E-19D633F4916B}"/>
              </a:ext>
            </a:extLst>
          </p:cNvPr>
          <p:cNvSpPr txBox="1"/>
          <p:nvPr/>
        </p:nvSpPr>
        <p:spPr>
          <a:xfrm>
            <a:off x="3706734" y="3273307"/>
            <a:ext cx="758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2" name="curly-braces" hidden="1">
            <a:extLst>
              <a:ext uri="{FF2B5EF4-FFF2-40B4-BE49-F238E27FC236}">
                <a16:creationId xmlns:a16="http://schemas.microsoft.com/office/drawing/2014/main" id="{12531DF2-040D-FD3E-FC69-A74651C9269A}"/>
              </a:ext>
            </a:extLst>
          </p:cNvPr>
          <p:cNvSpPr txBox="1"/>
          <p:nvPr/>
        </p:nvSpPr>
        <p:spPr>
          <a:xfrm>
            <a:off x="4234578" y="3456115"/>
            <a:ext cx="589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D9A6CFEA-CA05-EE0E-3F4D-7ECA75658BB8}"/>
              </a:ext>
            </a:extLst>
          </p:cNvPr>
          <p:cNvSpPr txBox="1"/>
          <p:nvPr/>
        </p:nvSpPr>
        <p:spPr>
          <a:xfrm>
            <a:off x="1951728" y="3285496"/>
            <a:ext cx="196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The total is</a:t>
            </a:r>
          </a:p>
        </p:txBody>
      </p:sp>
      <p:sp>
        <p:nvSpPr>
          <p:cNvPr id="38" name="value" hidden="1">
            <a:extLst>
              <a:ext uri="{FF2B5EF4-FFF2-40B4-BE49-F238E27FC236}">
                <a16:creationId xmlns:a16="http://schemas.microsoft.com/office/drawing/2014/main" id="{245AE582-23E5-9DCB-85EC-E5E3AA695B20}"/>
              </a:ext>
            </a:extLst>
          </p:cNvPr>
          <p:cNvSpPr txBox="1"/>
          <p:nvPr/>
        </p:nvSpPr>
        <p:spPr>
          <a:xfrm>
            <a:off x="4444140" y="3463417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28" name="fragment-1">
            <a:extLst>
              <a:ext uri="{FF2B5EF4-FFF2-40B4-BE49-F238E27FC236}">
                <a16:creationId xmlns:a16="http://schemas.microsoft.com/office/drawing/2014/main" id="{02FE900C-A407-55BD-415A-D547DA8A73C3}"/>
              </a:ext>
            </a:extLst>
          </p:cNvPr>
          <p:cNvSpPr txBox="1"/>
          <p:nvPr/>
        </p:nvSpPr>
        <p:spPr>
          <a:xfrm>
            <a:off x="1162594" y="3803870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40" name="curly-braces-1" hidden="1">
            <a:extLst>
              <a:ext uri="{FF2B5EF4-FFF2-40B4-BE49-F238E27FC236}">
                <a16:creationId xmlns:a16="http://schemas.microsoft.com/office/drawing/2014/main" id="{6A5FE0A8-C072-2533-AC99-6D7B1DA6C71F}"/>
              </a:ext>
            </a:extLst>
          </p:cNvPr>
          <p:cNvSpPr txBox="1"/>
          <p:nvPr/>
        </p:nvSpPr>
        <p:spPr>
          <a:xfrm>
            <a:off x="5336597" y="3446616"/>
            <a:ext cx="404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  <a:endParaRPr lang="en-US" sz="2800" dirty="0"/>
          </a:p>
        </p:txBody>
      </p:sp>
      <p:sp>
        <p:nvSpPr>
          <p:cNvPr id="42" name="export-p" hidden="1">
            <a:extLst>
              <a:ext uri="{FF2B5EF4-FFF2-40B4-BE49-F238E27FC236}">
                <a16:creationId xmlns:a16="http://schemas.microsoft.com/office/drawing/2014/main" id="{0E97EDC5-BA76-9EA8-144A-C0C4D52D2178}"/>
              </a:ext>
            </a:extLst>
          </p:cNvPr>
          <p:cNvSpPr txBox="1"/>
          <p:nvPr/>
        </p:nvSpPr>
        <p:spPr>
          <a:xfrm>
            <a:off x="533232" y="5643183"/>
            <a:ext cx="4492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export default paragraphs</a:t>
            </a:r>
          </a:p>
        </p:txBody>
      </p:sp>
    </p:spTree>
    <p:extLst>
      <p:ext uri="{BB962C8B-B14F-4D97-AF65-F5344CB8AC3E}">
        <p14:creationId xmlns:p14="http://schemas.microsoft.com/office/powerpoint/2010/main" val="3540689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24FE3-CC09-752E-D80E-0F1DEB4D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5BF1D185-4F99-2A87-20D1-539DAF250E19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75CA9BB-FDEC-025A-0C8E-A117FCF6559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0B43D8D-3D14-47DD-7E73-5B4BEA8D116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843B085-3F0B-31A5-C86D-E4B1A1B1E7B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C4D36CD-7E0E-B054-F771-BE4862E4A52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5FC39FB-82F3-472C-8AC7-3AFBB6BDADD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95B68CF-1DB7-E4BB-B92A-61B0906D3A5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60B6825-164B-9D8E-BE1E-D3D1C4A4614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9B752D8-7047-D25F-0987-CFACFD1E5FDD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E233243-08EF-B5CC-EA89-1C3CE9393E15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CAF452DD-4573-AA4B-B865-7C289DDCAA7B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B0043ACA-94FE-3854-83AC-A7EDBE3F6587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83B6BDA-30F0-E16A-A9BF-EA5507EEE5A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6843913-6C2A-A6D6-EE53-2212E5C18B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25FC840-2924-A8EA-BF1E-28B5ED2D79E0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F7D96F6-C180-387B-2895-A0E763B580B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65ECB2B-8112-6373-3951-7DAAC1865F1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11791C2-F170-33BA-5F7B-31700562675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code">
            <a:extLst>
              <a:ext uri="{FF2B5EF4-FFF2-40B4-BE49-F238E27FC236}">
                <a16:creationId xmlns:a16="http://schemas.microsoft.com/office/drawing/2014/main" id="{79D7EBA8-1457-A7B7-C180-0FB1A7D316E3}"/>
              </a:ext>
            </a:extLst>
          </p:cNvPr>
          <p:cNvSpPr/>
          <p:nvPr/>
        </p:nvSpPr>
        <p:spPr>
          <a:xfrm>
            <a:off x="304243" y="1113424"/>
            <a:ext cx="8376770" cy="5252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example">
            <a:extLst>
              <a:ext uri="{FF2B5EF4-FFF2-40B4-BE49-F238E27FC236}">
                <a16:creationId xmlns:a16="http://schemas.microsoft.com/office/drawing/2014/main" id="{AF871908-AB09-99F5-FC18-A9860FBF83BD}"/>
              </a:ext>
            </a:extLst>
          </p:cNvPr>
          <p:cNvSpPr txBox="1"/>
          <p:nvPr/>
        </p:nvSpPr>
        <p:spPr>
          <a:xfrm>
            <a:off x="349646" y="1192309"/>
            <a:ext cx="4870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Example React Components :</a:t>
            </a:r>
          </a:p>
        </p:txBody>
      </p:sp>
      <p:sp>
        <p:nvSpPr>
          <p:cNvPr id="4" name="variable">
            <a:extLst>
              <a:ext uri="{FF2B5EF4-FFF2-40B4-BE49-F238E27FC236}">
                <a16:creationId xmlns:a16="http://schemas.microsoft.com/office/drawing/2014/main" id="{3912CCD9-001E-F6D8-2B16-3C6AA98721AE}"/>
              </a:ext>
            </a:extLst>
          </p:cNvPr>
          <p:cNvSpPr txBox="1"/>
          <p:nvPr/>
        </p:nvSpPr>
        <p:spPr>
          <a:xfrm>
            <a:off x="514827" y="1811454"/>
            <a:ext cx="318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paragraphs  =</a:t>
            </a:r>
          </a:p>
        </p:txBody>
      </p:sp>
      <p:sp>
        <p:nvSpPr>
          <p:cNvPr id="22" name="argument">
            <a:extLst>
              <a:ext uri="{FF2B5EF4-FFF2-40B4-BE49-F238E27FC236}">
                <a16:creationId xmlns:a16="http://schemas.microsoft.com/office/drawing/2014/main" id="{81241E7C-3961-979C-312B-27A70AA32030}"/>
              </a:ext>
            </a:extLst>
          </p:cNvPr>
          <p:cNvSpPr txBox="1"/>
          <p:nvPr/>
        </p:nvSpPr>
        <p:spPr>
          <a:xfrm>
            <a:off x="3529554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  <a:endParaRPr lang="en-US" sz="2800" dirty="0"/>
          </a:p>
        </p:txBody>
      </p:sp>
      <p:sp>
        <p:nvSpPr>
          <p:cNvPr id="19" name="argument-1">
            <a:extLst>
              <a:ext uri="{FF2B5EF4-FFF2-40B4-BE49-F238E27FC236}">
                <a16:creationId xmlns:a16="http://schemas.microsoft.com/office/drawing/2014/main" id="{17B94C7E-BB86-CC30-20E5-830EAEE459D2}"/>
              </a:ext>
            </a:extLst>
          </p:cNvPr>
          <p:cNvSpPr txBox="1"/>
          <p:nvPr/>
        </p:nvSpPr>
        <p:spPr>
          <a:xfrm>
            <a:off x="4653759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  <a:endParaRPr lang="en-US" sz="2800" dirty="0"/>
          </a:p>
        </p:txBody>
      </p:sp>
      <p:sp>
        <p:nvSpPr>
          <p:cNvPr id="41" name="props">
            <a:extLst>
              <a:ext uri="{FF2B5EF4-FFF2-40B4-BE49-F238E27FC236}">
                <a16:creationId xmlns:a16="http://schemas.microsoft.com/office/drawing/2014/main" id="{16E0FE1B-9FC6-53A5-2479-6C0C3F937931}"/>
              </a:ext>
            </a:extLst>
          </p:cNvPr>
          <p:cNvSpPr txBox="1"/>
          <p:nvPr/>
        </p:nvSpPr>
        <p:spPr>
          <a:xfrm>
            <a:off x="3748721" y="1811215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12" name="close-curly-braces">
            <a:extLst>
              <a:ext uri="{FF2B5EF4-FFF2-40B4-BE49-F238E27FC236}">
                <a16:creationId xmlns:a16="http://schemas.microsoft.com/office/drawing/2014/main" id="{CC2F0FD9-4C2E-BDC2-285F-AF4B75EA880C}"/>
              </a:ext>
            </a:extLst>
          </p:cNvPr>
          <p:cNvSpPr txBox="1"/>
          <p:nvPr/>
        </p:nvSpPr>
        <p:spPr>
          <a:xfrm>
            <a:off x="564004" y="4662763"/>
            <a:ext cx="28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21" name="arrow-function">
            <a:extLst>
              <a:ext uri="{FF2B5EF4-FFF2-40B4-BE49-F238E27FC236}">
                <a16:creationId xmlns:a16="http://schemas.microsoft.com/office/drawing/2014/main" id="{2DD3BB86-7734-E43B-D43E-25BE2E1E3564}"/>
              </a:ext>
            </a:extLst>
          </p:cNvPr>
          <p:cNvSpPr txBox="1"/>
          <p:nvPr/>
        </p:nvSpPr>
        <p:spPr>
          <a:xfrm>
            <a:off x="4939314" y="1833036"/>
            <a:ext cx="72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=&gt; { </a:t>
            </a:r>
            <a:endParaRPr lang="en-US" sz="2800" dirty="0"/>
          </a:p>
        </p:txBody>
      </p:sp>
      <p:sp>
        <p:nvSpPr>
          <p:cNvPr id="23" name="return">
            <a:extLst>
              <a:ext uri="{FF2B5EF4-FFF2-40B4-BE49-F238E27FC236}">
                <a16:creationId xmlns:a16="http://schemas.microsoft.com/office/drawing/2014/main" id="{26CC8148-AE8D-3426-590E-E21BF39C5ADC}"/>
              </a:ext>
            </a:extLst>
          </p:cNvPr>
          <p:cNvSpPr txBox="1"/>
          <p:nvPr/>
        </p:nvSpPr>
        <p:spPr>
          <a:xfrm>
            <a:off x="744054" y="2272253"/>
            <a:ext cx="110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24" name="return-1">
            <a:extLst>
              <a:ext uri="{FF2B5EF4-FFF2-40B4-BE49-F238E27FC236}">
                <a16:creationId xmlns:a16="http://schemas.microsoft.com/office/drawing/2014/main" id="{CC36B042-1146-A86B-5614-B4EB8E9903CB}"/>
              </a:ext>
            </a:extLst>
          </p:cNvPr>
          <p:cNvSpPr txBox="1"/>
          <p:nvPr/>
        </p:nvSpPr>
        <p:spPr>
          <a:xfrm>
            <a:off x="1816275" y="228928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5" name="return-2">
            <a:extLst>
              <a:ext uri="{FF2B5EF4-FFF2-40B4-BE49-F238E27FC236}">
                <a16:creationId xmlns:a16="http://schemas.microsoft.com/office/drawing/2014/main" id="{102DED33-24D3-EBBE-207D-4BD96D506B19}"/>
              </a:ext>
            </a:extLst>
          </p:cNvPr>
          <p:cNvSpPr txBox="1"/>
          <p:nvPr/>
        </p:nvSpPr>
        <p:spPr>
          <a:xfrm>
            <a:off x="784181" y="409341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7" name="fragment">
            <a:extLst>
              <a:ext uri="{FF2B5EF4-FFF2-40B4-BE49-F238E27FC236}">
                <a16:creationId xmlns:a16="http://schemas.microsoft.com/office/drawing/2014/main" id="{CA56E07A-D41A-038D-ECE2-300A599FB978}"/>
              </a:ext>
            </a:extLst>
          </p:cNvPr>
          <p:cNvSpPr txBox="1"/>
          <p:nvPr/>
        </p:nvSpPr>
        <p:spPr>
          <a:xfrm>
            <a:off x="1139185" y="2807662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6" name="p">
            <a:extLst>
              <a:ext uri="{FF2B5EF4-FFF2-40B4-BE49-F238E27FC236}">
                <a16:creationId xmlns:a16="http://schemas.microsoft.com/office/drawing/2014/main" id="{038A7F2E-CD47-FB0D-6EB1-2C2D01CBF38A}"/>
              </a:ext>
            </a:extLst>
          </p:cNvPr>
          <p:cNvSpPr txBox="1"/>
          <p:nvPr/>
        </p:nvSpPr>
        <p:spPr>
          <a:xfrm>
            <a:off x="1438854" y="3273307"/>
            <a:ext cx="72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30" name="p-1">
            <a:extLst>
              <a:ext uri="{FF2B5EF4-FFF2-40B4-BE49-F238E27FC236}">
                <a16:creationId xmlns:a16="http://schemas.microsoft.com/office/drawing/2014/main" id="{F445FE99-928A-57AE-8E9B-935C98F5674F}"/>
              </a:ext>
            </a:extLst>
          </p:cNvPr>
          <p:cNvSpPr txBox="1"/>
          <p:nvPr/>
        </p:nvSpPr>
        <p:spPr>
          <a:xfrm>
            <a:off x="3706734" y="3273307"/>
            <a:ext cx="758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2" name="curly-braces" hidden="1">
            <a:extLst>
              <a:ext uri="{FF2B5EF4-FFF2-40B4-BE49-F238E27FC236}">
                <a16:creationId xmlns:a16="http://schemas.microsoft.com/office/drawing/2014/main" id="{AA2F0AEE-F2D2-19AC-E28A-02F73C401C0B}"/>
              </a:ext>
            </a:extLst>
          </p:cNvPr>
          <p:cNvSpPr txBox="1"/>
          <p:nvPr/>
        </p:nvSpPr>
        <p:spPr>
          <a:xfrm>
            <a:off x="4234578" y="3456115"/>
            <a:ext cx="589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EB5803CD-92F3-D737-4EC6-71B7D2DD34C7}"/>
              </a:ext>
            </a:extLst>
          </p:cNvPr>
          <p:cNvSpPr txBox="1"/>
          <p:nvPr/>
        </p:nvSpPr>
        <p:spPr>
          <a:xfrm>
            <a:off x="1951728" y="3285496"/>
            <a:ext cx="196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The total is</a:t>
            </a:r>
          </a:p>
        </p:txBody>
      </p:sp>
      <p:sp>
        <p:nvSpPr>
          <p:cNvPr id="38" name="value" hidden="1">
            <a:extLst>
              <a:ext uri="{FF2B5EF4-FFF2-40B4-BE49-F238E27FC236}">
                <a16:creationId xmlns:a16="http://schemas.microsoft.com/office/drawing/2014/main" id="{435E7189-2F6B-26C6-D543-2E911EF9854D}"/>
              </a:ext>
            </a:extLst>
          </p:cNvPr>
          <p:cNvSpPr txBox="1"/>
          <p:nvPr/>
        </p:nvSpPr>
        <p:spPr>
          <a:xfrm>
            <a:off x="4444140" y="3463417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28" name="fragment-1">
            <a:extLst>
              <a:ext uri="{FF2B5EF4-FFF2-40B4-BE49-F238E27FC236}">
                <a16:creationId xmlns:a16="http://schemas.microsoft.com/office/drawing/2014/main" id="{E385C230-8336-DAA0-A7B2-A3C1EE59EDB6}"/>
              </a:ext>
            </a:extLst>
          </p:cNvPr>
          <p:cNvSpPr txBox="1"/>
          <p:nvPr/>
        </p:nvSpPr>
        <p:spPr>
          <a:xfrm>
            <a:off x="1162594" y="3803870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40" name="curly-braces-1" hidden="1">
            <a:extLst>
              <a:ext uri="{FF2B5EF4-FFF2-40B4-BE49-F238E27FC236}">
                <a16:creationId xmlns:a16="http://schemas.microsoft.com/office/drawing/2014/main" id="{10529063-DCEE-95E0-5585-76F18FAAB321}"/>
              </a:ext>
            </a:extLst>
          </p:cNvPr>
          <p:cNvSpPr txBox="1"/>
          <p:nvPr/>
        </p:nvSpPr>
        <p:spPr>
          <a:xfrm>
            <a:off x="5336597" y="3446616"/>
            <a:ext cx="404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  <a:endParaRPr lang="en-US" sz="2800" dirty="0"/>
          </a:p>
        </p:txBody>
      </p:sp>
      <p:sp>
        <p:nvSpPr>
          <p:cNvPr id="42" name="export-p" hidden="1">
            <a:extLst>
              <a:ext uri="{FF2B5EF4-FFF2-40B4-BE49-F238E27FC236}">
                <a16:creationId xmlns:a16="http://schemas.microsoft.com/office/drawing/2014/main" id="{84C9B28D-5854-56C9-1DE8-98258F3F8455}"/>
              </a:ext>
            </a:extLst>
          </p:cNvPr>
          <p:cNvSpPr txBox="1"/>
          <p:nvPr/>
        </p:nvSpPr>
        <p:spPr>
          <a:xfrm>
            <a:off x="533232" y="5643183"/>
            <a:ext cx="4492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export default paragraphs</a:t>
            </a:r>
          </a:p>
        </p:txBody>
      </p:sp>
    </p:spTree>
    <p:extLst>
      <p:ext uri="{BB962C8B-B14F-4D97-AF65-F5344CB8AC3E}">
        <p14:creationId xmlns:p14="http://schemas.microsoft.com/office/powerpoint/2010/main" val="3077115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72C2F-A4D5-DB49-FDCC-C24FF493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A1E95A6B-0EA2-5BDA-CF87-625C872EA80D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4F44EAD-DCA1-9A4C-0689-7FA016EE915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A1A2C2D-355C-027A-770F-947CB7DE740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795379A-D896-E7C9-61BE-F3A645222C5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F09C29E4-5939-5671-44B8-A16DF69ABE6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5796936-041E-8680-A052-37AA7498789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529EA6C-4AE7-F194-71C9-95DEFE01C8A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19F413A-2877-7FD9-CBB8-4721BC1E50D7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C8B765B-4892-EADE-78B1-F4AAB8D2FA88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AD736F6-2009-32ED-7173-9B004814C40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93FDF97-F071-3E71-4EE9-7FBB667E2AC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FB368418-2AE7-4124-05DB-1551131A431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B1AFB7A-7697-58E3-8BF2-64E9130F65A6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642117D-3573-76C1-F19A-91DAE8EE05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47DBB6B-62F6-6965-53B1-A63348DF2B4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D24CBB4-42C2-E642-1E54-AD6920A811BC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8615043-0653-AF25-4984-D5E014131397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FFBE4E2-E6F9-2A57-0465-9AFCB41A17DE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code">
            <a:extLst>
              <a:ext uri="{FF2B5EF4-FFF2-40B4-BE49-F238E27FC236}">
                <a16:creationId xmlns:a16="http://schemas.microsoft.com/office/drawing/2014/main" id="{3CB5AF94-4370-26BD-C17A-A2819A10DDCC}"/>
              </a:ext>
            </a:extLst>
          </p:cNvPr>
          <p:cNvSpPr/>
          <p:nvPr/>
        </p:nvSpPr>
        <p:spPr>
          <a:xfrm>
            <a:off x="304243" y="1113424"/>
            <a:ext cx="8376770" cy="5252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example">
            <a:extLst>
              <a:ext uri="{FF2B5EF4-FFF2-40B4-BE49-F238E27FC236}">
                <a16:creationId xmlns:a16="http://schemas.microsoft.com/office/drawing/2014/main" id="{5697359E-DACE-8772-4B7F-6D9B7673F39D}"/>
              </a:ext>
            </a:extLst>
          </p:cNvPr>
          <p:cNvSpPr txBox="1"/>
          <p:nvPr/>
        </p:nvSpPr>
        <p:spPr>
          <a:xfrm>
            <a:off x="349646" y="1192309"/>
            <a:ext cx="4870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Example React Components :</a:t>
            </a:r>
          </a:p>
        </p:txBody>
      </p:sp>
      <p:sp>
        <p:nvSpPr>
          <p:cNvPr id="4" name="variable">
            <a:extLst>
              <a:ext uri="{FF2B5EF4-FFF2-40B4-BE49-F238E27FC236}">
                <a16:creationId xmlns:a16="http://schemas.microsoft.com/office/drawing/2014/main" id="{6DB9BF5D-373C-201D-E6E6-3280AE8409EC}"/>
              </a:ext>
            </a:extLst>
          </p:cNvPr>
          <p:cNvSpPr txBox="1"/>
          <p:nvPr/>
        </p:nvSpPr>
        <p:spPr>
          <a:xfrm>
            <a:off x="514827" y="1811454"/>
            <a:ext cx="318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paragraphs  =</a:t>
            </a:r>
          </a:p>
        </p:txBody>
      </p:sp>
      <p:sp>
        <p:nvSpPr>
          <p:cNvPr id="22" name="argument">
            <a:extLst>
              <a:ext uri="{FF2B5EF4-FFF2-40B4-BE49-F238E27FC236}">
                <a16:creationId xmlns:a16="http://schemas.microsoft.com/office/drawing/2014/main" id="{5ED5C5DC-0479-4189-D193-20B98F798A18}"/>
              </a:ext>
            </a:extLst>
          </p:cNvPr>
          <p:cNvSpPr txBox="1"/>
          <p:nvPr/>
        </p:nvSpPr>
        <p:spPr>
          <a:xfrm>
            <a:off x="3529554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  <a:endParaRPr lang="en-US" sz="2800" dirty="0"/>
          </a:p>
        </p:txBody>
      </p:sp>
      <p:sp>
        <p:nvSpPr>
          <p:cNvPr id="19" name="argument-1">
            <a:extLst>
              <a:ext uri="{FF2B5EF4-FFF2-40B4-BE49-F238E27FC236}">
                <a16:creationId xmlns:a16="http://schemas.microsoft.com/office/drawing/2014/main" id="{1B5116D6-0842-8A65-0E82-05BDCAFD702B}"/>
              </a:ext>
            </a:extLst>
          </p:cNvPr>
          <p:cNvSpPr txBox="1"/>
          <p:nvPr/>
        </p:nvSpPr>
        <p:spPr>
          <a:xfrm>
            <a:off x="4653759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  <a:endParaRPr lang="en-US" sz="2800" dirty="0"/>
          </a:p>
        </p:txBody>
      </p:sp>
      <p:sp>
        <p:nvSpPr>
          <p:cNvPr id="41" name="props">
            <a:extLst>
              <a:ext uri="{FF2B5EF4-FFF2-40B4-BE49-F238E27FC236}">
                <a16:creationId xmlns:a16="http://schemas.microsoft.com/office/drawing/2014/main" id="{7F536B3C-35BA-7AE0-7C77-8FE606EFC38C}"/>
              </a:ext>
            </a:extLst>
          </p:cNvPr>
          <p:cNvSpPr txBox="1"/>
          <p:nvPr/>
        </p:nvSpPr>
        <p:spPr>
          <a:xfrm>
            <a:off x="3748721" y="1811215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12" name="close-curly-braces">
            <a:extLst>
              <a:ext uri="{FF2B5EF4-FFF2-40B4-BE49-F238E27FC236}">
                <a16:creationId xmlns:a16="http://schemas.microsoft.com/office/drawing/2014/main" id="{F290B642-B874-B1D3-D51D-4B8D47BD06B4}"/>
              </a:ext>
            </a:extLst>
          </p:cNvPr>
          <p:cNvSpPr txBox="1"/>
          <p:nvPr/>
        </p:nvSpPr>
        <p:spPr>
          <a:xfrm>
            <a:off x="564004" y="4662763"/>
            <a:ext cx="28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21" name="arrow-function">
            <a:extLst>
              <a:ext uri="{FF2B5EF4-FFF2-40B4-BE49-F238E27FC236}">
                <a16:creationId xmlns:a16="http://schemas.microsoft.com/office/drawing/2014/main" id="{B75CEA5A-85E8-3AA5-1993-B5767A186B4E}"/>
              </a:ext>
            </a:extLst>
          </p:cNvPr>
          <p:cNvSpPr txBox="1"/>
          <p:nvPr/>
        </p:nvSpPr>
        <p:spPr>
          <a:xfrm>
            <a:off x="4939314" y="1833036"/>
            <a:ext cx="72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=&gt; { </a:t>
            </a:r>
            <a:endParaRPr lang="en-US" sz="2800" dirty="0"/>
          </a:p>
        </p:txBody>
      </p:sp>
      <p:sp>
        <p:nvSpPr>
          <p:cNvPr id="23" name="return">
            <a:extLst>
              <a:ext uri="{FF2B5EF4-FFF2-40B4-BE49-F238E27FC236}">
                <a16:creationId xmlns:a16="http://schemas.microsoft.com/office/drawing/2014/main" id="{4783D84E-808C-5965-6ED8-7525A7FEC58F}"/>
              </a:ext>
            </a:extLst>
          </p:cNvPr>
          <p:cNvSpPr txBox="1"/>
          <p:nvPr/>
        </p:nvSpPr>
        <p:spPr>
          <a:xfrm>
            <a:off x="744054" y="2272253"/>
            <a:ext cx="110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24" name="return-1">
            <a:extLst>
              <a:ext uri="{FF2B5EF4-FFF2-40B4-BE49-F238E27FC236}">
                <a16:creationId xmlns:a16="http://schemas.microsoft.com/office/drawing/2014/main" id="{485C957E-6D24-5C40-0023-C732182B2094}"/>
              </a:ext>
            </a:extLst>
          </p:cNvPr>
          <p:cNvSpPr txBox="1"/>
          <p:nvPr/>
        </p:nvSpPr>
        <p:spPr>
          <a:xfrm>
            <a:off x="1816275" y="228928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5" name="return-2">
            <a:extLst>
              <a:ext uri="{FF2B5EF4-FFF2-40B4-BE49-F238E27FC236}">
                <a16:creationId xmlns:a16="http://schemas.microsoft.com/office/drawing/2014/main" id="{00BC321A-D9A9-3AB1-4AC7-4E9660A21FED}"/>
              </a:ext>
            </a:extLst>
          </p:cNvPr>
          <p:cNvSpPr txBox="1"/>
          <p:nvPr/>
        </p:nvSpPr>
        <p:spPr>
          <a:xfrm>
            <a:off x="784181" y="409341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7" name="fragment">
            <a:extLst>
              <a:ext uri="{FF2B5EF4-FFF2-40B4-BE49-F238E27FC236}">
                <a16:creationId xmlns:a16="http://schemas.microsoft.com/office/drawing/2014/main" id="{CF969E15-7A68-9FBA-EA01-91FB1B0942F9}"/>
              </a:ext>
            </a:extLst>
          </p:cNvPr>
          <p:cNvSpPr txBox="1"/>
          <p:nvPr/>
        </p:nvSpPr>
        <p:spPr>
          <a:xfrm>
            <a:off x="1139185" y="2807662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6" name="p">
            <a:extLst>
              <a:ext uri="{FF2B5EF4-FFF2-40B4-BE49-F238E27FC236}">
                <a16:creationId xmlns:a16="http://schemas.microsoft.com/office/drawing/2014/main" id="{16ECCC77-FB04-7B55-F6C7-C5CDF4551A72}"/>
              </a:ext>
            </a:extLst>
          </p:cNvPr>
          <p:cNvSpPr txBox="1"/>
          <p:nvPr/>
        </p:nvSpPr>
        <p:spPr>
          <a:xfrm>
            <a:off x="1438854" y="3273307"/>
            <a:ext cx="72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30" name="p-1">
            <a:extLst>
              <a:ext uri="{FF2B5EF4-FFF2-40B4-BE49-F238E27FC236}">
                <a16:creationId xmlns:a16="http://schemas.microsoft.com/office/drawing/2014/main" id="{9A7C70EB-0D8F-4D33-B1CD-D3289B3B3C0D}"/>
              </a:ext>
            </a:extLst>
          </p:cNvPr>
          <p:cNvSpPr txBox="1"/>
          <p:nvPr/>
        </p:nvSpPr>
        <p:spPr>
          <a:xfrm>
            <a:off x="4198469" y="3269200"/>
            <a:ext cx="758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2" name="curly-braces">
            <a:extLst>
              <a:ext uri="{FF2B5EF4-FFF2-40B4-BE49-F238E27FC236}">
                <a16:creationId xmlns:a16="http://schemas.microsoft.com/office/drawing/2014/main" id="{D6C5BF2B-1AEE-C705-02F4-BB1F61D4E499}"/>
              </a:ext>
            </a:extLst>
          </p:cNvPr>
          <p:cNvSpPr txBox="1"/>
          <p:nvPr/>
        </p:nvSpPr>
        <p:spPr>
          <a:xfrm>
            <a:off x="3711061" y="3277955"/>
            <a:ext cx="589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9E642808-4EC7-0E16-C524-04FD93C47819}"/>
              </a:ext>
            </a:extLst>
          </p:cNvPr>
          <p:cNvSpPr txBox="1"/>
          <p:nvPr/>
        </p:nvSpPr>
        <p:spPr>
          <a:xfrm>
            <a:off x="1951728" y="3285496"/>
            <a:ext cx="196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The total is</a:t>
            </a:r>
          </a:p>
        </p:txBody>
      </p:sp>
      <p:sp>
        <p:nvSpPr>
          <p:cNvPr id="38" name="value" hidden="1">
            <a:extLst>
              <a:ext uri="{FF2B5EF4-FFF2-40B4-BE49-F238E27FC236}">
                <a16:creationId xmlns:a16="http://schemas.microsoft.com/office/drawing/2014/main" id="{4E901B49-AF3C-052B-F531-CF04347AF75D}"/>
              </a:ext>
            </a:extLst>
          </p:cNvPr>
          <p:cNvSpPr txBox="1"/>
          <p:nvPr/>
        </p:nvSpPr>
        <p:spPr>
          <a:xfrm>
            <a:off x="3920623" y="3285257"/>
            <a:ext cx="1648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Berlin Sans FB" panose="020E0602020502020306" pitchFamily="34" charset="0"/>
              </a:rPr>
              <a:t>props.text</a:t>
            </a:r>
            <a:endParaRPr lang="en-US" sz="2800" dirty="0"/>
          </a:p>
        </p:txBody>
      </p:sp>
      <p:sp>
        <p:nvSpPr>
          <p:cNvPr id="28" name="fragment-1">
            <a:extLst>
              <a:ext uri="{FF2B5EF4-FFF2-40B4-BE49-F238E27FC236}">
                <a16:creationId xmlns:a16="http://schemas.microsoft.com/office/drawing/2014/main" id="{46FCE653-0DCE-EF83-63F3-29A839AE1A28}"/>
              </a:ext>
            </a:extLst>
          </p:cNvPr>
          <p:cNvSpPr txBox="1"/>
          <p:nvPr/>
        </p:nvSpPr>
        <p:spPr>
          <a:xfrm>
            <a:off x="1162594" y="3803870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40" name="curly-braces-1">
            <a:extLst>
              <a:ext uri="{FF2B5EF4-FFF2-40B4-BE49-F238E27FC236}">
                <a16:creationId xmlns:a16="http://schemas.microsoft.com/office/drawing/2014/main" id="{7B90294E-5124-FD95-A5AA-B0648F4E33F5}"/>
              </a:ext>
            </a:extLst>
          </p:cNvPr>
          <p:cNvSpPr txBox="1"/>
          <p:nvPr/>
        </p:nvSpPr>
        <p:spPr>
          <a:xfrm>
            <a:off x="3883600" y="3287234"/>
            <a:ext cx="404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36156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F3FC2-6D9E-D6FB-832C-B31FFEB6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08CC79FC-C5B7-2FC0-A72F-2C669DF946B2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740EDD-30C9-F2CA-F527-BE6038E5535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207A07A-A314-5EEE-D44A-AC5BC07155A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3E353FD-6863-5B16-26AC-B83A6E646B4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5580F42-2AFC-7CE4-049C-7C9B5790CFB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62ADF62-D4C4-5AF1-C661-2188054B2D95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2F5E1DD-0B96-4B5F-AF1B-06F32192EB41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C4A0CA2-7476-19CA-18F8-E722037C742E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4E5C47B-E6BA-5A27-D8DD-D601C14B4663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D9A10924-37CA-29D2-3FE1-DBC83A4792C0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6982E4C-9AAB-BFCA-87E2-F29A0D0BA82F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BF8E080A-4F8A-46F7-242F-9E70293ED49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E7C8407-AC2F-6155-6007-56790C69F28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66F56BF-164B-E7A2-EF17-8D4233173F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A728594-3D30-EE06-9FF5-C26D30295EF3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F85257E-9C79-C934-3C4F-12166C59D321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16AB54B-4CAF-B33A-1B5D-96A27EE8C9BE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533C120-3273-40D4-007A-B3E1B7B5F70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code">
            <a:extLst>
              <a:ext uri="{FF2B5EF4-FFF2-40B4-BE49-F238E27FC236}">
                <a16:creationId xmlns:a16="http://schemas.microsoft.com/office/drawing/2014/main" id="{DF2BA330-3342-34B6-30B7-204F80444F41}"/>
              </a:ext>
            </a:extLst>
          </p:cNvPr>
          <p:cNvSpPr/>
          <p:nvPr/>
        </p:nvSpPr>
        <p:spPr>
          <a:xfrm>
            <a:off x="304243" y="1113424"/>
            <a:ext cx="8376770" cy="5252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example">
            <a:extLst>
              <a:ext uri="{FF2B5EF4-FFF2-40B4-BE49-F238E27FC236}">
                <a16:creationId xmlns:a16="http://schemas.microsoft.com/office/drawing/2014/main" id="{1629D5A4-E926-E272-CB84-517F11D4E894}"/>
              </a:ext>
            </a:extLst>
          </p:cNvPr>
          <p:cNvSpPr txBox="1"/>
          <p:nvPr/>
        </p:nvSpPr>
        <p:spPr>
          <a:xfrm>
            <a:off x="349646" y="1192309"/>
            <a:ext cx="4870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Example React Components :</a:t>
            </a:r>
          </a:p>
        </p:txBody>
      </p:sp>
      <p:sp>
        <p:nvSpPr>
          <p:cNvPr id="4" name="variable">
            <a:extLst>
              <a:ext uri="{FF2B5EF4-FFF2-40B4-BE49-F238E27FC236}">
                <a16:creationId xmlns:a16="http://schemas.microsoft.com/office/drawing/2014/main" id="{A6E2B17A-17E1-AE21-D452-749712782336}"/>
              </a:ext>
            </a:extLst>
          </p:cNvPr>
          <p:cNvSpPr txBox="1"/>
          <p:nvPr/>
        </p:nvSpPr>
        <p:spPr>
          <a:xfrm>
            <a:off x="514827" y="1811454"/>
            <a:ext cx="318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paragraphs  =</a:t>
            </a:r>
          </a:p>
        </p:txBody>
      </p:sp>
      <p:sp>
        <p:nvSpPr>
          <p:cNvPr id="22" name="argument">
            <a:extLst>
              <a:ext uri="{FF2B5EF4-FFF2-40B4-BE49-F238E27FC236}">
                <a16:creationId xmlns:a16="http://schemas.microsoft.com/office/drawing/2014/main" id="{2681B829-4687-6CFF-4BFE-3069C2BC5A13}"/>
              </a:ext>
            </a:extLst>
          </p:cNvPr>
          <p:cNvSpPr txBox="1"/>
          <p:nvPr/>
        </p:nvSpPr>
        <p:spPr>
          <a:xfrm>
            <a:off x="3529554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  <a:endParaRPr lang="en-US" sz="2800" dirty="0"/>
          </a:p>
        </p:txBody>
      </p:sp>
      <p:sp>
        <p:nvSpPr>
          <p:cNvPr id="19" name="argument-1">
            <a:extLst>
              <a:ext uri="{FF2B5EF4-FFF2-40B4-BE49-F238E27FC236}">
                <a16:creationId xmlns:a16="http://schemas.microsoft.com/office/drawing/2014/main" id="{EA848EB7-40D0-12C7-4630-D00E1281BD72}"/>
              </a:ext>
            </a:extLst>
          </p:cNvPr>
          <p:cNvSpPr txBox="1"/>
          <p:nvPr/>
        </p:nvSpPr>
        <p:spPr>
          <a:xfrm>
            <a:off x="4653759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  <a:endParaRPr lang="en-US" sz="2800" dirty="0"/>
          </a:p>
        </p:txBody>
      </p:sp>
      <p:sp>
        <p:nvSpPr>
          <p:cNvPr id="41" name="props">
            <a:extLst>
              <a:ext uri="{FF2B5EF4-FFF2-40B4-BE49-F238E27FC236}">
                <a16:creationId xmlns:a16="http://schemas.microsoft.com/office/drawing/2014/main" id="{08F58449-42C7-744E-8A60-44E16D36DE5E}"/>
              </a:ext>
            </a:extLst>
          </p:cNvPr>
          <p:cNvSpPr txBox="1"/>
          <p:nvPr/>
        </p:nvSpPr>
        <p:spPr>
          <a:xfrm>
            <a:off x="3748721" y="1811215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12" name="close-curly-braces">
            <a:extLst>
              <a:ext uri="{FF2B5EF4-FFF2-40B4-BE49-F238E27FC236}">
                <a16:creationId xmlns:a16="http://schemas.microsoft.com/office/drawing/2014/main" id="{474DB67D-E0F8-C675-B62D-C7C5AFC01328}"/>
              </a:ext>
            </a:extLst>
          </p:cNvPr>
          <p:cNvSpPr txBox="1"/>
          <p:nvPr/>
        </p:nvSpPr>
        <p:spPr>
          <a:xfrm>
            <a:off x="564004" y="4662763"/>
            <a:ext cx="28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21" name="arrow-function">
            <a:extLst>
              <a:ext uri="{FF2B5EF4-FFF2-40B4-BE49-F238E27FC236}">
                <a16:creationId xmlns:a16="http://schemas.microsoft.com/office/drawing/2014/main" id="{E50AEA5F-00D1-7F05-6983-CEAB855DD376}"/>
              </a:ext>
            </a:extLst>
          </p:cNvPr>
          <p:cNvSpPr txBox="1"/>
          <p:nvPr/>
        </p:nvSpPr>
        <p:spPr>
          <a:xfrm>
            <a:off x="4939314" y="1833036"/>
            <a:ext cx="72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=&gt; { </a:t>
            </a:r>
            <a:endParaRPr lang="en-US" sz="2800" dirty="0"/>
          </a:p>
        </p:txBody>
      </p:sp>
      <p:sp>
        <p:nvSpPr>
          <p:cNvPr id="23" name="return">
            <a:extLst>
              <a:ext uri="{FF2B5EF4-FFF2-40B4-BE49-F238E27FC236}">
                <a16:creationId xmlns:a16="http://schemas.microsoft.com/office/drawing/2014/main" id="{0B13029D-F9AA-ACFE-9562-2770B2FB0F8C}"/>
              </a:ext>
            </a:extLst>
          </p:cNvPr>
          <p:cNvSpPr txBox="1"/>
          <p:nvPr/>
        </p:nvSpPr>
        <p:spPr>
          <a:xfrm>
            <a:off x="744054" y="2272253"/>
            <a:ext cx="110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24" name="return-1">
            <a:extLst>
              <a:ext uri="{FF2B5EF4-FFF2-40B4-BE49-F238E27FC236}">
                <a16:creationId xmlns:a16="http://schemas.microsoft.com/office/drawing/2014/main" id="{13AB553B-2E8A-8633-7BC1-21AFEBDE6100}"/>
              </a:ext>
            </a:extLst>
          </p:cNvPr>
          <p:cNvSpPr txBox="1"/>
          <p:nvPr/>
        </p:nvSpPr>
        <p:spPr>
          <a:xfrm>
            <a:off x="1816275" y="228928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5" name="return-2">
            <a:extLst>
              <a:ext uri="{FF2B5EF4-FFF2-40B4-BE49-F238E27FC236}">
                <a16:creationId xmlns:a16="http://schemas.microsoft.com/office/drawing/2014/main" id="{F7DDCFD6-2CBF-26D0-D387-F2609A278313}"/>
              </a:ext>
            </a:extLst>
          </p:cNvPr>
          <p:cNvSpPr txBox="1"/>
          <p:nvPr/>
        </p:nvSpPr>
        <p:spPr>
          <a:xfrm>
            <a:off x="784181" y="409341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7" name="fragment">
            <a:extLst>
              <a:ext uri="{FF2B5EF4-FFF2-40B4-BE49-F238E27FC236}">
                <a16:creationId xmlns:a16="http://schemas.microsoft.com/office/drawing/2014/main" id="{10B143F1-A65F-6EB5-02A2-A35CC5083069}"/>
              </a:ext>
            </a:extLst>
          </p:cNvPr>
          <p:cNvSpPr txBox="1"/>
          <p:nvPr/>
        </p:nvSpPr>
        <p:spPr>
          <a:xfrm>
            <a:off x="1139185" y="2807662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6" name="p">
            <a:extLst>
              <a:ext uri="{FF2B5EF4-FFF2-40B4-BE49-F238E27FC236}">
                <a16:creationId xmlns:a16="http://schemas.microsoft.com/office/drawing/2014/main" id="{FDBF304D-9378-CE52-9631-8A60E946F1DD}"/>
              </a:ext>
            </a:extLst>
          </p:cNvPr>
          <p:cNvSpPr txBox="1"/>
          <p:nvPr/>
        </p:nvSpPr>
        <p:spPr>
          <a:xfrm>
            <a:off x="1438854" y="3273307"/>
            <a:ext cx="72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30" name="p-1">
            <a:extLst>
              <a:ext uri="{FF2B5EF4-FFF2-40B4-BE49-F238E27FC236}">
                <a16:creationId xmlns:a16="http://schemas.microsoft.com/office/drawing/2014/main" id="{8435C24A-C247-BB00-2D92-D76BBEAB7583}"/>
              </a:ext>
            </a:extLst>
          </p:cNvPr>
          <p:cNvSpPr txBox="1"/>
          <p:nvPr/>
        </p:nvSpPr>
        <p:spPr>
          <a:xfrm>
            <a:off x="5757810" y="3258850"/>
            <a:ext cx="758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2" name="curly-braces">
            <a:extLst>
              <a:ext uri="{FF2B5EF4-FFF2-40B4-BE49-F238E27FC236}">
                <a16:creationId xmlns:a16="http://schemas.microsoft.com/office/drawing/2014/main" id="{946E1D1E-0BA7-1236-247E-965625C924B1}"/>
              </a:ext>
            </a:extLst>
          </p:cNvPr>
          <p:cNvSpPr txBox="1"/>
          <p:nvPr/>
        </p:nvSpPr>
        <p:spPr>
          <a:xfrm>
            <a:off x="3711061" y="3277955"/>
            <a:ext cx="589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71CA756B-A628-ED7B-37F2-C92B9BF5E955}"/>
              </a:ext>
            </a:extLst>
          </p:cNvPr>
          <p:cNvSpPr txBox="1"/>
          <p:nvPr/>
        </p:nvSpPr>
        <p:spPr>
          <a:xfrm>
            <a:off x="1951728" y="3285496"/>
            <a:ext cx="196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The total is</a:t>
            </a:r>
          </a:p>
        </p:txBody>
      </p:sp>
      <p:sp>
        <p:nvSpPr>
          <p:cNvPr id="38" name="value">
            <a:extLst>
              <a:ext uri="{FF2B5EF4-FFF2-40B4-BE49-F238E27FC236}">
                <a16:creationId xmlns:a16="http://schemas.microsoft.com/office/drawing/2014/main" id="{3F7C97E5-0A9E-D54F-7613-3882FFD38DAD}"/>
              </a:ext>
            </a:extLst>
          </p:cNvPr>
          <p:cNvSpPr txBox="1"/>
          <p:nvPr/>
        </p:nvSpPr>
        <p:spPr>
          <a:xfrm>
            <a:off x="3920623" y="3285257"/>
            <a:ext cx="1648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Berlin Sans FB" panose="020E0602020502020306" pitchFamily="34" charset="0"/>
              </a:rPr>
              <a:t>props.text</a:t>
            </a:r>
            <a:endParaRPr lang="en-US" sz="2800" dirty="0"/>
          </a:p>
        </p:txBody>
      </p:sp>
      <p:sp>
        <p:nvSpPr>
          <p:cNvPr id="28" name="fragment-1">
            <a:extLst>
              <a:ext uri="{FF2B5EF4-FFF2-40B4-BE49-F238E27FC236}">
                <a16:creationId xmlns:a16="http://schemas.microsoft.com/office/drawing/2014/main" id="{48491D70-2E8D-51B7-4EFB-20A7D0E354BF}"/>
              </a:ext>
            </a:extLst>
          </p:cNvPr>
          <p:cNvSpPr txBox="1"/>
          <p:nvPr/>
        </p:nvSpPr>
        <p:spPr>
          <a:xfrm>
            <a:off x="1162594" y="3803870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40" name="curly-braces-1">
            <a:extLst>
              <a:ext uri="{FF2B5EF4-FFF2-40B4-BE49-F238E27FC236}">
                <a16:creationId xmlns:a16="http://schemas.microsoft.com/office/drawing/2014/main" id="{3E9D2911-F4D4-12B2-9F6C-E81764EB285A}"/>
              </a:ext>
            </a:extLst>
          </p:cNvPr>
          <p:cNvSpPr txBox="1"/>
          <p:nvPr/>
        </p:nvSpPr>
        <p:spPr>
          <a:xfrm>
            <a:off x="5442941" y="3276884"/>
            <a:ext cx="404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39910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FED04-F768-EF60-63F8-C14925AA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AAC68BC5-AC8D-CD32-7E9E-AFAB08A476AA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AF7839C-FDFD-3F84-78BC-E67FD6735A0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ADC62F4-0E51-5FA7-2686-79F488B7588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B299EE4-BA96-0289-C82C-E38700EDB6E3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BA82BEE-4CB5-9D45-3E52-423EF73978C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68E5310-4045-A35A-B6ED-D368A0D2C16E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63C656A-2E4C-676A-FD49-6D4EA0A9B82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A2FC065-34F7-528C-BEA0-7023652BA7C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37DE6E0-3303-E9B3-B2DB-F15240DAEC0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42467D8-846A-EC5D-E0DB-07AA86C12F85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0B5D5E9-EC5F-5271-ED71-E210E41F47B0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65155ECB-93E7-3B7B-73DE-2EE354CDA9C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56EE549-069D-88CF-6EEA-E2EF94024C7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3C9B6C1-0EDA-29D4-8E45-18C02080D5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8101A940-4915-2CAC-B1AE-B60289A6A4C7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DC7DE77-7C43-6031-39CB-C4CC65A9C1F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ACE668B-9C1D-E260-113D-C3F67F94B6A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4B441EF-CDE4-4EF9-3374-C176D86C8EDC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code">
            <a:extLst>
              <a:ext uri="{FF2B5EF4-FFF2-40B4-BE49-F238E27FC236}">
                <a16:creationId xmlns:a16="http://schemas.microsoft.com/office/drawing/2014/main" id="{769230C1-7142-759A-7EB2-AC272DB7F6D1}"/>
              </a:ext>
            </a:extLst>
          </p:cNvPr>
          <p:cNvSpPr/>
          <p:nvPr/>
        </p:nvSpPr>
        <p:spPr>
          <a:xfrm>
            <a:off x="304243" y="1113424"/>
            <a:ext cx="8376770" cy="5252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example">
            <a:extLst>
              <a:ext uri="{FF2B5EF4-FFF2-40B4-BE49-F238E27FC236}">
                <a16:creationId xmlns:a16="http://schemas.microsoft.com/office/drawing/2014/main" id="{E930E8C1-CF13-4E1D-29E1-28F7A760D434}"/>
              </a:ext>
            </a:extLst>
          </p:cNvPr>
          <p:cNvSpPr txBox="1"/>
          <p:nvPr/>
        </p:nvSpPr>
        <p:spPr>
          <a:xfrm>
            <a:off x="349646" y="1192309"/>
            <a:ext cx="4870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Example React Components :</a:t>
            </a:r>
          </a:p>
        </p:txBody>
      </p:sp>
      <p:sp>
        <p:nvSpPr>
          <p:cNvPr id="4" name="variable">
            <a:extLst>
              <a:ext uri="{FF2B5EF4-FFF2-40B4-BE49-F238E27FC236}">
                <a16:creationId xmlns:a16="http://schemas.microsoft.com/office/drawing/2014/main" id="{C7BF04D7-0100-EDB7-D06F-71D8986E04D1}"/>
              </a:ext>
            </a:extLst>
          </p:cNvPr>
          <p:cNvSpPr txBox="1"/>
          <p:nvPr/>
        </p:nvSpPr>
        <p:spPr>
          <a:xfrm>
            <a:off x="514827" y="1811454"/>
            <a:ext cx="318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paragraphs  =</a:t>
            </a:r>
          </a:p>
        </p:txBody>
      </p:sp>
      <p:sp>
        <p:nvSpPr>
          <p:cNvPr id="22" name="argument">
            <a:extLst>
              <a:ext uri="{FF2B5EF4-FFF2-40B4-BE49-F238E27FC236}">
                <a16:creationId xmlns:a16="http://schemas.microsoft.com/office/drawing/2014/main" id="{C19B30AA-F982-99BD-567A-6F5B1A9688BC}"/>
              </a:ext>
            </a:extLst>
          </p:cNvPr>
          <p:cNvSpPr txBox="1"/>
          <p:nvPr/>
        </p:nvSpPr>
        <p:spPr>
          <a:xfrm>
            <a:off x="3529554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  <a:endParaRPr lang="en-US" sz="2800" dirty="0"/>
          </a:p>
        </p:txBody>
      </p:sp>
      <p:sp>
        <p:nvSpPr>
          <p:cNvPr id="19" name="argument-1">
            <a:extLst>
              <a:ext uri="{FF2B5EF4-FFF2-40B4-BE49-F238E27FC236}">
                <a16:creationId xmlns:a16="http://schemas.microsoft.com/office/drawing/2014/main" id="{B2E07E97-4014-7DE0-3434-7831DB1BCADC}"/>
              </a:ext>
            </a:extLst>
          </p:cNvPr>
          <p:cNvSpPr txBox="1"/>
          <p:nvPr/>
        </p:nvSpPr>
        <p:spPr>
          <a:xfrm>
            <a:off x="4653759" y="1833036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  <a:endParaRPr lang="en-US" sz="2800" dirty="0"/>
          </a:p>
        </p:txBody>
      </p:sp>
      <p:sp>
        <p:nvSpPr>
          <p:cNvPr id="41" name="props">
            <a:extLst>
              <a:ext uri="{FF2B5EF4-FFF2-40B4-BE49-F238E27FC236}">
                <a16:creationId xmlns:a16="http://schemas.microsoft.com/office/drawing/2014/main" id="{07D16645-9FD5-2BF7-7ADB-E67E69A98E6F}"/>
              </a:ext>
            </a:extLst>
          </p:cNvPr>
          <p:cNvSpPr txBox="1"/>
          <p:nvPr/>
        </p:nvSpPr>
        <p:spPr>
          <a:xfrm>
            <a:off x="3748721" y="1811215"/>
            <a:ext cx="11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props</a:t>
            </a:r>
            <a:endParaRPr lang="en-US" sz="2800" dirty="0"/>
          </a:p>
        </p:txBody>
      </p:sp>
      <p:sp>
        <p:nvSpPr>
          <p:cNvPr id="12" name="close-curly-braces">
            <a:extLst>
              <a:ext uri="{FF2B5EF4-FFF2-40B4-BE49-F238E27FC236}">
                <a16:creationId xmlns:a16="http://schemas.microsoft.com/office/drawing/2014/main" id="{E65E7B91-9503-8782-71FC-36DE32228AD5}"/>
              </a:ext>
            </a:extLst>
          </p:cNvPr>
          <p:cNvSpPr txBox="1"/>
          <p:nvPr/>
        </p:nvSpPr>
        <p:spPr>
          <a:xfrm>
            <a:off x="564004" y="4662763"/>
            <a:ext cx="28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21" name="arrow-function">
            <a:extLst>
              <a:ext uri="{FF2B5EF4-FFF2-40B4-BE49-F238E27FC236}">
                <a16:creationId xmlns:a16="http://schemas.microsoft.com/office/drawing/2014/main" id="{DE2DA654-9102-B262-AEBD-60BB0E5652E6}"/>
              </a:ext>
            </a:extLst>
          </p:cNvPr>
          <p:cNvSpPr txBox="1"/>
          <p:nvPr/>
        </p:nvSpPr>
        <p:spPr>
          <a:xfrm>
            <a:off x="4939314" y="1833036"/>
            <a:ext cx="72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=&gt; { </a:t>
            </a:r>
            <a:endParaRPr lang="en-US" sz="2800" dirty="0"/>
          </a:p>
        </p:txBody>
      </p:sp>
      <p:sp>
        <p:nvSpPr>
          <p:cNvPr id="23" name="return">
            <a:extLst>
              <a:ext uri="{FF2B5EF4-FFF2-40B4-BE49-F238E27FC236}">
                <a16:creationId xmlns:a16="http://schemas.microsoft.com/office/drawing/2014/main" id="{CBBD0AF2-F30B-DDC6-36A3-951941D1B58F}"/>
              </a:ext>
            </a:extLst>
          </p:cNvPr>
          <p:cNvSpPr txBox="1"/>
          <p:nvPr/>
        </p:nvSpPr>
        <p:spPr>
          <a:xfrm>
            <a:off x="744054" y="2272253"/>
            <a:ext cx="110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24" name="return-1">
            <a:extLst>
              <a:ext uri="{FF2B5EF4-FFF2-40B4-BE49-F238E27FC236}">
                <a16:creationId xmlns:a16="http://schemas.microsoft.com/office/drawing/2014/main" id="{18B79C2C-356E-C049-F244-E093D1997A30}"/>
              </a:ext>
            </a:extLst>
          </p:cNvPr>
          <p:cNvSpPr txBox="1"/>
          <p:nvPr/>
        </p:nvSpPr>
        <p:spPr>
          <a:xfrm>
            <a:off x="1816275" y="228928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5" name="return-2">
            <a:extLst>
              <a:ext uri="{FF2B5EF4-FFF2-40B4-BE49-F238E27FC236}">
                <a16:creationId xmlns:a16="http://schemas.microsoft.com/office/drawing/2014/main" id="{9EBB4EBD-C4A9-E366-3B7C-67EDDD4C29F5}"/>
              </a:ext>
            </a:extLst>
          </p:cNvPr>
          <p:cNvSpPr txBox="1"/>
          <p:nvPr/>
        </p:nvSpPr>
        <p:spPr>
          <a:xfrm>
            <a:off x="784181" y="4093418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7" name="fragment">
            <a:extLst>
              <a:ext uri="{FF2B5EF4-FFF2-40B4-BE49-F238E27FC236}">
                <a16:creationId xmlns:a16="http://schemas.microsoft.com/office/drawing/2014/main" id="{2A2DBFA1-8ABA-5169-3270-592C2BC45FBF}"/>
              </a:ext>
            </a:extLst>
          </p:cNvPr>
          <p:cNvSpPr txBox="1"/>
          <p:nvPr/>
        </p:nvSpPr>
        <p:spPr>
          <a:xfrm>
            <a:off x="1139185" y="2807662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6" name="p">
            <a:extLst>
              <a:ext uri="{FF2B5EF4-FFF2-40B4-BE49-F238E27FC236}">
                <a16:creationId xmlns:a16="http://schemas.microsoft.com/office/drawing/2014/main" id="{4AE0CDD0-3787-2C8D-D86A-F7361FDE2085}"/>
              </a:ext>
            </a:extLst>
          </p:cNvPr>
          <p:cNvSpPr txBox="1"/>
          <p:nvPr/>
        </p:nvSpPr>
        <p:spPr>
          <a:xfrm>
            <a:off x="1438854" y="3273307"/>
            <a:ext cx="72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30" name="p-1">
            <a:extLst>
              <a:ext uri="{FF2B5EF4-FFF2-40B4-BE49-F238E27FC236}">
                <a16:creationId xmlns:a16="http://schemas.microsoft.com/office/drawing/2014/main" id="{E7A9D531-0F0E-107D-F641-4E5CEB57BF5E}"/>
              </a:ext>
            </a:extLst>
          </p:cNvPr>
          <p:cNvSpPr txBox="1"/>
          <p:nvPr/>
        </p:nvSpPr>
        <p:spPr>
          <a:xfrm>
            <a:off x="5757810" y="3258850"/>
            <a:ext cx="758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2" name="curly-braces">
            <a:extLst>
              <a:ext uri="{FF2B5EF4-FFF2-40B4-BE49-F238E27FC236}">
                <a16:creationId xmlns:a16="http://schemas.microsoft.com/office/drawing/2014/main" id="{DDD1DB36-2BC6-BEA7-F7C8-7F01118217BE}"/>
              </a:ext>
            </a:extLst>
          </p:cNvPr>
          <p:cNvSpPr txBox="1"/>
          <p:nvPr/>
        </p:nvSpPr>
        <p:spPr>
          <a:xfrm>
            <a:off x="3711061" y="3277955"/>
            <a:ext cx="589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39178292-7899-D5BD-854D-FCA8B93F24E0}"/>
              </a:ext>
            </a:extLst>
          </p:cNvPr>
          <p:cNvSpPr txBox="1"/>
          <p:nvPr/>
        </p:nvSpPr>
        <p:spPr>
          <a:xfrm>
            <a:off x="1951728" y="3285496"/>
            <a:ext cx="196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The total is</a:t>
            </a:r>
          </a:p>
        </p:txBody>
      </p:sp>
      <p:sp>
        <p:nvSpPr>
          <p:cNvPr id="38" name="value">
            <a:extLst>
              <a:ext uri="{FF2B5EF4-FFF2-40B4-BE49-F238E27FC236}">
                <a16:creationId xmlns:a16="http://schemas.microsoft.com/office/drawing/2014/main" id="{7E217410-6E14-6134-45AB-72E2CF40724C}"/>
              </a:ext>
            </a:extLst>
          </p:cNvPr>
          <p:cNvSpPr txBox="1"/>
          <p:nvPr/>
        </p:nvSpPr>
        <p:spPr>
          <a:xfrm>
            <a:off x="3920623" y="3285257"/>
            <a:ext cx="1648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Berlin Sans FB" panose="020E0602020502020306" pitchFamily="34" charset="0"/>
              </a:rPr>
              <a:t>props.text</a:t>
            </a:r>
            <a:endParaRPr lang="en-US" sz="2800" dirty="0"/>
          </a:p>
        </p:txBody>
      </p:sp>
      <p:sp>
        <p:nvSpPr>
          <p:cNvPr id="28" name="fragment-1">
            <a:extLst>
              <a:ext uri="{FF2B5EF4-FFF2-40B4-BE49-F238E27FC236}">
                <a16:creationId xmlns:a16="http://schemas.microsoft.com/office/drawing/2014/main" id="{252A2B73-FFE0-5732-F539-51EC3AFC1CDF}"/>
              </a:ext>
            </a:extLst>
          </p:cNvPr>
          <p:cNvSpPr txBox="1"/>
          <p:nvPr/>
        </p:nvSpPr>
        <p:spPr>
          <a:xfrm>
            <a:off x="1162594" y="3803870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40" name="curly-braces-1">
            <a:extLst>
              <a:ext uri="{FF2B5EF4-FFF2-40B4-BE49-F238E27FC236}">
                <a16:creationId xmlns:a16="http://schemas.microsoft.com/office/drawing/2014/main" id="{0327435F-FF82-532B-D8D0-DB5BC354638F}"/>
              </a:ext>
            </a:extLst>
          </p:cNvPr>
          <p:cNvSpPr txBox="1"/>
          <p:nvPr/>
        </p:nvSpPr>
        <p:spPr>
          <a:xfrm>
            <a:off x="5442941" y="3276884"/>
            <a:ext cx="4041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  <a:endParaRPr lang="en-US" sz="2800" dirty="0"/>
          </a:p>
        </p:txBody>
      </p:sp>
      <p:sp>
        <p:nvSpPr>
          <p:cNvPr id="42" name="export-p">
            <a:extLst>
              <a:ext uri="{FF2B5EF4-FFF2-40B4-BE49-F238E27FC236}">
                <a16:creationId xmlns:a16="http://schemas.microsoft.com/office/drawing/2014/main" id="{0092C3F4-49ED-DA45-B775-B8D5007456A6}"/>
              </a:ext>
            </a:extLst>
          </p:cNvPr>
          <p:cNvSpPr txBox="1"/>
          <p:nvPr/>
        </p:nvSpPr>
        <p:spPr>
          <a:xfrm>
            <a:off x="533232" y="5643183"/>
            <a:ext cx="4492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export default paragraphs</a:t>
            </a:r>
          </a:p>
        </p:txBody>
      </p:sp>
    </p:spTree>
    <p:extLst>
      <p:ext uri="{BB962C8B-B14F-4D97-AF65-F5344CB8AC3E}">
        <p14:creationId xmlns:p14="http://schemas.microsoft.com/office/powerpoint/2010/main" val="1649759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18A29-2DD7-D0BD-0159-DC8F39C76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553B7623-A583-23C7-B63B-BDF734900A5E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6F60495-B5DC-DFA0-7631-C458C6FB315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C7C6954-EBD5-BA1C-418C-703470DC0CF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AAF1418-342D-BBDB-300C-B5A8A72A0651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111CA6B-C728-E4BC-9197-9EF62CBE4C78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7A9163D-6673-4095-82C7-ECA5AFF5D8E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1899756-822A-E640-FCC2-6EDA46811634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F880A80-3F6B-7E9D-EF47-94938CA5CA4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8C6DB9-58A3-0E55-CDFC-226F5E356DB4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14E7C74-BAE3-7840-3F67-3B4349A2E07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629D64C1-A29F-DD00-A8DC-44E19B4AC8BB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0E6B286-D2C6-D94E-2E30-3691480A5294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5AEC85F-855C-9E71-D49C-6E9F63EBF0F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C5F8A35-34C7-65CD-BA5E-E64BB48E40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856C306-8F3B-24D9-BBDC-99BD3BFDFB68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3D7B507-C0E9-BBC0-8563-FF56BC82ED2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0E8BA70-1A08-218F-C00F-AB7FB119DE79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C605E28-1746-F58A-88E3-F758E12AE1F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AD92E77-B540-5944-2B21-615D9154BB10}"/>
              </a:ext>
            </a:extLst>
          </p:cNvPr>
          <p:cNvSpPr/>
          <p:nvPr/>
        </p:nvSpPr>
        <p:spPr>
          <a:xfrm>
            <a:off x="396068" y="1640237"/>
            <a:ext cx="2101980" cy="6848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React Event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A97D35-E9D8-6A7C-4FDC-A4D10DDBEAB3}"/>
              </a:ext>
            </a:extLst>
          </p:cNvPr>
          <p:cNvSpPr/>
          <p:nvPr/>
        </p:nvSpPr>
        <p:spPr>
          <a:xfrm>
            <a:off x="390488" y="2325133"/>
            <a:ext cx="7995819" cy="9629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Just Like HTML DOM events, React can perform actions based on user events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D2ED3E-2BFD-3853-04F3-E4E9A4F21518}"/>
              </a:ext>
            </a:extLst>
          </p:cNvPr>
          <p:cNvSpPr/>
          <p:nvPr/>
        </p:nvSpPr>
        <p:spPr>
          <a:xfrm>
            <a:off x="390488" y="3288077"/>
            <a:ext cx="7995819" cy="9629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React has same events as HTML : click, change, mouseover, drag,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etc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41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A1B2B-8CAC-A2EE-A59A-B5C92F3CD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103D11B3-D3CE-FA28-3980-6677B1657CFC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49AF0F2-8B98-882E-D41F-7AD08EB529D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16B2899-61C3-4259-81E6-790530FC92B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21B0A4C-B007-A5B7-7FA1-5408C9C66D1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ED687E2-1AC3-8640-9DF0-E1CADFED1829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2CB6DA-146D-D0E9-C3CC-96803EF8A5D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7408579-1ABE-64ED-5374-08424FACB264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6050B44-77E1-F223-6600-4136AB816E4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45B6401-ED32-4676-58FA-14D445DAA03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2F6E509-134E-83C7-F220-8259271CEB95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192573E-70C2-2D30-0608-DDADDE73A7AB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F2505E5-EC24-C8EA-DD6B-21C12F956ED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923F0F9-574E-88AC-BF5B-3BFABEA5132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F50B777-2707-2119-D0FB-C709AC06B8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3CF3257-03A7-0FBC-5BD1-2F18047B849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46B0C86-9F57-D91B-4FBB-F365467EC35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E4B465C-EE78-C43C-5182-80DEA20085C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BD21F525-7456-18E0-4F9F-966ED19DA18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code">
            <a:extLst>
              <a:ext uri="{FF2B5EF4-FFF2-40B4-BE49-F238E27FC236}">
                <a16:creationId xmlns:a16="http://schemas.microsoft.com/office/drawing/2014/main" id="{7C3388C3-34AC-8861-4D3B-2B18801DF677}"/>
              </a:ext>
            </a:extLst>
          </p:cNvPr>
          <p:cNvSpPr/>
          <p:nvPr/>
        </p:nvSpPr>
        <p:spPr>
          <a:xfrm>
            <a:off x="251750" y="1143223"/>
            <a:ext cx="8376770" cy="53559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example">
            <a:extLst>
              <a:ext uri="{FF2B5EF4-FFF2-40B4-BE49-F238E27FC236}">
                <a16:creationId xmlns:a16="http://schemas.microsoft.com/office/drawing/2014/main" id="{4985B615-1EC3-AA14-8F5D-4ECDD7A077F6}"/>
              </a:ext>
            </a:extLst>
          </p:cNvPr>
          <p:cNvSpPr txBox="1"/>
          <p:nvPr/>
        </p:nvSpPr>
        <p:spPr>
          <a:xfrm>
            <a:off x="349646" y="1192309"/>
            <a:ext cx="6198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Example React event with component :</a:t>
            </a:r>
          </a:p>
        </p:txBody>
      </p:sp>
      <p:sp>
        <p:nvSpPr>
          <p:cNvPr id="4" name="variable">
            <a:extLst>
              <a:ext uri="{FF2B5EF4-FFF2-40B4-BE49-F238E27FC236}">
                <a16:creationId xmlns:a16="http://schemas.microsoft.com/office/drawing/2014/main" id="{57E4F600-6E81-D9D0-03BE-D3203E036307}"/>
              </a:ext>
            </a:extLst>
          </p:cNvPr>
          <p:cNvSpPr txBox="1"/>
          <p:nvPr/>
        </p:nvSpPr>
        <p:spPr>
          <a:xfrm>
            <a:off x="475499" y="1673804"/>
            <a:ext cx="318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button  =</a:t>
            </a:r>
          </a:p>
        </p:txBody>
      </p:sp>
      <p:sp>
        <p:nvSpPr>
          <p:cNvPr id="22" name="argument">
            <a:extLst>
              <a:ext uri="{FF2B5EF4-FFF2-40B4-BE49-F238E27FC236}">
                <a16:creationId xmlns:a16="http://schemas.microsoft.com/office/drawing/2014/main" id="{75AA0880-85EA-9C66-B9F7-DB386E78F2B9}"/>
              </a:ext>
            </a:extLst>
          </p:cNvPr>
          <p:cNvSpPr txBox="1"/>
          <p:nvPr/>
        </p:nvSpPr>
        <p:spPr>
          <a:xfrm>
            <a:off x="2853449" y="1673804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  <a:endParaRPr lang="en-US" sz="2800" dirty="0"/>
          </a:p>
        </p:txBody>
      </p:sp>
      <p:sp>
        <p:nvSpPr>
          <p:cNvPr id="19" name="argument-1">
            <a:extLst>
              <a:ext uri="{FF2B5EF4-FFF2-40B4-BE49-F238E27FC236}">
                <a16:creationId xmlns:a16="http://schemas.microsoft.com/office/drawing/2014/main" id="{E0E9B8DB-9AD0-ED13-D033-00A6B2CD945F}"/>
              </a:ext>
            </a:extLst>
          </p:cNvPr>
          <p:cNvSpPr txBox="1"/>
          <p:nvPr/>
        </p:nvSpPr>
        <p:spPr>
          <a:xfrm>
            <a:off x="2983340" y="1672845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  <a:endParaRPr lang="en-US" sz="2800" dirty="0"/>
          </a:p>
        </p:txBody>
      </p:sp>
      <p:sp>
        <p:nvSpPr>
          <p:cNvPr id="12" name="close-curly-braces">
            <a:extLst>
              <a:ext uri="{FF2B5EF4-FFF2-40B4-BE49-F238E27FC236}">
                <a16:creationId xmlns:a16="http://schemas.microsoft.com/office/drawing/2014/main" id="{88C74FCA-177F-B1B8-BBA9-28029929ACD7}"/>
              </a:ext>
            </a:extLst>
          </p:cNvPr>
          <p:cNvSpPr txBox="1"/>
          <p:nvPr/>
        </p:nvSpPr>
        <p:spPr>
          <a:xfrm>
            <a:off x="505213" y="4216874"/>
            <a:ext cx="28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21" name="arrow-function">
            <a:extLst>
              <a:ext uri="{FF2B5EF4-FFF2-40B4-BE49-F238E27FC236}">
                <a16:creationId xmlns:a16="http://schemas.microsoft.com/office/drawing/2014/main" id="{5B0FEEED-C718-57CE-F220-D1C0169AEF68}"/>
              </a:ext>
            </a:extLst>
          </p:cNvPr>
          <p:cNvSpPr txBox="1"/>
          <p:nvPr/>
        </p:nvSpPr>
        <p:spPr>
          <a:xfrm>
            <a:off x="3223514" y="1673804"/>
            <a:ext cx="72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=&gt; { </a:t>
            </a:r>
            <a:endParaRPr lang="en-US" sz="2800" dirty="0"/>
          </a:p>
        </p:txBody>
      </p:sp>
      <p:sp>
        <p:nvSpPr>
          <p:cNvPr id="23" name="return">
            <a:extLst>
              <a:ext uri="{FF2B5EF4-FFF2-40B4-BE49-F238E27FC236}">
                <a16:creationId xmlns:a16="http://schemas.microsoft.com/office/drawing/2014/main" id="{903EC348-D719-BAD9-10F4-848D04B25E6F}"/>
              </a:ext>
            </a:extLst>
          </p:cNvPr>
          <p:cNvSpPr txBox="1"/>
          <p:nvPr/>
        </p:nvSpPr>
        <p:spPr>
          <a:xfrm>
            <a:off x="750488" y="2218418"/>
            <a:ext cx="110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24" name="return-1">
            <a:extLst>
              <a:ext uri="{FF2B5EF4-FFF2-40B4-BE49-F238E27FC236}">
                <a16:creationId xmlns:a16="http://schemas.microsoft.com/office/drawing/2014/main" id="{1CD6A85E-9F85-2EE2-1EFC-8F63B400A7FF}"/>
              </a:ext>
            </a:extLst>
          </p:cNvPr>
          <p:cNvSpPr txBox="1"/>
          <p:nvPr/>
        </p:nvSpPr>
        <p:spPr>
          <a:xfrm>
            <a:off x="1822709" y="2235453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5" name="return-2">
            <a:extLst>
              <a:ext uri="{FF2B5EF4-FFF2-40B4-BE49-F238E27FC236}">
                <a16:creationId xmlns:a16="http://schemas.microsoft.com/office/drawing/2014/main" id="{34882556-A900-16EC-4CD4-668C4830F9A3}"/>
              </a:ext>
            </a:extLst>
          </p:cNvPr>
          <p:cNvSpPr txBox="1"/>
          <p:nvPr/>
        </p:nvSpPr>
        <p:spPr>
          <a:xfrm>
            <a:off x="800447" y="3813440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7" name="fragment">
            <a:extLst>
              <a:ext uri="{FF2B5EF4-FFF2-40B4-BE49-F238E27FC236}">
                <a16:creationId xmlns:a16="http://schemas.microsoft.com/office/drawing/2014/main" id="{CA3E075F-1A04-D3E7-1444-9D962FAA7B5E}"/>
              </a:ext>
            </a:extLst>
          </p:cNvPr>
          <p:cNvSpPr txBox="1"/>
          <p:nvPr/>
        </p:nvSpPr>
        <p:spPr>
          <a:xfrm>
            <a:off x="1145619" y="2645673"/>
            <a:ext cx="772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</a:t>
            </a:r>
          </a:p>
        </p:txBody>
      </p:sp>
      <p:sp>
        <p:nvSpPr>
          <p:cNvPr id="8" name="fragment-1">
            <a:extLst>
              <a:ext uri="{FF2B5EF4-FFF2-40B4-BE49-F238E27FC236}">
                <a16:creationId xmlns:a16="http://schemas.microsoft.com/office/drawing/2014/main" id="{FFF19901-9F6C-D72F-36D0-17259C8A305E}"/>
              </a:ext>
            </a:extLst>
          </p:cNvPr>
          <p:cNvSpPr txBox="1"/>
          <p:nvPr/>
        </p:nvSpPr>
        <p:spPr>
          <a:xfrm>
            <a:off x="1750282" y="2679107"/>
            <a:ext cx="2368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&gt;</a:t>
            </a:r>
            <a:endParaRPr lang="en-US" sz="2800" dirty="0"/>
          </a:p>
        </p:txBody>
      </p:sp>
      <p:sp>
        <p:nvSpPr>
          <p:cNvPr id="26" name="p">
            <a:extLst>
              <a:ext uri="{FF2B5EF4-FFF2-40B4-BE49-F238E27FC236}">
                <a16:creationId xmlns:a16="http://schemas.microsoft.com/office/drawing/2014/main" id="{34C9F47B-1A20-B820-ADFA-5EDF75361B0F}"/>
              </a:ext>
            </a:extLst>
          </p:cNvPr>
          <p:cNvSpPr txBox="1"/>
          <p:nvPr/>
        </p:nvSpPr>
        <p:spPr>
          <a:xfrm>
            <a:off x="1455120" y="3081821"/>
            <a:ext cx="1540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&lt;button&gt;</a:t>
            </a:r>
          </a:p>
        </p:txBody>
      </p:sp>
      <p:sp>
        <p:nvSpPr>
          <p:cNvPr id="30" name="p-1">
            <a:extLst>
              <a:ext uri="{FF2B5EF4-FFF2-40B4-BE49-F238E27FC236}">
                <a16:creationId xmlns:a16="http://schemas.microsoft.com/office/drawing/2014/main" id="{A430E319-4F46-9452-CA99-F231C1235AB4}"/>
              </a:ext>
            </a:extLst>
          </p:cNvPr>
          <p:cNvSpPr txBox="1"/>
          <p:nvPr/>
        </p:nvSpPr>
        <p:spPr>
          <a:xfrm>
            <a:off x="3634888" y="3107026"/>
            <a:ext cx="1643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&lt;/button&gt;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9349A4E3-B525-713A-C739-9E2C7BBC5639}"/>
              </a:ext>
            </a:extLst>
          </p:cNvPr>
          <p:cNvSpPr txBox="1"/>
          <p:nvPr/>
        </p:nvSpPr>
        <p:spPr>
          <a:xfrm>
            <a:off x="2746539" y="3083884"/>
            <a:ext cx="1028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Shoot</a:t>
            </a:r>
          </a:p>
        </p:txBody>
      </p:sp>
      <p:sp>
        <p:nvSpPr>
          <p:cNvPr id="28" name="fragment-2">
            <a:extLst>
              <a:ext uri="{FF2B5EF4-FFF2-40B4-BE49-F238E27FC236}">
                <a16:creationId xmlns:a16="http://schemas.microsoft.com/office/drawing/2014/main" id="{C29D3FB9-D06B-7CCE-CA05-6E94DABF1787}"/>
              </a:ext>
            </a:extLst>
          </p:cNvPr>
          <p:cNvSpPr txBox="1"/>
          <p:nvPr/>
        </p:nvSpPr>
        <p:spPr>
          <a:xfrm>
            <a:off x="1178860" y="3553391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42" name="export-p">
            <a:extLst>
              <a:ext uri="{FF2B5EF4-FFF2-40B4-BE49-F238E27FC236}">
                <a16:creationId xmlns:a16="http://schemas.microsoft.com/office/drawing/2014/main" id="{B2821C72-4C52-47CB-B28A-60380DFCB5AD}"/>
              </a:ext>
            </a:extLst>
          </p:cNvPr>
          <p:cNvSpPr txBox="1"/>
          <p:nvPr/>
        </p:nvSpPr>
        <p:spPr>
          <a:xfrm>
            <a:off x="430488" y="4760133"/>
            <a:ext cx="3589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export default button</a:t>
            </a:r>
          </a:p>
        </p:txBody>
      </p:sp>
      <p:sp>
        <p:nvSpPr>
          <p:cNvPr id="9" name="onClick" hidden="1">
            <a:extLst>
              <a:ext uri="{FF2B5EF4-FFF2-40B4-BE49-F238E27FC236}">
                <a16:creationId xmlns:a16="http://schemas.microsoft.com/office/drawing/2014/main" id="{B8CA312F-C57C-40B4-9ABD-627E17C13C38}"/>
              </a:ext>
            </a:extLst>
          </p:cNvPr>
          <p:cNvSpPr txBox="1"/>
          <p:nvPr/>
        </p:nvSpPr>
        <p:spPr>
          <a:xfrm>
            <a:off x="1807510" y="3876921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Berlin Sans FB" panose="020E0602020502020306" pitchFamily="34" charset="0"/>
              </a:rPr>
              <a:t>onClick</a:t>
            </a:r>
            <a:r>
              <a:rPr lang="en-US" sz="2800" dirty="0">
                <a:latin typeface="Berlin Sans FB" panose="020E0602020502020306" pitchFamily="34" charset="0"/>
              </a:rPr>
              <a:t>=</a:t>
            </a:r>
          </a:p>
        </p:txBody>
      </p:sp>
      <p:sp>
        <p:nvSpPr>
          <p:cNvPr id="7" name="curly-braces" hidden="1">
            <a:extLst>
              <a:ext uri="{FF2B5EF4-FFF2-40B4-BE49-F238E27FC236}">
                <a16:creationId xmlns:a16="http://schemas.microsoft.com/office/drawing/2014/main" id="{CD0ED22D-4498-C631-6039-C9CABBC07F4E}"/>
              </a:ext>
            </a:extLst>
          </p:cNvPr>
          <p:cNvSpPr txBox="1"/>
          <p:nvPr/>
        </p:nvSpPr>
        <p:spPr>
          <a:xfrm>
            <a:off x="3031759" y="3842894"/>
            <a:ext cx="306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10" name="curly-braces-1" hidden="1">
            <a:extLst>
              <a:ext uri="{FF2B5EF4-FFF2-40B4-BE49-F238E27FC236}">
                <a16:creationId xmlns:a16="http://schemas.microsoft.com/office/drawing/2014/main" id="{A1139CB3-1A59-8112-BA0B-8350E2BF6688}"/>
              </a:ext>
            </a:extLst>
          </p:cNvPr>
          <p:cNvSpPr txBox="1"/>
          <p:nvPr/>
        </p:nvSpPr>
        <p:spPr>
          <a:xfrm>
            <a:off x="3970004" y="3835686"/>
            <a:ext cx="306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1" name="name-function" hidden="1">
            <a:extLst>
              <a:ext uri="{FF2B5EF4-FFF2-40B4-BE49-F238E27FC236}">
                <a16:creationId xmlns:a16="http://schemas.microsoft.com/office/drawing/2014/main" id="{8322522A-2A4C-295B-E8A0-758F93DE601C}"/>
              </a:ext>
            </a:extLst>
          </p:cNvPr>
          <p:cNvSpPr txBox="1"/>
          <p:nvPr/>
        </p:nvSpPr>
        <p:spPr>
          <a:xfrm>
            <a:off x="3153114" y="3861884"/>
            <a:ext cx="970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shoot</a:t>
            </a:r>
          </a:p>
        </p:txBody>
      </p:sp>
      <p:sp>
        <p:nvSpPr>
          <p:cNvPr id="13" name="function-shoot" hidden="1">
            <a:extLst>
              <a:ext uri="{FF2B5EF4-FFF2-40B4-BE49-F238E27FC236}">
                <a16:creationId xmlns:a16="http://schemas.microsoft.com/office/drawing/2014/main" id="{BD49003F-114B-016E-862C-C149153563C3}"/>
              </a:ext>
            </a:extLst>
          </p:cNvPr>
          <p:cNvSpPr txBox="1"/>
          <p:nvPr/>
        </p:nvSpPr>
        <p:spPr>
          <a:xfrm>
            <a:off x="696836" y="2145248"/>
            <a:ext cx="307327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shoot = () =&gt; { </a:t>
            </a:r>
            <a:br>
              <a:rPr lang="en-US" sz="2800" dirty="0">
                <a:latin typeface="Berlin Sans FB" panose="020E0602020502020306" pitchFamily="34" charset="0"/>
              </a:rPr>
            </a:br>
            <a:r>
              <a:rPr lang="en-US" sz="2800" dirty="0">
                <a:latin typeface="Berlin Sans FB" panose="020E0602020502020306" pitchFamily="34" charset="0"/>
              </a:rPr>
              <a:t>   alert(“Shoot”)	</a:t>
            </a:r>
          </a:p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9091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B01051-B22B-4182-91DB-E8617BC8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1BFC1F93-5FF5-4CBB-2CB4-847769B7D287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A9BAE67-9517-8488-91A6-C9ECF0B532D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0D4E1FB-4CF9-8527-1EF2-6C0891FF2D9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6ACA9A0-AFA2-C309-A897-7B1A7CFF469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B14F001-8A83-8723-C945-550C7EBA81F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0A950AA-262A-73F7-3F25-9FB339E32BD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E9A1B60-6067-9BDD-1B66-709F5C46127A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9A9EF5F-063C-6E6A-C57D-6587E42718AE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1CA2EC6-0600-B04F-2AD8-934B866E70F9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F6600E3-5879-E866-EEB8-E865B96234C8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62F3271-7B50-CAC1-A8E9-CC251F89D6B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71ED6FE-D1AF-18F7-B783-C52C8943AC7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BA95DB1-7807-258B-0F3A-673E0E48E727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A1BFB72-7CF0-76C8-CB48-8B2476CC2A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35D0318-8D89-94A3-CA68-03F2A0D9AA8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F5B871B-7C2C-182E-5B0D-42B3CEE0E6B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3DB93F8-5E42-DBBE-983D-886C73EFC95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F1CFD7B-C0C5-2387-3BB1-D69EFF07AC3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code">
            <a:extLst>
              <a:ext uri="{FF2B5EF4-FFF2-40B4-BE49-F238E27FC236}">
                <a16:creationId xmlns:a16="http://schemas.microsoft.com/office/drawing/2014/main" id="{9D2EB964-4C80-0499-96F8-C0579C6325BE}"/>
              </a:ext>
            </a:extLst>
          </p:cNvPr>
          <p:cNvSpPr/>
          <p:nvPr/>
        </p:nvSpPr>
        <p:spPr>
          <a:xfrm>
            <a:off x="251750" y="1143223"/>
            <a:ext cx="8376770" cy="53559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example">
            <a:extLst>
              <a:ext uri="{FF2B5EF4-FFF2-40B4-BE49-F238E27FC236}">
                <a16:creationId xmlns:a16="http://schemas.microsoft.com/office/drawing/2014/main" id="{CE5EC902-4211-E91E-99BE-6FAE8E8BC5F2}"/>
              </a:ext>
            </a:extLst>
          </p:cNvPr>
          <p:cNvSpPr txBox="1"/>
          <p:nvPr/>
        </p:nvSpPr>
        <p:spPr>
          <a:xfrm>
            <a:off x="349646" y="1192309"/>
            <a:ext cx="6139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Example React event with component :</a:t>
            </a:r>
          </a:p>
        </p:txBody>
      </p:sp>
      <p:sp>
        <p:nvSpPr>
          <p:cNvPr id="4" name="variable">
            <a:extLst>
              <a:ext uri="{FF2B5EF4-FFF2-40B4-BE49-F238E27FC236}">
                <a16:creationId xmlns:a16="http://schemas.microsoft.com/office/drawing/2014/main" id="{AE16E99F-3001-A710-CC89-A918B078AC2A}"/>
              </a:ext>
            </a:extLst>
          </p:cNvPr>
          <p:cNvSpPr txBox="1"/>
          <p:nvPr/>
        </p:nvSpPr>
        <p:spPr>
          <a:xfrm>
            <a:off x="475499" y="1673804"/>
            <a:ext cx="318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button  =</a:t>
            </a:r>
          </a:p>
        </p:txBody>
      </p:sp>
      <p:sp>
        <p:nvSpPr>
          <p:cNvPr id="22" name="argument">
            <a:extLst>
              <a:ext uri="{FF2B5EF4-FFF2-40B4-BE49-F238E27FC236}">
                <a16:creationId xmlns:a16="http://schemas.microsoft.com/office/drawing/2014/main" id="{3BB6E54F-C9A2-C89E-83B7-714304878CCA}"/>
              </a:ext>
            </a:extLst>
          </p:cNvPr>
          <p:cNvSpPr txBox="1"/>
          <p:nvPr/>
        </p:nvSpPr>
        <p:spPr>
          <a:xfrm>
            <a:off x="2853449" y="1673804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  <a:endParaRPr lang="en-US" sz="2800" dirty="0"/>
          </a:p>
        </p:txBody>
      </p:sp>
      <p:sp>
        <p:nvSpPr>
          <p:cNvPr id="19" name="argument-1">
            <a:extLst>
              <a:ext uri="{FF2B5EF4-FFF2-40B4-BE49-F238E27FC236}">
                <a16:creationId xmlns:a16="http://schemas.microsoft.com/office/drawing/2014/main" id="{2D1B1F16-BA77-EEED-20E9-96DDC20FEB5A}"/>
              </a:ext>
            </a:extLst>
          </p:cNvPr>
          <p:cNvSpPr txBox="1"/>
          <p:nvPr/>
        </p:nvSpPr>
        <p:spPr>
          <a:xfrm>
            <a:off x="2983340" y="1672845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  <a:endParaRPr lang="en-US" sz="2800" dirty="0"/>
          </a:p>
        </p:txBody>
      </p:sp>
      <p:sp>
        <p:nvSpPr>
          <p:cNvPr id="12" name="close-curly-braces">
            <a:extLst>
              <a:ext uri="{FF2B5EF4-FFF2-40B4-BE49-F238E27FC236}">
                <a16:creationId xmlns:a16="http://schemas.microsoft.com/office/drawing/2014/main" id="{CFF41600-4C03-7BB3-60F7-4BA00A6BA61D}"/>
              </a:ext>
            </a:extLst>
          </p:cNvPr>
          <p:cNvSpPr txBox="1"/>
          <p:nvPr/>
        </p:nvSpPr>
        <p:spPr>
          <a:xfrm>
            <a:off x="505213" y="4216874"/>
            <a:ext cx="28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21" name="arrow-function">
            <a:extLst>
              <a:ext uri="{FF2B5EF4-FFF2-40B4-BE49-F238E27FC236}">
                <a16:creationId xmlns:a16="http://schemas.microsoft.com/office/drawing/2014/main" id="{E45F9694-4D03-AE24-1FAF-BF6B1DA8A8BA}"/>
              </a:ext>
            </a:extLst>
          </p:cNvPr>
          <p:cNvSpPr txBox="1"/>
          <p:nvPr/>
        </p:nvSpPr>
        <p:spPr>
          <a:xfrm>
            <a:off x="3223514" y="1673804"/>
            <a:ext cx="72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=&gt; { </a:t>
            </a:r>
            <a:endParaRPr lang="en-US" sz="2800" dirty="0"/>
          </a:p>
        </p:txBody>
      </p:sp>
      <p:sp>
        <p:nvSpPr>
          <p:cNvPr id="23" name="return">
            <a:extLst>
              <a:ext uri="{FF2B5EF4-FFF2-40B4-BE49-F238E27FC236}">
                <a16:creationId xmlns:a16="http://schemas.microsoft.com/office/drawing/2014/main" id="{80A9078D-947E-E114-EE2A-BA80EEA2D5F8}"/>
              </a:ext>
            </a:extLst>
          </p:cNvPr>
          <p:cNvSpPr txBox="1"/>
          <p:nvPr/>
        </p:nvSpPr>
        <p:spPr>
          <a:xfrm>
            <a:off x="750488" y="2218418"/>
            <a:ext cx="110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24" name="return-1">
            <a:extLst>
              <a:ext uri="{FF2B5EF4-FFF2-40B4-BE49-F238E27FC236}">
                <a16:creationId xmlns:a16="http://schemas.microsoft.com/office/drawing/2014/main" id="{5FF0C7B2-C3F9-DB11-1FE6-896377ED445B}"/>
              </a:ext>
            </a:extLst>
          </p:cNvPr>
          <p:cNvSpPr txBox="1"/>
          <p:nvPr/>
        </p:nvSpPr>
        <p:spPr>
          <a:xfrm>
            <a:off x="1822709" y="2235453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5" name="return-2">
            <a:extLst>
              <a:ext uri="{FF2B5EF4-FFF2-40B4-BE49-F238E27FC236}">
                <a16:creationId xmlns:a16="http://schemas.microsoft.com/office/drawing/2014/main" id="{03B29738-E528-A0D4-555B-B34E5C6CD3B5}"/>
              </a:ext>
            </a:extLst>
          </p:cNvPr>
          <p:cNvSpPr txBox="1"/>
          <p:nvPr/>
        </p:nvSpPr>
        <p:spPr>
          <a:xfrm>
            <a:off x="800447" y="3813440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7" name="fragment">
            <a:extLst>
              <a:ext uri="{FF2B5EF4-FFF2-40B4-BE49-F238E27FC236}">
                <a16:creationId xmlns:a16="http://schemas.microsoft.com/office/drawing/2014/main" id="{25C48C4D-2FA9-2086-B2C4-CCC938B3B7DA}"/>
              </a:ext>
            </a:extLst>
          </p:cNvPr>
          <p:cNvSpPr txBox="1"/>
          <p:nvPr/>
        </p:nvSpPr>
        <p:spPr>
          <a:xfrm>
            <a:off x="1145619" y="2645673"/>
            <a:ext cx="772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</a:t>
            </a:r>
          </a:p>
        </p:txBody>
      </p:sp>
      <p:sp>
        <p:nvSpPr>
          <p:cNvPr id="8" name="fragment-1">
            <a:extLst>
              <a:ext uri="{FF2B5EF4-FFF2-40B4-BE49-F238E27FC236}">
                <a16:creationId xmlns:a16="http://schemas.microsoft.com/office/drawing/2014/main" id="{1CE5998C-FE01-05DB-9F23-028F7B5F16FB}"/>
              </a:ext>
            </a:extLst>
          </p:cNvPr>
          <p:cNvSpPr txBox="1"/>
          <p:nvPr/>
        </p:nvSpPr>
        <p:spPr>
          <a:xfrm>
            <a:off x="4176805" y="2631482"/>
            <a:ext cx="2368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&gt;</a:t>
            </a:r>
            <a:endParaRPr lang="en-US" sz="2800" dirty="0"/>
          </a:p>
        </p:txBody>
      </p:sp>
      <p:sp>
        <p:nvSpPr>
          <p:cNvPr id="26" name="p">
            <a:extLst>
              <a:ext uri="{FF2B5EF4-FFF2-40B4-BE49-F238E27FC236}">
                <a16:creationId xmlns:a16="http://schemas.microsoft.com/office/drawing/2014/main" id="{2EAC8910-57AD-FBA1-EE9B-A8D9043D0162}"/>
              </a:ext>
            </a:extLst>
          </p:cNvPr>
          <p:cNvSpPr txBox="1"/>
          <p:nvPr/>
        </p:nvSpPr>
        <p:spPr>
          <a:xfrm>
            <a:off x="1455120" y="3081821"/>
            <a:ext cx="1540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&lt;button&gt;</a:t>
            </a:r>
          </a:p>
        </p:txBody>
      </p:sp>
      <p:sp>
        <p:nvSpPr>
          <p:cNvPr id="30" name="p-1">
            <a:extLst>
              <a:ext uri="{FF2B5EF4-FFF2-40B4-BE49-F238E27FC236}">
                <a16:creationId xmlns:a16="http://schemas.microsoft.com/office/drawing/2014/main" id="{190AF0CA-0F93-34D2-80FF-61B6378254F3}"/>
              </a:ext>
            </a:extLst>
          </p:cNvPr>
          <p:cNvSpPr txBox="1"/>
          <p:nvPr/>
        </p:nvSpPr>
        <p:spPr>
          <a:xfrm>
            <a:off x="3634888" y="3107026"/>
            <a:ext cx="1643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&lt;/button&gt;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6559AA72-D4FC-E543-92C1-16E34BA65744}"/>
              </a:ext>
            </a:extLst>
          </p:cNvPr>
          <p:cNvSpPr txBox="1"/>
          <p:nvPr/>
        </p:nvSpPr>
        <p:spPr>
          <a:xfrm>
            <a:off x="2746539" y="3083884"/>
            <a:ext cx="1028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Shoot</a:t>
            </a:r>
          </a:p>
        </p:txBody>
      </p:sp>
      <p:sp>
        <p:nvSpPr>
          <p:cNvPr id="28" name="fragment-2">
            <a:extLst>
              <a:ext uri="{FF2B5EF4-FFF2-40B4-BE49-F238E27FC236}">
                <a16:creationId xmlns:a16="http://schemas.microsoft.com/office/drawing/2014/main" id="{53FCAB34-2248-B04E-8FF1-DDD12F024409}"/>
              </a:ext>
            </a:extLst>
          </p:cNvPr>
          <p:cNvSpPr txBox="1"/>
          <p:nvPr/>
        </p:nvSpPr>
        <p:spPr>
          <a:xfrm>
            <a:off x="1178860" y="3553391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42" name="export-p">
            <a:extLst>
              <a:ext uri="{FF2B5EF4-FFF2-40B4-BE49-F238E27FC236}">
                <a16:creationId xmlns:a16="http://schemas.microsoft.com/office/drawing/2014/main" id="{E9D126BB-2BE1-D04E-9A40-791A6F58A18B}"/>
              </a:ext>
            </a:extLst>
          </p:cNvPr>
          <p:cNvSpPr txBox="1"/>
          <p:nvPr/>
        </p:nvSpPr>
        <p:spPr>
          <a:xfrm>
            <a:off x="430488" y="4760133"/>
            <a:ext cx="3589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export default button</a:t>
            </a:r>
          </a:p>
        </p:txBody>
      </p:sp>
      <p:sp>
        <p:nvSpPr>
          <p:cNvPr id="9" name="onClick">
            <a:extLst>
              <a:ext uri="{FF2B5EF4-FFF2-40B4-BE49-F238E27FC236}">
                <a16:creationId xmlns:a16="http://schemas.microsoft.com/office/drawing/2014/main" id="{12BDB5DF-AFB4-314D-83B6-19AB8861EC01}"/>
              </a:ext>
            </a:extLst>
          </p:cNvPr>
          <p:cNvSpPr txBox="1"/>
          <p:nvPr/>
        </p:nvSpPr>
        <p:spPr>
          <a:xfrm>
            <a:off x="1829094" y="2628638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Berlin Sans FB" panose="020E0602020502020306" pitchFamily="34" charset="0"/>
              </a:rPr>
              <a:t>onClick</a:t>
            </a:r>
            <a:r>
              <a:rPr lang="en-US" sz="2800" dirty="0">
                <a:latin typeface="Berlin Sans FB" panose="020E0602020502020306" pitchFamily="34" charset="0"/>
              </a:rPr>
              <a:t>=</a:t>
            </a:r>
          </a:p>
        </p:txBody>
      </p:sp>
      <p:sp>
        <p:nvSpPr>
          <p:cNvPr id="7" name="curly-braces">
            <a:extLst>
              <a:ext uri="{FF2B5EF4-FFF2-40B4-BE49-F238E27FC236}">
                <a16:creationId xmlns:a16="http://schemas.microsoft.com/office/drawing/2014/main" id="{846B0AF3-6087-4D26-4E4A-F56BBE601CFC}"/>
              </a:ext>
            </a:extLst>
          </p:cNvPr>
          <p:cNvSpPr txBox="1"/>
          <p:nvPr/>
        </p:nvSpPr>
        <p:spPr>
          <a:xfrm>
            <a:off x="3071050" y="2602389"/>
            <a:ext cx="306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10" name="curly-braces-1">
            <a:extLst>
              <a:ext uri="{FF2B5EF4-FFF2-40B4-BE49-F238E27FC236}">
                <a16:creationId xmlns:a16="http://schemas.microsoft.com/office/drawing/2014/main" id="{A9BA6053-94EA-33D1-D64B-3649813C4130}"/>
              </a:ext>
            </a:extLst>
          </p:cNvPr>
          <p:cNvSpPr txBox="1"/>
          <p:nvPr/>
        </p:nvSpPr>
        <p:spPr>
          <a:xfrm>
            <a:off x="3941369" y="2566213"/>
            <a:ext cx="306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1" name="name-function">
            <a:extLst>
              <a:ext uri="{FF2B5EF4-FFF2-40B4-BE49-F238E27FC236}">
                <a16:creationId xmlns:a16="http://schemas.microsoft.com/office/drawing/2014/main" id="{C2E6AF22-7314-48B9-3C3F-77987E450FAA}"/>
              </a:ext>
            </a:extLst>
          </p:cNvPr>
          <p:cNvSpPr txBox="1"/>
          <p:nvPr/>
        </p:nvSpPr>
        <p:spPr>
          <a:xfrm>
            <a:off x="3169601" y="2603398"/>
            <a:ext cx="970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shoot</a:t>
            </a:r>
          </a:p>
        </p:txBody>
      </p:sp>
      <p:sp>
        <p:nvSpPr>
          <p:cNvPr id="13" name="function-shoot" hidden="1">
            <a:extLst>
              <a:ext uri="{FF2B5EF4-FFF2-40B4-BE49-F238E27FC236}">
                <a16:creationId xmlns:a16="http://schemas.microsoft.com/office/drawing/2014/main" id="{968DE41F-B8F1-1CEA-D064-15F78CA0A57C}"/>
              </a:ext>
            </a:extLst>
          </p:cNvPr>
          <p:cNvSpPr txBox="1"/>
          <p:nvPr/>
        </p:nvSpPr>
        <p:spPr>
          <a:xfrm>
            <a:off x="696836" y="2145248"/>
            <a:ext cx="307327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shoot = () =&gt; { </a:t>
            </a:r>
            <a:br>
              <a:rPr lang="en-US" sz="2800" dirty="0">
                <a:latin typeface="Berlin Sans FB" panose="020E0602020502020306" pitchFamily="34" charset="0"/>
              </a:rPr>
            </a:br>
            <a:r>
              <a:rPr lang="en-US" sz="2800" dirty="0">
                <a:latin typeface="Berlin Sans FB" panose="020E0602020502020306" pitchFamily="34" charset="0"/>
              </a:rPr>
              <a:t>   alert(“Shoot”)	</a:t>
            </a:r>
          </a:p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04515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2116E-BAF4-BBD2-001E-9E44F4A0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99D8914D-4047-472E-196C-6C6009EF487B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4788D67-F57E-B767-38B8-96AAF661CE8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E29569E-85CA-2E54-4B0A-BACF7FD3828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86BE72A-8DBC-6F32-F8F6-46F19B677FE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9AB6D95-7298-AAAE-2C83-785300EBE92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A6638E6-6545-341B-A796-2E60EE6C140A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36115DA-DCA2-2D09-583E-0EE8440D622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20477C9-BD2E-BDC0-507D-6E0BBAB4D04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2849250-B1DA-A368-E440-A4C3D12E7D0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BEAED8C-092F-F89E-11BD-553F2F0E14A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22FAEBD-937C-F39A-F1E8-132A0EB5AF6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CEF84615-FB92-CDB8-9707-BD51DF7E4645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3CB45E5-40A8-03C2-0A5F-FB48C2AAB9C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B277228-6AFD-35F1-47E2-C89284A1AA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F323A90-B0BC-51A2-5A2C-5107BA4A0F5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A8DC0E40-9F05-4CD9-C0D6-BF62B1C80D76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CFEF531-1EC3-8F25-A918-5962CCD60B73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D5DBA0A-E8FA-8FC1-D1A5-7D344EFBA3F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code">
            <a:extLst>
              <a:ext uri="{FF2B5EF4-FFF2-40B4-BE49-F238E27FC236}">
                <a16:creationId xmlns:a16="http://schemas.microsoft.com/office/drawing/2014/main" id="{85BAB12A-894A-90C8-F1F5-4594F3BFA80D}"/>
              </a:ext>
            </a:extLst>
          </p:cNvPr>
          <p:cNvSpPr/>
          <p:nvPr/>
        </p:nvSpPr>
        <p:spPr>
          <a:xfrm>
            <a:off x="251750" y="1143223"/>
            <a:ext cx="8376770" cy="53559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example">
            <a:extLst>
              <a:ext uri="{FF2B5EF4-FFF2-40B4-BE49-F238E27FC236}">
                <a16:creationId xmlns:a16="http://schemas.microsoft.com/office/drawing/2014/main" id="{C0369E8E-1905-4120-A730-1AC7D912599E}"/>
              </a:ext>
            </a:extLst>
          </p:cNvPr>
          <p:cNvSpPr txBox="1"/>
          <p:nvPr/>
        </p:nvSpPr>
        <p:spPr>
          <a:xfrm>
            <a:off x="349646" y="1192309"/>
            <a:ext cx="6139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Example React event with component :</a:t>
            </a:r>
          </a:p>
        </p:txBody>
      </p:sp>
      <p:sp>
        <p:nvSpPr>
          <p:cNvPr id="4" name="variable">
            <a:extLst>
              <a:ext uri="{FF2B5EF4-FFF2-40B4-BE49-F238E27FC236}">
                <a16:creationId xmlns:a16="http://schemas.microsoft.com/office/drawing/2014/main" id="{5BF89A05-AB33-1920-1D90-8D134172B9F4}"/>
              </a:ext>
            </a:extLst>
          </p:cNvPr>
          <p:cNvSpPr txBox="1"/>
          <p:nvPr/>
        </p:nvSpPr>
        <p:spPr>
          <a:xfrm>
            <a:off x="475499" y="1673804"/>
            <a:ext cx="318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button  =</a:t>
            </a:r>
          </a:p>
        </p:txBody>
      </p:sp>
      <p:sp>
        <p:nvSpPr>
          <p:cNvPr id="22" name="argument">
            <a:extLst>
              <a:ext uri="{FF2B5EF4-FFF2-40B4-BE49-F238E27FC236}">
                <a16:creationId xmlns:a16="http://schemas.microsoft.com/office/drawing/2014/main" id="{59428CF7-1984-3459-04CE-1B28CBB9464D}"/>
              </a:ext>
            </a:extLst>
          </p:cNvPr>
          <p:cNvSpPr txBox="1"/>
          <p:nvPr/>
        </p:nvSpPr>
        <p:spPr>
          <a:xfrm>
            <a:off x="2853449" y="1673804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  <a:endParaRPr lang="en-US" sz="2800" dirty="0"/>
          </a:p>
        </p:txBody>
      </p:sp>
      <p:sp>
        <p:nvSpPr>
          <p:cNvPr id="19" name="argument-1">
            <a:extLst>
              <a:ext uri="{FF2B5EF4-FFF2-40B4-BE49-F238E27FC236}">
                <a16:creationId xmlns:a16="http://schemas.microsoft.com/office/drawing/2014/main" id="{214EA845-A36E-C5EA-913C-5C2C05A555B6}"/>
              </a:ext>
            </a:extLst>
          </p:cNvPr>
          <p:cNvSpPr txBox="1"/>
          <p:nvPr/>
        </p:nvSpPr>
        <p:spPr>
          <a:xfrm>
            <a:off x="2983340" y="1672845"/>
            <a:ext cx="480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  <a:endParaRPr lang="en-US" sz="2800" dirty="0"/>
          </a:p>
        </p:txBody>
      </p:sp>
      <p:sp>
        <p:nvSpPr>
          <p:cNvPr id="12" name="close-curly-braces">
            <a:extLst>
              <a:ext uri="{FF2B5EF4-FFF2-40B4-BE49-F238E27FC236}">
                <a16:creationId xmlns:a16="http://schemas.microsoft.com/office/drawing/2014/main" id="{0290E32C-ACDE-7FCB-757D-2D91EEF37E98}"/>
              </a:ext>
            </a:extLst>
          </p:cNvPr>
          <p:cNvSpPr txBox="1"/>
          <p:nvPr/>
        </p:nvSpPr>
        <p:spPr>
          <a:xfrm>
            <a:off x="424371" y="5399257"/>
            <a:ext cx="288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21" name="arrow-function">
            <a:extLst>
              <a:ext uri="{FF2B5EF4-FFF2-40B4-BE49-F238E27FC236}">
                <a16:creationId xmlns:a16="http://schemas.microsoft.com/office/drawing/2014/main" id="{D4A3E179-6E1E-39CC-5408-5FC19BB88F95}"/>
              </a:ext>
            </a:extLst>
          </p:cNvPr>
          <p:cNvSpPr txBox="1"/>
          <p:nvPr/>
        </p:nvSpPr>
        <p:spPr>
          <a:xfrm>
            <a:off x="3223514" y="1673804"/>
            <a:ext cx="72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=&gt; { </a:t>
            </a:r>
            <a:endParaRPr lang="en-US" sz="2800" dirty="0"/>
          </a:p>
        </p:txBody>
      </p:sp>
      <p:sp>
        <p:nvSpPr>
          <p:cNvPr id="23" name="return">
            <a:extLst>
              <a:ext uri="{FF2B5EF4-FFF2-40B4-BE49-F238E27FC236}">
                <a16:creationId xmlns:a16="http://schemas.microsoft.com/office/drawing/2014/main" id="{67F674A6-63D6-0CF6-35A4-02CE6987E37A}"/>
              </a:ext>
            </a:extLst>
          </p:cNvPr>
          <p:cNvSpPr txBox="1"/>
          <p:nvPr/>
        </p:nvSpPr>
        <p:spPr>
          <a:xfrm>
            <a:off x="669646" y="3400801"/>
            <a:ext cx="110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return</a:t>
            </a:r>
          </a:p>
        </p:txBody>
      </p:sp>
      <p:sp>
        <p:nvSpPr>
          <p:cNvPr id="24" name="return-1">
            <a:extLst>
              <a:ext uri="{FF2B5EF4-FFF2-40B4-BE49-F238E27FC236}">
                <a16:creationId xmlns:a16="http://schemas.microsoft.com/office/drawing/2014/main" id="{57BD2EA5-96FB-84F0-A4BB-620B327E35A7}"/>
              </a:ext>
            </a:extLst>
          </p:cNvPr>
          <p:cNvSpPr txBox="1"/>
          <p:nvPr/>
        </p:nvSpPr>
        <p:spPr>
          <a:xfrm>
            <a:off x="1741867" y="3417836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5" name="return-2">
            <a:extLst>
              <a:ext uri="{FF2B5EF4-FFF2-40B4-BE49-F238E27FC236}">
                <a16:creationId xmlns:a16="http://schemas.microsoft.com/office/drawing/2014/main" id="{ACD4D102-4612-7B48-08C3-2013D95E247F}"/>
              </a:ext>
            </a:extLst>
          </p:cNvPr>
          <p:cNvSpPr txBox="1"/>
          <p:nvPr/>
        </p:nvSpPr>
        <p:spPr>
          <a:xfrm>
            <a:off x="719605" y="4995823"/>
            <a:ext cx="311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7" name="fragment">
            <a:extLst>
              <a:ext uri="{FF2B5EF4-FFF2-40B4-BE49-F238E27FC236}">
                <a16:creationId xmlns:a16="http://schemas.microsoft.com/office/drawing/2014/main" id="{A8FCA35F-4D61-1D52-AE3C-7E870D1E238B}"/>
              </a:ext>
            </a:extLst>
          </p:cNvPr>
          <p:cNvSpPr txBox="1"/>
          <p:nvPr/>
        </p:nvSpPr>
        <p:spPr>
          <a:xfrm>
            <a:off x="1064777" y="3828056"/>
            <a:ext cx="772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</a:t>
            </a:r>
          </a:p>
        </p:txBody>
      </p:sp>
      <p:sp>
        <p:nvSpPr>
          <p:cNvPr id="8" name="fragment-1">
            <a:extLst>
              <a:ext uri="{FF2B5EF4-FFF2-40B4-BE49-F238E27FC236}">
                <a16:creationId xmlns:a16="http://schemas.microsoft.com/office/drawing/2014/main" id="{CEBD0480-924A-5F74-2715-127C0F2D9BFE}"/>
              </a:ext>
            </a:extLst>
          </p:cNvPr>
          <p:cNvSpPr txBox="1"/>
          <p:nvPr/>
        </p:nvSpPr>
        <p:spPr>
          <a:xfrm>
            <a:off x="4095963" y="3813865"/>
            <a:ext cx="2368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&gt;</a:t>
            </a:r>
            <a:endParaRPr lang="en-US" sz="2800" dirty="0"/>
          </a:p>
        </p:txBody>
      </p:sp>
      <p:sp>
        <p:nvSpPr>
          <p:cNvPr id="26" name="p">
            <a:extLst>
              <a:ext uri="{FF2B5EF4-FFF2-40B4-BE49-F238E27FC236}">
                <a16:creationId xmlns:a16="http://schemas.microsoft.com/office/drawing/2014/main" id="{60B86E7A-DD9A-A328-AABC-AE148FA28900}"/>
              </a:ext>
            </a:extLst>
          </p:cNvPr>
          <p:cNvSpPr txBox="1"/>
          <p:nvPr/>
        </p:nvSpPr>
        <p:spPr>
          <a:xfrm>
            <a:off x="1374278" y="4264204"/>
            <a:ext cx="1540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&lt;button&gt;</a:t>
            </a:r>
          </a:p>
        </p:txBody>
      </p:sp>
      <p:sp>
        <p:nvSpPr>
          <p:cNvPr id="30" name="p-1">
            <a:extLst>
              <a:ext uri="{FF2B5EF4-FFF2-40B4-BE49-F238E27FC236}">
                <a16:creationId xmlns:a16="http://schemas.microsoft.com/office/drawing/2014/main" id="{E007ACE9-92EE-F08E-9F80-352F522240B7}"/>
              </a:ext>
            </a:extLst>
          </p:cNvPr>
          <p:cNvSpPr txBox="1"/>
          <p:nvPr/>
        </p:nvSpPr>
        <p:spPr>
          <a:xfrm>
            <a:off x="3554046" y="4289409"/>
            <a:ext cx="1643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&lt;/button&gt;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4BE6272A-EDBC-9EBE-74B4-D88DB19AAB8F}"/>
              </a:ext>
            </a:extLst>
          </p:cNvPr>
          <p:cNvSpPr txBox="1"/>
          <p:nvPr/>
        </p:nvSpPr>
        <p:spPr>
          <a:xfrm>
            <a:off x="2665697" y="4266267"/>
            <a:ext cx="1028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Shoot</a:t>
            </a:r>
          </a:p>
        </p:txBody>
      </p:sp>
      <p:sp>
        <p:nvSpPr>
          <p:cNvPr id="28" name="fragment-2">
            <a:extLst>
              <a:ext uri="{FF2B5EF4-FFF2-40B4-BE49-F238E27FC236}">
                <a16:creationId xmlns:a16="http://schemas.microsoft.com/office/drawing/2014/main" id="{61157158-B637-DF83-963A-3558C9242A43}"/>
              </a:ext>
            </a:extLst>
          </p:cNvPr>
          <p:cNvSpPr txBox="1"/>
          <p:nvPr/>
        </p:nvSpPr>
        <p:spPr>
          <a:xfrm>
            <a:off x="1098018" y="4735774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&lt;div/&gt;</a:t>
            </a:r>
          </a:p>
        </p:txBody>
      </p:sp>
      <p:sp>
        <p:nvSpPr>
          <p:cNvPr id="42" name="export-p">
            <a:extLst>
              <a:ext uri="{FF2B5EF4-FFF2-40B4-BE49-F238E27FC236}">
                <a16:creationId xmlns:a16="http://schemas.microsoft.com/office/drawing/2014/main" id="{663BC7D9-6716-16AB-8AC4-E1FEB88F785E}"/>
              </a:ext>
            </a:extLst>
          </p:cNvPr>
          <p:cNvSpPr txBox="1"/>
          <p:nvPr/>
        </p:nvSpPr>
        <p:spPr>
          <a:xfrm>
            <a:off x="404334" y="5854682"/>
            <a:ext cx="3589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export default button</a:t>
            </a:r>
          </a:p>
        </p:txBody>
      </p:sp>
      <p:sp>
        <p:nvSpPr>
          <p:cNvPr id="9" name="onClick">
            <a:extLst>
              <a:ext uri="{FF2B5EF4-FFF2-40B4-BE49-F238E27FC236}">
                <a16:creationId xmlns:a16="http://schemas.microsoft.com/office/drawing/2014/main" id="{A97A338F-9646-1675-4C07-C91B5D13A299}"/>
              </a:ext>
            </a:extLst>
          </p:cNvPr>
          <p:cNvSpPr txBox="1"/>
          <p:nvPr/>
        </p:nvSpPr>
        <p:spPr>
          <a:xfrm>
            <a:off x="1748252" y="3811021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Berlin Sans FB" panose="020E0602020502020306" pitchFamily="34" charset="0"/>
              </a:rPr>
              <a:t>onClick</a:t>
            </a:r>
            <a:r>
              <a:rPr lang="en-US" sz="2800" dirty="0">
                <a:latin typeface="Berlin Sans FB" panose="020E0602020502020306" pitchFamily="34" charset="0"/>
              </a:rPr>
              <a:t>=</a:t>
            </a:r>
          </a:p>
        </p:txBody>
      </p:sp>
      <p:sp>
        <p:nvSpPr>
          <p:cNvPr id="7" name="curly-braces">
            <a:extLst>
              <a:ext uri="{FF2B5EF4-FFF2-40B4-BE49-F238E27FC236}">
                <a16:creationId xmlns:a16="http://schemas.microsoft.com/office/drawing/2014/main" id="{E986912E-72C1-523F-DBB1-67B6017D655C}"/>
              </a:ext>
            </a:extLst>
          </p:cNvPr>
          <p:cNvSpPr txBox="1"/>
          <p:nvPr/>
        </p:nvSpPr>
        <p:spPr>
          <a:xfrm>
            <a:off x="2990208" y="3784772"/>
            <a:ext cx="306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10" name="curly-braces-1">
            <a:extLst>
              <a:ext uri="{FF2B5EF4-FFF2-40B4-BE49-F238E27FC236}">
                <a16:creationId xmlns:a16="http://schemas.microsoft.com/office/drawing/2014/main" id="{00FC404F-CB82-A3A6-4AC0-CC28A83E1D2C}"/>
              </a:ext>
            </a:extLst>
          </p:cNvPr>
          <p:cNvSpPr txBox="1"/>
          <p:nvPr/>
        </p:nvSpPr>
        <p:spPr>
          <a:xfrm>
            <a:off x="3860527" y="3748596"/>
            <a:ext cx="306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11" name="name-function">
            <a:extLst>
              <a:ext uri="{FF2B5EF4-FFF2-40B4-BE49-F238E27FC236}">
                <a16:creationId xmlns:a16="http://schemas.microsoft.com/office/drawing/2014/main" id="{21E6C740-23D8-64CA-8058-8D432F9A5D6F}"/>
              </a:ext>
            </a:extLst>
          </p:cNvPr>
          <p:cNvSpPr txBox="1"/>
          <p:nvPr/>
        </p:nvSpPr>
        <p:spPr>
          <a:xfrm>
            <a:off x="3088759" y="3785781"/>
            <a:ext cx="970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shoot</a:t>
            </a:r>
          </a:p>
        </p:txBody>
      </p:sp>
      <p:sp>
        <p:nvSpPr>
          <p:cNvPr id="13" name="function-shoot">
            <a:extLst>
              <a:ext uri="{FF2B5EF4-FFF2-40B4-BE49-F238E27FC236}">
                <a16:creationId xmlns:a16="http://schemas.microsoft.com/office/drawing/2014/main" id="{3CF8CBED-A3E4-446A-7026-63A35FB7F7D6}"/>
              </a:ext>
            </a:extLst>
          </p:cNvPr>
          <p:cNvSpPr txBox="1"/>
          <p:nvPr/>
        </p:nvSpPr>
        <p:spPr>
          <a:xfrm>
            <a:off x="696836" y="2145248"/>
            <a:ext cx="307327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const shoot = () =&gt; { </a:t>
            </a:r>
            <a:br>
              <a:rPr lang="en-US" sz="2800" dirty="0">
                <a:latin typeface="Berlin Sans FB" panose="020E0602020502020306" pitchFamily="34" charset="0"/>
              </a:rPr>
            </a:br>
            <a:r>
              <a:rPr lang="en-US" sz="2800" dirty="0">
                <a:latin typeface="Berlin Sans FB" panose="020E0602020502020306" pitchFamily="34" charset="0"/>
              </a:rPr>
              <a:t>   alert(“Shoot”)	</a:t>
            </a:r>
          </a:p>
          <a:p>
            <a:r>
              <a:rPr lang="en-US" sz="28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1373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3DAF8-ADA8-6AC1-667B-D3B8F5220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98C5F003-3649-0100-53C2-46A8EDBA688F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ABC939A-5258-628B-4A45-BA4669FD5A3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A765313-FD9F-4C11-7E50-886C0E9D20E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645EA3C-E3CB-F813-C736-0519D9E14BDC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9DCFC78-68A2-325D-CA06-A93EED1847F7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2A4484C-E2F6-B3AD-564F-342468B3F16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FAFA24A-EDC8-9B9C-B23C-4B58BD2A2BC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9E0FE89-4B6A-79E7-AB4C-1B91FC4F9B6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DF3F15E-29C4-1C3E-213D-B388449170C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4B39A2F-44C3-D2B2-3627-318C460F3B88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27E8C631-5DAB-043F-E58A-BD6BAD9EC85E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5F5AEBD-A5EB-7B4D-B460-B3D14171724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5D44871-C6B1-3BE2-62A7-E29FB7D274F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14011ACC-6693-9DA5-FBCD-3161B95C82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308A874-E0F2-BFF4-33C7-CDDF2788C8C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597C680-A6F0-35DC-FDB3-86DEF4F8DB3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7FCB67F-7F8F-9A10-B337-9E7A6A0A3FE9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D282076-8810-9952-0FF5-A7DBB244767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0E7B1F5-5824-BC32-E977-53D5746E502A}"/>
              </a:ext>
            </a:extLst>
          </p:cNvPr>
          <p:cNvSpPr/>
          <p:nvPr/>
        </p:nvSpPr>
        <p:spPr>
          <a:xfrm>
            <a:off x="293288" y="1189703"/>
            <a:ext cx="4730996" cy="7275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React Hook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7C70D-12B4-A800-5A6B-B4F05D216EDE}"/>
              </a:ext>
            </a:extLst>
          </p:cNvPr>
          <p:cNvSpPr/>
          <p:nvPr/>
        </p:nvSpPr>
        <p:spPr>
          <a:xfrm>
            <a:off x="293288" y="1925006"/>
            <a:ext cx="8426966" cy="11252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React Hook is A feature in React that allows us to do something in component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13573E-EC59-C62C-163F-CFBCAA6B575B}"/>
              </a:ext>
            </a:extLst>
          </p:cNvPr>
          <p:cNvSpPr/>
          <p:nvPr/>
        </p:nvSpPr>
        <p:spPr>
          <a:xfrm>
            <a:off x="293287" y="3294214"/>
            <a:ext cx="3523837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storing data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465D36-277A-FC7A-7D77-0A24DD99B704}"/>
              </a:ext>
            </a:extLst>
          </p:cNvPr>
          <p:cNvSpPr/>
          <p:nvPr/>
        </p:nvSpPr>
        <p:spPr>
          <a:xfrm>
            <a:off x="293286" y="5524926"/>
            <a:ext cx="5547073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dom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5DFD7-4D67-DF8E-31F3-5CE9CDE7FCCD}"/>
              </a:ext>
            </a:extLst>
          </p:cNvPr>
          <p:cNvSpPr/>
          <p:nvPr/>
        </p:nvSpPr>
        <p:spPr>
          <a:xfrm>
            <a:off x="293286" y="4039563"/>
            <a:ext cx="5547073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side effects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146E04-8944-B566-E7FD-E6804E87F292}"/>
              </a:ext>
            </a:extLst>
          </p:cNvPr>
          <p:cNvSpPr/>
          <p:nvPr/>
        </p:nvSpPr>
        <p:spPr>
          <a:xfrm>
            <a:off x="293287" y="4757991"/>
            <a:ext cx="5802713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share data globally</a:t>
            </a:r>
          </a:p>
        </p:txBody>
      </p:sp>
    </p:spTree>
    <p:extLst>
      <p:ext uri="{BB962C8B-B14F-4D97-AF65-F5344CB8AC3E}">
        <p14:creationId xmlns:p14="http://schemas.microsoft.com/office/powerpoint/2010/main" val="2323066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  <p:bldP spid="4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DDDB5-CF15-6F37-461A-B8CCC2F2F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B6CA3B74-F0A9-5EC8-57D4-8804A1D4748E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36715BE-1B93-89CE-EFD4-B65532D70714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1C26329-21CA-4934-4A4E-687FCF0277B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87BD2C1-6D0B-EB7E-0B26-D2FE99DAC74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775A302-7EF4-1C0D-89D8-E763A989708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DFFF04C-D10A-1CBE-CB81-2B0BF817C7CE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CCED347-7C5C-7F0E-E7D8-BC700F5B9D2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F0817D2-24E4-4DEA-76DA-ABB2B13BA73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53C8D9B-EC5F-F71E-3E3C-AB2F6F6BFF28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2FC6413-517D-52C6-D644-001F57B63E5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3F4658B-F226-05BE-9785-F1C60A46CB9A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9FAB25B-CFDB-6830-59F0-76DDCA19BC0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EBB35F6-DD1D-442D-06BC-15086ACA6C3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EAA796F-BEAF-352B-833D-B0C7BC8982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8EA019E-8BAC-CA48-026F-9ADE5B3436F7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AB6BB17-AE91-4810-94B6-F32E64A1A32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DEA28D7-BBEE-E114-6855-9273ED77BEF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7B4C740-C095-B255-E714-69E35D52170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D64C909-F312-A2DB-645E-B8B1B14C325F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– storing data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2A6767-B84F-EC73-9FD2-CB27952790AA}"/>
              </a:ext>
            </a:extLst>
          </p:cNvPr>
          <p:cNvSpPr/>
          <p:nvPr/>
        </p:nvSpPr>
        <p:spPr>
          <a:xfrm>
            <a:off x="356739" y="1967147"/>
            <a:ext cx="7912189" cy="27621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yntax">
            <a:extLst>
              <a:ext uri="{FF2B5EF4-FFF2-40B4-BE49-F238E27FC236}">
                <a16:creationId xmlns:a16="http://schemas.microsoft.com/office/drawing/2014/main" id="{F485CE0F-214E-38FB-68DC-9F9700B19262}"/>
              </a:ext>
            </a:extLst>
          </p:cNvPr>
          <p:cNvSpPr txBox="1"/>
          <p:nvPr/>
        </p:nvSpPr>
        <p:spPr>
          <a:xfrm>
            <a:off x="356739" y="1956024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Syntax : </a:t>
            </a:r>
          </a:p>
        </p:txBody>
      </p:sp>
      <p:sp>
        <p:nvSpPr>
          <p:cNvPr id="25" name="import">
            <a:extLst>
              <a:ext uri="{FF2B5EF4-FFF2-40B4-BE49-F238E27FC236}">
                <a16:creationId xmlns:a16="http://schemas.microsoft.com/office/drawing/2014/main" id="{E4EAC25D-1B25-3881-0F20-5859B65A2DEE}"/>
              </a:ext>
            </a:extLst>
          </p:cNvPr>
          <p:cNvSpPr txBox="1"/>
          <p:nvPr/>
        </p:nvSpPr>
        <p:spPr>
          <a:xfrm>
            <a:off x="465301" y="2692398"/>
            <a:ext cx="4897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import { </a:t>
            </a:r>
            <a:r>
              <a:rPr lang="en-US" sz="2800" dirty="0" err="1">
                <a:latin typeface="Berlin Sans FB" panose="020E0602020502020306" pitchFamily="34" charset="0"/>
              </a:rPr>
              <a:t>useState</a:t>
            </a:r>
            <a:r>
              <a:rPr lang="en-US" sz="28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16" name="const">
            <a:extLst>
              <a:ext uri="{FF2B5EF4-FFF2-40B4-BE49-F238E27FC236}">
                <a16:creationId xmlns:a16="http://schemas.microsoft.com/office/drawing/2014/main" id="{0244F913-C4BC-B834-4739-A3AA34611F43}"/>
              </a:ext>
            </a:extLst>
          </p:cNvPr>
          <p:cNvSpPr txBox="1"/>
          <p:nvPr/>
        </p:nvSpPr>
        <p:spPr>
          <a:xfrm>
            <a:off x="428968" y="3226353"/>
            <a:ext cx="1039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27" name="bracket" hidden="1">
            <a:extLst>
              <a:ext uri="{FF2B5EF4-FFF2-40B4-BE49-F238E27FC236}">
                <a16:creationId xmlns:a16="http://schemas.microsoft.com/office/drawing/2014/main" id="{92DDAF3E-57D5-7C67-926E-854744F8463F}"/>
              </a:ext>
            </a:extLst>
          </p:cNvPr>
          <p:cNvSpPr txBox="1"/>
          <p:nvPr/>
        </p:nvSpPr>
        <p:spPr>
          <a:xfrm>
            <a:off x="1305943" y="3234688"/>
            <a:ext cx="2893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[</a:t>
            </a:r>
            <a:endParaRPr lang="en-US" sz="3200" dirty="0"/>
          </a:p>
        </p:txBody>
      </p:sp>
      <p:sp>
        <p:nvSpPr>
          <p:cNvPr id="19" name="state" hidden="1">
            <a:extLst>
              <a:ext uri="{FF2B5EF4-FFF2-40B4-BE49-F238E27FC236}">
                <a16:creationId xmlns:a16="http://schemas.microsoft.com/office/drawing/2014/main" id="{AACD83D0-C754-FDAF-DF89-6C54965D12A6}"/>
              </a:ext>
            </a:extLst>
          </p:cNvPr>
          <p:cNvSpPr txBox="1"/>
          <p:nvPr/>
        </p:nvSpPr>
        <p:spPr>
          <a:xfrm>
            <a:off x="1509157" y="3255848"/>
            <a:ext cx="1015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state</a:t>
            </a:r>
          </a:p>
        </p:txBody>
      </p:sp>
      <p:sp>
        <p:nvSpPr>
          <p:cNvPr id="20" name="setState" hidden="1">
            <a:extLst>
              <a:ext uri="{FF2B5EF4-FFF2-40B4-BE49-F238E27FC236}">
                <a16:creationId xmlns:a16="http://schemas.microsoft.com/office/drawing/2014/main" id="{A1B00C00-5FCE-A3A8-875B-76154746A828}"/>
              </a:ext>
            </a:extLst>
          </p:cNvPr>
          <p:cNvSpPr txBox="1"/>
          <p:nvPr/>
        </p:nvSpPr>
        <p:spPr>
          <a:xfrm>
            <a:off x="2362533" y="3249970"/>
            <a:ext cx="1736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, </a:t>
            </a:r>
            <a:r>
              <a:rPr lang="en-US" sz="3200" dirty="0" err="1">
                <a:latin typeface="Berlin Sans FB" panose="020E0602020502020306" pitchFamily="34" charset="0"/>
              </a:rPr>
              <a:t>setState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17" name="bracket-1" hidden="1">
            <a:extLst>
              <a:ext uri="{FF2B5EF4-FFF2-40B4-BE49-F238E27FC236}">
                <a16:creationId xmlns:a16="http://schemas.microsoft.com/office/drawing/2014/main" id="{C05622DD-4C5D-EB92-42FD-D961DA378DD3}"/>
              </a:ext>
            </a:extLst>
          </p:cNvPr>
          <p:cNvSpPr txBox="1"/>
          <p:nvPr/>
        </p:nvSpPr>
        <p:spPr>
          <a:xfrm>
            <a:off x="3946991" y="3259802"/>
            <a:ext cx="332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18" name="equation" hidden="1">
            <a:extLst>
              <a:ext uri="{FF2B5EF4-FFF2-40B4-BE49-F238E27FC236}">
                <a16:creationId xmlns:a16="http://schemas.microsoft.com/office/drawing/2014/main" id="{3F3B64E4-18A0-BF21-213F-95D3F232E240}"/>
              </a:ext>
            </a:extLst>
          </p:cNvPr>
          <p:cNvSpPr txBox="1"/>
          <p:nvPr/>
        </p:nvSpPr>
        <p:spPr>
          <a:xfrm>
            <a:off x="4102253" y="329479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=</a:t>
            </a:r>
          </a:p>
        </p:txBody>
      </p:sp>
      <p:sp>
        <p:nvSpPr>
          <p:cNvPr id="21" name="useState" hidden="1">
            <a:extLst>
              <a:ext uri="{FF2B5EF4-FFF2-40B4-BE49-F238E27FC236}">
                <a16:creationId xmlns:a16="http://schemas.microsoft.com/office/drawing/2014/main" id="{FF1F178B-2B10-EF67-AB5A-287C04624EA2}"/>
              </a:ext>
            </a:extLst>
          </p:cNvPr>
          <p:cNvSpPr txBox="1"/>
          <p:nvPr/>
        </p:nvSpPr>
        <p:spPr>
          <a:xfrm>
            <a:off x="4312243" y="3294793"/>
            <a:ext cx="1630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useState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22" name="parantheses" hidden="1">
            <a:extLst>
              <a:ext uri="{FF2B5EF4-FFF2-40B4-BE49-F238E27FC236}">
                <a16:creationId xmlns:a16="http://schemas.microsoft.com/office/drawing/2014/main" id="{66F490FE-C3D0-6B03-FD18-C3C831812E41}"/>
              </a:ext>
            </a:extLst>
          </p:cNvPr>
          <p:cNvSpPr txBox="1"/>
          <p:nvPr/>
        </p:nvSpPr>
        <p:spPr>
          <a:xfrm>
            <a:off x="5732496" y="3284961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3" name="parantheses-1" hidden="1">
            <a:extLst>
              <a:ext uri="{FF2B5EF4-FFF2-40B4-BE49-F238E27FC236}">
                <a16:creationId xmlns:a16="http://schemas.microsoft.com/office/drawing/2014/main" id="{5AF5E582-F9B1-F7E2-C65C-3C06BAF139C1}"/>
              </a:ext>
            </a:extLst>
          </p:cNvPr>
          <p:cNvSpPr txBox="1"/>
          <p:nvPr/>
        </p:nvSpPr>
        <p:spPr>
          <a:xfrm>
            <a:off x="7653125" y="3307772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4" name="initialState" hidden="1">
            <a:extLst>
              <a:ext uri="{FF2B5EF4-FFF2-40B4-BE49-F238E27FC236}">
                <a16:creationId xmlns:a16="http://schemas.microsoft.com/office/drawing/2014/main" id="{0C9AB39A-EE3A-549A-3912-905AE50181BA}"/>
              </a:ext>
            </a:extLst>
          </p:cNvPr>
          <p:cNvSpPr txBox="1"/>
          <p:nvPr/>
        </p:nvSpPr>
        <p:spPr>
          <a:xfrm>
            <a:off x="5862146" y="3301055"/>
            <a:ext cx="2026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initialState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745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/>
      <p:bldP spid="2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E6617-9FF7-08D6-A9D4-6684FA5C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9FA43FAE-2E52-17E0-371B-3E2EDB606126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F9DCEB5-55B3-11F0-F602-4BE6F805A3D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47DE6E1-4FF0-AD62-27BD-AE6762A2FF9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AAAD103-B8F3-BCBA-AC5D-A188257AB273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B3C2C60-4A80-1C53-4A17-6CF5ACC344B9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45700F8-B81C-3F06-2B86-BC15A6BF406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AB6830E-A3C4-E8C4-ABE9-087D4E61029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8C92B8C-AA9C-4C7A-5BED-A83FBB391CA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F455B0D-7BDB-6007-C375-ACDDD65571B9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6057BE5-5B03-AAEA-96E6-00E56C73DC3B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22CCC05-E236-E5F6-F525-E895D149935B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0BF0D4D6-049F-4AD9-EBC9-44BE602F4EA3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F103781D-C40E-245E-C1CF-F8670F4A0E58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0C24346-8C1F-A121-F2AF-B15B8A9ED4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B413B57-D887-7C77-D3F8-71EEE23C871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95C21E9-4484-1B75-222B-6F8B3AA495C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C87A564-A9FA-803F-34D0-370FF5FC3DE3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0169163-6CA9-430E-3D64-30CB0E681F7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4359D0A-8EAF-2FEE-4FFE-16F7779BDA6B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– storing data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2A5F2F-B529-7619-8917-80B45F54C263}"/>
              </a:ext>
            </a:extLst>
          </p:cNvPr>
          <p:cNvSpPr/>
          <p:nvPr/>
        </p:nvSpPr>
        <p:spPr>
          <a:xfrm>
            <a:off x="356739" y="1967147"/>
            <a:ext cx="7912189" cy="27621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yntax">
            <a:extLst>
              <a:ext uri="{FF2B5EF4-FFF2-40B4-BE49-F238E27FC236}">
                <a16:creationId xmlns:a16="http://schemas.microsoft.com/office/drawing/2014/main" id="{5FB4AC51-B1A3-0454-A240-AD59EF1D3409}"/>
              </a:ext>
            </a:extLst>
          </p:cNvPr>
          <p:cNvSpPr txBox="1"/>
          <p:nvPr/>
        </p:nvSpPr>
        <p:spPr>
          <a:xfrm>
            <a:off x="356739" y="1956024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Syntax : </a:t>
            </a:r>
          </a:p>
        </p:txBody>
      </p:sp>
      <p:sp>
        <p:nvSpPr>
          <p:cNvPr id="25" name="import">
            <a:extLst>
              <a:ext uri="{FF2B5EF4-FFF2-40B4-BE49-F238E27FC236}">
                <a16:creationId xmlns:a16="http://schemas.microsoft.com/office/drawing/2014/main" id="{FAB6ABF3-BAB8-81B8-1EF0-799A090A7ADB}"/>
              </a:ext>
            </a:extLst>
          </p:cNvPr>
          <p:cNvSpPr txBox="1"/>
          <p:nvPr/>
        </p:nvSpPr>
        <p:spPr>
          <a:xfrm>
            <a:off x="465301" y="2692398"/>
            <a:ext cx="4897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import { </a:t>
            </a:r>
            <a:r>
              <a:rPr lang="en-US" sz="2800" dirty="0" err="1">
                <a:latin typeface="Berlin Sans FB" panose="020E0602020502020306" pitchFamily="34" charset="0"/>
              </a:rPr>
              <a:t>useState</a:t>
            </a:r>
            <a:r>
              <a:rPr lang="en-US" sz="28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16" name="const">
            <a:extLst>
              <a:ext uri="{FF2B5EF4-FFF2-40B4-BE49-F238E27FC236}">
                <a16:creationId xmlns:a16="http://schemas.microsoft.com/office/drawing/2014/main" id="{08B5983F-CE92-7CF8-4BC8-05A3F0171A7D}"/>
              </a:ext>
            </a:extLst>
          </p:cNvPr>
          <p:cNvSpPr txBox="1"/>
          <p:nvPr/>
        </p:nvSpPr>
        <p:spPr>
          <a:xfrm>
            <a:off x="428968" y="3226353"/>
            <a:ext cx="1039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27" name="bracket">
            <a:extLst>
              <a:ext uri="{FF2B5EF4-FFF2-40B4-BE49-F238E27FC236}">
                <a16:creationId xmlns:a16="http://schemas.microsoft.com/office/drawing/2014/main" id="{1C887B2F-D0E1-FEC0-5E26-4B025F78D0A3}"/>
              </a:ext>
            </a:extLst>
          </p:cNvPr>
          <p:cNvSpPr txBox="1"/>
          <p:nvPr/>
        </p:nvSpPr>
        <p:spPr>
          <a:xfrm>
            <a:off x="1363330" y="3226352"/>
            <a:ext cx="2893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[</a:t>
            </a:r>
            <a:endParaRPr lang="en-US" sz="3200" dirty="0"/>
          </a:p>
        </p:txBody>
      </p:sp>
      <p:sp>
        <p:nvSpPr>
          <p:cNvPr id="19" name="state" hidden="1">
            <a:extLst>
              <a:ext uri="{FF2B5EF4-FFF2-40B4-BE49-F238E27FC236}">
                <a16:creationId xmlns:a16="http://schemas.microsoft.com/office/drawing/2014/main" id="{C233348D-1F39-D96D-D52C-9803E035C20B}"/>
              </a:ext>
            </a:extLst>
          </p:cNvPr>
          <p:cNvSpPr txBox="1"/>
          <p:nvPr/>
        </p:nvSpPr>
        <p:spPr>
          <a:xfrm>
            <a:off x="1509157" y="3255848"/>
            <a:ext cx="1015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state</a:t>
            </a:r>
          </a:p>
        </p:txBody>
      </p:sp>
      <p:sp>
        <p:nvSpPr>
          <p:cNvPr id="20" name="setState" hidden="1">
            <a:extLst>
              <a:ext uri="{FF2B5EF4-FFF2-40B4-BE49-F238E27FC236}">
                <a16:creationId xmlns:a16="http://schemas.microsoft.com/office/drawing/2014/main" id="{93A102A4-9781-5252-CD5E-F9DB25DDAE4E}"/>
              </a:ext>
            </a:extLst>
          </p:cNvPr>
          <p:cNvSpPr txBox="1"/>
          <p:nvPr/>
        </p:nvSpPr>
        <p:spPr>
          <a:xfrm>
            <a:off x="2362533" y="3249970"/>
            <a:ext cx="1736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, </a:t>
            </a:r>
            <a:r>
              <a:rPr lang="en-US" sz="3200" dirty="0" err="1">
                <a:latin typeface="Berlin Sans FB" panose="020E0602020502020306" pitchFamily="34" charset="0"/>
              </a:rPr>
              <a:t>setState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17" name="bracket-1">
            <a:extLst>
              <a:ext uri="{FF2B5EF4-FFF2-40B4-BE49-F238E27FC236}">
                <a16:creationId xmlns:a16="http://schemas.microsoft.com/office/drawing/2014/main" id="{8473CB8D-1A75-7D4B-3E24-DB4DD860474F}"/>
              </a:ext>
            </a:extLst>
          </p:cNvPr>
          <p:cNvSpPr txBox="1"/>
          <p:nvPr/>
        </p:nvSpPr>
        <p:spPr>
          <a:xfrm>
            <a:off x="1572167" y="3210483"/>
            <a:ext cx="332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18" name="equation" hidden="1">
            <a:extLst>
              <a:ext uri="{FF2B5EF4-FFF2-40B4-BE49-F238E27FC236}">
                <a16:creationId xmlns:a16="http://schemas.microsoft.com/office/drawing/2014/main" id="{98565611-888C-B691-006A-68A807E4E096}"/>
              </a:ext>
            </a:extLst>
          </p:cNvPr>
          <p:cNvSpPr txBox="1"/>
          <p:nvPr/>
        </p:nvSpPr>
        <p:spPr>
          <a:xfrm>
            <a:off x="4102253" y="329479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=</a:t>
            </a:r>
          </a:p>
        </p:txBody>
      </p:sp>
      <p:sp>
        <p:nvSpPr>
          <p:cNvPr id="21" name="useState" hidden="1">
            <a:extLst>
              <a:ext uri="{FF2B5EF4-FFF2-40B4-BE49-F238E27FC236}">
                <a16:creationId xmlns:a16="http://schemas.microsoft.com/office/drawing/2014/main" id="{A5D848FD-8573-C9FA-73D7-0230B6071D70}"/>
              </a:ext>
            </a:extLst>
          </p:cNvPr>
          <p:cNvSpPr txBox="1"/>
          <p:nvPr/>
        </p:nvSpPr>
        <p:spPr>
          <a:xfrm>
            <a:off x="4312243" y="3294793"/>
            <a:ext cx="1630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useState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22" name="parantheses" hidden="1">
            <a:extLst>
              <a:ext uri="{FF2B5EF4-FFF2-40B4-BE49-F238E27FC236}">
                <a16:creationId xmlns:a16="http://schemas.microsoft.com/office/drawing/2014/main" id="{F96D87B1-AFE3-72EE-8CD5-F2BFD6E03CF3}"/>
              </a:ext>
            </a:extLst>
          </p:cNvPr>
          <p:cNvSpPr txBox="1"/>
          <p:nvPr/>
        </p:nvSpPr>
        <p:spPr>
          <a:xfrm>
            <a:off x="5732496" y="3284961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3" name="parantheses-1" hidden="1">
            <a:extLst>
              <a:ext uri="{FF2B5EF4-FFF2-40B4-BE49-F238E27FC236}">
                <a16:creationId xmlns:a16="http://schemas.microsoft.com/office/drawing/2014/main" id="{62F1BF46-830C-892C-C52B-EDF2385E81FC}"/>
              </a:ext>
            </a:extLst>
          </p:cNvPr>
          <p:cNvSpPr txBox="1"/>
          <p:nvPr/>
        </p:nvSpPr>
        <p:spPr>
          <a:xfrm>
            <a:off x="7653125" y="3307772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4" name="initialState" hidden="1">
            <a:extLst>
              <a:ext uri="{FF2B5EF4-FFF2-40B4-BE49-F238E27FC236}">
                <a16:creationId xmlns:a16="http://schemas.microsoft.com/office/drawing/2014/main" id="{E85C3320-9BC3-861E-FAD8-DEC52B0765BB}"/>
              </a:ext>
            </a:extLst>
          </p:cNvPr>
          <p:cNvSpPr txBox="1"/>
          <p:nvPr/>
        </p:nvSpPr>
        <p:spPr>
          <a:xfrm>
            <a:off x="5862146" y="3301055"/>
            <a:ext cx="2026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initialState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572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2A30A-19B9-FFFD-6132-21D654AB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F624ED48-A98A-55DC-FE93-8BDF72C4D34C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6A0AF38-5A26-34A8-F0C8-98B3D79E4A21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B808A89-EB75-1235-567D-7BBC75711A5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7CCDB30-E215-ACAD-2CBF-1FC8753EFA4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C79D25D-A774-DF5D-711F-064462FC624D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AF1FBF3-A93C-783A-DC9B-63D844231C8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3B76B06-5405-8E79-A43F-6AB58A4F480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3A824CD-EE7F-2D48-C473-FEE0FFD9CB4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278A384-C5EF-DABF-E2B4-66358CEB2405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B63FD36-0684-BD9D-2571-72BCD58602D6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D1DD051A-E9D1-EBD0-7CDB-B43EAC61B832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A09DB24-7AA5-9C84-BFF7-EA57ADFCC991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A93C075-BAA5-E208-1E51-B33CB6FCFB5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82CC65A-EDEC-FEDB-CC78-69371446FE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AE4E9BA-775A-4446-F5A2-3CF953BBA000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EFF0CBC-7F52-23F3-1CF5-0AB50CF0A48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448A83B-9293-95C0-2BCA-25DE08CD28F7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1B14C13-6C96-EFF6-EA0C-C57BFA8C227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856999A-D25F-F719-FF60-A5E17BC91B87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– storing data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213AC-3173-C236-6A93-C57A0EA652F5}"/>
              </a:ext>
            </a:extLst>
          </p:cNvPr>
          <p:cNvSpPr/>
          <p:nvPr/>
        </p:nvSpPr>
        <p:spPr>
          <a:xfrm>
            <a:off x="356739" y="1967147"/>
            <a:ext cx="7912189" cy="27621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yntax">
            <a:extLst>
              <a:ext uri="{FF2B5EF4-FFF2-40B4-BE49-F238E27FC236}">
                <a16:creationId xmlns:a16="http://schemas.microsoft.com/office/drawing/2014/main" id="{1B7CD3F7-863E-82C1-0F24-83C9F0FD2F1C}"/>
              </a:ext>
            </a:extLst>
          </p:cNvPr>
          <p:cNvSpPr txBox="1"/>
          <p:nvPr/>
        </p:nvSpPr>
        <p:spPr>
          <a:xfrm>
            <a:off x="356739" y="1956024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Syntax : </a:t>
            </a:r>
          </a:p>
        </p:txBody>
      </p:sp>
      <p:sp>
        <p:nvSpPr>
          <p:cNvPr id="25" name="import">
            <a:extLst>
              <a:ext uri="{FF2B5EF4-FFF2-40B4-BE49-F238E27FC236}">
                <a16:creationId xmlns:a16="http://schemas.microsoft.com/office/drawing/2014/main" id="{FD768CD1-B913-C82D-8433-6935A357DDE3}"/>
              </a:ext>
            </a:extLst>
          </p:cNvPr>
          <p:cNvSpPr txBox="1"/>
          <p:nvPr/>
        </p:nvSpPr>
        <p:spPr>
          <a:xfrm>
            <a:off x="465301" y="2692398"/>
            <a:ext cx="4897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import { </a:t>
            </a:r>
            <a:r>
              <a:rPr lang="en-US" sz="2800" dirty="0" err="1">
                <a:latin typeface="Berlin Sans FB" panose="020E0602020502020306" pitchFamily="34" charset="0"/>
              </a:rPr>
              <a:t>useState</a:t>
            </a:r>
            <a:r>
              <a:rPr lang="en-US" sz="28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16" name="const">
            <a:extLst>
              <a:ext uri="{FF2B5EF4-FFF2-40B4-BE49-F238E27FC236}">
                <a16:creationId xmlns:a16="http://schemas.microsoft.com/office/drawing/2014/main" id="{569C8ACB-4F60-470B-5A5D-B2D3A7BC9DCC}"/>
              </a:ext>
            </a:extLst>
          </p:cNvPr>
          <p:cNvSpPr txBox="1"/>
          <p:nvPr/>
        </p:nvSpPr>
        <p:spPr>
          <a:xfrm>
            <a:off x="428968" y="3226353"/>
            <a:ext cx="1039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27" name="bracket">
            <a:extLst>
              <a:ext uri="{FF2B5EF4-FFF2-40B4-BE49-F238E27FC236}">
                <a16:creationId xmlns:a16="http://schemas.microsoft.com/office/drawing/2014/main" id="{E9CC53FC-7BB2-2654-E975-C83170F88986}"/>
              </a:ext>
            </a:extLst>
          </p:cNvPr>
          <p:cNvSpPr txBox="1"/>
          <p:nvPr/>
        </p:nvSpPr>
        <p:spPr>
          <a:xfrm>
            <a:off x="1363330" y="3226352"/>
            <a:ext cx="2893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[</a:t>
            </a:r>
            <a:endParaRPr lang="en-US" sz="3200" dirty="0"/>
          </a:p>
        </p:txBody>
      </p:sp>
      <p:sp>
        <p:nvSpPr>
          <p:cNvPr id="19" name="state">
            <a:extLst>
              <a:ext uri="{FF2B5EF4-FFF2-40B4-BE49-F238E27FC236}">
                <a16:creationId xmlns:a16="http://schemas.microsoft.com/office/drawing/2014/main" id="{D50B4408-9046-3F00-58F6-6267D379CD8B}"/>
              </a:ext>
            </a:extLst>
          </p:cNvPr>
          <p:cNvSpPr txBox="1"/>
          <p:nvPr/>
        </p:nvSpPr>
        <p:spPr>
          <a:xfrm>
            <a:off x="1572062" y="3226351"/>
            <a:ext cx="1015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state</a:t>
            </a:r>
          </a:p>
        </p:txBody>
      </p:sp>
      <p:sp>
        <p:nvSpPr>
          <p:cNvPr id="20" name="setState" hidden="1">
            <a:extLst>
              <a:ext uri="{FF2B5EF4-FFF2-40B4-BE49-F238E27FC236}">
                <a16:creationId xmlns:a16="http://schemas.microsoft.com/office/drawing/2014/main" id="{0D5B2017-9F56-4B1A-8932-34FD66AA62B0}"/>
              </a:ext>
            </a:extLst>
          </p:cNvPr>
          <p:cNvSpPr txBox="1"/>
          <p:nvPr/>
        </p:nvSpPr>
        <p:spPr>
          <a:xfrm>
            <a:off x="2362533" y="3249970"/>
            <a:ext cx="1736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, </a:t>
            </a:r>
            <a:r>
              <a:rPr lang="en-US" sz="3200" dirty="0" err="1">
                <a:latin typeface="Berlin Sans FB" panose="020E0602020502020306" pitchFamily="34" charset="0"/>
              </a:rPr>
              <a:t>setState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17" name="bracket-1">
            <a:extLst>
              <a:ext uri="{FF2B5EF4-FFF2-40B4-BE49-F238E27FC236}">
                <a16:creationId xmlns:a16="http://schemas.microsoft.com/office/drawing/2014/main" id="{DA8A3EE6-AA8A-7C89-F42F-C955894F6F35}"/>
              </a:ext>
            </a:extLst>
          </p:cNvPr>
          <p:cNvSpPr txBox="1"/>
          <p:nvPr/>
        </p:nvSpPr>
        <p:spPr>
          <a:xfrm>
            <a:off x="3527231" y="3184774"/>
            <a:ext cx="332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18" name="equation" hidden="1">
            <a:extLst>
              <a:ext uri="{FF2B5EF4-FFF2-40B4-BE49-F238E27FC236}">
                <a16:creationId xmlns:a16="http://schemas.microsoft.com/office/drawing/2014/main" id="{DB0B5821-F601-0D08-04A7-2E734AFE3545}"/>
              </a:ext>
            </a:extLst>
          </p:cNvPr>
          <p:cNvSpPr txBox="1"/>
          <p:nvPr/>
        </p:nvSpPr>
        <p:spPr>
          <a:xfrm>
            <a:off x="4102253" y="329479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=</a:t>
            </a:r>
          </a:p>
        </p:txBody>
      </p:sp>
      <p:sp>
        <p:nvSpPr>
          <p:cNvPr id="21" name="useState" hidden="1">
            <a:extLst>
              <a:ext uri="{FF2B5EF4-FFF2-40B4-BE49-F238E27FC236}">
                <a16:creationId xmlns:a16="http://schemas.microsoft.com/office/drawing/2014/main" id="{8B2EAB97-CE1F-EA1A-0848-6DD679B0AC36}"/>
              </a:ext>
            </a:extLst>
          </p:cNvPr>
          <p:cNvSpPr txBox="1"/>
          <p:nvPr/>
        </p:nvSpPr>
        <p:spPr>
          <a:xfrm>
            <a:off x="4312243" y="3294793"/>
            <a:ext cx="1630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useState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22" name="parantheses" hidden="1">
            <a:extLst>
              <a:ext uri="{FF2B5EF4-FFF2-40B4-BE49-F238E27FC236}">
                <a16:creationId xmlns:a16="http://schemas.microsoft.com/office/drawing/2014/main" id="{00F16553-203E-DAF6-BBA5-B53E9720ABD6}"/>
              </a:ext>
            </a:extLst>
          </p:cNvPr>
          <p:cNvSpPr txBox="1"/>
          <p:nvPr/>
        </p:nvSpPr>
        <p:spPr>
          <a:xfrm>
            <a:off x="5732496" y="3284961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3" name="parantheses-1" hidden="1">
            <a:extLst>
              <a:ext uri="{FF2B5EF4-FFF2-40B4-BE49-F238E27FC236}">
                <a16:creationId xmlns:a16="http://schemas.microsoft.com/office/drawing/2014/main" id="{FD7BFFC7-9134-56D6-EE95-FA708CFB3029}"/>
              </a:ext>
            </a:extLst>
          </p:cNvPr>
          <p:cNvSpPr txBox="1"/>
          <p:nvPr/>
        </p:nvSpPr>
        <p:spPr>
          <a:xfrm>
            <a:off x="7653125" y="3307772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4" name="initialState" hidden="1">
            <a:extLst>
              <a:ext uri="{FF2B5EF4-FFF2-40B4-BE49-F238E27FC236}">
                <a16:creationId xmlns:a16="http://schemas.microsoft.com/office/drawing/2014/main" id="{15F7EC79-A3D8-C517-C350-99A6F369E74F}"/>
              </a:ext>
            </a:extLst>
          </p:cNvPr>
          <p:cNvSpPr txBox="1"/>
          <p:nvPr/>
        </p:nvSpPr>
        <p:spPr>
          <a:xfrm>
            <a:off x="5862146" y="3301055"/>
            <a:ext cx="2026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initialState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047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B1F6DB-54AE-2525-B316-688A73315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B9FF7EBB-0F02-2F58-18E3-66EFD91E874F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E8E7AE2-71D3-A081-2845-5B1F8B957E7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0440F3D-62E0-E952-C45E-C6DDBABDE25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CD47D1A-B18A-35D1-B97B-C5741CE453F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11032FD-282B-5BCD-45E5-27878206A242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E787EF9-A266-7CB3-2B0D-96ADF0CC627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D1E7B59-D948-4A38-FD16-ECAF14FBBB6E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0E403D5-B8F8-D5ED-1DDA-7D56CE7F8B8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25E17D-F8C1-7179-2D04-F4D484A482A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D65A934F-E087-6B12-2AB9-2C1702E95DE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E39E9BD-89EC-76BA-5A27-DBDC11DF77E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607B8AA-0D8D-74BE-8AC7-E97A48957631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AE1D997-4475-5C4F-0CD3-A1A066731C9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28E88F4-5677-445D-13CE-2E3B76C4D1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D27E84C-F5A4-EEC1-82B4-CC4267E5A018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1425FB5-5B5F-73D9-58E6-B90CCA834D03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BA36592-F0EA-8B9F-96DD-7B37BAA996F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F148235-5655-8A89-736B-9BC849A0056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6D6149-17C6-0974-75A9-F389B711EBD4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– storing data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2BD17A-AD8E-0388-7CF8-4EDB0EFFCA89}"/>
              </a:ext>
            </a:extLst>
          </p:cNvPr>
          <p:cNvSpPr/>
          <p:nvPr/>
        </p:nvSpPr>
        <p:spPr>
          <a:xfrm>
            <a:off x="356739" y="1967147"/>
            <a:ext cx="7912189" cy="27621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yntax">
            <a:extLst>
              <a:ext uri="{FF2B5EF4-FFF2-40B4-BE49-F238E27FC236}">
                <a16:creationId xmlns:a16="http://schemas.microsoft.com/office/drawing/2014/main" id="{4B4E6C2B-97B3-7191-E9C0-81A55045C2E3}"/>
              </a:ext>
            </a:extLst>
          </p:cNvPr>
          <p:cNvSpPr txBox="1"/>
          <p:nvPr/>
        </p:nvSpPr>
        <p:spPr>
          <a:xfrm>
            <a:off x="356739" y="1956024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Syntax : </a:t>
            </a:r>
          </a:p>
        </p:txBody>
      </p:sp>
      <p:sp>
        <p:nvSpPr>
          <p:cNvPr id="25" name="import">
            <a:extLst>
              <a:ext uri="{FF2B5EF4-FFF2-40B4-BE49-F238E27FC236}">
                <a16:creationId xmlns:a16="http://schemas.microsoft.com/office/drawing/2014/main" id="{DE4B2B2C-6448-096D-1704-E19E6ABE51EE}"/>
              </a:ext>
            </a:extLst>
          </p:cNvPr>
          <p:cNvSpPr txBox="1"/>
          <p:nvPr/>
        </p:nvSpPr>
        <p:spPr>
          <a:xfrm>
            <a:off x="465301" y="2692398"/>
            <a:ext cx="4897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import { </a:t>
            </a:r>
            <a:r>
              <a:rPr lang="en-US" sz="2800" dirty="0" err="1">
                <a:latin typeface="Berlin Sans FB" panose="020E0602020502020306" pitchFamily="34" charset="0"/>
              </a:rPr>
              <a:t>useState</a:t>
            </a:r>
            <a:r>
              <a:rPr lang="en-US" sz="28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16" name="const">
            <a:extLst>
              <a:ext uri="{FF2B5EF4-FFF2-40B4-BE49-F238E27FC236}">
                <a16:creationId xmlns:a16="http://schemas.microsoft.com/office/drawing/2014/main" id="{39D3077A-62BE-D659-41E1-F23C145B15F4}"/>
              </a:ext>
            </a:extLst>
          </p:cNvPr>
          <p:cNvSpPr txBox="1"/>
          <p:nvPr/>
        </p:nvSpPr>
        <p:spPr>
          <a:xfrm>
            <a:off x="428968" y="3226353"/>
            <a:ext cx="1039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27" name="bracket">
            <a:extLst>
              <a:ext uri="{FF2B5EF4-FFF2-40B4-BE49-F238E27FC236}">
                <a16:creationId xmlns:a16="http://schemas.microsoft.com/office/drawing/2014/main" id="{6C6648E1-2D4F-43DC-0DB5-463AE3D78598}"/>
              </a:ext>
            </a:extLst>
          </p:cNvPr>
          <p:cNvSpPr txBox="1"/>
          <p:nvPr/>
        </p:nvSpPr>
        <p:spPr>
          <a:xfrm>
            <a:off x="1363330" y="3226352"/>
            <a:ext cx="2893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[</a:t>
            </a:r>
            <a:endParaRPr lang="en-US" sz="3200" dirty="0"/>
          </a:p>
        </p:txBody>
      </p:sp>
      <p:sp>
        <p:nvSpPr>
          <p:cNvPr id="19" name="state">
            <a:extLst>
              <a:ext uri="{FF2B5EF4-FFF2-40B4-BE49-F238E27FC236}">
                <a16:creationId xmlns:a16="http://schemas.microsoft.com/office/drawing/2014/main" id="{E96C55F3-4309-9245-123E-9D0E87BEFA68}"/>
              </a:ext>
            </a:extLst>
          </p:cNvPr>
          <p:cNvSpPr txBox="1"/>
          <p:nvPr/>
        </p:nvSpPr>
        <p:spPr>
          <a:xfrm>
            <a:off x="1572062" y="3226351"/>
            <a:ext cx="1015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state</a:t>
            </a:r>
          </a:p>
        </p:txBody>
      </p:sp>
      <p:sp>
        <p:nvSpPr>
          <p:cNvPr id="20" name="setState">
            <a:extLst>
              <a:ext uri="{FF2B5EF4-FFF2-40B4-BE49-F238E27FC236}">
                <a16:creationId xmlns:a16="http://schemas.microsoft.com/office/drawing/2014/main" id="{4A4777B8-7E4E-4459-01BB-61729C4FB891}"/>
              </a:ext>
            </a:extLst>
          </p:cNvPr>
          <p:cNvSpPr txBox="1"/>
          <p:nvPr/>
        </p:nvSpPr>
        <p:spPr>
          <a:xfrm>
            <a:off x="2558030" y="3226351"/>
            <a:ext cx="1736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, </a:t>
            </a:r>
            <a:r>
              <a:rPr lang="en-US" sz="3200" dirty="0" err="1">
                <a:latin typeface="Berlin Sans FB" panose="020E0602020502020306" pitchFamily="34" charset="0"/>
              </a:rPr>
              <a:t>setState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17" name="bracket-1">
            <a:extLst>
              <a:ext uri="{FF2B5EF4-FFF2-40B4-BE49-F238E27FC236}">
                <a16:creationId xmlns:a16="http://schemas.microsoft.com/office/drawing/2014/main" id="{B413FE5A-4251-C640-790A-6F234468C034}"/>
              </a:ext>
            </a:extLst>
          </p:cNvPr>
          <p:cNvSpPr txBox="1"/>
          <p:nvPr/>
        </p:nvSpPr>
        <p:spPr>
          <a:xfrm>
            <a:off x="4211123" y="3201100"/>
            <a:ext cx="332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18" name="equation" hidden="1">
            <a:extLst>
              <a:ext uri="{FF2B5EF4-FFF2-40B4-BE49-F238E27FC236}">
                <a16:creationId xmlns:a16="http://schemas.microsoft.com/office/drawing/2014/main" id="{EF6E1496-CA7F-FECF-5B21-02CD2209AAC5}"/>
              </a:ext>
            </a:extLst>
          </p:cNvPr>
          <p:cNvSpPr txBox="1"/>
          <p:nvPr/>
        </p:nvSpPr>
        <p:spPr>
          <a:xfrm>
            <a:off x="4102253" y="329479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=</a:t>
            </a:r>
          </a:p>
        </p:txBody>
      </p:sp>
      <p:sp>
        <p:nvSpPr>
          <p:cNvPr id="21" name="useState" hidden="1">
            <a:extLst>
              <a:ext uri="{FF2B5EF4-FFF2-40B4-BE49-F238E27FC236}">
                <a16:creationId xmlns:a16="http://schemas.microsoft.com/office/drawing/2014/main" id="{C4AAADA5-9221-12BF-AC45-05A87353D4C8}"/>
              </a:ext>
            </a:extLst>
          </p:cNvPr>
          <p:cNvSpPr txBox="1"/>
          <p:nvPr/>
        </p:nvSpPr>
        <p:spPr>
          <a:xfrm>
            <a:off x="4312243" y="3294793"/>
            <a:ext cx="1630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useState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22" name="parantheses" hidden="1">
            <a:extLst>
              <a:ext uri="{FF2B5EF4-FFF2-40B4-BE49-F238E27FC236}">
                <a16:creationId xmlns:a16="http://schemas.microsoft.com/office/drawing/2014/main" id="{99D32B4D-3A10-C864-8D3D-C15D4CAFE736}"/>
              </a:ext>
            </a:extLst>
          </p:cNvPr>
          <p:cNvSpPr txBox="1"/>
          <p:nvPr/>
        </p:nvSpPr>
        <p:spPr>
          <a:xfrm>
            <a:off x="5732496" y="3284961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3" name="parantheses-1" hidden="1">
            <a:extLst>
              <a:ext uri="{FF2B5EF4-FFF2-40B4-BE49-F238E27FC236}">
                <a16:creationId xmlns:a16="http://schemas.microsoft.com/office/drawing/2014/main" id="{E6B44F61-0703-C4BB-F1B8-A71FA3DD65E7}"/>
              </a:ext>
            </a:extLst>
          </p:cNvPr>
          <p:cNvSpPr txBox="1"/>
          <p:nvPr/>
        </p:nvSpPr>
        <p:spPr>
          <a:xfrm>
            <a:off x="7653125" y="3307772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4" name="initialState" hidden="1">
            <a:extLst>
              <a:ext uri="{FF2B5EF4-FFF2-40B4-BE49-F238E27FC236}">
                <a16:creationId xmlns:a16="http://schemas.microsoft.com/office/drawing/2014/main" id="{3229C7E1-BC4C-B274-DF2A-0CBB94BA6D3D}"/>
              </a:ext>
            </a:extLst>
          </p:cNvPr>
          <p:cNvSpPr txBox="1"/>
          <p:nvPr/>
        </p:nvSpPr>
        <p:spPr>
          <a:xfrm>
            <a:off x="5862146" y="3301055"/>
            <a:ext cx="2026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initialState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327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D95D5-1637-3813-52D8-FCDAA2F0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F7673C0D-2741-9077-8DAE-D5A97EE01411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81FB959-2948-5BC1-9E45-164802B7BD2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AD31897-463A-C85F-D6F4-160CC2FCEE14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270D4E2-A83C-7339-6D55-7AEE5055E60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F1ABC1CD-CB6C-887A-7682-EFDCA6969BC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3ADD99C-54B0-9879-67BC-3277F82FFD9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419F9A3E-8103-0545-9FCD-B67D0C298CF9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422802D-DCEE-2F06-5808-099DD35DBE7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84FCF02-5C83-CF79-178B-A4FB9B6BAC2D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559BD80-CF0F-A2BF-7589-34C63AE70B5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386D1B9-4529-37CA-6F82-AECD0EA8D23B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10624C9-130A-B28B-F7CB-A09BDA84915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5D773DD-8D6C-7EEC-CC52-10D3AE72E18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F93639F-C2F5-5E29-3838-BD281D1098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6E6DA72-DB6E-7666-9260-39568934AFC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FB9F736-CB5F-5784-FD70-D01951FB1FC9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F3ADA31-E45F-351E-162D-9DEACD52DAF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EA19A8F-78B1-AA52-6125-52EB73322DD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C9573FD-6AA9-0A0D-2E4B-7A52D5318102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– storing data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73D6B9-8BDE-6F10-071B-1CB07DE5D3B4}"/>
              </a:ext>
            </a:extLst>
          </p:cNvPr>
          <p:cNvSpPr/>
          <p:nvPr/>
        </p:nvSpPr>
        <p:spPr>
          <a:xfrm>
            <a:off x="356739" y="1967147"/>
            <a:ext cx="7912189" cy="27621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yntax">
            <a:extLst>
              <a:ext uri="{FF2B5EF4-FFF2-40B4-BE49-F238E27FC236}">
                <a16:creationId xmlns:a16="http://schemas.microsoft.com/office/drawing/2014/main" id="{7AF6405A-6F2F-6E4E-0532-51E9DBAB002F}"/>
              </a:ext>
            </a:extLst>
          </p:cNvPr>
          <p:cNvSpPr txBox="1"/>
          <p:nvPr/>
        </p:nvSpPr>
        <p:spPr>
          <a:xfrm>
            <a:off x="356739" y="1956024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Syntax : </a:t>
            </a:r>
          </a:p>
        </p:txBody>
      </p:sp>
      <p:sp>
        <p:nvSpPr>
          <p:cNvPr id="25" name="import">
            <a:extLst>
              <a:ext uri="{FF2B5EF4-FFF2-40B4-BE49-F238E27FC236}">
                <a16:creationId xmlns:a16="http://schemas.microsoft.com/office/drawing/2014/main" id="{4324CF7E-EED3-7A6D-45C2-9EE27BCCFE51}"/>
              </a:ext>
            </a:extLst>
          </p:cNvPr>
          <p:cNvSpPr txBox="1"/>
          <p:nvPr/>
        </p:nvSpPr>
        <p:spPr>
          <a:xfrm>
            <a:off x="465301" y="2692398"/>
            <a:ext cx="4897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import { </a:t>
            </a:r>
            <a:r>
              <a:rPr lang="en-US" sz="2800" dirty="0" err="1">
                <a:latin typeface="Berlin Sans FB" panose="020E0602020502020306" pitchFamily="34" charset="0"/>
              </a:rPr>
              <a:t>useState</a:t>
            </a:r>
            <a:r>
              <a:rPr lang="en-US" sz="28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16" name="const">
            <a:extLst>
              <a:ext uri="{FF2B5EF4-FFF2-40B4-BE49-F238E27FC236}">
                <a16:creationId xmlns:a16="http://schemas.microsoft.com/office/drawing/2014/main" id="{767D8264-0D80-A7FA-12E6-9EBCCF14E15D}"/>
              </a:ext>
            </a:extLst>
          </p:cNvPr>
          <p:cNvSpPr txBox="1"/>
          <p:nvPr/>
        </p:nvSpPr>
        <p:spPr>
          <a:xfrm>
            <a:off x="428968" y="3226353"/>
            <a:ext cx="1039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27" name="bracket">
            <a:extLst>
              <a:ext uri="{FF2B5EF4-FFF2-40B4-BE49-F238E27FC236}">
                <a16:creationId xmlns:a16="http://schemas.microsoft.com/office/drawing/2014/main" id="{E479E7D7-04BE-FB93-D66A-AAE80FC4546A}"/>
              </a:ext>
            </a:extLst>
          </p:cNvPr>
          <p:cNvSpPr txBox="1"/>
          <p:nvPr/>
        </p:nvSpPr>
        <p:spPr>
          <a:xfrm>
            <a:off x="1363330" y="3226352"/>
            <a:ext cx="2893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[</a:t>
            </a:r>
            <a:endParaRPr lang="en-US" sz="3200" dirty="0"/>
          </a:p>
        </p:txBody>
      </p:sp>
      <p:sp>
        <p:nvSpPr>
          <p:cNvPr id="19" name="state">
            <a:extLst>
              <a:ext uri="{FF2B5EF4-FFF2-40B4-BE49-F238E27FC236}">
                <a16:creationId xmlns:a16="http://schemas.microsoft.com/office/drawing/2014/main" id="{907681EA-D05D-8018-C513-E5343A2DBD0B}"/>
              </a:ext>
            </a:extLst>
          </p:cNvPr>
          <p:cNvSpPr txBox="1"/>
          <p:nvPr/>
        </p:nvSpPr>
        <p:spPr>
          <a:xfrm>
            <a:off x="1572062" y="3226351"/>
            <a:ext cx="1015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state</a:t>
            </a:r>
          </a:p>
        </p:txBody>
      </p:sp>
      <p:sp>
        <p:nvSpPr>
          <p:cNvPr id="20" name="setState">
            <a:extLst>
              <a:ext uri="{FF2B5EF4-FFF2-40B4-BE49-F238E27FC236}">
                <a16:creationId xmlns:a16="http://schemas.microsoft.com/office/drawing/2014/main" id="{437CD264-A0E9-9346-5BA1-18ED3790C2C8}"/>
              </a:ext>
            </a:extLst>
          </p:cNvPr>
          <p:cNvSpPr txBox="1"/>
          <p:nvPr/>
        </p:nvSpPr>
        <p:spPr>
          <a:xfrm>
            <a:off x="2558030" y="3226351"/>
            <a:ext cx="1736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, </a:t>
            </a:r>
            <a:r>
              <a:rPr lang="en-US" sz="3200" dirty="0" err="1">
                <a:latin typeface="Berlin Sans FB" panose="020E0602020502020306" pitchFamily="34" charset="0"/>
              </a:rPr>
              <a:t>setState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17" name="bracket-1">
            <a:extLst>
              <a:ext uri="{FF2B5EF4-FFF2-40B4-BE49-F238E27FC236}">
                <a16:creationId xmlns:a16="http://schemas.microsoft.com/office/drawing/2014/main" id="{DD3BDF1D-1AF5-1611-1FA6-9623CAC6CC4A}"/>
              </a:ext>
            </a:extLst>
          </p:cNvPr>
          <p:cNvSpPr txBox="1"/>
          <p:nvPr/>
        </p:nvSpPr>
        <p:spPr>
          <a:xfrm>
            <a:off x="4211123" y="3201100"/>
            <a:ext cx="332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18" name="equation">
            <a:extLst>
              <a:ext uri="{FF2B5EF4-FFF2-40B4-BE49-F238E27FC236}">
                <a16:creationId xmlns:a16="http://schemas.microsoft.com/office/drawing/2014/main" id="{914B73F6-9038-E021-AE20-789966C5FA8A}"/>
              </a:ext>
            </a:extLst>
          </p:cNvPr>
          <p:cNvSpPr txBox="1"/>
          <p:nvPr/>
        </p:nvSpPr>
        <p:spPr>
          <a:xfrm>
            <a:off x="4397200" y="3226351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=</a:t>
            </a:r>
          </a:p>
        </p:txBody>
      </p:sp>
      <p:sp>
        <p:nvSpPr>
          <p:cNvPr id="21" name="useState">
            <a:extLst>
              <a:ext uri="{FF2B5EF4-FFF2-40B4-BE49-F238E27FC236}">
                <a16:creationId xmlns:a16="http://schemas.microsoft.com/office/drawing/2014/main" id="{7371EBDA-18BF-0F02-FB45-9DC61D5DF247}"/>
              </a:ext>
            </a:extLst>
          </p:cNvPr>
          <p:cNvSpPr txBox="1"/>
          <p:nvPr/>
        </p:nvSpPr>
        <p:spPr>
          <a:xfrm>
            <a:off x="4621039" y="3201099"/>
            <a:ext cx="1630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useState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22" name="parantheses">
            <a:extLst>
              <a:ext uri="{FF2B5EF4-FFF2-40B4-BE49-F238E27FC236}">
                <a16:creationId xmlns:a16="http://schemas.microsoft.com/office/drawing/2014/main" id="{2798C467-C959-4F9B-433C-1225A4A63DC6}"/>
              </a:ext>
            </a:extLst>
          </p:cNvPr>
          <p:cNvSpPr txBox="1"/>
          <p:nvPr/>
        </p:nvSpPr>
        <p:spPr>
          <a:xfrm>
            <a:off x="6030410" y="3175847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3" name="parantheses-1">
            <a:extLst>
              <a:ext uri="{FF2B5EF4-FFF2-40B4-BE49-F238E27FC236}">
                <a16:creationId xmlns:a16="http://schemas.microsoft.com/office/drawing/2014/main" id="{3AF6C755-4F4E-82D0-CB28-83EEDE047320}"/>
              </a:ext>
            </a:extLst>
          </p:cNvPr>
          <p:cNvSpPr txBox="1"/>
          <p:nvPr/>
        </p:nvSpPr>
        <p:spPr>
          <a:xfrm>
            <a:off x="6162732" y="3178641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4" name="initialState" hidden="1">
            <a:extLst>
              <a:ext uri="{FF2B5EF4-FFF2-40B4-BE49-F238E27FC236}">
                <a16:creationId xmlns:a16="http://schemas.microsoft.com/office/drawing/2014/main" id="{4EEBA98E-43F7-3D1B-0AA7-08534CF05B8C}"/>
              </a:ext>
            </a:extLst>
          </p:cNvPr>
          <p:cNvSpPr txBox="1"/>
          <p:nvPr/>
        </p:nvSpPr>
        <p:spPr>
          <a:xfrm>
            <a:off x="5862146" y="3301055"/>
            <a:ext cx="2026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initialState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878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2E98E8-ECF2-E662-79F5-64E09BC2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899B9AAE-79E8-8DA6-D7AF-D7C5451706FC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4EA796E-109C-3E5D-DBA1-C44FCCA54D3B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70458C7-2D8B-5268-FCF3-CA5607516F8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A8C017E-DDDE-DDD2-B27B-6A872789E90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EA2F778-B38F-27B2-E7FA-FBA81DA541E2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D1DFAC8-367A-F3D0-2EAF-2173416C935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003EEC5-9CAD-A8E0-B4CD-181611FD529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ECD32F8-4744-5E1C-7420-FED9F51648D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D7A709F-3DAD-D080-6A47-62A95C14207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6182E45-8EF3-9D21-04CC-A159F5DF2F2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D27500C-FF00-2AAB-BC7D-7014D0C83EB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8AB6BB0-B7D1-5EDD-0E70-A20E1BEA58B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2B31E40-7336-5E25-99D9-F9E952B4F497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BDE109A-DD4A-C066-87F1-AF7BAD83CB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8DBB322-6F57-01F7-18BA-91D2972DCAE3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6C4D8C3-3E49-B406-5243-E8F28386FFC4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4B2822B-7AC8-B230-582C-4CE85DC5634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93F4AEB-1AE1-4DE3-D883-2E8190F1EC40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D038C84-ED3A-A2A7-46CC-90418B79EAF4}"/>
              </a:ext>
            </a:extLst>
          </p:cNvPr>
          <p:cNvSpPr/>
          <p:nvPr/>
        </p:nvSpPr>
        <p:spPr>
          <a:xfrm>
            <a:off x="356739" y="1036950"/>
            <a:ext cx="4205428" cy="7120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– storing data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11AC3-15F9-EF57-1A5D-35FF5CD138F3}"/>
              </a:ext>
            </a:extLst>
          </p:cNvPr>
          <p:cNvSpPr/>
          <p:nvPr/>
        </p:nvSpPr>
        <p:spPr>
          <a:xfrm>
            <a:off x="356739" y="1967147"/>
            <a:ext cx="8187493" cy="27621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yntax">
            <a:extLst>
              <a:ext uri="{FF2B5EF4-FFF2-40B4-BE49-F238E27FC236}">
                <a16:creationId xmlns:a16="http://schemas.microsoft.com/office/drawing/2014/main" id="{F7CDC83D-6362-9CD6-7BFF-9F7832D4FE98}"/>
              </a:ext>
            </a:extLst>
          </p:cNvPr>
          <p:cNvSpPr txBox="1"/>
          <p:nvPr/>
        </p:nvSpPr>
        <p:spPr>
          <a:xfrm>
            <a:off x="356739" y="1956024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Syntax : </a:t>
            </a:r>
          </a:p>
        </p:txBody>
      </p:sp>
      <p:sp>
        <p:nvSpPr>
          <p:cNvPr id="25" name="import">
            <a:extLst>
              <a:ext uri="{FF2B5EF4-FFF2-40B4-BE49-F238E27FC236}">
                <a16:creationId xmlns:a16="http://schemas.microsoft.com/office/drawing/2014/main" id="{3D58CEAC-98AE-A268-C735-0E0DA62B77E7}"/>
              </a:ext>
            </a:extLst>
          </p:cNvPr>
          <p:cNvSpPr txBox="1"/>
          <p:nvPr/>
        </p:nvSpPr>
        <p:spPr>
          <a:xfrm>
            <a:off x="465301" y="2692398"/>
            <a:ext cx="4897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import { </a:t>
            </a:r>
            <a:r>
              <a:rPr lang="en-US" sz="2800" dirty="0" err="1">
                <a:latin typeface="Berlin Sans FB" panose="020E0602020502020306" pitchFamily="34" charset="0"/>
              </a:rPr>
              <a:t>useState</a:t>
            </a:r>
            <a:r>
              <a:rPr lang="en-US" sz="28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16" name="const">
            <a:extLst>
              <a:ext uri="{FF2B5EF4-FFF2-40B4-BE49-F238E27FC236}">
                <a16:creationId xmlns:a16="http://schemas.microsoft.com/office/drawing/2014/main" id="{732EE5D3-B360-0DF7-48E4-8FC33CE443E6}"/>
              </a:ext>
            </a:extLst>
          </p:cNvPr>
          <p:cNvSpPr txBox="1"/>
          <p:nvPr/>
        </p:nvSpPr>
        <p:spPr>
          <a:xfrm>
            <a:off x="428968" y="3226353"/>
            <a:ext cx="1039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const</a:t>
            </a:r>
          </a:p>
        </p:txBody>
      </p:sp>
      <p:sp>
        <p:nvSpPr>
          <p:cNvPr id="27" name="bracket">
            <a:extLst>
              <a:ext uri="{FF2B5EF4-FFF2-40B4-BE49-F238E27FC236}">
                <a16:creationId xmlns:a16="http://schemas.microsoft.com/office/drawing/2014/main" id="{4C52777C-D01F-9DD4-23DC-16F39A8A6D30}"/>
              </a:ext>
            </a:extLst>
          </p:cNvPr>
          <p:cNvSpPr txBox="1"/>
          <p:nvPr/>
        </p:nvSpPr>
        <p:spPr>
          <a:xfrm>
            <a:off x="1363330" y="3226352"/>
            <a:ext cx="2893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[</a:t>
            </a:r>
            <a:endParaRPr lang="en-US" sz="3200" dirty="0"/>
          </a:p>
        </p:txBody>
      </p:sp>
      <p:sp>
        <p:nvSpPr>
          <p:cNvPr id="19" name="state">
            <a:extLst>
              <a:ext uri="{FF2B5EF4-FFF2-40B4-BE49-F238E27FC236}">
                <a16:creationId xmlns:a16="http://schemas.microsoft.com/office/drawing/2014/main" id="{3BF9E88A-D26E-23D6-3E2D-4DF2CEB2835B}"/>
              </a:ext>
            </a:extLst>
          </p:cNvPr>
          <p:cNvSpPr txBox="1"/>
          <p:nvPr/>
        </p:nvSpPr>
        <p:spPr>
          <a:xfrm>
            <a:off x="1572062" y="3226351"/>
            <a:ext cx="1015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state</a:t>
            </a:r>
          </a:p>
        </p:txBody>
      </p:sp>
      <p:sp>
        <p:nvSpPr>
          <p:cNvPr id="20" name="setState">
            <a:extLst>
              <a:ext uri="{FF2B5EF4-FFF2-40B4-BE49-F238E27FC236}">
                <a16:creationId xmlns:a16="http://schemas.microsoft.com/office/drawing/2014/main" id="{A730320B-3CA6-0982-BCFC-89AEFB3920C5}"/>
              </a:ext>
            </a:extLst>
          </p:cNvPr>
          <p:cNvSpPr txBox="1"/>
          <p:nvPr/>
        </p:nvSpPr>
        <p:spPr>
          <a:xfrm>
            <a:off x="2558030" y="3226351"/>
            <a:ext cx="1736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, </a:t>
            </a:r>
            <a:r>
              <a:rPr lang="en-US" sz="3200" dirty="0" err="1">
                <a:latin typeface="Berlin Sans FB" panose="020E0602020502020306" pitchFamily="34" charset="0"/>
              </a:rPr>
              <a:t>setState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17" name="bracket-1">
            <a:extLst>
              <a:ext uri="{FF2B5EF4-FFF2-40B4-BE49-F238E27FC236}">
                <a16:creationId xmlns:a16="http://schemas.microsoft.com/office/drawing/2014/main" id="{0F518679-1875-5ECF-3046-3A93A3F1EC1B}"/>
              </a:ext>
            </a:extLst>
          </p:cNvPr>
          <p:cNvSpPr txBox="1"/>
          <p:nvPr/>
        </p:nvSpPr>
        <p:spPr>
          <a:xfrm>
            <a:off x="4211123" y="3201100"/>
            <a:ext cx="332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]</a:t>
            </a:r>
          </a:p>
        </p:txBody>
      </p:sp>
      <p:sp>
        <p:nvSpPr>
          <p:cNvPr id="18" name="equation">
            <a:extLst>
              <a:ext uri="{FF2B5EF4-FFF2-40B4-BE49-F238E27FC236}">
                <a16:creationId xmlns:a16="http://schemas.microsoft.com/office/drawing/2014/main" id="{52334533-3248-333A-A044-201A29E80C04}"/>
              </a:ext>
            </a:extLst>
          </p:cNvPr>
          <p:cNvSpPr txBox="1"/>
          <p:nvPr/>
        </p:nvSpPr>
        <p:spPr>
          <a:xfrm>
            <a:off x="4397200" y="3226351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=</a:t>
            </a:r>
          </a:p>
        </p:txBody>
      </p:sp>
      <p:sp>
        <p:nvSpPr>
          <p:cNvPr id="21" name="useState">
            <a:extLst>
              <a:ext uri="{FF2B5EF4-FFF2-40B4-BE49-F238E27FC236}">
                <a16:creationId xmlns:a16="http://schemas.microsoft.com/office/drawing/2014/main" id="{348ABDFB-78BA-F4C7-3EB6-ADADCCD6AC3B}"/>
              </a:ext>
            </a:extLst>
          </p:cNvPr>
          <p:cNvSpPr txBox="1"/>
          <p:nvPr/>
        </p:nvSpPr>
        <p:spPr>
          <a:xfrm>
            <a:off x="4621039" y="3201099"/>
            <a:ext cx="1630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useState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sp>
        <p:nvSpPr>
          <p:cNvPr id="22" name="parantheses">
            <a:extLst>
              <a:ext uri="{FF2B5EF4-FFF2-40B4-BE49-F238E27FC236}">
                <a16:creationId xmlns:a16="http://schemas.microsoft.com/office/drawing/2014/main" id="{FABAEDEF-1A6C-CF9D-E253-141F645D03F3}"/>
              </a:ext>
            </a:extLst>
          </p:cNvPr>
          <p:cNvSpPr txBox="1"/>
          <p:nvPr/>
        </p:nvSpPr>
        <p:spPr>
          <a:xfrm>
            <a:off x="6050074" y="3175847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23" name="parantheses-1">
            <a:extLst>
              <a:ext uri="{FF2B5EF4-FFF2-40B4-BE49-F238E27FC236}">
                <a16:creationId xmlns:a16="http://schemas.microsoft.com/office/drawing/2014/main" id="{CC71F0D8-170D-C3EC-096F-9A3C73021113}"/>
              </a:ext>
            </a:extLst>
          </p:cNvPr>
          <p:cNvSpPr txBox="1"/>
          <p:nvPr/>
        </p:nvSpPr>
        <p:spPr>
          <a:xfrm>
            <a:off x="8054244" y="3187023"/>
            <a:ext cx="328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24" name="initialState">
            <a:extLst>
              <a:ext uri="{FF2B5EF4-FFF2-40B4-BE49-F238E27FC236}">
                <a16:creationId xmlns:a16="http://schemas.microsoft.com/office/drawing/2014/main" id="{460990CB-D35F-75A5-6CD0-2458CF6290EC}"/>
              </a:ext>
            </a:extLst>
          </p:cNvPr>
          <p:cNvSpPr txBox="1"/>
          <p:nvPr/>
        </p:nvSpPr>
        <p:spPr>
          <a:xfrm>
            <a:off x="6227323" y="3175846"/>
            <a:ext cx="2026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Berlin Sans FB" panose="020E0602020502020306" pitchFamily="34" charset="0"/>
              </a:rPr>
              <a:t>initialState</a:t>
            </a:r>
            <a:endParaRPr lang="en-US" sz="3200" dirty="0">
              <a:latin typeface="Berlin Sans FB" panose="020E0602020502020306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44A040-D3AF-A0D5-3479-43BAA443FE86}"/>
              </a:ext>
            </a:extLst>
          </p:cNvPr>
          <p:cNvCxnSpPr>
            <a:cxnSpLocks/>
          </p:cNvCxnSpPr>
          <p:nvPr/>
        </p:nvCxnSpPr>
        <p:spPr>
          <a:xfrm>
            <a:off x="1624934" y="3750339"/>
            <a:ext cx="83451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B993F9-68E4-A0DC-52B7-0A2A30E7D68F}"/>
              </a:ext>
            </a:extLst>
          </p:cNvPr>
          <p:cNvCxnSpPr>
            <a:cxnSpLocks/>
          </p:cNvCxnSpPr>
          <p:nvPr/>
        </p:nvCxnSpPr>
        <p:spPr>
          <a:xfrm flipV="1">
            <a:off x="2821108" y="3750339"/>
            <a:ext cx="1371905" cy="1632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370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16C94-1D00-B1F3-606D-6D994BD9C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E8F2A138-13C2-7B4F-1631-9480B5761096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0AA7F6F-24D0-19BC-452F-16A1C9DF52A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47BD106-49BC-9F4E-C9FD-7639B2C37D7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4861B0C-58AE-6446-A214-5FF0F560E7E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67CC2E5-FAC3-C1C2-8BF3-E0F730D2DD7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FC49A1B-7028-880C-36B4-E66164EFC6D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61FE511-D5D1-5C8E-7BE7-F5DDB8EEED0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2499DF-3CC8-B12A-1467-D8F23E769AB8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4017065-9313-A11F-F4DD-484B641DE43C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6FB8A2E-12EA-5F14-CF4C-1EEA8FA50E40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8EDBC33-768B-5DA3-7CF7-F58F56A6A20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70C8B16-7841-219E-1680-A296BB18EAA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587366F-CEF8-A2F2-6AF0-1E9C020AEFF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88CD8F9-B37E-D022-71B9-B06B754C40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782EF9C-7FD7-7230-25CC-0BEBC5FCFBD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CAEF12E-2D43-87FA-6D31-B52A03E7BE5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80D7AC3-6317-B0C3-F277-ED74E4A38482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832BBF0-4A8C-BC8D-5F8A-BAC2D970B86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7612708-43BA-2C73-A558-EE9698FBF01D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9833F0-3AEF-8C7F-2380-8B7471D34AA1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173097FF-7857-CA8B-E9FE-D9F4C1C3C884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94FA6444-927C-071F-23B7-523C829A2D09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B5AAC1FD-C339-BD07-B634-9793531D9254}"/>
              </a:ext>
            </a:extLst>
          </p:cNvPr>
          <p:cNvSpPr txBox="1"/>
          <p:nvPr/>
        </p:nvSpPr>
        <p:spPr>
          <a:xfrm>
            <a:off x="3097717" y="2550165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 hidden="1">
            <a:extLst>
              <a:ext uri="{FF2B5EF4-FFF2-40B4-BE49-F238E27FC236}">
                <a16:creationId xmlns:a16="http://schemas.microsoft.com/office/drawing/2014/main" id="{8A310A91-BB2F-D4C1-F142-D5064CB6D16E}"/>
              </a:ext>
            </a:extLst>
          </p:cNvPr>
          <p:cNvSpPr txBox="1"/>
          <p:nvPr/>
        </p:nvSpPr>
        <p:spPr>
          <a:xfrm>
            <a:off x="638641" y="3007385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 hidden="1">
            <a:extLst>
              <a:ext uri="{FF2B5EF4-FFF2-40B4-BE49-F238E27FC236}">
                <a16:creationId xmlns:a16="http://schemas.microsoft.com/office/drawing/2014/main" id="{A110CFBB-E4FE-55E0-A078-26E7A31CEFFA}"/>
              </a:ext>
            </a:extLst>
          </p:cNvPr>
          <p:cNvSpPr txBox="1"/>
          <p:nvPr/>
        </p:nvSpPr>
        <p:spPr>
          <a:xfrm>
            <a:off x="677469" y="3545923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 hidden="1">
            <a:extLst>
              <a:ext uri="{FF2B5EF4-FFF2-40B4-BE49-F238E27FC236}">
                <a16:creationId xmlns:a16="http://schemas.microsoft.com/office/drawing/2014/main" id="{89B9FE81-A4F8-779B-FC07-D7D37BEE58F5}"/>
              </a:ext>
            </a:extLst>
          </p:cNvPr>
          <p:cNvSpPr txBox="1"/>
          <p:nvPr/>
        </p:nvSpPr>
        <p:spPr>
          <a:xfrm>
            <a:off x="677469" y="5359517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 hidden="1">
            <a:extLst>
              <a:ext uri="{FF2B5EF4-FFF2-40B4-BE49-F238E27FC236}">
                <a16:creationId xmlns:a16="http://schemas.microsoft.com/office/drawing/2014/main" id="{314E00FD-3A44-BDA3-F766-7612CD516C85}"/>
              </a:ext>
            </a:extLst>
          </p:cNvPr>
          <p:cNvSpPr txBox="1"/>
          <p:nvPr/>
        </p:nvSpPr>
        <p:spPr>
          <a:xfrm>
            <a:off x="939290" y="3976351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 hidden="1">
            <a:extLst>
              <a:ext uri="{FF2B5EF4-FFF2-40B4-BE49-F238E27FC236}">
                <a16:creationId xmlns:a16="http://schemas.microsoft.com/office/drawing/2014/main" id="{A88C8376-F13D-2581-43D2-039C21560732}"/>
              </a:ext>
            </a:extLst>
          </p:cNvPr>
          <p:cNvSpPr txBox="1"/>
          <p:nvPr/>
        </p:nvSpPr>
        <p:spPr>
          <a:xfrm>
            <a:off x="884208" y="5062019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 hidden="1">
            <a:extLst>
              <a:ext uri="{FF2B5EF4-FFF2-40B4-BE49-F238E27FC236}">
                <a16:creationId xmlns:a16="http://schemas.microsoft.com/office/drawing/2014/main" id="{C29AFA5F-3725-65F2-A86D-04E3B094B437}"/>
              </a:ext>
            </a:extLst>
          </p:cNvPr>
          <p:cNvSpPr txBox="1"/>
          <p:nvPr/>
        </p:nvSpPr>
        <p:spPr>
          <a:xfrm>
            <a:off x="1184760" y="4334099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 hidden="1">
            <a:extLst>
              <a:ext uri="{FF2B5EF4-FFF2-40B4-BE49-F238E27FC236}">
                <a16:creationId xmlns:a16="http://schemas.microsoft.com/office/drawing/2014/main" id="{D7AC733C-8F6A-72F8-57B6-E977F9928157}"/>
              </a:ext>
            </a:extLst>
          </p:cNvPr>
          <p:cNvSpPr txBox="1"/>
          <p:nvPr/>
        </p:nvSpPr>
        <p:spPr>
          <a:xfrm>
            <a:off x="3843945" y="4341783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 hidden="1">
            <a:extLst>
              <a:ext uri="{FF2B5EF4-FFF2-40B4-BE49-F238E27FC236}">
                <a16:creationId xmlns:a16="http://schemas.microsoft.com/office/drawing/2014/main" id="{FB78BABF-5D54-0CDF-4B57-38211FCBB19E}"/>
              </a:ext>
            </a:extLst>
          </p:cNvPr>
          <p:cNvSpPr txBox="1"/>
          <p:nvPr/>
        </p:nvSpPr>
        <p:spPr>
          <a:xfrm>
            <a:off x="1686798" y="4355767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 hidden="1">
            <a:extLst>
              <a:ext uri="{FF2B5EF4-FFF2-40B4-BE49-F238E27FC236}">
                <a16:creationId xmlns:a16="http://schemas.microsoft.com/office/drawing/2014/main" id="{E17A06CA-1CAA-F137-5400-5954D7F5A962}"/>
              </a:ext>
            </a:extLst>
          </p:cNvPr>
          <p:cNvSpPr txBox="1"/>
          <p:nvPr/>
        </p:nvSpPr>
        <p:spPr>
          <a:xfrm>
            <a:off x="2693371" y="4332830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 hidden="1">
            <a:extLst>
              <a:ext uri="{FF2B5EF4-FFF2-40B4-BE49-F238E27FC236}">
                <a16:creationId xmlns:a16="http://schemas.microsoft.com/office/drawing/2014/main" id="{8792AF9A-9C6A-7249-70D1-527F62BB5BE4}"/>
              </a:ext>
            </a:extLst>
          </p:cNvPr>
          <p:cNvSpPr txBox="1"/>
          <p:nvPr/>
        </p:nvSpPr>
        <p:spPr>
          <a:xfrm>
            <a:off x="3504530" y="432950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 hidden="1">
            <a:extLst>
              <a:ext uri="{FF2B5EF4-FFF2-40B4-BE49-F238E27FC236}">
                <a16:creationId xmlns:a16="http://schemas.microsoft.com/office/drawing/2014/main" id="{94BBA1BC-4306-F4DD-552C-7B30C9418F9A}"/>
              </a:ext>
            </a:extLst>
          </p:cNvPr>
          <p:cNvSpPr txBox="1"/>
          <p:nvPr/>
        </p:nvSpPr>
        <p:spPr>
          <a:xfrm>
            <a:off x="2804143" y="4344298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 hidden="1">
            <a:extLst>
              <a:ext uri="{FF2B5EF4-FFF2-40B4-BE49-F238E27FC236}">
                <a16:creationId xmlns:a16="http://schemas.microsoft.com/office/drawing/2014/main" id="{9E3BDFD7-7459-580D-204E-A4861D4F4ECA}"/>
              </a:ext>
            </a:extLst>
          </p:cNvPr>
          <p:cNvSpPr txBox="1"/>
          <p:nvPr/>
        </p:nvSpPr>
        <p:spPr>
          <a:xfrm>
            <a:off x="1203804" y="4731810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 hidden="1">
            <a:extLst>
              <a:ext uri="{FF2B5EF4-FFF2-40B4-BE49-F238E27FC236}">
                <a16:creationId xmlns:a16="http://schemas.microsoft.com/office/drawing/2014/main" id="{A0D33707-93E0-408A-0E46-22ACB56116AA}"/>
              </a:ext>
            </a:extLst>
          </p:cNvPr>
          <p:cNvSpPr txBox="1"/>
          <p:nvPr/>
        </p:nvSpPr>
        <p:spPr>
          <a:xfrm>
            <a:off x="6307631" y="4706396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 Add &lt;/button&gt;</a:t>
            </a:r>
          </a:p>
        </p:txBody>
      </p:sp>
      <p:sp>
        <p:nvSpPr>
          <p:cNvPr id="40" name="onClick" hidden="1">
            <a:extLst>
              <a:ext uri="{FF2B5EF4-FFF2-40B4-BE49-F238E27FC236}">
                <a16:creationId xmlns:a16="http://schemas.microsoft.com/office/drawing/2014/main" id="{D65AE037-16E8-D9FB-532C-E21223985A28}"/>
              </a:ext>
            </a:extLst>
          </p:cNvPr>
          <p:cNvSpPr txBox="1"/>
          <p:nvPr/>
        </p:nvSpPr>
        <p:spPr>
          <a:xfrm>
            <a:off x="2233413" y="4717614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 hidden="1">
            <a:extLst>
              <a:ext uri="{FF2B5EF4-FFF2-40B4-BE49-F238E27FC236}">
                <a16:creationId xmlns:a16="http://schemas.microsoft.com/office/drawing/2014/main" id="{B2CE23D7-5CFB-0EDF-695D-675344AC5399}"/>
              </a:ext>
            </a:extLst>
          </p:cNvPr>
          <p:cNvSpPr txBox="1"/>
          <p:nvPr/>
        </p:nvSpPr>
        <p:spPr>
          <a:xfrm>
            <a:off x="6184333" y="4701780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 hidden="1">
            <a:extLst>
              <a:ext uri="{FF2B5EF4-FFF2-40B4-BE49-F238E27FC236}">
                <a16:creationId xmlns:a16="http://schemas.microsoft.com/office/drawing/2014/main" id="{0F79EE06-5C6C-ECDD-C5D0-56EA064EEB41}"/>
              </a:ext>
            </a:extLst>
          </p:cNvPr>
          <p:cNvSpPr txBox="1"/>
          <p:nvPr/>
        </p:nvSpPr>
        <p:spPr>
          <a:xfrm>
            <a:off x="3876474" y="4724318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 hidden="1">
            <a:extLst>
              <a:ext uri="{FF2B5EF4-FFF2-40B4-BE49-F238E27FC236}">
                <a16:creationId xmlns:a16="http://schemas.microsoft.com/office/drawing/2014/main" id="{2D4306E4-C0FD-E7B9-D576-C43295C1F371}"/>
              </a:ext>
            </a:extLst>
          </p:cNvPr>
          <p:cNvSpPr txBox="1"/>
          <p:nvPr/>
        </p:nvSpPr>
        <p:spPr>
          <a:xfrm>
            <a:off x="6090867" y="4710489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 hidden="1">
            <a:extLst>
              <a:ext uri="{FF2B5EF4-FFF2-40B4-BE49-F238E27FC236}">
                <a16:creationId xmlns:a16="http://schemas.microsoft.com/office/drawing/2014/main" id="{13D2AAF6-8A54-DAC0-B0C1-57B538B18A06}"/>
              </a:ext>
            </a:extLst>
          </p:cNvPr>
          <p:cNvSpPr txBox="1"/>
          <p:nvPr/>
        </p:nvSpPr>
        <p:spPr>
          <a:xfrm>
            <a:off x="5079248" y="4710489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 hidden="1">
            <a:extLst>
              <a:ext uri="{FF2B5EF4-FFF2-40B4-BE49-F238E27FC236}">
                <a16:creationId xmlns:a16="http://schemas.microsoft.com/office/drawing/2014/main" id="{17E34928-1156-927B-BA2C-620E37E9E160}"/>
              </a:ext>
            </a:extLst>
          </p:cNvPr>
          <p:cNvSpPr txBox="1"/>
          <p:nvPr/>
        </p:nvSpPr>
        <p:spPr>
          <a:xfrm>
            <a:off x="5850702" y="4724317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 hidden="1">
            <a:extLst>
              <a:ext uri="{FF2B5EF4-FFF2-40B4-BE49-F238E27FC236}">
                <a16:creationId xmlns:a16="http://schemas.microsoft.com/office/drawing/2014/main" id="{4DE91589-4A93-620F-2354-022DB7C23C66}"/>
              </a:ext>
            </a:extLst>
          </p:cNvPr>
          <p:cNvSpPr txBox="1"/>
          <p:nvPr/>
        </p:nvSpPr>
        <p:spPr>
          <a:xfrm>
            <a:off x="3409771" y="4741737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 hidden="1">
            <a:extLst>
              <a:ext uri="{FF2B5EF4-FFF2-40B4-BE49-F238E27FC236}">
                <a16:creationId xmlns:a16="http://schemas.microsoft.com/office/drawing/2014/main" id="{4FD76FFA-F7F6-3143-2CC7-3630914AE65C}"/>
              </a:ext>
            </a:extLst>
          </p:cNvPr>
          <p:cNvSpPr/>
          <p:nvPr/>
        </p:nvSpPr>
        <p:spPr>
          <a:xfrm>
            <a:off x="2773505" y="4336328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 hidden="1">
            <a:extLst>
              <a:ext uri="{FF2B5EF4-FFF2-40B4-BE49-F238E27FC236}">
                <a16:creationId xmlns:a16="http://schemas.microsoft.com/office/drawing/2014/main" id="{BBBC3662-5788-4782-6382-3C401D8ABF5B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1949536" y="3385147"/>
            <a:ext cx="1281169" cy="951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 hidden="1">
            <a:extLst>
              <a:ext uri="{FF2B5EF4-FFF2-40B4-BE49-F238E27FC236}">
                <a16:creationId xmlns:a16="http://schemas.microsoft.com/office/drawing/2014/main" id="{23EAFC82-5EEE-C529-9CBF-FA01D7CEC69D}"/>
              </a:ext>
            </a:extLst>
          </p:cNvPr>
          <p:cNvSpPr/>
          <p:nvPr/>
        </p:nvSpPr>
        <p:spPr>
          <a:xfrm>
            <a:off x="5167182" y="4748560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 hidden="1">
            <a:extLst>
              <a:ext uri="{FF2B5EF4-FFF2-40B4-BE49-F238E27FC236}">
                <a16:creationId xmlns:a16="http://schemas.microsoft.com/office/drawing/2014/main" id="{8D374EC1-13D7-3647-A277-35C1639745D7}"/>
              </a:ext>
            </a:extLst>
          </p:cNvPr>
          <p:cNvCxnSpPr>
            <a:cxnSpLocks/>
          </p:cNvCxnSpPr>
          <p:nvPr/>
        </p:nvCxnSpPr>
        <p:spPr>
          <a:xfrm flipH="1" flipV="1">
            <a:off x="2169560" y="3402097"/>
            <a:ext cx="3398072" cy="139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 hidden="1">
            <a:extLst>
              <a:ext uri="{FF2B5EF4-FFF2-40B4-BE49-F238E27FC236}">
                <a16:creationId xmlns:a16="http://schemas.microsoft.com/office/drawing/2014/main" id="{1A6DA6B3-336E-464B-2793-2787E7D69ED2}"/>
              </a:ext>
            </a:extLst>
          </p:cNvPr>
          <p:cNvSpPr/>
          <p:nvPr/>
        </p:nvSpPr>
        <p:spPr>
          <a:xfrm>
            <a:off x="3931985" y="474497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" hidden="1">
            <a:extLst>
              <a:ext uri="{FF2B5EF4-FFF2-40B4-BE49-F238E27FC236}">
                <a16:creationId xmlns:a16="http://schemas.microsoft.com/office/drawing/2014/main" id="{C83B0D2B-ABCB-2160-C6DB-8354767B97EC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046848" y="3424063"/>
            <a:ext cx="1488674" cy="1320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851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1AEF5-8E0D-1FB1-5E81-A63F0D7F8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78B86AE3-D0E7-B9D4-46FA-B74A529FB322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24F36FB-ADBC-C12A-E47C-429A9225852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513ED9A-498B-8A6C-9330-6A899147E6E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E07998F-537F-8B79-0CD6-0FF696A924D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FEBE6885-0BAB-F26A-CF9D-F3708EC7CA58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E53CB40-3747-5D2C-B4EF-AAA209CFB9BA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DA7D66F-EE56-AB93-8806-CA6C513EF5E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67AD47A-DAC0-6960-D388-698FE4AA8D2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5CDA9A5-9667-9851-E1B7-8405BF55CC5C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F0C9B61-880D-0B7A-CF0A-E05E3411036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DBDC1DB4-A98F-9BDB-FCE0-9E879740413E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B46652F-CEC9-774E-9AF2-6BF508C356E2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DB5F0D5-4DE5-9A1A-E70C-0BAFF793668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C7CD916-2362-0A09-48DD-591224995F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996559B-BDF3-56A5-CC4B-1831E312BF03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2A4251D-53C1-8A61-D6FD-AEF4992A8BF9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FA4EF10-408B-AF34-EF71-FA20F768E6D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2A1BE89-00B7-A573-4BC2-13E5C0145C48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82C456F-75C1-30E4-966E-A0A69B2B3E64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A2ACF7-792F-0377-418C-1E008F0E8CA6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BD7AF602-3968-C8C9-472D-A9E520485A60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9E0A54D3-CA32-CD0F-5777-160A9F05F0D5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50113809-52B2-7ECE-CD09-86DA5BC32D1D}"/>
              </a:ext>
            </a:extLst>
          </p:cNvPr>
          <p:cNvSpPr txBox="1"/>
          <p:nvPr/>
        </p:nvSpPr>
        <p:spPr>
          <a:xfrm>
            <a:off x="461626" y="3358357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 hidden="1">
            <a:extLst>
              <a:ext uri="{FF2B5EF4-FFF2-40B4-BE49-F238E27FC236}">
                <a16:creationId xmlns:a16="http://schemas.microsoft.com/office/drawing/2014/main" id="{F68146B2-8B7B-D0AA-EE78-27B9ADCC4834}"/>
              </a:ext>
            </a:extLst>
          </p:cNvPr>
          <p:cNvSpPr txBox="1"/>
          <p:nvPr/>
        </p:nvSpPr>
        <p:spPr>
          <a:xfrm>
            <a:off x="638641" y="3007385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>
            <a:extLst>
              <a:ext uri="{FF2B5EF4-FFF2-40B4-BE49-F238E27FC236}">
                <a16:creationId xmlns:a16="http://schemas.microsoft.com/office/drawing/2014/main" id="{F249489D-F070-0060-0FBE-CF008B805C14}"/>
              </a:ext>
            </a:extLst>
          </p:cNvPr>
          <p:cNvSpPr txBox="1"/>
          <p:nvPr/>
        </p:nvSpPr>
        <p:spPr>
          <a:xfrm>
            <a:off x="570488" y="2937756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>
            <a:extLst>
              <a:ext uri="{FF2B5EF4-FFF2-40B4-BE49-F238E27FC236}">
                <a16:creationId xmlns:a16="http://schemas.microsoft.com/office/drawing/2014/main" id="{9625231B-AF23-3B72-0987-42B6716114EC}"/>
              </a:ext>
            </a:extLst>
          </p:cNvPr>
          <p:cNvSpPr txBox="1"/>
          <p:nvPr/>
        </p:nvSpPr>
        <p:spPr>
          <a:xfrm>
            <a:off x="1524705" y="2937755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 hidden="1">
            <a:extLst>
              <a:ext uri="{FF2B5EF4-FFF2-40B4-BE49-F238E27FC236}">
                <a16:creationId xmlns:a16="http://schemas.microsoft.com/office/drawing/2014/main" id="{1669FC3C-5580-D008-441C-F20CA0A62FA4}"/>
              </a:ext>
            </a:extLst>
          </p:cNvPr>
          <p:cNvSpPr txBox="1"/>
          <p:nvPr/>
        </p:nvSpPr>
        <p:spPr>
          <a:xfrm>
            <a:off x="939290" y="3976351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 hidden="1">
            <a:extLst>
              <a:ext uri="{FF2B5EF4-FFF2-40B4-BE49-F238E27FC236}">
                <a16:creationId xmlns:a16="http://schemas.microsoft.com/office/drawing/2014/main" id="{493206D7-5794-4A14-9B48-8CAE9E0941E4}"/>
              </a:ext>
            </a:extLst>
          </p:cNvPr>
          <p:cNvSpPr txBox="1"/>
          <p:nvPr/>
        </p:nvSpPr>
        <p:spPr>
          <a:xfrm>
            <a:off x="884208" y="5062019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 hidden="1">
            <a:extLst>
              <a:ext uri="{FF2B5EF4-FFF2-40B4-BE49-F238E27FC236}">
                <a16:creationId xmlns:a16="http://schemas.microsoft.com/office/drawing/2014/main" id="{BAA28235-2E4C-9A93-F8FB-504B2C6A06EB}"/>
              </a:ext>
            </a:extLst>
          </p:cNvPr>
          <p:cNvSpPr txBox="1"/>
          <p:nvPr/>
        </p:nvSpPr>
        <p:spPr>
          <a:xfrm>
            <a:off x="1184760" y="4334099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 hidden="1">
            <a:extLst>
              <a:ext uri="{FF2B5EF4-FFF2-40B4-BE49-F238E27FC236}">
                <a16:creationId xmlns:a16="http://schemas.microsoft.com/office/drawing/2014/main" id="{FC66D5E1-2EF7-1FA6-68A8-4384CFA110EB}"/>
              </a:ext>
            </a:extLst>
          </p:cNvPr>
          <p:cNvSpPr txBox="1"/>
          <p:nvPr/>
        </p:nvSpPr>
        <p:spPr>
          <a:xfrm>
            <a:off x="3843945" y="4341783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 hidden="1">
            <a:extLst>
              <a:ext uri="{FF2B5EF4-FFF2-40B4-BE49-F238E27FC236}">
                <a16:creationId xmlns:a16="http://schemas.microsoft.com/office/drawing/2014/main" id="{1BD89B27-C1AD-F6A0-6F28-120D9C67DD37}"/>
              </a:ext>
            </a:extLst>
          </p:cNvPr>
          <p:cNvSpPr txBox="1"/>
          <p:nvPr/>
        </p:nvSpPr>
        <p:spPr>
          <a:xfrm>
            <a:off x="1686798" y="4355767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 hidden="1">
            <a:extLst>
              <a:ext uri="{FF2B5EF4-FFF2-40B4-BE49-F238E27FC236}">
                <a16:creationId xmlns:a16="http://schemas.microsoft.com/office/drawing/2014/main" id="{4714E0A4-37BF-CC71-DEC5-5DC1095BBFEC}"/>
              </a:ext>
            </a:extLst>
          </p:cNvPr>
          <p:cNvSpPr txBox="1"/>
          <p:nvPr/>
        </p:nvSpPr>
        <p:spPr>
          <a:xfrm>
            <a:off x="2693371" y="4332830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 hidden="1">
            <a:extLst>
              <a:ext uri="{FF2B5EF4-FFF2-40B4-BE49-F238E27FC236}">
                <a16:creationId xmlns:a16="http://schemas.microsoft.com/office/drawing/2014/main" id="{87F5D0CB-031B-0632-8548-982C8951D38F}"/>
              </a:ext>
            </a:extLst>
          </p:cNvPr>
          <p:cNvSpPr txBox="1"/>
          <p:nvPr/>
        </p:nvSpPr>
        <p:spPr>
          <a:xfrm>
            <a:off x="3504530" y="432950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 hidden="1">
            <a:extLst>
              <a:ext uri="{FF2B5EF4-FFF2-40B4-BE49-F238E27FC236}">
                <a16:creationId xmlns:a16="http://schemas.microsoft.com/office/drawing/2014/main" id="{280A29AB-79EA-2AEC-AB75-81EF247A9851}"/>
              </a:ext>
            </a:extLst>
          </p:cNvPr>
          <p:cNvSpPr txBox="1"/>
          <p:nvPr/>
        </p:nvSpPr>
        <p:spPr>
          <a:xfrm>
            <a:off x="2804143" y="4344298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 hidden="1">
            <a:extLst>
              <a:ext uri="{FF2B5EF4-FFF2-40B4-BE49-F238E27FC236}">
                <a16:creationId xmlns:a16="http://schemas.microsoft.com/office/drawing/2014/main" id="{3C201C0A-F9F9-1D11-F2E6-DFA39B8ADC4B}"/>
              </a:ext>
            </a:extLst>
          </p:cNvPr>
          <p:cNvSpPr txBox="1"/>
          <p:nvPr/>
        </p:nvSpPr>
        <p:spPr>
          <a:xfrm>
            <a:off x="1203804" y="4731810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 hidden="1">
            <a:extLst>
              <a:ext uri="{FF2B5EF4-FFF2-40B4-BE49-F238E27FC236}">
                <a16:creationId xmlns:a16="http://schemas.microsoft.com/office/drawing/2014/main" id="{58C30926-5B5A-BAEE-A87D-6C6F1CC4FBE9}"/>
              </a:ext>
            </a:extLst>
          </p:cNvPr>
          <p:cNvSpPr txBox="1"/>
          <p:nvPr/>
        </p:nvSpPr>
        <p:spPr>
          <a:xfrm>
            <a:off x="6307631" y="4706396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 Add &lt;/button&gt;</a:t>
            </a:r>
          </a:p>
        </p:txBody>
      </p:sp>
      <p:sp>
        <p:nvSpPr>
          <p:cNvPr id="40" name="onClick" hidden="1">
            <a:extLst>
              <a:ext uri="{FF2B5EF4-FFF2-40B4-BE49-F238E27FC236}">
                <a16:creationId xmlns:a16="http://schemas.microsoft.com/office/drawing/2014/main" id="{DD799A49-79F8-4A73-1654-225E05E6DFB7}"/>
              </a:ext>
            </a:extLst>
          </p:cNvPr>
          <p:cNvSpPr txBox="1"/>
          <p:nvPr/>
        </p:nvSpPr>
        <p:spPr>
          <a:xfrm>
            <a:off x="2233413" y="4717614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 hidden="1">
            <a:extLst>
              <a:ext uri="{FF2B5EF4-FFF2-40B4-BE49-F238E27FC236}">
                <a16:creationId xmlns:a16="http://schemas.microsoft.com/office/drawing/2014/main" id="{BCEA7963-C544-AB7A-AA54-DAE2C032B933}"/>
              </a:ext>
            </a:extLst>
          </p:cNvPr>
          <p:cNvSpPr txBox="1"/>
          <p:nvPr/>
        </p:nvSpPr>
        <p:spPr>
          <a:xfrm>
            <a:off x="6184333" y="4701780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 hidden="1">
            <a:extLst>
              <a:ext uri="{FF2B5EF4-FFF2-40B4-BE49-F238E27FC236}">
                <a16:creationId xmlns:a16="http://schemas.microsoft.com/office/drawing/2014/main" id="{134FCBC6-7732-2EC3-5D53-ED76B441A1AD}"/>
              </a:ext>
            </a:extLst>
          </p:cNvPr>
          <p:cNvSpPr txBox="1"/>
          <p:nvPr/>
        </p:nvSpPr>
        <p:spPr>
          <a:xfrm>
            <a:off x="3876474" y="4724318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 hidden="1">
            <a:extLst>
              <a:ext uri="{FF2B5EF4-FFF2-40B4-BE49-F238E27FC236}">
                <a16:creationId xmlns:a16="http://schemas.microsoft.com/office/drawing/2014/main" id="{BDB6E4C9-34D5-838B-3C14-76236B2EE984}"/>
              </a:ext>
            </a:extLst>
          </p:cNvPr>
          <p:cNvSpPr txBox="1"/>
          <p:nvPr/>
        </p:nvSpPr>
        <p:spPr>
          <a:xfrm>
            <a:off x="6090867" y="4710489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 hidden="1">
            <a:extLst>
              <a:ext uri="{FF2B5EF4-FFF2-40B4-BE49-F238E27FC236}">
                <a16:creationId xmlns:a16="http://schemas.microsoft.com/office/drawing/2014/main" id="{6BE4758F-80D7-0EDF-01B3-990877B60A4D}"/>
              </a:ext>
            </a:extLst>
          </p:cNvPr>
          <p:cNvSpPr txBox="1"/>
          <p:nvPr/>
        </p:nvSpPr>
        <p:spPr>
          <a:xfrm>
            <a:off x="5079248" y="4710489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 hidden="1">
            <a:extLst>
              <a:ext uri="{FF2B5EF4-FFF2-40B4-BE49-F238E27FC236}">
                <a16:creationId xmlns:a16="http://schemas.microsoft.com/office/drawing/2014/main" id="{03602AAC-613D-3468-9020-F657A802BC24}"/>
              </a:ext>
            </a:extLst>
          </p:cNvPr>
          <p:cNvSpPr txBox="1"/>
          <p:nvPr/>
        </p:nvSpPr>
        <p:spPr>
          <a:xfrm>
            <a:off x="5850702" y="4724317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 hidden="1">
            <a:extLst>
              <a:ext uri="{FF2B5EF4-FFF2-40B4-BE49-F238E27FC236}">
                <a16:creationId xmlns:a16="http://schemas.microsoft.com/office/drawing/2014/main" id="{BB6CA0F5-758A-9413-51F1-D8B42CE2DD8B}"/>
              </a:ext>
            </a:extLst>
          </p:cNvPr>
          <p:cNvSpPr txBox="1"/>
          <p:nvPr/>
        </p:nvSpPr>
        <p:spPr>
          <a:xfrm>
            <a:off x="3409771" y="4741737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 hidden="1">
            <a:extLst>
              <a:ext uri="{FF2B5EF4-FFF2-40B4-BE49-F238E27FC236}">
                <a16:creationId xmlns:a16="http://schemas.microsoft.com/office/drawing/2014/main" id="{9CEB489E-D902-2D1C-815F-1C3265F28DF0}"/>
              </a:ext>
            </a:extLst>
          </p:cNvPr>
          <p:cNvSpPr/>
          <p:nvPr/>
        </p:nvSpPr>
        <p:spPr>
          <a:xfrm>
            <a:off x="2773505" y="4336328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 hidden="1">
            <a:extLst>
              <a:ext uri="{FF2B5EF4-FFF2-40B4-BE49-F238E27FC236}">
                <a16:creationId xmlns:a16="http://schemas.microsoft.com/office/drawing/2014/main" id="{C5A35617-1A99-84B6-F3C3-C877D0ACBB43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1949536" y="3385147"/>
            <a:ext cx="1281169" cy="951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 hidden="1">
            <a:extLst>
              <a:ext uri="{FF2B5EF4-FFF2-40B4-BE49-F238E27FC236}">
                <a16:creationId xmlns:a16="http://schemas.microsoft.com/office/drawing/2014/main" id="{A19714F7-B1F8-9374-FB15-50D3AAD42069}"/>
              </a:ext>
            </a:extLst>
          </p:cNvPr>
          <p:cNvSpPr/>
          <p:nvPr/>
        </p:nvSpPr>
        <p:spPr>
          <a:xfrm>
            <a:off x="5167182" y="4748560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 hidden="1">
            <a:extLst>
              <a:ext uri="{FF2B5EF4-FFF2-40B4-BE49-F238E27FC236}">
                <a16:creationId xmlns:a16="http://schemas.microsoft.com/office/drawing/2014/main" id="{89EFB960-C3BF-C1A9-362F-09BD82EFCFEB}"/>
              </a:ext>
            </a:extLst>
          </p:cNvPr>
          <p:cNvCxnSpPr>
            <a:cxnSpLocks/>
          </p:cNvCxnSpPr>
          <p:nvPr/>
        </p:nvCxnSpPr>
        <p:spPr>
          <a:xfrm flipH="1" flipV="1">
            <a:off x="2169560" y="3402097"/>
            <a:ext cx="3398072" cy="139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 hidden="1">
            <a:extLst>
              <a:ext uri="{FF2B5EF4-FFF2-40B4-BE49-F238E27FC236}">
                <a16:creationId xmlns:a16="http://schemas.microsoft.com/office/drawing/2014/main" id="{E12A5BA2-720B-6223-9F7C-4BA824E1A843}"/>
              </a:ext>
            </a:extLst>
          </p:cNvPr>
          <p:cNvSpPr/>
          <p:nvPr/>
        </p:nvSpPr>
        <p:spPr>
          <a:xfrm>
            <a:off x="3931985" y="474497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" hidden="1">
            <a:extLst>
              <a:ext uri="{FF2B5EF4-FFF2-40B4-BE49-F238E27FC236}">
                <a16:creationId xmlns:a16="http://schemas.microsoft.com/office/drawing/2014/main" id="{8B869F05-2ACC-E8D5-7966-A8D44234C30E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046848" y="3424063"/>
            <a:ext cx="1488674" cy="1320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334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2A3CAD-64A3-B5B4-1A3A-FC37001C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1498E8C2-8E2F-8214-B6E6-3867F8F2D16E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FACE484-C221-CF76-FBD6-9E0B12C0EF7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4C203D8-8721-7D31-B73A-875BF5AB1D4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18CFF16-66B9-2AA2-357C-A0DE0096072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F3EAEDF-07C2-2EC5-A42F-D1CD254E893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BB10185-F77B-C5F2-CEEC-8FF40D6D6518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B2EC4F3-8DE2-1CD4-1B12-090F158C27DE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FF2778C-999A-A2BA-90AA-B3A0631A005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0B5F961-DA5B-4F40-A823-F19F60BCFA32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8AD7804-8E72-7F52-2B94-5F8C594CBAA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FF9B84C-2AFC-D07E-0AAF-2763E1E489C0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C71C070-FFE6-7CB5-C61F-75535B8FA17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C8A0B5D-0B91-28FE-EADE-F94FEBD95FF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2ABA7FD-8DD2-FF08-8189-88C4E207F5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E53DEB4-0D55-CC3B-353B-53754259EAC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E8F74AE-DFE7-7DE3-1411-563EC6B9678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190D5F5-D750-5D0D-F8F0-13C3E544854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0BE6AD2-88B1-C711-83A4-DE9774B1CDE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DD419C3-F49E-40DD-401B-FD571654382F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DB9B3F-3AC8-70E3-4286-66B3A8FE1FBC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B3E38211-53DE-2D86-AE15-1B11B470A4F4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E71A9A0C-2F58-C3EE-F972-F35420E5A3B7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060E0C71-B910-CA6E-40AD-2AD626E9B9E0}"/>
              </a:ext>
            </a:extLst>
          </p:cNvPr>
          <p:cNvSpPr txBox="1"/>
          <p:nvPr/>
        </p:nvSpPr>
        <p:spPr>
          <a:xfrm>
            <a:off x="405702" y="4373429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 hidden="1">
            <a:extLst>
              <a:ext uri="{FF2B5EF4-FFF2-40B4-BE49-F238E27FC236}">
                <a16:creationId xmlns:a16="http://schemas.microsoft.com/office/drawing/2014/main" id="{6139BE44-3317-882A-A94E-E9723434FCB5}"/>
              </a:ext>
            </a:extLst>
          </p:cNvPr>
          <p:cNvSpPr txBox="1"/>
          <p:nvPr/>
        </p:nvSpPr>
        <p:spPr>
          <a:xfrm>
            <a:off x="638641" y="3007385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>
            <a:extLst>
              <a:ext uri="{FF2B5EF4-FFF2-40B4-BE49-F238E27FC236}">
                <a16:creationId xmlns:a16="http://schemas.microsoft.com/office/drawing/2014/main" id="{9E5AD57B-505A-C527-A53D-75E5506B0C30}"/>
              </a:ext>
            </a:extLst>
          </p:cNvPr>
          <p:cNvSpPr txBox="1"/>
          <p:nvPr/>
        </p:nvSpPr>
        <p:spPr>
          <a:xfrm>
            <a:off x="570488" y="2937756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>
            <a:extLst>
              <a:ext uri="{FF2B5EF4-FFF2-40B4-BE49-F238E27FC236}">
                <a16:creationId xmlns:a16="http://schemas.microsoft.com/office/drawing/2014/main" id="{7F7F75E7-B8DA-8B12-908B-EC4E556545AF}"/>
              </a:ext>
            </a:extLst>
          </p:cNvPr>
          <p:cNvSpPr txBox="1"/>
          <p:nvPr/>
        </p:nvSpPr>
        <p:spPr>
          <a:xfrm>
            <a:off x="606057" y="3985839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 hidden="1">
            <a:extLst>
              <a:ext uri="{FF2B5EF4-FFF2-40B4-BE49-F238E27FC236}">
                <a16:creationId xmlns:a16="http://schemas.microsoft.com/office/drawing/2014/main" id="{45ECF622-4CA5-62A5-2E13-1FA4262E0B53}"/>
              </a:ext>
            </a:extLst>
          </p:cNvPr>
          <p:cNvSpPr txBox="1"/>
          <p:nvPr/>
        </p:nvSpPr>
        <p:spPr>
          <a:xfrm>
            <a:off x="750488" y="3374481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 hidden="1">
            <a:extLst>
              <a:ext uri="{FF2B5EF4-FFF2-40B4-BE49-F238E27FC236}">
                <a16:creationId xmlns:a16="http://schemas.microsoft.com/office/drawing/2014/main" id="{C7261874-41CD-BC52-DACD-897F59B254A3}"/>
              </a:ext>
            </a:extLst>
          </p:cNvPr>
          <p:cNvSpPr txBox="1"/>
          <p:nvPr/>
        </p:nvSpPr>
        <p:spPr>
          <a:xfrm>
            <a:off x="750488" y="4181947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>
            <a:extLst>
              <a:ext uri="{FF2B5EF4-FFF2-40B4-BE49-F238E27FC236}">
                <a16:creationId xmlns:a16="http://schemas.microsoft.com/office/drawing/2014/main" id="{0374892C-A474-8EB7-83DE-F66F54CA5A71}"/>
              </a:ext>
            </a:extLst>
          </p:cNvPr>
          <p:cNvSpPr txBox="1"/>
          <p:nvPr/>
        </p:nvSpPr>
        <p:spPr>
          <a:xfrm>
            <a:off x="991366" y="3273273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>
            <a:extLst>
              <a:ext uri="{FF2B5EF4-FFF2-40B4-BE49-F238E27FC236}">
                <a16:creationId xmlns:a16="http://schemas.microsoft.com/office/drawing/2014/main" id="{E9ED06EF-389C-7E8B-7DDE-13C45FAC242A}"/>
              </a:ext>
            </a:extLst>
          </p:cNvPr>
          <p:cNvSpPr txBox="1"/>
          <p:nvPr/>
        </p:nvSpPr>
        <p:spPr>
          <a:xfrm>
            <a:off x="2515139" y="3291573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>
            <a:extLst>
              <a:ext uri="{FF2B5EF4-FFF2-40B4-BE49-F238E27FC236}">
                <a16:creationId xmlns:a16="http://schemas.microsoft.com/office/drawing/2014/main" id="{F9B61004-41A4-8BE7-9546-09A7D73AD3FD}"/>
              </a:ext>
            </a:extLst>
          </p:cNvPr>
          <p:cNvSpPr txBox="1"/>
          <p:nvPr/>
        </p:nvSpPr>
        <p:spPr>
          <a:xfrm>
            <a:off x="1468379" y="3283242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 hidden="1">
            <a:extLst>
              <a:ext uri="{FF2B5EF4-FFF2-40B4-BE49-F238E27FC236}">
                <a16:creationId xmlns:a16="http://schemas.microsoft.com/office/drawing/2014/main" id="{CB175EBA-AC50-116F-8E1A-F8F76E7451D5}"/>
              </a:ext>
            </a:extLst>
          </p:cNvPr>
          <p:cNvSpPr txBox="1"/>
          <p:nvPr/>
        </p:nvSpPr>
        <p:spPr>
          <a:xfrm>
            <a:off x="2693371" y="4332830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 hidden="1">
            <a:extLst>
              <a:ext uri="{FF2B5EF4-FFF2-40B4-BE49-F238E27FC236}">
                <a16:creationId xmlns:a16="http://schemas.microsoft.com/office/drawing/2014/main" id="{AF6D9E5E-A18F-410D-C5DE-42B9242FA917}"/>
              </a:ext>
            </a:extLst>
          </p:cNvPr>
          <p:cNvSpPr txBox="1"/>
          <p:nvPr/>
        </p:nvSpPr>
        <p:spPr>
          <a:xfrm>
            <a:off x="3504530" y="432950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 hidden="1">
            <a:extLst>
              <a:ext uri="{FF2B5EF4-FFF2-40B4-BE49-F238E27FC236}">
                <a16:creationId xmlns:a16="http://schemas.microsoft.com/office/drawing/2014/main" id="{EB8880CA-5918-4017-90BB-83F533635980}"/>
              </a:ext>
            </a:extLst>
          </p:cNvPr>
          <p:cNvSpPr txBox="1"/>
          <p:nvPr/>
        </p:nvSpPr>
        <p:spPr>
          <a:xfrm>
            <a:off x="2804143" y="4344298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>
            <a:extLst>
              <a:ext uri="{FF2B5EF4-FFF2-40B4-BE49-F238E27FC236}">
                <a16:creationId xmlns:a16="http://schemas.microsoft.com/office/drawing/2014/main" id="{8D6EAC9E-D6E8-C6F4-7966-A6B4DB3E30A6}"/>
              </a:ext>
            </a:extLst>
          </p:cNvPr>
          <p:cNvSpPr txBox="1"/>
          <p:nvPr/>
        </p:nvSpPr>
        <p:spPr>
          <a:xfrm>
            <a:off x="973484" y="3678729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>
            <a:extLst>
              <a:ext uri="{FF2B5EF4-FFF2-40B4-BE49-F238E27FC236}">
                <a16:creationId xmlns:a16="http://schemas.microsoft.com/office/drawing/2014/main" id="{E3FB38B3-122E-4B00-91A2-BF81709F5F5A}"/>
              </a:ext>
            </a:extLst>
          </p:cNvPr>
          <p:cNvSpPr txBox="1"/>
          <p:nvPr/>
        </p:nvSpPr>
        <p:spPr>
          <a:xfrm>
            <a:off x="2036122" y="3687068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 Add &lt;/button&gt;</a:t>
            </a:r>
          </a:p>
        </p:txBody>
      </p:sp>
      <p:sp>
        <p:nvSpPr>
          <p:cNvPr id="40" name="onClick" hidden="1">
            <a:extLst>
              <a:ext uri="{FF2B5EF4-FFF2-40B4-BE49-F238E27FC236}">
                <a16:creationId xmlns:a16="http://schemas.microsoft.com/office/drawing/2014/main" id="{2DA5FB1C-8F14-E245-DAA7-1556E6CA9F21}"/>
              </a:ext>
            </a:extLst>
          </p:cNvPr>
          <p:cNvSpPr txBox="1"/>
          <p:nvPr/>
        </p:nvSpPr>
        <p:spPr>
          <a:xfrm>
            <a:off x="2233413" y="4717614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 hidden="1">
            <a:extLst>
              <a:ext uri="{FF2B5EF4-FFF2-40B4-BE49-F238E27FC236}">
                <a16:creationId xmlns:a16="http://schemas.microsoft.com/office/drawing/2014/main" id="{B0033E42-D3B8-D34A-87E8-A230B6E1E7B0}"/>
              </a:ext>
            </a:extLst>
          </p:cNvPr>
          <p:cNvSpPr txBox="1"/>
          <p:nvPr/>
        </p:nvSpPr>
        <p:spPr>
          <a:xfrm>
            <a:off x="6184333" y="4701780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 hidden="1">
            <a:extLst>
              <a:ext uri="{FF2B5EF4-FFF2-40B4-BE49-F238E27FC236}">
                <a16:creationId xmlns:a16="http://schemas.microsoft.com/office/drawing/2014/main" id="{7480A74F-6C51-A5C5-0168-4F83E49AD9B1}"/>
              </a:ext>
            </a:extLst>
          </p:cNvPr>
          <p:cNvSpPr txBox="1"/>
          <p:nvPr/>
        </p:nvSpPr>
        <p:spPr>
          <a:xfrm>
            <a:off x="3876474" y="4724318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 hidden="1">
            <a:extLst>
              <a:ext uri="{FF2B5EF4-FFF2-40B4-BE49-F238E27FC236}">
                <a16:creationId xmlns:a16="http://schemas.microsoft.com/office/drawing/2014/main" id="{D94A7874-B4EE-54BC-1652-2578FC5F0584}"/>
              </a:ext>
            </a:extLst>
          </p:cNvPr>
          <p:cNvSpPr txBox="1"/>
          <p:nvPr/>
        </p:nvSpPr>
        <p:spPr>
          <a:xfrm>
            <a:off x="6090867" y="4710489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 hidden="1">
            <a:extLst>
              <a:ext uri="{FF2B5EF4-FFF2-40B4-BE49-F238E27FC236}">
                <a16:creationId xmlns:a16="http://schemas.microsoft.com/office/drawing/2014/main" id="{DA115716-2E5F-531E-4DCD-AF19F94FFAE9}"/>
              </a:ext>
            </a:extLst>
          </p:cNvPr>
          <p:cNvSpPr txBox="1"/>
          <p:nvPr/>
        </p:nvSpPr>
        <p:spPr>
          <a:xfrm>
            <a:off x="5079248" y="4710489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 hidden="1">
            <a:extLst>
              <a:ext uri="{FF2B5EF4-FFF2-40B4-BE49-F238E27FC236}">
                <a16:creationId xmlns:a16="http://schemas.microsoft.com/office/drawing/2014/main" id="{1EB806A9-1DDD-2E8E-DC20-7587B2559EC3}"/>
              </a:ext>
            </a:extLst>
          </p:cNvPr>
          <p:cNvSpPr txBox="1"/>
          <p:nvPr/>
        </p:nvSpPr>
        <p:spPr>
          <a:xfrm>
            <a:off x="5850702" y="4724317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 hidden="1">
            <a:extLst>
              <a:ext uri="{FF2B5EF4-FFF2-40B4-BE49-F238E27FC236}">
                <a16:creationId xmlns:a16="http://schemas.microsoft.com/office/drawing/2014/main" id="{AC90CD87-66CB-D0D1-B803-8D31569C01F1}"/>
              </a:ext>
            </a:extLst>
          </p:cNvPr>
          <p:cNvSpPr txBox="1"/>
          <p:nvPr/>
        </p:nvSpPr>
        <p:spPr>
          <a:xfrm>
            <a:off x="3409771" y="4741737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 hidden="1">
            <a:extLst>
              <a:ext uri="{FF2B5EF4-FFF2-40B4-BE49-F238E27FC236}">
                <a16:creationId xmlns:a16="http://schemas.microsoft.com/office/drawing/2014/main" id="{AD8F1FD9-95B5-DEA0-75CA-632B29F07BAA}"/>
              </a:ext>
            </a:extLst>
          </p:cNvPr>
          <p:cNvSpPr/>
          <p:nvPr/>
        </p:nvSpPr>
        <p:spPr>
          <a:xfrm>
            <a:off x="2773505" y="4336328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 hidden="1">
            <a:extLst>
              <a:ext uri="{FF2B5EF4-FFF2-40B4-BE49-F238E27FC236}">
                <a16:creationId xmlns:a16="http://schemas.microsoft.com/office/drawing/2014/main" id="{D92A80ED-2A75-EE62-963C-BCA39FE1BDA0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1949536" y="3385147"/>
            <a:ext cx="1281169" cy="951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 hidden="1">
            <a:extLst>
              <a:ext uri="{FF2B5EF4-FFF2-40B4-BE49-F238E27FC236}">
                <a16:creationId xmlns:a16="http://schemas.microsoft.com/office/drawing/2014/main" id="{87DE62BF-79C5-08D5-53F2-E7F8C5711B00}"/>
              </a:ext>
            </a:extLst>
          </p:cNvPr>
          <p:cNvSpPr/>
          <p:nvPr/>
        </p:nvSpPr>
        <p:spPr>
          <a:xfrm>
            <a:off x="5167182" y="4748560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 hidden="1">
            <a:extLst>
              <a:ext uri="{FF2B5EF4-FFF2-40B4-BE49-F238E27FC236}">
                <a16:creationId xmlns:a16="http://schemas.microsoft.com/office/drawing/2014/main" id="{5E385B1B-153E-5242-9B02-621BB63E8C97}"/>
              </a:ext>
            </a:extLst>
          </p:cNvPr>
          <p:cNvCxnSpPr>
            <a:cxnSpLocks/>
          </p:cNvCxnSpPr>
          <p:nvPr/>
        </p:nvCxnSpPr>
        <p:spPr>
          <a:xfrm flipH="1" flipV="1">
            <a:off x="2169560" y="3402097"/>
            <a:ext cx="3398072" cy="139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 hidden="1">
            <a:extLst>
              <a:ext uri="{FF2B5EF4-FFF2-40B4-BE49-F238E27FC236}">
                <a16:creationId xmlns:a16="http://schemas.microsoft.com/office/drawing/2014/main" id="{5DD0242E-F61D-AFD5-AD5C-0DC2F64E395B}"/>
              </a:ext>
            </a:extLst>
          </p:cNvPr>
          <p:cNvSpPr/>
          <p:nvPr/>
        </p:nvSpPr>
        <p:spPr>
          <a:xfrm>
            <a:off x="3931985" y="474497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" hidden="1">
            <a:extLst>
              <a:ext uri="{FF2B5EF4-FFF2-40B4-BE49-F238E27FC236}">
                <a16:creationId xmlns:a16="http://schemas.microsoft.com/office/drawing/2014/main" id="{140E1518-08EB-EB35-99E0-EFEDEB488DC6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046848" y="3424063"/>
            <a:ext cx="1488674" cy="1320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276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7113D-5432-32F0-657E-9EB43D21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635766C6-3BA5-62A4-6922-6472BAA141AE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2BFD660-7E1C-3FBB-68AD-777C64B3419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5A095541-4BC0-F6FB-B9DF-D5B161F52EF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D27D99B-3192-D583-B177-A8E069033AB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701BCEE-E06D-8732-442A-6D32536D3582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8455920-8093-64C9-FDDB-336ADDC3EC2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F698AB1-CD09-BB0A-8BD8-CDB68637B661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ECEAE38-3601-22D6-D6BA-486E6944205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607DB0-0F42-6E00-3756-1FDE85E62A96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F4B6A5C-5B2C-EF0C-F3A3-3A3BDD0AB77D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EBCA23D-45D0-125D-58FA-6EED7A964AF7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35954CC-4F41-DCFF-E2E2-DB398349F03E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99D9BAB-60D0-4F27-EA26-FF3199C6DF7D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63658600-3B5D-A1EA-65B3-1BF90D7FEB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7E7CCA3-D9C4-0760-AF5B-978DCE10F9C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BF14CF0-5ADA-FC02-8585-E0E2B8FBBBC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31687DD-1E71-6628-A5AE-173146215B2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5AABA5B-3EEC-1CA8-FA9F-24105228D370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BE52D3D-B477-6DF8-F0CE-64A5887018D0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D2AB62-C010-4FBA-519B-51BAD1FAD9C2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8DE893D6-4961-028D-A44D-66F1540D024D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9A223260-689B-7791-3C5A-C0FB1A60E132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986608E5-4DE2-FA89-01A5-30140D9002A5}"/>
              </a:ext>
            </a:extLst>
          </p:cNvPr>
          <p:cNvSpPr txBox="1"/>
          <p:nvPr/>
        </p:nvSpPr>
        <p:spPr>
          <a:xfrm>
            <a:off x="405702" y="5002696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 hidden="1">
            <a:extLst>
              <a:ext uri="{FF2B5EF4-FFF2-40B4-BE49-F238E27FC236}">
                <a16:creationId xmlns:a16="http://schemas.microsoft.com/office/drawing/2014/main" id="{C4D5C90C-615D-4C3F-55AE-135B17F71C47}"/>
              </a:ext>
            </a:extLst>
          </p:cNvPr>
          <p:cNvSpPr txBox="1"/>
          <p:nvPr/>
        </p:nvSpPr>
        <p:spPr>
          <a:xfrm>
            <a:off x="638641" y="3007385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>
            <a:extLst>
              <a:ext uri="{FF2B5EF4-FFF2-40B4-BE49-F238E27FC236}">
                <a16:creationId xmlns:a16="http://schemas.microsoft.com/office/drawing/2014/main" id="{9F5B4069-1E1C-9624-E6D2-9808C3E41A8F}"/>
              </a:ext>
            </a:extLst>
          </p:cNvPr>
          <p:cNvSpPr txBox="1"/>
          <p:nvPr/>
        </p:nvSpPr>
        <p:spPr>
          <a:xfrm>
            <a:off x="570488" y="2937756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>
            <a:extLst>
              <a:ext uri="{FF2B5EF4-FFF2-40B4-BE49-F238E27FC236}">
                <a16:creationId xmlns:a16="http://schemas.microsoft.com/office/drawing/2014/main" id="{CDB482F4-E7F3-5019-D831-AB70811D7BEB}"/>
              </a:ext>
            </a:extLst>
          </p:cNvPr>
          <p:cNvSpPr txBox="1"/>
          <p:nvPr/>
        </p:nvSpPr>
        <p:spPr>
          <a:xfrm>
            <a:off x="606057" y="4615106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>
            <a:extLst>
              <a:ext uri="{FF2B5EF4-FFF2-40B4-BE49-F238E27FC236}">
                <a16:creationId xmlns:a16="http://schemas.microsoft.com/office/drawing/2014/main" id="{1B915244-0FDF-804C-E077-EE7CABEFC496}"/>
              </a:ext>
            </a:extLst>
          </p:cNvPr>
          <p:cNvSpPr txBox="1"/>
          <p:nvPr/>
        </p:nvSpPr>
        <p:spPr>
          <a:xfrm>
            <a:off x="750488" y="3236831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>
            <a:extLst>
              <a:ext uri="{FF2B5EF4-FFF2-40B4-BE49-F238E27FC236}">
                <a16:creationId xmlns:a16="http://schemas.microsoft.com/office/drawing/2014/main" id="{A3572DED-BE35-1B60-BDB3-BEC25A1090B1}"/>
              </a:ext>
            </a:extLst>
          </p:cNvPr>
          <p:cNvSpPr txBox="1"/>
          <p:nvPr/>
        </p:nvSpPr>
        <p:spPr>
          <a:xfrm>
            <a:off x="750488" y="4260604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>
            <a:extLst>
              <a:ext uri="{FF2B5EF4-FFF2-40B4-BE49-F238E27FC236}">
                <a16:creationId xmlns:a16="http://schemas.microsoft.com/office/drawing/2014/main" id="{CC1A7AB5-5A5E-3BEA-0DBD-167B992B1597}"/>
              </a:ext>
            </a:extLst>
          </p:cNvPr>
          <p:cNvSpPr txBox="1"/>
          <p:nvPr/>
        </p:nvSpPr>
        <p:spPr>
          <a:xfrm>
            <a:off x="1020862" y="3538744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>
            <a:extLst>
              <a:ext uri="{FF2B5EF4-FFF2-40B4-BE49-F238E27FC236}">
                <a16:creationId xmlns:a16="http://schemas.microsoft.com/office/drawing/2014/main" id="{7FB149D2-5E8C-420F-CBB3-F908B5145560}"/>
              </a:ext>
            </a:extLst>
          </p:cNvPr>
          <p:cNvSpPr txBox="1"/>
          <p:nvPr/>
        </p:nvSpPr>
        <p:spPr>
          <a:xfrm>
            <a:off x="2544635" y="3557044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>
            <a:extLst>
              <a:ext uri="{FF2B5EF4-FFF2-40B4-BE49-F238E27FC236}">
                <a16:creationId xmlns:a16="http://schemas.microsoft.com/office/drawing/2014/main" id="{E155E516-1CCE-6C6D-9DA0-D9812B1EE21C}"/>
              </a:ext>
            </a:extLst>
          </p:cNvPr>
          <p:cNvSpPr txBox="1"/>
          <p:nvPr/>
        </p:nvSpPr>
        <p:spPr>
          <a:xfrm>
            <a:off x="1497875" y="3548713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 hidden="1">
            <a:extLst>
              <a:ext uri="{FF2B5EF4-FFF2-40B4-BE49-F238E27FC236}">
                <a16:creationId xmlns:a16="http://schemas.microsoft.com/office/drawing/2014/main" id="{487C1303-8C0A-33D7-CC8E-DA6E7528A1F5}"/>
              </a:ext>
            </a:extLst>
          </p:cNvPr>
          <p:cNvSpPr txBox="1"/>
          <p:nvPr/>
        </p:nvSpPr>
        <p:spPr>
          <a:xfrm>
            <a:off x="2693371" y="4332830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 hidden="1">
            <a:extLst>
              <a:ext uri="{FF2B5EF4-FFF2-40B4-BE49-F238E27FC236}">
                <a16:creationId xmlns:a16="http://schemas.microsoft.com/office/drawing/2014/main" id="{7281467B-B850-8097-ED1F-2B9704FCFF68}"/>
              </a:ext>
            </a:extLst>
          </p:cNvPr>
          <p:cNvSpPr txBox="1"/>
          <p:nvPr/>
        </p:nvSpPr>
        <p:spPr>
          <a:xfrm>
            <a:off x="3504530" y="432950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 hidden="1">
            <a:extLst>
              <a:ext uri="{FF2B5EF4-FFF2-40B4-BE49-F238E27FC236}">
                <a16:creationId xmlns:a16="http://schemas.microsoft.com/office/drawing/2014/main" id="{07190BEE-C9DE-A8F1-60CA-BF80FE9584EE}"/>
              </a:ext>
            </a:extLst>
          </p:cNvPr>
          <p:cNvSpPr txBox="1"/>
          <p:nvPr/>
        </p:nvSpPr>
        <p:spPr>
          <a:xfrm>
            <a:off x="2804143" y="4344298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>
            <a:extLst>
              <a:ext uri="{FF2B5EF4-FFF2-40B4-BE49-F238E27FC236}">
                <a16:creationId xmlns:a16="http://schemas.microsoft.com/office/drawing/2014/main" id="{36796DC7-67BE-B285-5EF2-0532947F4E0E}"/>
              </a:ext>
            </a:extLst>
          </p:cNvPr>
          <p:cNvSpPr txBox="1"/>
          <p:nvPr/>
        </p:nvSpPr>
        <p:spPr>
          <a:xfrm>
            <a:off x="973484" y="3895040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>
            <a:extLst>
              <a:ext uri="{FF2B5EF4-FFF2-40B4-BE49-F238E27FC236}">
                <a16:creationId xmlns:a16="http://schemas.microsoft.com/office/drawing/2014/main" id="{1584C8A5-F5B6-6621-C704-BCAA9528D64E}"/>
              </a:ext>
            </a:extLst>
          </p:cNvPr>
          <p:cNvSpPr txBox="1"/>
          <p:nvPr/>
        </p:nvSpPr>
        <p:spPr>
          <a:xfrm>
            <a:off x="1947632" y="3913211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 Add &lt;/button&gt;</a:t>
            </a:r>
          </a:p>
        </p:txBody>
      </p:sp>
      <p:sp>
        <p:nvSpPr>
          <p:cNvPr id="40" name="onClick" hidden="1">
            <a:extLst>
              <a:ext uri="{FF2B5EF4-FFF2-40B4-BE49-F238E27FC236}">
                <a16:creationId xmlns:a16="http://schemas.microsoft.com/office/drawing/2014/main" id="{3DEDB56F-E1D1-44AF-594E-11A59A701245}"/>
              </a:ext>
            </a:extLst>
          </p:cNvPr>
          <p:cNvSpPr txBox="1"/>
          <p:nvPr/>
        </p:nvSpPr>
        <p:spPr>
          <a:xfrm>
            <a:off x="2233413" y="4717614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 hidden="1">
            <a:extLst>
              <a:ext uri="{FF2B5EF4-FFF2-40B4-BE49-F238E27FC236}">
                <a16:creationId xmlns:a16="http://schemas.microsoft.com/office/drawing/2014/main" id="{472B2587-CEA2-117A-09BA-93203DD8D9D2}"/>
              </a:ext>
            </a:extLst>
          </p:cNvPr>
          <p:cNvSpPr txBox="1"/>
          <p:nvPr/>
        </p:nvSpPr>
        <p:spPr>
          <a:xfrm>
            <a:off x="6184333" y="4701780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 hidden="1">
            <a:extLst>
              <a:ext uri="{FF2B5EF4-FFF2-40B4-BE49-F238E27FC236}">
                <a16:creationId xmlns:a16="http://schemas.microsoft.com/office/drawing/2014/main" id="{56371F82-FAAA-1E34-F9B2-2E08955C16DC}"/>
              </a:ext>
            </a:extLst>
          </p:cNvPr>
          <p:cNvSpPr txBox="1"/>
          <p:nvPr/>
        </p:nvSpPr>
        <p:spPr>
          <a:xfrm>
            <a:off x="3876474" y="4724318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 hidden="1">
            <a:extLst>
              <a:ext uri="{FF2B5EF4-FFF2-40B4-BE49-F238E27FC236}">
                <a16:creationId xmlns:a16="http://schemas.microsoft.com/office/drawing/2014/main" id="{E03F9730-48F9-8E11-5024-6B8C296FBF6E}"/>
              </a:ext>
            </a:extLst>
          </p:cNvPr>
          <p:cNvSpPr txBox="1"/>
          <p:nvPr/>
        </p:nvSpPr>
        <p:spPr>
          <a:xfrm>
            <a:off x="6090867" y="4710489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 hidden="1">
            <a:extLst>
              <a:ext uri="{FF2B5EF4-FFF2-40B4-BE49-F238E27FC236}">
                <a16:creationId xmlns:a16="http://schemas.microsoft.com/office/drawing/2014/main" id="{79C6BF92-39AA-E5E4-9177-0B182A8B1299}"/>
              </a:ext>
            </a:extLst>
          </p:cNvPr>
          <p:cNvSpPr txBox="1"/>
          <p:nvPr/>
        </p:nvSpPr>
        <p:spPr>
          <a:xfrm>
            <a:off x="5079248" y="4710489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 hidden="1">
            <a:extLst>
              <a:ext uri="{FF2B5EF4-FFF2-40B4-BE49-F238E27FC236}">
                <a16:creationId xmlns:a16="http://schemas.microsoft.com/office/drawing/2014/main" id="{BE3566B6-2D03-9206-FE61-1058FB1BD3FD}"/>
              </a:ext>
            </a:extLst>
          </p:cNvPr>
          <p:cNvSpPr txBox="1"/>
          <p:nvPr/>
        </p:nvSpPr>
        <p:spPr>
          <a:xfrm>
            <a:off x="5850702" y="4724317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 hidden="1">
            <a:extLst>
              <a:ext uri="{FF2B5EF4-FFF2-40B4-BE49-F238E27FC236}">
                <a16:creationId xmlns:a16="http://schemas.microsoft.com/office/drawing/2014/main" id="{147B98C1-1081-EF46-D103-481911DEF1C9}"/>
              </a:ext>
            </a:extLst>
          </p:cNvPr>
          <p:cNvSpPr txBox="1"/>
          <p:nvPr/>
        </p:nvSpPr>
        <p:spPr>
          <a:xfrm>
            <a:off x="3409771" y="4741737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 hidden="1">
            <a:extLst>
              <a:ext uri="{FF2B5EF4-FFF2-40B4-BE49-F238E27FC236}">
                <a16:creationId xmlns:a16="http://schemas.microsoft.com/office/drawing/2014/main" id="{C99F4511-C75E-4C3B-792B-0F313CF07996}"/>
              </a:ext>
            </a:extLst>
          </p:cNvPr>
          <p:cNvSpPr/>
          <p:nvPr/>
        </p:nvSpPr>
        <p:spPr>
          <a:xfrm>
            <a:off x="2773505" y="4336328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 hidden="1">
            <a:extLst>
              <a:ext uri="{FF2B5EF4-FFF2-40B4-BE49-F238E27FC236}">
                <a16:creationId xmlns:a16="http://schemas.microsoft.com/office/drawing/2014/main" id="{586D2F12-DA48-D889-A1AC-AE3878F65621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1949536" y="3385147"/>
            <a:ext cx="1281169" cy="951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 hidden="1">
            <a:extLst>
              <a:ext uri="{FF2B5EF4-FFF2-40B4-BE49-F238E27FC236}">
                <a16:creationId xmlns:a16="http://schemas.microsoft.com/office/drawing/2014/main" id="{4A78655B-4122-20D3-10D5-8030B274C6BC}"/>
              </a:ext>
            </a:extLst>
          </p:cNvPr>
          <p:cNvSpPr/>
          <p:nvPr/>
        </p:nvSpPr>
        <p:spPr>
          <a:xfrm>
            <a:off x="5167182" y="4748560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 hidden="1">
            <a:extLst>
              <a:ext uri="{FF2B5EF4-FFF2-40B4-BE49-F238E27FC236}">
                <a16:creationId xmlns:a16="http://schemas.microsoft.com/office/drawing/2014/main" id="{23202E92-99E4-FBB3-18FB-227E98D8760E}"/>
              </a:ext>
            </a:extLst>
          </p:cNvPr>
          <p:cNvCxnSpPr>
            <a:cxnSpLocks/>
          </p:cNvCxnSpPr>
          <p:nvPr/>
        </p:nvCxnSpPr>
        <p:spPr>
          <a:xfrm flipH="1" flipV="1">
            <a:off x="2169560" y="3402097"/>
            <a:ext cx="3398072" cy="139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 hidden="1">
            <a:extLst>
              <a:ext uri="{FF2B5EF4-FFF2-40B4-BE49-F238E27FC236}">
                <a16:creationId xmlns:a16="http://schemas.microsoft.com/office/drawing/2014/main" id="{F28C19A8-7B17-83F6-472A-A7B4C22D7589}"/>
              </a:ext>
            </a:extLst>
          </p:cNvPr>
          <p:cNvSpPr/>
          <p:nvPr/>
        </p:nvSpPr>
        <p:spPr>
          <a:xfrm>
            <a:off x="3931985" y="474497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" hidden="1">
            <a:extLst>
              <a:ext uri="{FF2B5EF4-FFF2-40B4-BE49-F238E27FC236}">
                <a16:creationId xmlns:a16="http://schemas.microsoft.com/office/drawing/2014/main" id="{6D68689E-A435-E21B-2F8C-86F9D2A7A807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046848" y="3424063"/>
            <a:ext cx="1488674" cy="1320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918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F68EA-247F-D876-A5F9-07D80EC51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EF47ED23-8520-2BA4-EBDC-1EA46A86AFD5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EA57EDF-B065-FA5B-DD6B-0580A2F64F1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938BE28-B67C-AAE3-31B0-2A02FEE80616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E3770B1-94FE-4F4E-DE44-328A210831AC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4CB0223-FDC6-EDF9-0813-7612947C22A7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A4DDC67-6483-2581-0A6D-16AA8950DB1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715DA85-6BAA-EF75-F69B-1AFD40B58E4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4035ED3-EF5C-82C4-7694-E578BA7B25C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7ED9798-1775-ADC0-13EA-710516A17B28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49BBB79-9A4A-A6A8-3FBF-62018F72515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4FD53DF-D3EA-681C-EA8B-47B222268AA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58035AB-91BB-8C55-C1F3-0D3B82DDA64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9BDA1A7-C15F-349B-DB20-373331454AF7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61141F4-02D8-5D32-5E8C-4B53D342B0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056C555-8BDD-3FA5-745A-264033F431EC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A071098-3A12-71F6-0346-5A53D5AEA54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496387B-D3F7-C47A-0B67-6933B603D02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BFD4F0A3-928A-2FDD-AE49-EA7B77A4B8D6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1FA6AEA-4F62-1405-6966-53482D567876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6FB3F0-2265-9F27-62D3-0FB438386EB9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52596D2A-69DF-5C9D-FA79-FD9FB4C83B30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71BEFD78-C511-7082-2A56-C51ED80929F4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BD39B4F5-B6FC-95A2-8C3B-E983B3528A7B}"/>
              </a:ext>
            </a:extLst>
          </p:cNvPr>
          <p:cNvSpPr txBox="1"/>
          <p:nvPr/>
        </p:nvSpPr>
        <p:spPr>
          <a:xfrm>
            <a:off x="425366" y="5336994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>
            <a:extLst>
              <a:ext uri="{FF2B5EF4-FFF2-40B4-BE49-F238E27FC236}">
                <a16:creationId xmlns:a16="http://schemas.microsoft.com/office/drawing/2014/main" id="{CC5171D3-31CE-FE26-AD0D-604AAD495514}"/>
              </a:ext>
            </a:extLst>
          </p:cNvPr>
          <p:cNvSpPr txBox="1"/>
          <p:nvPr/>
        </p:nvSpPr>
        <p:spPr>
          <a:xfrm>
            <a:off x="550150" y="2909060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>
            <a:extLst>
              <a:ext uri="{FF2B5EF4-FFF2-40B4-BE49-F238E27FC236}">
                <a16:creationId xmlns:a16="http://schemas.microsoft.com/office/drawing/2014/main" id="{DA1F342E-18B2-971D-0F0A-183CD69CC5AE}"/>
              </a:ext>
            </a:extLst>
          </p:cNvPr>
          <p:cNvSpPr txBox="1"/>
          <p:nvPr/>
        </p:nvSpPr>
        <p:spPr>
          <a:xfrm>
            <a:off x="590152" y="3301548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>
            <a:extLst>
              <a:ext uri="{FF2B5EF4-FFF2-40B4-BE49-F238E27FC236}">
                <a16:creationId xmlns:a16="http://schemas.microsoft.com/office/drawing/2014/main" id="{AFEC9E58-1400-3578-3E44-5F112DD63F52}"/>
              </a:ext>
            </a:extLst>
          </p:cNvPr>
          <p:cNvSpPr txBox="1"/>
          <p:nvPr/>
        </p:nvSpPr>
        <p:spPr>
          <a:xfrm>
            <a:off x="625721" y="4978898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>
            <a:extLst>
              <a:ext uri="{FF2B5EF4-FFF2-40B4-BE49-F238E27FC236}">
                <a16:creationId xmlns:a16="http://schemas.microsoft.com/office/drawing/2014/main" id="{2ECBF1CB-DBDE-52DE-8599-D6BE7937D2C9}"/>
              </a:ext>
            </a:extLst>
          </p:cNvPr>
          <p:cNvSpPr txBox="1"/>
          <p:nvPr/>
        </p:nvSpPr>
        <p:spPr>
          <a:xfrm>
            <a:off x="779984" y="3630119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>
            <a:extLst>
              <a:ext uri="{FF2B5EF4-FFF2-40B4-BE49-F238E27FC236}">
                <a16:creationId xmlns:a16="http://schemas.microsoft.com/office/drawing/2014/main" id="{35D8CBEE-062B-CD64-F3B1-83BC4AA60C94}"/>
              </a:ext>
            </a:extLst>
          </p:cNvPr>
          <p:cNvSpPr txBox="1"/>
          <p:nvPr/>
        </p:nvSpPr>
        <p:spPr>
          <a:xfrm>
            <a:off x="779984" y="4653892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>
            <a:extLst>
              <a:ext uri="{FF2B5EF4-FFF2-40B4-BE49-F238E27FC236}">
                <a16:creationId xmlns:a16="http://schemas.microsoft.com/office/drawing/2014/main" id="{FDF39812-55F8-5ABF-25E3-0D5E7283ABD5}"/>
              </a:ext>
            </a:extLst>
          </p:cNvPr>
          <p:cNvSpPr txBox="1"/>
          <p:nvPr/>
        </p:nvSpPr>
        <p:spPr>
          <a:xfrm>
            <a:off x="1020862" y="3951696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>
            <a:extLst>
              <a:ext uri="{FF2B5EF4-FFF2-40B4-BE49-F238E27FC236}">
                <a16:creationId xmlns:a16="http://schemas.microsoft.com/office/drawing/2014/main" id="{F84DF949-C241-FA5D-9D16-B80F77CACCC8}"/>
              </a:ext>
            </a:extLst>
          </p:cNvPr>
          <p:cNvSpPr txBox="1"/>
          <p:nvPr/>
        </p:nvSpPr>
        <p:spPr>
          <a:xfrm>
            <a:off x="2544635" y="3969996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>
            <a:extLst>
              <a:ext uri="{FF2B5EF4-FFF2-40B4-BE49-F238E27FC236}">
                <a16:creationId xmlns:a16="http://schemas.microsoft.com/office/drawing/2014/main" id="{F7858663-6D07-FB0A-036A-74EB3303E8C4}"/>
              </a:ext>
            </a:extLst>
          </p:cNvPr>
          <p:cNvSpPr txBox="1"/>
          <p:nvPr/>
        </p:nvSpPr>
        <p:spPr>
          <a:xfrm>
            <a:off x="1497875" y="3961665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 hidden="1">
            <a:extLst>
              <a:ext uri="{FF2B5EF4-FFF2-40B4-BE49-F238E27FC236}">
                <a16:creationId xmlns:a16="http://schemas.microsoft.com/office/drawing/2014/main" id="{2489CA0B-02E5-5A7B-5BDC-2763D8D6422F}"/>
              </a:ext>
            </a:extLst>
          </p:cNvPr>
          <p:cNvSpPr txBox="1"/>
          <p:nvPr/>
        </p:nvSpPr>
        <p:spPr>
          <a:xfrm>
            <a:off x="2693371" y="4745782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 hidden="1">
            <a:extLst>
              <a:ext uri="{FF2B5EF4-FFF2-40B4-BE49-F238E27FC236}">
                <a16:creationId xmlns:a16="http://schemas.microsoft.com/office/drawing/2014/main" id="{FB53DABB-1E94-DA38-EAE4-A54437EE1989}"/>
              </a:ext>
            </a:extLst>
          </p:cNvPr>
          <p:cNvSpPr txBox="1"/>
          <p:nvPr/>
        </p:nvSpPr>
        <p:spPr>
          <a:xfrm>
            <a:off x="3504530" y="432950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 hidden="1">
            <a:extLst>
              <a:ext uri="{FF2B5EF4-FFF2-40B4-BE49-F238E27FC236}">
                <a16:creationId xmlns:a16="http://schemas.microsoft.com/office/drawing/2014/main" id="{76033A1F-2E98-B6A2-D905-861BA9CE80E9}"/>
              </a:ext>
            </a:extLst>
          </p:cNvPr>
          <p:cNvSpPr txBox="1"/>
          <p:nvPr/>
        </p:nvSpPr>
        <p:spPr>
          <a:xfrm>
            <a:off x="2804143" y="4344298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>
            <a:extLst>
              <a:ext uri="{FF2B5EF4-FFF2-40B4-BE49-F238E27FC236}">
                <a16:creationId xmlns:a16="http://schemas.microsoft.com/office/drawing/2014/main" id="{14183FBF-5E4B-0912-A0B5-94B3872AA496}"/>
              </a:ext>
            </a:extLst>
          </p:cNvPr>
          <p:cNvSpPr txBox="1"/>
          <p:nvPr/>
        </p:nvSpPr>
        <p:spPr>
          <a:xfrm>
            <a:off x="973484" y="4307992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>
            <a:extLst>
              <a:ext uri="{FF2B5EF4-FFF2-40B4-BE49-F238E27FC236}">
                <a16:creationId xmlns:a16="http://schemas.microsoft.com/office/drawing/2014/main" id="{BA2EC5F7-9EC4-6D4C-15A7-6BBB301E95D8}"/>
              </a:ext>
            </a:extLst>
          </p:cNvPr>
          <p:cNvSpPr txBox="1"/>
          <p:nvPr/>
        </p:nvSpPr>
        <p:spPr>
          <a:xfrm>
            <a:off x="1947632" y="4326163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 Add &lt;/button&gt;</a:t>
            </a:r>
          </a:p>
        </p:txBody>
      </p:sp>
      <p:sp>
        <p:nvSpPr>
          <p:cNvPr id="40" name="onClick" hidden="1">
            <a:extLst>
              <a:ext uri="{FF2B5EF4-FFF2-40B4-BE49-F238E27FC236}">
                <a16:creationId xmlns:a16="http://schemas.microsoft.com/office/drawing/2014/main" id="{CFBAC988-AA9B-9B17-2BF3-E63FEBEBF2A9}"/>
              </a:ext>
            </a:extLst>
          </p:cNvPr>
          <p:cNvSpPr txBox="1"/>
          <p:nvPr/>
        </p:nvSpPr>
        <p:spPr>
          <a:xfrm>
            <a:off x="2233413" y="4717614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 hidden="1">
            <a:extLst>
              <a:ext uri="{FF2B5EF4-FFF2-40B4-BE49-F238E27FC236}">
                <a16:creationId xmlns:a16="http://schemas.microsoft.com/office/drawing/2014/main" id="{8CFB59AD-7D8E-8888-E340-9CBDDC73E5F5}"/>
              </a:ext>
            </a:extLst>
          </p:cNvPr>
          <p:cNvSpPr txBox="1"/>
          <p:nvPr/>
        </p:nvSpPr>
        <p:spPr>
          <a:xfrm>
            <a:off x="6184333" y="4701780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 hidden="1">
            <a:extLst>
              <a:ext uri="{FF2B5EF4-FFF2-40B4-BE49-F238E27FC236}">
                <a16:creationId xmlns:a16="http://schemas.microsoft.com/office/drawing/2014/main" id="{A7B4F9B1-96AF-16FA-F172-CABB0E1394F2}"/>
              </a:ext>
            </a:extLst>
          </p:cNvPr>
          <p:cNvSpPr txBox="1"/>
          <p:nvPr/>
        </p:nvSpPr>
        <p:spPr>
          <a:xfrm>
            <a:off x="3876474" y="4724318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 hidden="1">
            <a:extLst>
              <a:ext uri="{FF2B5EF4-FFF2-40B4-BE49-F238E27FC236}">
                <a16:creationId xmlns:a16="http://schemas.microsoft.com/office/drawing/2014/main" id="{58FC523B-C50F-2534-C2B1-45B4F22A2608}"/>
              </a:ext>
            </a:extLst>
          </p:cNvPr>
          <p:cNvSpPr txBox="1"/>
          <p:nvPr/>
        </p:nvSpPr>
        <p:spPr>
          <a:xfrm>
            <a:off x="6090867" y="4710489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 hidden="1">
            <a:extLst>
              <a:ext uri="{FF2B5EF4-FFF2-40B4-BE49-F238E27FC236}">
                <a16:creationId xmlns:a16="http://schemas.microsoft.com/office/drawing/2014/main" id="{D2EB957C-D840-1220-1DDD-327443AAAC53}"/>
              </a:ext>
            </a:extLst>
          </p:cNvPr>
          <p:cNvSpPr txBox="1"/>
          <p:nvPr/>
        </p:nvSpPr>
        <p:spPr>
          <a:xfrm>
            <a:off x="5079248" y="4710489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 hidden="1">
            <a:extLst>
              <a:ext uri="{FF2B5EF4-FFF2-40B4-BE49-F238E27FC236}">
                <a16:creationId xmlns:a16="http://schemas.microsoft.com/office/drawing/2014/main" id="{BA92D523-9A4B-768F-856A-15CE3A8E374B}"/>
              </a:ext>
            </a:extLst>
          </p:cNvPr>
          <p:cNvSpPr txBox="1"/>
          <p:nvPr/>
        </p:nvSpPr>
        <p:spPr>
          <a:xfrm>
            <a:off x="5850702" y="4724317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 hidden="1">
            <a:extLst>
              <a:ext uri="{FF2B5EF4-FFF2-40B4-BE49-F238E27FC236}">
                <a16:creationId xmlns:a16="http://schemas.microsoft.com/office/drawing/2014/main" id="{581E44E9-D140-9FEC-EA45-F0F8D66BCCB8}"/>
              </a:ext>
            </a:extLst>
          </p:cNvPr>
          <p:cNvSpPr txBox="1"/>
          <p:nvPr/>
        </p:nvSpPr>
        <p:spPr>
          <a:xfrm>
            <a:off x="3409771" y="4741737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 hidden="1">
            <a:extLst>
              <a:ext uri="{FF2B5EF4-FFF2-40B4-BE49-F238E27FC236}">
                <a16:creationId xmlns:a16="http://schemas.microsoft.com/office/drawing/2014/main" id="{AB53C47D-EF7A-A0FF-0B01-70363C158F5D}"/>
              </a:ext>
            </a:extLst>
          </p:cNvPr>
          <p:cNvSpPr/>
          <p:nvPr/>
        </p:nvSpPr>
        <p:spPr>
          <a:xfrm>
            <a:off x="2773505" y="4336328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 hidden="1">
            <a:extLst>
              <a:ext uri="{FF2B5EF4-FFF2-40B4-BE49-F238E27FC236}">
                <a16:creationId xmlns:a16="http://schemas.microsoft.com/office/drawing/2014/main" id="{BC430557-6291-A50A-20BF-A0B892FC579F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1949536" y="3385147"/>
            <a:ext cx="1281169" cy="951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 hidden="1">
            <a:extLst>
              <a:ext uri="{FF2B5EF4-FFF2-40B4-BE49-F238E27FC236}">
                <a16:creationId xmlns:a16="http://schemas.microsoft.com/office/drawing/2014/main" id="{BBC71F41-F67C-5D05-98D0-1CF4B015B991}"/>
              </a:ext>
            </a:extLst>
          </p:cNvPr>
          <p:cNvSpPr/>
          <p:nvPr/>
        </p:nvSpPr>
        <p:spPr>
          <a:xfrm>
            <a:off x="5167182" y="4748560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 hidden="1">
            <a:extLst>
              <a:ext uri="{FF2B5EF4-FFF2-40B4-BE49-F238E27FC236}">
                <a16:creationId xmlns:a16="http://schemas.microsoft.com/office/drawing/2014/main" id="{AAD6FB03-2D5A-24D6-4D7D-9767100B70D9}"/>
              </a:ext>
            </a:extLst>
          </p:cNvPr>
          <p:cNvCxnSpPr>
            <a:cxnSpLocks/>
          </p:cNvCxnSpPr>
          <p:nvPr/>
        </p:nvCxnSpPr>
        <p:spPr>
          <a:xfrm flipH="1" flipV="1">
            <a:off x="2169560" y="3402097"/>
            <a:ext cx="3398072" cy="139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 hidden="1">
            <a:extLst>
              <a:ext uri="{FF2B5EF4-FFF2-40B4-BE49-F238E27FC236}">
                <a16:creationId xmlns:a16="http://schemas.microsoft.com/office/drawing/2014/main" id="{E8677C9E-664B-140E-6F14-FFAA315D178D}"/>
              </a:ext>
            </a:extLst>
          </p:cNvPr>
          <p:cNvSpPr/>
          <p:nvPr/>
        </p:nvSpPr>
        <p:spPr>
          <a:xfrm>
            <a:off x="3931985" y="474497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" hidden="1">
            <a:extLst>
              <a:ext uri="{FF2B5EF4-FFF2-40B4-BE49-F238E27FC236}">
                <a16:creationId xmlns:a16="http://schemas.microsoft.com/office/drawing/2014/main" id="{4A386E07-8EDE-D5CF-3AA7-902B65F8F5AA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046848" y="3424063"/>
            <a:ext cx="1488674" cy="1320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261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EB0BC-E323-5295-3266-A941DF3A5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0273F3DA-EA13-0191-953F-9A58B283E128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B2F0B59-E08B-5D86-6421-57A3AEF52131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57775E6-FA99-F42E-402C-12967E988CA7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FF3C30D-8750-90A1-0895-B4A534572100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E60F64A-F781-2259-C0CC-359462D1CEA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3D47625-3FEB-3DBA-1433-B330EA4720F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62D531B-444A-313D-28FB-41E56A8F727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8546D2-4B0C-D16C-7170-9BF686B4866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784A522-66AD-7425-220C-CE407C157F62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0F075E4-C7A9-178A-2546-62CB0F76593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E46632D6-3FC3-F335-93E9-8D66341DD92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E64958F-40E0-5185-9D7C-C571F7EA4F7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8B881E3-70FF-29FC-E39B-D67ED4295D8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6D8C67C9-2713-07E8-8CD2-9F58BF6109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35CEAA1-1E44-40F9-8D12-4B2C470B251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865304D-396B-53E3-A9C8-BA65BEC96DE7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89AE24E-1A2A-97F3-F122-2F40277B2839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D8BBBF7-91C2-3898-1D29-1D42714C9CE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641D5D8-CDE4-989B-8BBB-09DD829A2849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FF41D0-10AF-E201-AC1D-135858646374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51D29E5E-8F4F-2C08-12E2-AD605FDDF84B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5F908897-2878-0B42-6D43-862CE8794647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7F1C39EF-51CB-437D-1422-B46F58B1977F}"/>
              </a:ext>
            </a:extLst>
          </p:cNvPr>
          <p:cNvSpPr txBox="1"/>
          <p:nvPr/>
        </p:nvSpPr>
        <p:spPr>
          <a:xfrm>
            <a:off x="425366" y="5336994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>
            <a:extLst>
              <a:ext uri="{FF2B5EF4-FFF2-40B4-BE49-F238E27FC236}">
                <a16:creationId xmlns:a16="http://schemas.microsoft.com/office/drawing/2014/main" id="{375B0924-01CF-3892-ECC0-9C1829252DBA}"/>
              </a:ext>
            </a:extLst>
          </p:cNvPr>
          <p:cNvSpPr txBox="1"/>
          <p:nvPr/>
        </p:nvSpPr>
        <p:spPr>
          <a:xfrm>
            <a:off x="550150" y="2909060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>
            <a:extLst>
              <a:ext uri="{FF2B5EF4-FFF2-40B4-BE49-F238E27FC236}">
                <a16:creationId xmlns:a16="http://schemas.microsoft.com/office/drawing/2014/main" id="{04A8149E-1B6F-62B6-3176-3C2FED333654}"/>
              </a:ext>
            </a:extLst>
          </p:cNvPr>
          <p:cNvSpPr txBox="1"/>
          <p:nvPr/>
        </p:nvSpPr>
        <p:spPr>
          <a:xfrm>
            <a:off x="590152" y="3301548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>
            <a:extLst>
              <a:ext uri="{FF2B5EF4-FFF2-40B4-BE49-F238E27FC236}">
                <a16:creationId xmlns:a16="http://schemas.microsoft.com/office/drawing/2014/main" id="{36BA8FD8-2185-6663-7064-BD980420DCF1}"/>
              </a:ext>
            </a:extLst>
          </p:cNvPr>
          <p:cNvSpPr txBox="1"/>
          <p:nvPr/>
        </p:nvSpPr>
        <p:spPr>
          <a:xfrm>
            <a:off x="625721" y="4978898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>
            <a:extLst>
              <a:ext uri="{FF2B5EF4-FFF2-40B4-BE49-F238E27FC236}">
                <a16:creationId xmlns:a16="http://schemas.microsoft.com/office/drawing/2014/main" id="{81849B37-8264-3A8A-A7AA-A9FE3DCF9471}"/>
              </a:ext>
            </a:extLst>
          </p:cNvPr>
          <p:cNvSpPr txBox="1"/>
          <p:nvPr/>
        </p:nvSpPr>
        <p:spPr>
          <a:xfrm>
            <a:off x="779984" y="3630119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>
            <a:extLst>
              <a:ext uri="{FF2B5EF4-FFF2-40B4-BE49-F238E27FC236}">
                <a16:creationId xmlns:a16="http://schemas.microsoft.com/office/drawing/2014/main" id="{10219A36-A786-DC18-5626-C50AA21454BD}"/>
              </a:ext>
            </a:extLst>
          </p:cNvPr>
          <p:cNvSpPr txBox="1"/>
          <p:nvPr/>
        </p:nvSpPr>
        <p:spPr>
          <a:xfrm>
            <a:off x="779984" y="4653892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>
            <a:extLst>
              <a:ext uri="{FF2B5EF4-FFF2-40B4-BE49-F238E27FC236}">
                <a16:creationId xmlns:a16="http://schemas.microsoft.com/office/drawing/2014/main" id="{9723D04F-0E81-5933-CFEA-4AF2A2A1CF08}"/>
              </a:ext>
            </a:extLst>
          </p:cNvPr>
          <p:cNvSpPr txBox="1"/>
          <p:nvPr/>
        </p:nvSpPr>
        <p:spPr>
          <a:xfrm>
            <a:off x="1020862" y="3951696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>
            <a:extLst>
              <a:ext uri="{FF2B5EF4-FFF2-40B4-BE49-F238E27FC236}">
                <a16:creationId xmlns:a16="http://schemas.microsoft.com/office/drawing/2014/main" id="{4E9BF9A8-B606-78AE-26ED-48EDE2DEBD7A}"/>
              </a:ext>
            </a:extLst>
          </p:cNvPr>
          <p:cNvSpPr txBox="1"/>
          <p:nvPr/>
        </p:nvSpPr>
        <p:spPr>
          <a:xfrm>
            <a:off x="2544635" y="3969996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>
            <a:extLst>
              <a:ext uri="{FF2B5EF4-FFF2-40B4-BE49-F238E27FC236}">
                <a16:creationId xmlns:a16="http://schemas.microsoft.com/office/drawing/2014/main" id="{284D270D-2ABC-7208-F236-408DF08F929C}"/>
              </a:ext>
            </a:extLst>
          </p:cNvPr>
          <p:cNvSpPr txBox="1"/>
          <p:nvPr/>
        </p:nvSpPr>
        <p:spPr>
          <a:xfrm>
            <a:off x="1497875" y="3961665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 hidden="1">
            <a:extLst>
              <a:ext uri="{FF2B5EF4-FFF2-40B4-BE49-F238E27FC236}">
                <a16:creationId xmlns:a16="http://schemas.microsoft.com/office/drawing/2014/main" id="{EF175986-1D26-CC14-7A4D-EC5BFC77F068}"/>
              </a:ext>
            </a:extLst>
          </p:cNvPr>
          <p:cNvSpPr txBox="1"/>
          <p:nvPr/>
        </p:nvSpPr>
        <p:spPr>
          <a:xfrm>
            <a:off x="2693371" y="4745782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 hidden="1">
            <a:extLst>
              <a:ext uri="{FF2B5EF4-FFF2-40B4-BE49-F238E27FC236}">
                <a16:creationId xmlns:a16="http://schemas.microsoft.com/office/drawing/2014/main" id="{D69BDAEB-D02A-2529-A8EA-C0E4A04BF36F}"/>
              </a:ext>
            </a:extLst>
          </p:cNvPr>
          <p:cNvSpPr txBox="1"/>
          <p:nvPr/>
        </p:nvSpPr>
        <p:spPr>
          <a:xfrm>
            <a:off x="3504530" y="432950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 hidden="1">
            <a:extLst>
              <a:ext uri="{FF2B5EF4-FFF2-40B4-BE49-F238E27FC236}">
                <a16:creationId xmlns:a16="http://schemas.microsoft.com/office/drawing/2014/main" id="{EBE8EE36-2F28-B21A-CAC4-A83136C7EACA}"/>
              </a:ext>
            </a:extLst>
          </p:cNvPr>
          <p:cNvSpPr txBox="1"/>
          <p:nvPr/>
        </p:nvSpPr>
        <p:spPr>
          <a:xfrm>
            <a:off x="2804143" y="4344298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>
            <a:extLst>
              <a:ext uri="{FF2B5EF4-FFF2-40B4-BE49-F238E27FC236}">
                <a16:creationId xmlns:a16="http://schemas.microsoft.com/office/drawing/2014/main" id="{4FF9E368-8DD0-7364-13A6-717876928F6D}"/>
              </a:ext>
            </a:extLst>
          </p:cNvPr>
          <p:cNvSpPr txBox="1"/>
          <p:nvPr/>
        </p:nvSpPr>
        <p:spPr>
          <a:xfrm>
            <a:off x="973484" y="4307992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>
            <a:extLst>
              <a:ext uri="{FF2B5EF4-FFF2-40B4-BE49-F238E27FC236}">
                <a16:creationId xmlns:a16="http://schemas.microsoft.com/office/drawing/2014/main" id="{31953881-A0C8-4511-653D-6EFB7EB2EAC2}"/>
              </a:ext>
            </a:extLst>
          </p:cNvPr>
          <p:cNvSpPr txBox="1"/>
          <p:nvPr/>
        </p:nvSpPr>
        <p:spPr>
          <a:xfrm>
            <a:off x="3387763" y="4346833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 Add &lt;/button&gt;</a:t>
            </a:r>
          </a:p>
        </p:txBody>
      </p:sp>
      <p:sp>
        <p:nvSpPr>
          <p:cNvPr id="40" name="onClick">
            <a:extLst>
              <a:ext uri="{FF2B5EF4-FFF2-40B4-BE49-F238E27FC236}">
                <a16:creationId xmlns:a16="http://schemas.microsoft.com/office/drawing/2014/main" id="{1DF68CD7-CADC-8746-36A9-1743E3439C1F}"/>
              </a:ext>
            </a:extLst>
          </p:cNvPr>
          <p:cNvSpPr txBox="1"/>
          <p:nvPr/>
        </p:nvSpPr>
        <p:spPr>
          <a:xfrm>
            <a:off x="2065176" y="4316323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>
            <a:extLst>
              <a:ext uri="{FF2B5EF4-FFF2-40B4-BE49-F238E27FC236}">
                <a16:creationId xmlns:a16="http://schemas.microsoft.com/office/drawing/2014/main" id="{475BC350-D0AC-8B41-3C8E-3CE028681A2E}"/>
              </a:ext>
            </a:extLst>
          </p:cNvPr>
          <p:cNvSpPr txBox="1"/>
          <p:nvPr/>
        </p:nvSpPr>
        <p:spPr>
          <a:xfrm>
            <a:off x="3218431" y="4326163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 hidden="1">
            <a:extLst>
              <a:ext uri="{FF2B5EF4-FFF2-40B4-BE49-F238E27FC236}">
                <a16:creationId xmlns:a16="http://schemas.microsoft.com/office/drawing/2014/main" id="{31CEC6A0-DE99-76FB-3503-CF7246789C9F}"/>
              </a:ext>
            </a:extLst>
          </p:cNvPr>
          <p:cNvSpPr txBox="1"/>
          <p:nvPr/>
        </p:nvSpPr>
        <p:spPr>
          <a:xfrm>
            <a:off x="3876474" y="4724318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 hidden="1">
            <a:extLst>
              <a:ext uri="{FF2B5EF4-FFF2-40B4-BE49-F238E27FC236}">
                <a16:creationId xmlns:a16="http://schemas.microsoft.com/office/drawing/2014/main" id="{0BE8E4ED-0662-68C1-79E0-B457403E8461}"/>
              </a:ext>
            </a:extLst>
          </p:cNvPr>
          <p:cNvSpPr txBox="1"/>
          <p:nvPr/>
        </p:nvSpPr>
        <p:spPr>
          <a:xfrm>
            <a:off x="6090867" y="4710489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 hidden="1">
            <a:extLst>
              <a:ext uri="{FF2B5EF4-FFF2-40B4-BE49-F238E27FC236}">
                <a16:creationId xmlns:a16="http://schemas.microsoft.com/office/drawing/2014/main" id="{D6EA8946-6752-8188-8071-E548B9DC131D}"/>
              </a:ext>
            </a:extLst>
          </p:cNvPr>
          <p:cNvSpPr txBox="1"/>
          <p:nvPr/>
        </p:nvSpPr>
        <p:spPr>
          <a:xfrm>
            <a:off x="5079248" y="4710489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 hidden="1">
            <a:extLst>
              <a:ext uri="{FF2B5EF4-FFF2-40B4-BE49-F238E27FC236}">
                <a16:creationId xmlns:a16="http://schemas.microsoft.com/office/drawing/2014/main" id="{2D8BA153-40E0-43B5-AA5F-914A7C4BD505}"/>
              </a:ext>
            </a:extLst>
          </p:cNvPr>
          <p:cNvSpPr txBox="1"/>
          <p:nvPr/>
        </p:nvSpPr>
        <p:spPr>
          <a:xfrm>
            <a:off x="5850702" y="4724317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 hidden="1">
            <a:extLst>
              <a:ext uri="{FF2B5EF4-FFF2-40B4-BE49-F238E27FC236}">
                <a16:creationId xmlns:a16="http://schemas.microsoft.com/office/drawing/2014/main" id="{A9996FFD-8A08-FDE7-02E7-6C3E40416507}"/>
              </a:ext>
            </a:extLst>
          </p:cNvPr>
          <p:cNvSpPr txBox="1"/>
          <p:nvPr/>
        </p:nvSpPr>
        <p:spPr>
          <a:xfrm>
            <a:off x="3409771" y="4741737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 hidden="1">
            <a:extLst>
              <a:ext uri="{FF2B5EF4-FFF2-40B4-BE49-F238E27FC236}">
                <a16:creationId xmlns:a16="http://schemas.microsoft.com/office/drawing/2014/main" id="{EF283373-7E48-FB09-8F49-8A8E7972B3BB}"/>
              </a:ext>
            </a:extLst>
          </p:cNvPr>
          <p:cNvSpPr/>
          <p:nvPr/>
        </p:nvSpPr>
        <p:spPr>
          <a:xfrm>
            <a:off x="2773505" y="4336328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 hidden="1">
            <a:extLst>
              <a:ext uri="{FF2B5EF4-FFF2-40B4-BE49-F238E27FC236}">
                <a16:creationId xmlns:a16="http://schemas.microsoft.com/office/drawing/2014/main" id="{7252E2C5-9977-A3B1-2F66-7403505CDD26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1949536" y="3385147"/>
            <a:ext cx="1281169" cy="951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 hidden="1">
            <a:extLst>
              <a:ext uri="{FF2B5EF4-FFF2-40B4-BE49-F238E27FC236}">
                <a16:creationId xmlns:a16="http://schemas.microsoft.com/office/drawing/2014/main" id="{5A4B8383-CFB3-C2EF-CB6D-E8F5D3AF7FDF}"/>
              </a:ext>
            </a:extLst>
          </p:cNvPr>
          <p:cNvSpPr/>
          <p:nvPr/>
        </p:nvSpPr>
        <p:spPr>
          <a:xfrm>
            <a:off x="5167182" y="4748560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 hidden="1">
            <a:extLst>
              <a:ext uri="{FF2B5EF4-FFF2-40B4-BE49-F238E27FC236}">
                <a16:creationId xmlns:a16="http://schemas.microsoft.com/office/drawing/2014/main" id="{EAC341D0-25DD-80E8-F4B6-F154B5A06C62}"/>
              </a:ext>
            </a:extLst>
          </p:cNvPr>
          <p:cNvCxnSpPr>
            <a:cxnSpLocks/>
          </p:cNvCxnSpPr>
          <p:nvPr/>
        </p:nvCxnSpPr>
        <p:spPr>
          <a:xfrm flipH="1" flipV="1">
            <a:off x="2169560" y="3402097"/>
            <a:ext cx="3398072" cy="139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 hidden="1">
            <a:extLst>
              <a:ext uri="{FF2B5EF4-FFF2-40B4-BE49-F238E27FC236}">
                <a16:creationId xmlns:a16="http://schemas.microsoft.com/office/drawing/2014/main" id="{EC44AEA8-1EB6-0970-D4D2-E865676CD517}"/>
              </a:ext>
            </a:extLst>
          </p:cNvPr>
          <p:cNvSpPr/>
          <p:nvPr/>
        </p:nvSpPr>
        <p:spPr>
          <a:xfrm>
            <a:off x="3931985" y="474497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" hidden="1">
            <a:extLst>
              <a:ext uri="{FF2B5EF4-FFF2-40B4-BE49-F238E27FC236}">
                <a16:creationId xmlns:a16="http://schemas.microsoft.com/office/drawing/2014/main" id="{17992AEA-565E-CFD9-DC62-715044EB99C8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046848" y="3424063"/>
            <a:ext cx="1488674" cy="1320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740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DE08D-D1AC-75B5-0EF4-97D32E91C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F22F3858-8404-294A-4701-79ABE1AEA1DE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6117384-184B-49E8-6264-6476731788DE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D565E91-1BCC-EDDA-2085-ECBC8B04AF7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42786DE-CAD2-5F7A-F84B-19291C0ED286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63983AB-1966-9021-FAA8-6DDF9448150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655134-6546-913E-A7C6-E3CC7B31482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F97BA73-A755-9D00-96A5-AB69241AF49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7246C4B-BA0D-13D2-B76C-E4038F1AB19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78686BC-A1D1-A608-6474-F8CBEF1D5555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0ED8F65-47C3-BBA1-D081-E607062A691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9EABE62-964F-2808-2948-83157C8AD6C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54CBE16-73CC-0508-F67B-AC572A68F16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D579FEF-E4D9-7FF2-BE0B-F3CF9B8BD31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78089BED-9884-F0B8-0CEE-530279EF60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896449F6-3FE9-074F-6B68-6ED11E0034DE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1131CAD-3CD9-95D9-01FF-1452C1B798E7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83DD307-EA41-C8B1-25A7-F9460B93413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AF7A94B-9410-857E-482D-7F483D8C2360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697C304-8F03-AF0F-D147-CF45374FB968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901A35-3623-D232-A8FC-B291947E98CA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DF32639A-846A-7A0E-5521-3C0C34A5F241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D06E881A-0AF5-4B63-51BB-ECD0C5927B37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B45E2655-0542-7F21-C7A0-42B6458185DA}"/>
              </a:ext>
            </a:extLst>
          </p:cNvPr>
          <p:cNvSpPr txBox="1"/>
          <p:nvPr/>
        </p:nvSpPr>
        <p:spPr>
          <a:xfrm>
            <a:off x="425366" y="5336994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>
            <a:extLst>
              <a:ext uri="{FF2B5EF4-FFF2-40B4-BE49-F238E27FC236}">
                <a16:creationId xmlns:a16="http://schemas.microsoft.com/office/drawing/2014/main" id="{E40F26E3-5994-1D44-3617-EE06F453F64F}"/>
              </a:ext>
            </a:extLst>
          </p:cNvPr>
          <p:cNvSpPr txBox="1"/>
          <p:nvPr/>
        </p:nvSpPr>
        <p:spPr>
          <a:xfrm>
            <a:off x="550150" y="2909060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>
            <a:extLst>
              <a:ext uri="{FF2B5EF4-FFF2-40B4-BE49-F238E27FC236}">
                <a16:creationId xmlns:a16="http://schemas.microsoft.com/office/drawing/2014/main" id="{1BE67CBD-0605-A807-9F5E-87BA1CB17008}"/>
              </a:ext>
            </a:extLst>
          </p:cNvPr>
          <p:cNvSpPr txBox="1"/>
          <p:nvPr/>
        </p:nvSpPr>
        <p:spPr>
          <a:xfrm>
            <a:off x="590152" y="3301548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>
            <a:extLst>
              <a:ext uri="{FF2B5EF4-FFF2-40B4-BE49-F238E27FC236}">
                <a16:creationId xmlns:a16="http://schemas.microsoft.com/office/drawing/2014/main" id="{3E59A0A8-424B-8F3C-61A6-EB7F3D793C25}"/>
              </a:ext>
            </a:extLst>
          </p:cNvPr>
          <p:cNvSpPr txBox="1"/>
          <p:nvPr/>
        </p:nvSpPr>
        <p:spPr>
          <a:xfrm>
            <a:off x="625721" y="4978898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>
            <a:extLst>
              <a:ext uri="{FF2B5EF4-FFF2-40B4-BE49-F238E27FC236}">
                <a16:creationId xmlns:a16="http://schemas.microsoft.com/office/drawing/2014/main" id="{3D21EEAB-3253-BB14-2F5F-2031C6473524}"/>
              </a:ext>
            </a:extLst>
          </p:cNvPr>
          <p:cNvSpPr txBox="1"/>
          <p:nvPr/>
        </p:nvSpPr>
        <p:spPr>
          <a:xfrm>
            <a:off x="779984" y="3630119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>
            <a:extLst>
              <a:ext uri="{FF2B5EF4-FFF2-40B4-BE49-F238E27FC236}">
                <a16:creationId xmlns:a16="http://schemas.microsoft.com/office/drawing/2014/main" id="{2217BA35-CE88-A256-D326-38C545D1AA8A}"/>
              </a:ext>
            </a:extLst>
          </p:cNvPr>
          <p:cNvSpPr txBox="1"/>
          <p:nvPr/>
        </p:nvSpPr>
        <p:spPr>
          <a:xfrm>
            <a:off x="779984" y="4653892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>
            <a:extLst>
              <a:ext uri="{FF2B5EF4-FFF2-40B4-BE49-F238E27FC236}">
                <a16:creationId xmlns:a16="http://schemas.microsoft.com/office/drawing/2014/main" id="{5C51C072-C9E2-EEC6-B132-B4DC21577294}"/>
              </a:ext>
            </a:extLst>
          </p:cNvPr>
          <p:cNvSpPr txBox="1"/>
          <p:nvPr/>
        </p:nvSpPr>
        <p:spPr>
          <a:xfrm>
            <a:off x="1020862" y="3951696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>
            <a:extLst>
              <a:ext uri="{FF2B5EF4-FFF2-40B4-BE49-F238E27FC236}">
                <a16:creationId xmlns:a16="http://schemas.microsoft.com/office/drawing/2014/main" id="{19DD3E1C-BA71-9F2F-4D8E-F3AAB7743F38}"/>
              </a:ext>
            </a:extLst>
          </p:cNvPr>
          <p:cNvSpPr txBox="1"/>
          <p:nvPr/>
        </p:nvSpPr>
        <p:spPr>
          <a:xfrm>
            <a:off x="2544635" y="3969996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>
            <a:extLst>
              <a:ext uri="{FF2B5EF4-FFF2-40B4-BE49-F238E27FC236}">
                <a16:creationId xmlns:a16="http://schemas.microsoft.com/office/drawing/2014/main" id="{BD37C68E-71A7-7134-B2D5-DDE58B5D994E}"/>
              </a:ext>
            </a:extLst>
          </p:cNvPr>
          <p:cNvSpPr txBox="1"/>
          <p:nvPr/>
        </p:nvSpPr>
        <p:spPr>
          <a:xfrm>
            <a:off x="1497875" y="3961665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 hidden="1">
            <a:extLst>
              <a:ext uri="{FF2B5EF4-FFF2-40B4-BE49-F238E27FC236}">
                <a16:creationId xmlns:a16="http://schemas.microsoft.com/office/drawing/2014/main" id="{1A749190-4331-93AA-1A32-BC4E961F1B56}"/>
              </a:ext>
            </a:extLst>
          </p:cNvPr>
          <p:cNvSpPr txBox="1"/>
          <p:nvPr/>
        </p:nvSpPr>
        <p:spPr>
          <a:xfrm>
            <a:off x="2693371" y="4745782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 hidden="1">
            <a:extLst>
              <a:ext uri="{FF2B5EF4-FFF2-40B4-BE49-F238E27FC236}">
                <a16:creationId xmlns:a16="http://schemas.microsoft.com/office/drawing/2014/main" id="{6BEA7D2F-6B96-1200-D99F-7BE69FB38038}"/>
              </a:ext>
            </a:extLst>
          </p:cNvPr>
          <p:cNvSpPr txBox="1"/>
          <p:nvPr/>
        </p:nvSpPr>
        <p:spPr>
          <a:xfrm>
            <a:off x="3504530" y="432950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 hidden="1">
            <a:extLst>
              <a:ext uri="{FF2B5EF4-FFF2-40B4-BE49-F238E27FC236}">
                <a16:creationId xmlns:a16="http://schemas.microsoft.com/office/drawing/2014/main" id="{56DDC5EA-170C-DA63-9E9A-FE178A1DABC8}"/>
              </a:ext>
            </a:extLst>
          </p:cNvPr>
          <p:cNvSpPr txBox="1"/>
          <p:nvPr/>
        </p:nvSpPr>
        <p:spPr>
          <a:xfrm>
            <a:off x="2804143" y="4344298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>
            <a:extLst>
              <a:ext uri="{FF2B5EF4-FFF2-40B4-BE49-F238E27FC236}">
                <a16:creationId xmlns:a16="http://schemas.microsoft.com/office/drawing/2014/main" id="{087AE963-DA80-4CAD-9F0B-2BCF34B265AF}"/>
              </a:ext>
            </a:extLst>
          </p:cNvPr>
          <p:cNvSpPr txBox="1"/>
          <p:nvPr/>
        </p:nvSpPr>
        <p:spPr>
          <a:xfrm>
            <a:off x="973484" y="4307992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>
            <a:extLst>
              <a:ext uri="{FF2B5EF4-FFF2-40B4-BE49-F238E27FC236}">
                <a16:creationId xmlns:a16="http://schemas.microsoft.com/office/drawing/2014/main" id="{9C523BE9-5ABF-D4CB-11E9-ACE62346C396}"/>
              </a:ext>
            </a:extLst>
          </p:cNvPr>
          <p:cNvSpPr txBox="1"/>
          <p:nvPr/>
        </p:nvSpPr>
        <p:spPr>
          <a:xfrm>
            <a:off x="3780994" y="4326163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&gt;Add &lt;/button&gt;</a:t>
            </a:r>
          </a:p>
        </p:txBody>
      </p:sp>
      <p:sp>
        <p:nvSpPr>
          <p:cNvPr id="40" name="onClick">
            <a:extLst>
              <a:ext uri="{FF2B5EF4-FFF2-40B4-BE49-F238E27FC236}">
                <a16:creationId xmlns:a16="http://schemas.microsoft.com/office/drawing/2014/main" id="{B92C8481-F914-9790-6C23-422E9F1776F2}"/>
              </a:ext>
            </a:extLst>
          </p:cNvPr>
          <p:cNvSpPr txBox="1"/>
          <p:nvPr/>
        </p:nvSpPr>
        <p:spPr>
          <a:xfrm>
            <a:off x="2065176" y="4316323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>
            <a:extLst>
              <a:ext uri="{FF2B5EF4-FFF2-40B4-BE49-F238E27FC236}">
                <a16:creationId xmlns:a16="http://schemas.microsoft.com/office/drawing/2014/main" id="{AE9605E8-5E4D-A767-22CF-70B60A6BCFB5}"/>
              </a:ext>
            </a:extLst>
          </p:cNvPr>
          <p:cNvSpPr txBox="1"/>
          <p:nvPr/>
        </p:nvSpPr>
        <p:spPr>
          <a:xfrm>
            <a:off x="3651051" y="4345827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 hidden="1">
            <a:extLst>
              <a:ext uri="{FF2B5EF4-FFF2-40B4-BE49-F238E27FC236}">
                <a16:creationId xmlns:a16="http://schemas.microsoft.com/office/drawing/2014/main" id="{4462EB51-6466-FC6C-5795-CB04B2C38571}"/>
              </a:ext>
            </a:extLst>
          </p:cNvPr>
          <p:cNvSpPr txBox="1"/>
          <p:nvPr/>
        </p:nvSpPr>
        <p:spPr>
          <a:xfrm>
            <a:off x="3705432" y="4336374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 hidden="1">
            <a:extLst>
              <a:ext uri="{FF2B5EF4-FFF2-40B4-BE49-F238E27FC236}">
                <a16:creationId xmlns:a16="http://schemas.microsoft.com/office/drawing/2014/main" id="{EC1D50B7-615C-A775-BF87-D67D9853351A}"/>
              </a:ext>
            </a:extLst>
          </p:cNvPr>
          <p:cNvSpPr txBox="1"/>
          <p:nvPr/>
        </p:nvSpPr>
        <p:spPr>
          <a:xfrm>
            <a:off x="4923598" y="4346832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 hidden="1">
            <a:extLst>
              <a:ext uri="{FF2B5EF4-FFF2-40B4-BE49-F238E27FC236}">
                <a16:creationId xmlns:a16="http://schemas.microsoft.com/office/drawing/2014/main" id="{0F99D5B1-A5B3-FDD1-4FB0-C6B8A1611F76}"/>
              </a:ext>
            </a:extLst>
          </p:cNvPr>
          <p:cNvSpPr txBox="1"/>
          <p:nvPr/>
        </p:nvSpPr>
        <p:spPr>
          <a:xfrm>
            <a:off x="5079248" y="4710489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 hidden="1">
            <a:extLst>
              <a:ext uri="{FF2B5EF4-FFF2-40B4-BE49-F238E27FC236}">
                <a16:creationId xmlns:a16="http://schemas.microsoft.com/office/drawing/2014/main" id="{3E678CCC-D220-7735-801A-84F7EDD8B045}"/>
              </a:ext>
            </a:extLst>
          </p:cNvPr>
          <p:cNvSpPr txBox="1"/>
          <p:nvPr/>
        </p:nvSpPr>
        <p:spPr>
          <a:xfrm>
            <a:off x="5850702" y="4724317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>
            <a:extLst>
              <a:ext uri="{FF2B5EF4-FFF2-40B4-BE49-F238E27FC236}">
                <a16:creationId xmlns:a16="http://schemas.microsoft.com/office/drawing/2014/main" id="{4B7252A2-800A-1B24-D01A-BD4B0F196680}"/>
              </a:ext>
            </a:extLst>
          </p:cNvPr>
          <p:cNvSpPr txBox="1"/>
          <p:nvPr/>
        </p:nvSpPr>
        <p:spPr>
          <a:xfrm>
            <a:off x="3220336" y="4346833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 hidden="1">
            <a:extLst>
              <a:ext uri="{FF2B5EF4-FFF2-40B4-BE49-F238E27FC236}">
                <a16:creationId xmlns:a16="http://schemas.microsoft.com/office/drawing/2014/main" id="{0EA10977-D5DD-868C-42DF-85957A72B706}"/>
              </a:ext>
            </a:extLst>
          </p:cNvPr>
          <p:cNvSpPr/>
          <p:nvPr/>
        </p:nvSpPr>
        <p:spPr>
          <a:xfrm>
            <a:off x="2773505" y="4336328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 hidden="1">
            <a:extLst>
              <a:ext uri="{FF2B5EF4-FFF2-40B4-BE49-F238E27FC236}">
                <a16:creationId xmlns:a16="http://schemas.microsoft.com/office/drawing/2014/main" id="{3A052EDB-C5C6-1C36-60D9-902DF3B30CD0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1949536" y="3385147"/>
            <a:ext cx="1281169" cy="951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 hidden="1">
            <a:extLst>
              <a:ext uri="{FF2B5EF4-FFF2-40B4-BE49-F238E27FC236}">
                <a16:creationId xmlns:a16="http://schemas.microsoft.com/office/drawing/2014/main" id="{D09F49B4-27B0-E780-CCF0-C16488CA1FCB}"/>
              </a:ext>
            </a:extLst>
          </p:cNvPr>
          <p:cNvSpPr/>
          <p:nvPr/>
        </p:nvSpPr>
        <p:spPr>
          <a:xfrm>
            <a:off x="5167182" y="4748560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 hidden="1">
            <a:extLst>
              <a:ext uri="{FF2B5EF4-FFF2-40B4-BE49-F238E27FC236}">
                <a16:creationId xmlns:a16="http://schemas.microsoft.com/office/drawing/2014/main" id="{6CED6AF8-09ED-247A-857B-084B9302E509}"/>
              </a:ext>
            </a:extLst>
          </p:cNvPr>
          <p:cNvCxnSpPr>
            <a:cxnSpLocks/>
          </p:cNvCxnSpPr>
          <p:nvPr/>
        </p:nvCxnSpPr>
        <p:spPr>
          <a:xfrm flipH="1" flipV="1">
            <a:off x="2169560" y="3402097"/>
            <a:ext cx="3398072" cy="139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 hidden="1">
            <a:extLst>
              <a:ext uri="{FF2B5EF4-FFF2-40B4-BE49-F238E27FC236}">
                <a16:creationId xmlns:a16="http://schemas.microsoft.com/office/drawing/2014/main" id="{B60B50E8-22F5-48E4-270B-49C502B2D987}"/>
              </a:ext>
            </a:extLst>
          </p:cNvPr>
          <p:cNvSpPr/>
          <p:nvPr/>
        </p:nvSpPr>
        <p:spPr>
          <a:xfrm>
            <a:off x="3931985" y="474497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" hidden="1">
            <a:extLst>
              <a:ext uri="{FF2B5EF4-FFF2-40B4-BE49-F238E27FC236}">
                <a16:creationId xmlns:a16="http://schemas.microsoft.com/office/drawing/2014/main" id="{EECCA85E-E716-909D-B71D-DEEFCD23297D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046848" y="3424063"/>
            <a:ext cx="1488674" cy="1320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754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767FD-C41D-95F5-5B56-543B1777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E3CAF06B-B913-21FE-2AC4-B56955985C3F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127FC34-6C0E-6A8A-89C3-459C841045E4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69524AA-D198-9F95-049B-3CDE3F85054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98DA089-8D26-1A3F-B9FD-8DD8F622C9C7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F1B023D5-6CE0-C298-F9E9-1464810DA3C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DB82D8D-52CB-2EBD-15D0-77A5FAC849A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2BF536F-C872-BF19-3F72-2954D6B8CE0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8995CD0-32A8-A689-55C8-962F357C6B42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846C869-A6A5-C110-F603-7EF8ADE13255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BE43E1B-34BA-FD73-31A1-E85B2945252D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387DB20-67D6-4565-317B-7B750DA54956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929513D-ACF6-4761-AC43-0F0C22810D35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66E2E3D-B88A-F4F0-DCFF-396B2BDDD2F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64899B23-8AC9-0CF7-B940-E6BDFB8B3F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3AA4BD5-43B1-3325-AF40-DD1D8637A3BE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C493303-3348-DC54-4DCA-9D8839BBA621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C832821-3334-EB2E-2A60-501ECB3076E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5D24851-B5D5-801E-D0D3-1C430C59A774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7EFE068-97B3-46BC-0C5D-2D2F400FD6C1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064E7F-C693-91D2-BB75-6CA073459828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1EB6FE92-2056-EA49-C772-9CF5B0C7E849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D922F4B3-09FD-35C2-C520-958BE7C48A30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E78714FC-BA6F-B260-C4C0-6405A63EEA50}"/>
              </a:ext>
            </a:extLst>
          </p:cNvPr>
          <p:cNvSpPr txBox="1"/>
          <p:nvPr/>
        </p:nvSpPr>
        <p:spPr>
          <a:xfrm>
            <a:off x="425366" y="5336994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>
            <a:extLst>
              <a:ext uri="{FF2B5EF4-FFF2-40B4-BE49-F238E27FC236}">
                <a16:creationId xmlns:a16="http://schemas.microsoft.com/office/drawing/2014/main" id="{FC355137-DB73-E48A-AFE2-7688004EBFD9}"/>
              </a:ext>
            </a:extLst>
          </p:cNvPr>
          <p:cNvSpPr txBox="1"/>
          <p:nvPr/>
        </p:nvSpPr>
        <p:spPr>
          <a:xfrm>
            <a:off x="550150" y="2909060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>
            <a:extLst>
              <a:ext uri="{FF2B5EF4-FFF2-40B4-BE49-F238E27FC236}">
                <a16:creationId xmlns:a16="http://schemas.microsoft.com/office/drawing/2014/main" id="{457E2C11-3778-9FF0-8848-F95926587F84}"/>
              </a:ext>
            </a:extLst>
          </p:cNvPr>
          <p:cNvSpPr txBox="1"/>
          <p:nvPr/>
        </p:nvSpPr>
        <p:spPr>
          <a:xfrm>
            <a:off x="590152" y="3301548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>
            <a:extLst>
              <a:ext uri="{FF2B5EF4-FFF2-40B4-BE49-F238E27FC236}">
                <a16:creationId xmlns:a16="http://schemas.microsoft.com/office/drawing/2014/main" id="{88C1DDDB-B7FB-7F30-5C6F-FBD2B1FF7974}"/>
              </a:ext>
            </a:extLst>
          </p:cNvPr>
          <p:cNvSpPr txBox="1"/>
          <p:nvPr/>
        </p:nvSpPr>
        <p:spPr>
          <a:xfrm>
            <a:off x="625721" y="4978898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>
            <a:extLst>
              <a:ext uri="{FF2B5EF4-FFF2-40B4-BE49-F238E27FC236}">
                <a16:creationId xmlns:a16="http://schemas.microsoft.com/office/drawing/2014/main" id="{4F9DC444-4BCB-807D-F339-012157240A7F}"/>
              </a:ext>
            </a:extLst>
          </p:cNvPr>
          <p:cNvSpPr txBox="1"/>
          <p:nvPr/>
        </p:nvSpPr>
        <p:spPr>
          <a:xfrm>
            <a:off x="779984" y="3630119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>
            <a:extLst>
              <a:ext uri="{FF2B5EF4-FFF2-40B4-BE49-F238E27FC236}">
                <a16:creationId xmlns:a16="http://schemas.microsoft.com/office/drawing/2014/main" id="{F1774924-859C-9092-89D0-EAC2858F73F9}"/>
              </a:ext>
            </a:extLst>
          </p:cNvPr>
          <p:cNvSpPr txBox="1"/>
          <p:nvPr/>
        </p:nvSpPr>
        <p:spPr>
          <a:xfrm>
            <a:off x="779984" y="4653892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>
            <a:extLst>
              <a:ext uri="{FF2B5EF4-FFF2-40B4-BE49-F238E27FC236}">
                <a16:creationId xmlns:a16="http://schemas.microsoft.com/office/drawing/2014/main" id="{BD3B55EA-FD2F-4538-D121-649E125A11EE}"/>
              </a:ext>
            </a:extLst>
          </p:cNvPr>
          <p:cNvSpPr txBox="1"/>
          <p:nvPr/>
        </p:nvSpPr>
        <p:spPr>
          <a:xfrm>
            <a:off x="1020862" y="3951696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>
            <a:extLst>
              <a:ext uri="{FF2B5EF4-FFF2-40B4-BE49-F238E27FC236}">
                <a16:creationId xmlns:a16="http://schemas.microsoft.com/office/drawing/2014/main" id="{08B31FCB-6A63-2C2A-A09C-091D8E09DFB2}"/>
              </a:ext>
            </a:extLst>
          </p:cNvPr>
          <p:cNvSpPr txBox="1"/>
          <p:nvPr/>
        </p:nvSpPr>
        <p:spPr>
          <a:xfrm>
            <a:off x="2544635" y="3969996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>
            <a:extLst>
              <a:ext uri="{FF2B5EF4-FFF2-40B4-BE49-F238E27FC236}">
                <a16:creationId xmlns:a16="http://schemas.microsoft.com/office/drawing/2014/main" id="{C3AAEFE1-8286-FD0D-503E-2C9B033BBB06}"/>
              </a:ext>
            </a:extLst>
          </p:cNvPr>
          <p:cNvSpPr txBox="1"/>
          <p:nvPr/>
        </p:nvSpPr>
        <p:spPr>
          <a:xfrm>
            <a:off x="1497875" y="3961665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 hidden="1">
            <a:extLst>
              <a:ext uri="{FF2B5EF4-FFF2-40B4-BE49-F238E27FC236}">
                <a16:creationId xmlns:a16="http://schemas.microsoft.com/office/drawing/2014/main" id="{C431CF39-F98D-408D-1094-1322EF73021D}"/>
              </a:ext>
            </a:extLst>
          </p:cNvPr>
          <p:cNvSpPr txBox="1"/>
          <p:nvPr/>
        </p:nvSpPr>
        <p:spPr>
          <a:xfrm>
            <a:off x="2693371" y="4745782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 hidden="1">
            <a:extLst>
              <a:ext uri="{FF2B5EF4-FFF2-40B4-BE49-F238E27FC236}">
                <a16:creationId xmlns:a16="http://schemas.microsoft.com/office/drawing/2014/main" id="{61DE84F5-003E-BB21-535B-62147817E627}"/>
              </a:ext>
            </a:extLst>
          </p:cNvPr>
          <p:cNvSpPr txBox="1"/>
          <p:nvPr/>
        </p:nvSpPr>
        <p:spPr>
          <a:xfrm>
            <a:off x="3504530" y="432950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 hidden="1">
            <a:extLst>
              <a:ext uri="{FF2B5EF4-FFF2-40B4-BE49-F238E27FC236}">
                <a16:creationId xmlns:a16="http://schemas.microsoft.com/office/drawing/2014/main" id="{E4605D9C-B2C3-B90C-B99B-06031524DCF9}"/>
              </a:ext>
            </a:extLst>
          </p:cNvPr>
          <p:cNvSpPr txBox="1"/>
          <p:nvPr/>
        </p:nvSpPr>
        <p:spPr>
          <a:xfrm>
            <a:off x="2804143" y="4344298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>
            <a:extLst>
              <a:ext uri="{FF2B5EF4-FFF2-40B4-BE49-F238E27FC236}">
                <a16:creationId xmlns:a16="http://schemas.microsoft.com/office/drawing/2014/main" id="{069C5E55-E2FA-3BB0-F698-DD037367D6AC}"/>
              </a:ext>
            </a:extLst>
          </p:cNvPr>
          <p:cNvSpPr txBox="1"/>
          <p:nvPr/>
        </p:nvSpPr>
        <p:spPr>
          <a:xfrm>
            <a:off x="973484" y="4307992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>
            <a:extLst>
              <a:ext uri="{FF2B5EF4-FFF2-40B4-BE49-F238E27FC236}">
                <a16:creationId xmlns:a16="http://schemas.microsoft.com/office/drawing/2014/main" id="{521E8805-F959-66EE-0415-B044C900040D}"/>
              </a:ext>
            </a:extLst>
          </p:cNvPr>
          <p:cNvSpPr txBox="1"/>
          <p:nvPr/>
        </p:nvSpPr>
        <p:spPr>
          <a:xfrm>
            <a:off x="5147684" y="4326163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&gt;Add &lt;/button&gt;</a:t>
            </a:r>
          </a:p>
        </p:txBody>
      </p:sp>
      <p:sp>
        <p:nvSpPr>
          <p:cNvPr id="40" name="onClick">
            <a:extLst>
              <a:ext uri="{FF2B5EF4-FFF2-40B4-BE49-F238E27FC236}">
                <a16:creationId xmlns:a16="http://schemas.microsoft.com/office/drawing/2014/main" id="{A5ADF017-57CD-E2A9-5A49-488D2CB7E26A}"/>
              </a:ext>
            </a:extLst>
          </p:cNvPr>
          <p:cNvSpPr txBox="1"/>
          <p:nvPr/>
        </p:nvSpPr>
        <p:spPr>
          <a:xfrm>
            <a:off x="2065176" y="4316323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>
            <a:extLst>
              <a:ext uri="{FF2B5EF4-FFF2-40B4-BE49-F238E27FC236}">
                <a16:creationId xmlns:a16="http://schemas.microsoft.com/office/drawing/2014/main" id="{12E33954-EACC-415D-62B0-4B3BBF311620}"/>
              </a:ext>
            </a:extLst>
          </p:cNvPr>
          <p:cNvSpPr txBox="1"/>
          <p:nvPr/>
        </p:nvSpPr>
        <p:spPr>
          <a:xfrm>
            <a:off x="5017741" y="4345827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>
            <a:extLst>
              <a:ext uri="{FF2B5EF4-FFF2-40B4-BE49-F238E27FC236}">
                <a16:creationId xmlns:a16="http://schemas.microsoft.com/office/drawing/2014/main" id="{D87EDE06-10A5-D8F3-BC6E-EC760047D350}"/>
              </a:ext>
            </a:extLst>
          </p:cNvPr>
          <p:cNvSpPr txBox="1"/>
          <p:nvPr/>
        </p:nvSpPr>
        <p:spPr>
          <a:xfrm>
            <a:off x="3705432" y="4336374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>
            <a:extLst>
              <a:ext uri="{FF2B5EF4-FFF2-40B4-BE49-F238E27FC236}">
                <a16:creationId xmlns:a16="http://schemas.microsoft.com/office/drawing/2014/main" id="{213DC442-4248-8CDF-C60D-F7BDA502ADB5}"/>
              </a:ext>
            </a:extLst>
          </p:cNvPr>
          <p:cNvSpPr txBox="1"/>
          <p:nvPr/>
        </p:nvSpPr>
        <p:spPr>
          <a:xfrm>
            <a:off x="4923598" y="4337000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 hidden="1">
            <a:extLst>
              <a:ext uri="{FF2B5EF4-FFF2-40B4-BE49-F238E27FC236}">
                <a16:creationId xmlns:a16="http://schemas.microsoft.com/office/drawing/2014/main" id="{2F211547-2363-C2FB-4D5A-68F0FFC333AE}"/>
              </a:ext>
            </a:extLst>
          </p:cNvPr>
          <p:cNvSpPr txBox="1"/>
          <p:nvPr/>
        </p:nvSpPr>
        <p:spPr>
          <a:xfrm>
            <a:off x="5079248" y="4710489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 hidden="1">
            <a:extLst>
              <a:ext uri="{FF2B5EF4-FFF2-40B4-BE49-F238E27FC236}">
                <a16:creationId xmlns:a16="http://schemas.microsoft.com/office/drawing/2014/main" id="{1BAE71E9-46C2-7F35-6190-17F24E21A1E4}"/>
              </a:ext>
            </a:extLst>
          </p:cNvPr>
          <p:cNvSpPr txBox="1"/>
          <p:nvPr/>
        </p:nvSpPr>
        <p:spPr>
          <a:xfrm>
            <a:off x="5850702" y="4724317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>
            <a:extLst>
              <a:ext uri="{FF2B5EF4-FFF2-40B4-BE49-F238E27FC236}">
                <a16:creationId xmlns:a16="http://schemas.microsoft.com/office/drawing/2014/main" id="{F5B213C6-4F16-2682-6712-46E759B77E34}"/>
              </a:ext>
            </a:extLst>
          </p:cNvPr>
          <p:cNvSpPr txBox="1"/>
          <p:nvPr/>
        </p:nvSpPr>
        <p:spPr>
          <a:xfrm>
            <a:off x="3220336" y="4346833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 hidden="1">
            <a:extLst>
              <a:ext uri="{FF2B5EF4-FFF2-40B4-BE49-F238E27FC236}">
                <a16:creationId xmlns:a16="http://schemas.microsoft.com/office/drawing/2014/main" id="{5904C3F9-D188-80D3-2CB4-3B0E37A4E84B}"/>
              </a:ext>
            </a:extLst>
          </p:cNvPr>
          <p:cNvSpPr/>
          <p:nvPr/>
        </p:nvSpPr>
        <p:spPr>
          <a:xfrm>
            <a:off x="2773505" y="4336328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 hidden="1">
            <a:extLst>
              <a:ext uri="{FF2B5EF4-FFF2-40B4-BE49-F238E27FC236}">
                <a16:creationId xmlns:a16="http://schemas.microsoft.com/office/drawing/2014/main" id="{ABBE3149-0D05-35E9-14DC-A94124759CC3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1949536" y="3385147"/>
            <a:ext cx="1281169" cy="951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 hidden="1">
            <a:extLst>
              <a:ext uri="{FF2B5EF4-FFF2-40B4-BE49-F238E27FC236}">
                <a16:creationId xmlns:a16="http://schemas.microsoft.com/office/drawing/2014/main" id="{81BCB8D7-AE9A-3DD3-15E6-C7E785DA3627}"/>
              </a:ext>
            </a:extLst>
          </p:cNvPr>
          <p:cNvSpPr/>
          <p:nvPr/>
        </p:nvSpPr>
        <p:spPr>
          <a:xfrm>
            <a:off x="5167182" y="4748560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 hidden="1">
            <a:extLst>
              <a:ext uri="{FF2B5EF4-FFF2-40B4-BE49-F238E27FC236}">
                <a16:creationId xmlns:a16="http://schemas.microsoft.com/office/drawing/2014/main" id="{EB2B73F6-1896-C4CA-482D-18CDFACA35BA}"/>
              </a:ext>
            </a:extLst>
          </p:cNvPr>
          <p:cNvCxnSpPr>
            <a:cxnSpLocks/>
          </p:cNvCxnSpPr>
          <p:nvPr/>
        </p:nvCxnSpPr>
        <p:spPr>
          <a:xfrm flipH="1" flipV="1">
            <a:off x="2169560" y="3402097"/>
            <a:ext cx="3398072" cy="139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 hidden="1">
            <a:extLst>
              <a:ext uri="{FF2B5EF4-FFF2-40B4-BE49-F238E27FC236}">
                <a16:creationId xmlns:a16="http://schemas.microsoft.com/office/drawing/2014/main" id="{8B8777D8-76DB-BB85-3560-C93C4A240BA5}"/>
              </a:ext>
            </a:extLst>
          </p:cNvPr>
          <p:cNvSpPr/>
          <p:nvPr/>
        </p:nvSpPr>
        <p:spPr>
          <a:xfrm>
            <a:off x="3931985" y="474497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" hidden="1">
            <a:extLst>
              <a:ext uri="{FF2B5EF4-FFF2-40B4-BE49-F238E27FC236}">
                <a16:creationId xmlns:a16="http://schemas.microsoft.com/office/drawing/2014/main" id="{107EF087-6CEB-B06B-89F1-ED772CBD9EB0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046848" y="3424063"/>
            <a:ext cx="1488674" cy="1320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336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27924-067E-76A9-6862-6F4388B7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4D38A50C-8E15-152C-AC3B-4B0731D53337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3D6FD8E-34F0-39FF-2CAB-7AC998E1C85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30CF3B1-28C2-96D7-BC4E-2094178BE7C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C45F33F-C782-90A3-5CCB-7DCA11C8BA1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30B74D3-2D65-EBE2-6E5F-6BD376862DC4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4FFF80D-B5A9-3375-EC9B-4419298404E8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18E5CA8-EDDA-5A4C-1279-2D5323947061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FA9C9CC-B242-1139-03DE-7638E3B1C0E7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54F9A2F-C59D-9F06-6065-29FF5DED6BB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2969BEE-4858-030F-4F7C-08320919A63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2816499-D59E-0BCC-D007-94883E987A41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7AE84AA-3182-5977-9B60-BF4630D7D33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FBDB3328-C692-4A89-0E52-6D261C31FCED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FC4594D9-0892-5394-A0B1-946764A054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46BE7F4-3669-F70D-B42C-A81CF3F693B0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1BFA56C-E19D-9B32-63E4-2A3F7851C82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1A117E8-FD8F-5FE7-D479-97F32D933958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39D4BD8-16C1-C810-5F41-A281DB407EF0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AA85772-3615-4E42-865C-F383F0AFEFD7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8E0925-6F82-0B6A-8407-627350BAD83D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B1FE9909-268A-A93F-E81E-8BC1D2404CE2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74E2DB4C-D25C-1EF1-A08C-3148209EF42D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03958112-49A0-788E-2EA9-5D17C6BAC8E6}"/>
              </a:ext>
            </a:extLst>
          </p:cNvPr>
          <p:cNvSpPr txBox="1"/>
          <p:nvPr/>
        </p:nvSpPr>
        <p:spPr>
          <a:xfrm>
            <a:off x="425366" y="5336994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>
            <a:extLst>
              <a:ext uri="{FF2B5EF4-FFF2-40B4-BE49-F238E27FC236}">
                <a16:creationId xmlns:a16="http://schemas.microsoft.com/office/drawing/2014/main" id="{B502EEFC-59A4-AA87-5816-5ED6CCAC797A}"/>
              </a:ext>
            </a:extLst>
          </p:cNvPr>
          <p:cNvSpPr txBox="1"/>
          <p:nvPr/>
        </p:nvSpPr>
        <p:spPr>
          <a:xfrm>
            <a:off x="550150" y="2909060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>
            <a:extLst>
              <a:ext uri="{FF2B5EF4-FFF2-40B4-BE49-F238E27FC236}">
                <a16:creationId xmlns:a16="http://schemas.microsoft.com/office/drawing/2014/main" id="{18D47B87-D262-D5CE-6BAE-380941843FF0}"/>
              </a:ext>
            </a:extLst>
          </p:cNvPr>
          <p:cNvSpPr txBox="1"/>
          <p:nvPr/>
        </p:nvSpPr>
        <p:spPr>
          <a:xfrm>
            <a:off x="590152" y="3301548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>
            <a:extLst>
              <a:ext uri="{FF2B5EF4-FFF2-40B4-BE49-F238E27FC236}">
                <a16:creationId xmlns:a16="http://schemas.microsoft.com/office/drawing/2014/main" id="{C9355C88-AFD7-0A06-F6EE-66A6AE543D33}"/>
              </a:ext>
            </a:extLst>
          </p:cNvPr>
          <p:cNvSpPr txBox="1"/>
          <p:nvPr/>
        </p:nvSpPr>
        <p:spPr>
          <a:xfrm>
            <a:off x="625721" y="4978898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>
            <a:extLst>
              <a:ext uri="{FF2B5EF4-FFF2-40B4-BE49-F238E27FC236}">
                <a16:creationId xmlns:a16="http://schemas.microsoft.com/office/drawing/2014/main" id="{773B28AA-5C1F-7751-B1A6-05BEE8530CD3}"/>
              </a:ext>
            </a:extLst>
          </p:cNvPr>
          <p:cNvSpPr txBox="1"/>
          <p:nvPr/>
        </p:nvSpPr>
        <p:spPr>
          <a:xfrm>
            <a:off x="779984" y="3630119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>
            <a:extLst>
              <a:ext uri="{FF2B5EF4-FFF2-40B4-BE49-F238E27FC236}">
                <a16:creationId xmlns:a16="http://schemas.microsoft.com/office/drawing/2014/main" id="{B2D0214E-CA54-DF58-0429-BE8C67894F70}"/>
              </a:ext>
            </a:extLst>
          </p:cNvPr>
          <p:cNvSpPr txBox="1"/>
          <p:nvPr/>
        </p:nvSpPr>
        <p:spPr>
          <a:xfrm>
            <a:off x="779984" y="4653892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>
            <a:extLst>
              <a:ext uri="{FF2B5EF4-FFF2-40B4-BE49-F238E27FC236}">
                <a16:creationId xmlns:a16="http://schemas.microsoft.com/office/drawing/2014/main" id="{75912883-58C7-BE26-43B1-26EF6135B6AB}"/>
              </a:ext>
            </a:extLst>
          </p:cNvPr>
          <p:cNvSpPr txBox="1"/>
          <p:nvPr/>
        </p:nvSpPr>
        <p:spPr>
          <a:xfrm>
            <a:off x="1020862" y="3951696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>
            <a:extLst>
              <a:ext uri="{FF2B5EF4-FFF2-40B4-BE49-F238E27FC236}">
                <a16:creationId xmlns:a16="http://schemas.microsoft.com/office/drawing/2014/main" id="{A6D2B7C0-9C9D-963E-6315-23C473ACDDAC}"/>
              </a:ext>
            </a:extLst>
          </p:cNvPr>
          <p:cNvSpPr txBox="1"/>
          <p:nvPr/>
        </p:nvSpPr>
        <p:spPr>
          <a:xfrm>
            <a:off x="2544635" y="3969996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>
            <a:extLst>
              <a:ext uri="{FF2B5EF4-FFF2-40B4-BE49-F238E27FC236}">
                <a16:creationId xmlns:a16="http://schemas.microsoft.com/office/drawing/2014/main" id="{F459E6B6-9F6E-1012-3F6C-93AAB1E5C5DE}"/>
              </a:ext>
            </a:extLst>
          </p:cNvPr>
          <p:cNvSpPr txBox="1"/>
          <p:nvPr/>
        </p:nvSpPr>
        <p:spPr>
          <a:xfrm>
            <a:off x="1497875" y="3961665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 hidden="1">
            <a:extLst>
              <a:ext uri="{FF2B5EF4-FFF2-40B4-BE49-F238E27FC236}">
                <a16:creationId xmlns:a16="http://schemas.microsoft.com/office/drawing/2014/main" id="{0AD34CC9-FEF2-B48B-1E08-950E61A9B785}"/>
              </a:ext>
            </a:extLst>
          </p:cNvPr>
          <p:cNvSpPr txBox="1"/>
          <p:nvPr/>
        </p:nvSpPr>
        <p:spPr>
          <a:xfrm>
            <a:off x="2693371" y="4745782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 hidden="1">
            <a:extLst>
              <a:ext uri="{FF2B5EF4-FFF2-40B4-BE49-F238E27FC236}">
                <a16:creationId xmlns:a16="http://schemas.microsoft.com/office/drawing/2014/main" id="{23C3327C-4D05-87D1-556B-DAD758FB5247}"/>
              </a:ext>
            </a:extLst>
          </p:cNvPr>
          <p:cNvSpPr txBox="1"/>
          <p:nvPr/>
        </p:nvSpPr>
        <p:spPr>
          <a:xfrm>
            <a:off x="3504530" y="432950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 hidden="1">
            <a:extLst>
              <a:ext uri="{FF2B5EF4-FFF2-40B4-BE49-F238E27FC236}">
                <a16:creationId xmlns:a16="http://schemas.microsoft.com/office/drawing/2014/main" id="{8F7716DC-2F57-390F-9ED8-F5C6E2D01CD0}"/>
              </a:ext>
            </a:extLst>
          </p:cNvPr>
          <p:cNvSpPr txBox="1"/>
          <p:nvPr/>
        </p:nvSpPr>
        <p:spPr>
          <a:xfrm>
            <a:off x="2804143" y="4344298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>
            <a:extLst>
              <a:ext uri="{FF2B5EF4-FFF2-40B4-BE49-F238E27FC236}">
                <a16:creationId xmlns:a16="http://schemas.microsoft.com/office/drawing/2014/main" id="{2D480FD4-34A3-4458-E889-AD99DC7B1F9B}"/>
              </a:ext>
            </a:extLst>
          </p:cNvPr>
          <p:cNvSpPr txBox="1"/>
          <p:nvPr/>
        </p:nvSpPr>
        <p:spPr>
          <a:xfrm>
            <a:off x="973484" y="4307992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>
            <a:extLst>
              <a:ext uri="{FF2B5EF4-FFF2-40B4-BE49-F238E27FC236}">
                <a16:creationId xmlns:a16="http://schemas.microsoft.com/office/drawing/2014/main" id="{0E1A0415-6C78-21A1-F39D-FDAAE79AC7CF}"/>
              </a:ext>
            </a:extLst>
          </p:cNvPr>
          <p:cNvSpPr txBox="1"/>
          <p:nvPr/>
        </p:nvSpPr>
        <p:spPr>
          <a:xfrm>
            <a:off x="5875271" y="4326163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&gt;Add &lt;/button&gt;</a:t>
            </a:r>
          </a:p>
        </p:txBody>
      </p:sp>
      <p:sp>
        <p:nvSpPr>
          <p:cNvPr id="40" name="onClick">
            <a:extLst>
              <a:ext uri="{FF2B5EF4-FFF2-40B4-BE49-F238E27FC236}">
                <a16:creationId xmlns:a16="http://schemas.microsoft.com/office/drawing/2014/main" id="{1E565432-168A-888F-9E52-0FC762E1CC8F}"/>
              </a:ext>
            </a:extLst>
          </p:cNvPr>
          <p:cNvSpPr txBox="1"/>
          <p:nvPr/>
        </p:nvSpPr>
        <p:spPr>
          <a:xfrm>
            <a:off x="2065176" y="4316323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>
            <a:extLst>
              <a:ext uri="{FF2B5EF4-FFF2-40B4-BE49-F238E27FC236}">
                <a16:creationId xmlns:a16="http://schemas.microsoft.com/office/drawing/2014/main" id="{A12060DA-2017-7832-7F2C-F779AF9B9E7C}"/>
              </a:ext>
            </a:extLst>
          </p:cNvPr>
          <p:cNvSpPr txBox="1"/>
          <p:nvPr/>
        </p:nvSpPr>
        <p:spPr>
          <a:xfrm>
            <a:off x="5745328" y="4345827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>
            <a:extLst>
              <a:ext uri="{FF2B5EF4-FFF2-40B4-BE49-F238E27FC236}">
                <a16:creationId xmlns:a16="http://schemas.microsoft.com/office/drawing/2014/main" id="{00A3BA67-31DA-CFA3-54C2-19E39F6B38C9}"/>
              </a:ext>
            </a:extLst>
          </p:cNvPr>
          <p:cNvSpPr txBox="1"/>
          <p:nvPr/>
        </p:nvSpPr>
        <p:spPr>
          <a:xfrm>
            <a:off x="3705432" y="4336374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>
            <a:extLst>
              <a:ext uri="{FF2B5EF4-FFF2-40B4-BE49-F238E27FC236}">
                <a16:creationId xmlns:a16="http://schemas.microsoft.com/office/drawing/2014/main" id="{12A362E8-AD7A-495A-CC48-96DA773E2A4C}"/>
              </a:ext>
            </a:extLst>
          </p:cNvPr>
          <p:cNvSpPr txBox="1"/>
          <p:nvPr/>
        </p:nvSpPr>
        <p:spPr>
          <a:xfrm>
            <a:off x="5651185" y="4337000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>
            <a:extLst>
              <a:ext uri="{FF2B5EF4-FFF2-40B4-BE49-F238E27FC236}">
                <a16:creationId xmlns:a16="http://schemas.microsoft.com/office/drawing/2014/main" id="{51209F10-956C-1A9F-82C3-B256931E47BB}"/>
              </a:ext>
            </a:extLst>
          </p:cNvPr>
          <p:cNvSpPr txBox="1"/>
          <p:nvPr/>
        </p:nvSpPr>
        <p:spPr>
          <a:xfrm>
            <a:off x="4914695" y="4326163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 hidden="1">
            <a:extLst>
              <a:ext uri="{FF2B5EF4-FFF2-40B4-BE49-F238E27FC236}">
                <a16:creationId xmlns:a16="http://schemas.microsoft.com/office/drawing/2014/main" id="{401D572B-17D1-8237-00EA-D91132F4212E}"/>
              </a:ext>
            </a:extLst>
          </p:cNvPr>
          <p:cNvSpPr txBox="1"/>
          <p:nvPr/>
        </p:nvSpPr>
        <p:spPr>
          <a:xfrm>
            <a:off x="5850702" y="4724317"/>
            <a:ext cx="1159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>
            <a:extLst>
              <a:ext uri="{FF2B5EF4-FFF2-40B4-BE49-F238E27FC236}">
                <a16:creationId xmlns:a16="http://schemas.microsoft.com/office/drawing/2014/main" id="{7AC2C7AA-8C44-2D37-C4AE-C0757843A205}"/>
              </a:ext>
            </a:extLst>
          </p:cNvPr>
          <p:cNvSpPr txBox="1"/>
          <p:nvPr/>
        </p:nvSpPr>
        <p:spPr>
          <a:xfrm>
            <a:off x="3220336" y="4346833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 hidden="1">
            <a:extLst>
              <a:ext uri="{FF2B5EF4-FFF2-40B4-BE49-F238E27FC236}">
                <a16:creationId xmlns:a16="http://schemas.microsoft.com/office/drawing/2014/main" id="{171913AD-8324-DD63-A261-603A7C6BDCFA}"/>
              </a:ext>
            </a:extLst>
          </p:cNvPr>
          <p:cNvSpPr/>
          <p:nvPr/>
        </p:nvSpPr>
        <p:spPr>
          <a:xfrm>
            <a:off x="2773505" y="4336328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 hidden="1">
            <a:extLst>
              <a:ext uri="{FF2B5EF4-FFF2-40B4-BE49-F238E27FC236}">
                <a16:creationId xmlns:a16="http://schemas.microsoft.com/office/drawing/2014/main" id="{58599A62-EE49-0A56-1739-F7E5C2455C54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1949536" y="3385147"/>
            <a:ext cx="1281169" cy="951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 hidden="1">
            <a:extLst>
              <a:ext uri="{FF2B5EF4-FFF2-40B4-BE49-F238E27FC236}">
                <a16:creationId xmlns:a16="http://schemas.microsoft.com/office/drawing/2014/main" id="{F303E878-2190-810C-8B34-2BAE0CF4FF92}"/>
              </a:ext>
            </a:extLst>
          </p:cNvPr>
          <p:cNvSpPr/>
          <p:nvPr/>
        </p:nvSpPr>
        <p:spPr>
          <a:xfrm>
            <a:off x="5167182" y="4748560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 hidden="1">
            <a:extLst>
              <a:ext uri="{FF2B5EF4-FFF2-40B4-BE49-F238E27FC236}">
                <a16:creationId xmlns:a16="http://schemas.microsoft.com/office/drawing/2014/main" id="{B47781B1-65F5-ABAA-D49D-81D0D76FE77D}"/>
              </a:ext>
            </a:extLst>
          </p:cNvPr>
          <p:cNvCxnSpPr>
            <a:cxnSpLocks/>
          </p:cNvCxnSpPr>
          <p:nvPr/>
        </p:nvCxnSpPr>
        <p:spPr>
          <a:xfrm flipH="1" flipV="1">
            <a:off x="2169560" y="3402097"/>
            <a:ext cx="3398072" cy="139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 hidden="1">
            <a:extLst>
              <a:ext uri="{FF2B5EF4-FFF2-40B4-BE49-F238E27FC236}">
                <a16:creationId xmlns:a16="http://schemas.microsoft.com/office/drawing/2014/main" id="{A42097F0-75E9-FB66-D617-F954C7DDB648}"/>
              </a:ext>
            </a:extLst>
          </p:cNvPr>
          <p:cNvSpPr/>
          <p:nvPr/>
        </p:nvSpPr>
        <p:spPr>
          <a:xfrm>
            <a:off x="3931985" y="474497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" hidden="1">
            <a:extLst>
              <a:ext uri="{FF2B5EF4-FFF2-40B4-BE49-F238E27FC236}">
                <a16:creationId xmlns:a16="http://schemas.microsoft.com/office/drawing/2014/main" id="{78DF82FD-2461-FAC9-58C6-58931C63AD33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046848" y="3424063"/>
            <a:ext cx="1488674" cy="1320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64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B5137-157A-E29B-9841-867100A57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8A14ECBE-2330-37C4-554A-ADC6D9235642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676E852-E768-5709-3841-E58D4237203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D76D2B2-0CB2-8F2D-1AD4-5F4FFF84A8F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42CA6D5-C971-C778-0338-260D69C8011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90E6F0C-5AF7-7310-6E06-6BDDD30820E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85A70F8B-F287-363B-3E43-2DCAFEBB34C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7FC65BC-7359-6849-B521-29AFDCEB82C5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D508612-BEAF-E76B-0139-8EC93D87C2D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41DCF3-A6BB-25BB-3D2B-67E72ABEFA25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E5D97E8-B9E1-02DB-1414-879F10892AE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2C0F151C-21C1-E504-2C4D-F3BE9AEB22C3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046D5D45-119B-AE4D-FEFF-CD228C81B03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08B8A3C-9993-FAD4-7F69-6616E330AF4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460E0A9-D254-C887-C0CB-158868DC6D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86F9CD9-42BA-7934-BD0A-479BBC819F4C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7B60E63-6937-2471-AE61-6B11799E560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C4E9492-4173-ED5A-A7E6-63A4C8249E19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5BF800F5-2A7B-81F9-705C-0E75BC7706FE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4E915AE-B565-0573-01A9-A3BA1B8D1EF1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1057DA-EF9E-8B49-E548-BAA72DAEFCFB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3D0A1A5B-4902-AD01-B919-42391E549D39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D2FAD7E8-67BD-AA80-3EBF-05A88F7ED1C4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8DA5637F-7712-815C-17F4-61208C868AFE}"/>
              </a:ext>
            </a:extLst>
          </p:cNvPr>
          <p:cNvSpPr txBox="1"/>
          <p:nvPr/>
        </p:nvSpPr>
        <p:spPr>
          <a:xfrm>
            <a:off x="425366" y="5336994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>
            <a:extLst>
              <a:ext uri="{FF2B5EF4-FFF2-40B4-BE49-F238E27FC236}">
                <a16:creationId xmlns:a16="http://schemas.microsoft.com/office/drawing/2014/main" id="{D6DDCD95-622E-5DC9-B41C-2A1B5F675704}"/>
              </a:ext>
            </a:extLst>
          </p:cNvPr>
          <p:cNvSpPr txBox="1"/>
          <p:nvPr/>
        </p:nvSpPr>
        <p:spPr>
          <a:xfrm>
            <a:off x="550150" y="2909060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>
            <a:extLst>
              <a:ext uri="{FF2B5EF4-FFF2-40B4-BE49-F238E27FC236}">
                <a16:creationId xmlns:a16="http://schemas.microsoft.com/office/drawing/2014/main" id="{91C01C28-91CB-E7A5-475D-7DC787BF2AA0}"/>
              </a:ext>
            </a:extLst>
          </p:cNvPr>
          <p:cNvSpPr txBox="1"/>
          <p:nvPr/>
        </p:nvSpPr>
        <p:spPr>
          <a:xfrm>
            <a:off x="590152" y="3301548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>
            <a:extLst>
              <a:ext uri="{FF2B5EF4-FFF2-40B4-BE49-F238E27FC236}">
                <a16:creationId xmlns:a16="http://schemas.microsoft.com/office/drawing/2014/main" id="{A0BAC6CA-F86B-6AEF-02E1-4242541E97BB}"/>
              </a:ext>
            </a:extLst>
          </p:cNvPr>
          <p:cNvSpPr txBox="1"/>
          <p:nvPr/>
        </p:nvSpPr>
        <p:spPr>
          <a:xfrm>
            <a:off x="625721" y="4978898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>
            <a:extLst>
              <a:ext uri="{FF2B5EF4-FFF2-40B4-BE49-F238E27FC236}">
                <a16:creationId xmlns:a16="http://schemas.microsoft.com/office/drawing/2014/main" id="{DDFD8497-E750-065B-75A4-BB4FF1E0C2EE}"/>
              </a:ext>
            </a:extLst>
          </p:cNvPr>
          <p:cNvSpPr txBox="1"/>
          <p:nvPr/>
        </p:nvSpPr>
        <p:spPr>
          <a:xfrm>
            <a:off x="779984" y="3630119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>
            <a:extLst>
              <a:ext uri="{FF2B5EF4-FFF2-40B4-BE49-F238E27FC236}">
                <a16:creationId xmlns:a16="http://schemas.microsoft.com/office/drawing/2014/main" id="{621D2909-EA8D-46FD-6AD0-D9F2D1BCB536}"/>
              </a:ext>
            </a:extLst>
          </p:cNvPr>
          <p:cNvSpPr txBox="1"/>
          <p:nvPr/>
        </p:nvSpPr>
        <p:spPr>
          <a:xfrm>
            <a:off x="779984" y="4653892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>
            <a:extLst>
              <a:ext uri="{FF2B5EF4-FFF2-40B4-BE49-F238E27FC236}">
                <a16:creationId xmlns:a16="http://schemas.microsoft.com/office/drawing/2014/main" id="{B58FEBC3-9C04-B8B5-CEA6-8B082F926008}"/>
              </a:ext>
            </a:extLst>
          </p:cNvPr>
          <p:cNvSpPr txBox="1"/>
          <p:nvPr/>
        </p:nvSpPr>
        <p:spPr>
          <a:xfrm>
            <a:off x="1020862" y="3951696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>
            <a:extLst>
              <a:ext uri="{FF2B5EF4-FFF2-40B4-BE49-F238E27FC236}">
                <a16:creationId xmlns:a16="http://schemas.microsoft.com/office/drawing/2014/main" id="{D23CFD4D-9441-DD85-2AF2-7DA16B22F7AF}"/>
              </a:ext>
            </a:extLst>
          </p:cNvPr>
          <p:cNvSpPr txBox="1"/>
          <p:nvPr/>
        </p:nvSpPr>
        <p:spPr>
          <a:xfrm>
            <a:off x="2544635" y="3969996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>
            <a:extLst>
              <a:ext uri="{FF2B5EF4-FFF2-40B4-BE49-F238E27FC236}">
                <a16:creationId xmlns:a16="http://schemas.microsoft.com/office/drawing/2014/main" id="{276E3642-87F4-8D80-52D5-F426876E72D1}"/>
              </a:ext>
            </a:extLst>
          </p:cNvPr>
          <p:cNvSpPr txBox="1"/>
          <p:nvPr/>
        </p:nvSpPr>
        <p:spPr>
          <a:xfrm>
            <a:off x="1497875" y="3961665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 hidden="1">
            <a:extLst>
              <a:ext uri="{FF2B5EF4-FFF2-40B4-BE49-F238E27FC236}">
                <a16:creationId xmlns:a16="http://schemas.microsoft.com/office/drawing/2014/main" id="{49B47CCB-5210-1805-1693-55AC27C469A9}"/>
              </a:ext>
            </a:extLst>
          </p:cNvPr>
          <p:cNvSpPr txBox="1"/>
          <p:nvPr/>
        </p:nvSpPr>
        <p:spPr>
          <a:xfrm>
            <a:off x="2693371" y="4745782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 hidden="1">
            <a:extLst>
              <a:ext uri="{FF2B5EF4-FFF2-40B4-BE49-F238E27FC236}">
                <a16:creationId xmlns:a16="http://schemas.microsoft.com/office/drawing/2014/main" id="{670A2BE4-F313-AAFB-5326-14DB6CE21225}"/>
              </a:ext>
            </a:extLst>
          </p:cNvPr>
          <p:cNvSpPr txBox="1"/>
          <p:nvPr/>
        </p:nvSpPr>
        <p:spPr>
          <a:xfrm>
            <a:off x="3504530" y="432950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 hidden="1">
            <a:extLst>
              <a:ext uri="{FF2B5EF4-FFF2-40B4-BE49-F238E27FC236}">
                <a16:creationId xmlns:a16="http://schemas.microsoft.com/office/drawing/2014/main" id="{FB2BC499-8FF0-6FF7-8E2E-A0D2CD79E1F7}"/>
              </a:ext>
            </a:extLst>
          </p:cNvPr>
          <p:cNvSpPr txBox="1"/>
          <p:nvPr/>
        </p:nvSpPr>
        <p:spPr>
          <a:xfrm>
            <a:off x="2804143" y="4344298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>
            <a:extLst>
              <a:ext uri="{FF2B5EF4-FFF2-40B4-BE49-F238E27FC236}">
                <a16:creationId xmlns:a16="http://schemas.microsoft.com/office/drawing/2014/main" id="{9E91DD69-1B2E-34C9-A4BC-FAF1277E0E4F}"/>
              </a:ext>
            </a:extLst>
          </p:cNvPr>
          <p:cNvSpPr txBox="1"/>
          <p:nvPr/>
        </p:nvSpPr>
        <p:spPr>
          <a:xfrm>
            <a:off x="973484" y="4307992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>
            <a:extLst>
              <a:ext uri="{FF2B5EF4-FFF2-40B4-BE49-F238E27FC236}">
                <a16:creationId xmlns:a16="http://schemas.microsoft.com/office/drawing/2014/main" id="{282433A7-8D01-4232-16B5-417D9014E430}"/>
              </a:ext>
            </a:extLst>
          </p:cNvPr>
          <p:cNvSpPr txBox="1"/>
          <p:nvPr/>
        </p:nvSpPr>
        <p:spPr>
          <a:xfrm>
            <a:off x="6160410" y="4326163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&gt;Add &lt;/button&gt;</a:t>
            </a:r>
          </a:p>
        </p:txBody>
      </p:sp>
      <p:sp>
        <p:nvSpPr>
          <p:cNvPr id="40" name="onClick">
            <a:extLst>
              <a:ext uri="{FF2B5EF4-FFF2-40B4-BE49-F238E27FC236}">
                <a16:creationId xmlns:a16="http://schemas.microsoft.com/office/drawing/2014/main" id="{F45DC919-4D87-4CAD-4F41-8CAF6693DB67}"/>
              </a:ext>
            </a:extLst>
          </p:cNvPr>
          <p:cNvSpPr txBox="1"/>
          <p:nvPr/>
        </p:nvSpPr>
        <p:spPr>
          <a:xfrm>
            <a:off x="2065176" y="4316323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>
            <a:extLst>
              <a:ext uri="{FF2B5EF4-FFF2-40B4-BE49-F238E27FC236}">
                <a16:creationId xmlns:a16="http://schemas.microsoft.com/office/drawing/2014/main" id="{DD1CDF66-5878-CAA3-6654-E3891EE526B8}"/>
              </a:ext>
            </a:extLst>
          </p:cNvPr>
          <p:cNvSpPr txBox="1"/>
          <p:nvPr/>
        </p:nvSpPr>
        <p:spPr>
          <a:xfrm>
            <a:off x="6030467" y="4345827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>
            <a:extLst>
              <a:ext uri="{FF2B5EF4-FFF2-40B4-BE49-F238E27FC236}">
                <a16:creationId xmlns:a16="http://schemas.microsoft.com/office/drawing/2014/main" id="{E18316B7-4908-FDCC-26E7-200C4026218C}"/>
              </a:ext>
            </a:extLst>
          </p:cNvPr>
          <p:cNvSpPr txBox="1"/>
          <p:nvPr/>
        </p:nvSpPr>
        <p:spPr>
          <a:xfrm>
            <a:off x="3705432" y="4336374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>
            <a:extLst>
              <a:ext uri="{FF2B5EF4-FFF2-40B4-BE49-F238E27FC236}">
                <a16:creationId xmlns:a16="http://schemas.microsoft.com/office/drawing/2014/main" id="{50717AAE-AFA3-88FA-CF41-724D1B91B0F9}"/>
              </a:ext>
            </a:extLst>
          </p:cNvPr>
          <p:cNvSpPr txBox="1"/>
          <p:nvPr/>
        </p:nvSpPr>
        <p:spPr>
          <a:xfrm>
            <a:off x="5936324" y="4337000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>
            <a:extLst>
              <a:ext uri="{FF2B5EF4-FFF2-40B4-BE49-F238E27FC236}">
                <a16:creationId xmlns:a16="http://schemas.microsoft.com/office/drawing/2014/main" id="{14AFC69B-3AEE-87E7-2EC8-7E964A2F65CC}"/>
              </a:ext>
            </a:extLst>
          </p:cNvPr>
          <p:cNvSpPr txBox="1"/>
          <p:nvPr/>
        </p:nvSpPr>
        <p:spPr>
          <a:xfrm>
            <a:off x="4962064" y="4326163"/>
            <a:ext cx="899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>
            <a:extLst>
              <a:ext uri="{FF2B5EF4-FFF2-40B4-BE49-F238E27FC236}">
                <a16:creationId xmlns:a16="http://schemas.microsoft.com/office/drawing/2014/main" id="{0E667975-5889-3A8F-16CD-8301B575CD2B}"/>
              </a:ext>
            </a:extLst>
          </p:cNvPr>
          <p:cNvSpPr txBox="1"/>
          <p:nvPr/>
        </p:nvSpPr>
        <p:spPr>
          <a:xfrm>
            <a:off x="5690456" y="4338036"/>
            <a:ext cx="459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>
            <a:extLst>
              <a:ext uri="{FF2B5EF4-FFF2-40B4-BE49-F238E27FC236}">
                <a16:creationId xmlns:a16="http://schemas.microsoft.com/office/drawing/2014/main" id="{7A05268F-4DF6-C7AF-8B06-823C71411F06}"/>
              </a:ext>
            </a:extLst>
          </p:cNvPr>
          <p:cNvSpPr txBox="1"/>
          <p:nvPr/>
        </p:nvSpPr>
        <p:spPr>
          <a:xfrm>
            <a:off x="3220336" y="4346833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 hidden="1">
            <a:extLst>
              <a:ext uri="{FF2B5EF4-FFF2-40B4-BE49-F238E27FC236}">
                <a16:creationId xmlns:a16="http://schemas.microsoft.com/office/drawing/2014/main" id="{07A3B04C-80F5-5467-0232-406127537332}"/>
              </a:ext>
            </a:extLst>
          </p:cNvPr>
          <p:cNvSpPr/>
          <p:nvPr/>
        </p:nvSpPr>
        <p:spPr>
          <a:xfrm>
            <a:off x="2773505" y="4336328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 hidden="1">
            <a:extLst>
              <a:ext uri="{FF2B5EF4-FFF2-40B4-BE49-F238E27FC236}">
                <a16:creationId xmlns:a16="http://schemas.microsoft.com/office/drawing/2014/main" id="{B0C8C30C-0B17-C574-75B2-E7800AB862A3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1949536" y="3385147"/>
            <a:ext cx="1281169" cy="951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 hidden="1">
            <a:extLst>
              <a:ext uri="{FF2B5EF4-FFF2-40B4-BE49-F238E27FC236}">
                <a16:creationId xmlns:a16="http://schemas.microsoft.com/office/drawing/2014/main" id="{1D85A8D6-5F48-BE0B-CA81-54B7523B7A96}"/>
              </a:ext>
            </a:extLst>
          </p:cNvPr>
          <p:cNvSpPr/>
          <p:nvPr/>
        </p:nvSpPr>
        <p:spPr>
          <a:xfrm>
            <a:off x="5167182" y="4748560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 hidden="1">
            <a:extLst>
              <a:ext uri="{FF2B5EF4-FFF2-40B4-BE49-F238E27FC236}">
                <a16:creationId xmlns:a16="http://schemas.microsoft.com/office/drawing/2014/main" id="{D861EDD9-CAE7-DC87-DDAA-90759D7DED11}"/>
              </a:ext>
            </a:extLst>
          </p:cNvPr>
          <p:cNvCxnSpPr>
            <a:cxnSpLocks/>
          </p:cNvCxnSpPr>
          <p:nvPr/>
        </p:nvCxnSpPr>
        <p:spPr>
          <a:xfrm flipH="1" flipV="1">
            <a:off x="2169560" y="3402097"/>
            <a:ext cx="3398072" cy="139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 hidden="1">
            <a:extLst>
              <a:ext uri="{FF2B5EF4-FFF2-40B4-BE49-F238E27FC236}">
                <a16:creationId xmlns:a16="http://schemas.microsoft.com/office/drawing/2014/main" id="{77CE2E4A-EA90-D1A1-7CD5-6711F27E6B38}"/>
              </a:ext>
            </a:extLst>
          </p:cNvPr>
          <p:cNvSpPr/>
          <p:nvPr/>
        </p:nvSpPr>
        <p:spPr>
          <a:xfrm>
            <a:off x="3931985" y="474497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" hidden="1">
            <a:extLst>
              <a:ext uri="{FF2B5EF4-FFF2-40B4-BE49-F238E27FC236}">
                <a16:creationId xmlns:a16="http://schemas.microsoft.com/office/drawing/2014/main" id="{18E7863A-BAD6-0CA9-FC12-AFB5A89B2D7A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046848" y="3424063"/>
            <a:ext cx="1488674" cy="1320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561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2E9F7-4EBF-CFAD-5B36-CFE467C4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DA90F7E1-6BD9-04AB-01E7-2EB2E88D5CA8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42C4993-A838-466B-2EDA-EB581DD7681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1286F38-927C-C5FB-AF76-53400D4D4271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513A332-81D6-5E2C-859B-4F197875879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E3FCD5B-EAF2-2693-9FDE-114337E940D7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2BE4E8B-B5E4-A0CB-5059-674205DB9B8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60F7B4F-B146-B28F-743C-10064F8D3CD5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730F9D-D86F-77FC-69C6-F298B175CDC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E4C7748-C20E-1327-8967-7A4CB9B2D21E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7D2AA82-22C1-DD1C-587E-7E887D465F1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BE23CF5B-226B-CF54-F5FA-E6CE2C537AD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CD59F08-7D0D-4431-E659-DC896A9E8293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51F1906-585A-A33E-E541-C36F5EC7B909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902EEC7-A2C1-6CF2-1877-33D9729856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4778C7F-5B20-FF4A-9967-70AA83F1DA83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EED7C3A-F3F9-A7E0-73A4-228E5DED83B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6AFF9BB-3A89-5A63-1D13-EBC57E80E89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8292115-B45D-6A02-2C84-8205ACB1CA31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917414D-0120-63FD-392F-4A22E745209C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67F0FE-5706-925F-221B-CD854D2A2FE2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0EC4ADAD-C40D-32C4-08E9-4F8CF47A66B4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959DA665-2E02-CC36-4A4D-53A38C4EE545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4A70BA98-D916-BF2F-8FF5-24E83C2A1A91}"/>
              </a:ext>
            </a:extLst>
          </p:cNvPr>
          <p:cNvSpPr txBox="1"/>
          <p:nvPr/>
        </p:nvSpPr>
        <p:spPr>
          <a:xfrm>
            <a:off x="425366" y="5336994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>
            <a:extLst>
              <a:ext uri="{FF2B5EF4-FFF2-40B4-BE49-F238E27FC236}">
                <a16:creationId xmlns:a16="http://schemas.microsoft.com/office/drawing/2014/main" id="{F0260248-ED7A-A544-06F9-8B4A71EF3A8D}"/>
              </a:ext>
            </a:extLst>
          </p:cNvPr>
          <p:cNvSpPr txBox="1"/>
          <p:nvPr/>
        </p:nvSpPr>
        <p:spPr>
          <a:xfrm>
            <a:off x="550150" y="2909060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>
            <a:extLst>
              <a:ext uri="{FF2B5EF4-FFF2-40B4-BE49-F238E27FC236}">
                <a16:creationId xmlns:a16="http://schemas.microsoft.com/office/drawing/2014/main" id="{E1E71ACB-8E88-E5DE-5790-AA9DACBCF1EA}"/>
              </a:ext>
            </a:extLst>
          </p:cNvPr>
          <p:cNvSpPr txBox="1"/>
          <p:nvPr/>
        </p:nvSpPr>
        <p:spPr>
          <a:xfrm>
            <a:off x="590152" y="3301548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>
            <a:extLst>
              <a:ext uri="{FF2B5EF4-FFF2-40B4-BE49-F238E27FC236}">
                <a16:creationId xmlns:a16="http://schemas.microsoft.com/office/drawing/2014/main" id="{D32D69D5-0501-B44D-5E6F-55B4D842B42F}"/>
              </a:ext>
            </a:extLst>
          </p:cNvPr>
          <p:cNvSpPr txBox="1"/>
          <p:nvPr/>
        </p:nvSpPr>
        <p:spPr>
          <a:xfrm>
            <a:off x="625721" y="4978898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>
            <a:extLst>
              <a:ext uri="{FF2B5EF4-FFF2-40B4-BE49-F238E27FC236}">
                <a16:creationId xmlns:a16="http://schemas.microsoft.com/office/drawing/2014/main" id="{37C29BFA-50FA-2787-3863-F2DADF50DB70}"/>
              </a:ext>
            </a:extLst>
          </p:cNvPr>
          <p:cNvSpPr txBox="1"/>
          <p:nvPr/>
        </p:nvSpPr>
        <p:spPr>
          <a:xfrm>
            <a:off x="779984" y="3630119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>
            <a:extLst>
              <a:ext uri="{FF2B5EF4-FFF2-40B4-BE49-F238E27FC236}">
                <a16:creationId xmlns:a16="http://schemas.microsoft.com/office/drawing/2014/main" id="{0C7CF973-70B7-6E8F-8B76-2EE28907198B}"/>
              </a:ext>
            </a:extLst>
          </p:cNvPr>
          <p:cNvSpPr txBox="1"/>
          <p:nvPr/>
        </p:nvSpPr>
        <p:spPr>
          <a:xfrm>
            <a:off x="779984" y="4653892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>
            <a:extLst>
              <a:ext uri="{FF2B5EF4-FFF2-40B4-BE49-F238E27FC236}">
                <a16:creationId xmlns:a16="http://schemas.microsoft.com/office/drawing/2014/main" id="{B5E1E0CA-33C1-6352-C045-0924C329818D}"/>
              </a:ext>
            </a:extLst>
          </p:cNvPr>
          <p:cNvSpPr txBox="1"/>
          <p:nvPr/>
        </p:nvSpPr>
        <p:spPr>
          <a:xfrm>
            <a:off x="1020862" y="3951696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>
            <a:extLst>
              <a:ext uri="{FF2B5EF4-FFF2-40B4-BE49-F238E27FC236}">
                <a16:creationId xmlns:a16="http://schemas.microsoft.com/office/drawing/2014/main" id="{7A38C0E1-2A63-3CF8-A326-4F0BDF47B42D}"/>
              </a:ext>
            </a:extLst>
          </p:cNvPr>
          <p:cNvSpPr txBox="1"/>
          <p:nvPr/>
        </p:nvSpPr>
        <p:spPr>
          <a:xfrm>
            <a:off x="2751113" y="3969996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>
            <a:extLst>
              <a:ext uri="{FF2B5EF4-FFF2-40B4-BE49-F238E27FC236}">
                <a16:creationId xmlns:a16="http://schemas.microsoft.com/office/drawing/2014/main" id="{75BF825C-E664-6B6C-8953-8481C82B1920}"/>
              </a:ext>
            </a:extLst>
          </p:cNvPr>
          <p:cNvSpPr txBox="1"/>
          <p:nvPr/>
        </p:nvSpPr>
        <p:spPr>
          <a:xfrm>
            <a:off x="1497875" y="3961665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>
            <a:extLst>
              <a:ext uri="{FF2B5EF4-FFF2-40B4-BE49-F238E27FC236}">
                <a16:creationId xmlns:a16="http://schemas.microsoft.com/office/drawing/2014/main" id="{06D6036B-7D60-D566-AF7E-AFC6F2C3CA27}"/>
              </a:ext>
            </a:extLst>
          </p:cNvPr>
          <p:cNvSpPr txBox="1"/>
          <p:nvPr/>
        </p:nvSpPr>
        <p:spPr>
          <a:xfrm>
            <a:off x="2455331" y="396999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>
            <a:extLst>
              <a:ext uri="{FF2B5EF4-FFF2-40B4-BE49-F238E27FC236}">
                <a16:creationId xmlns:a16="http://schemas.microsoft.com/office/drawing/2014/main" id="{93813D5E-5388-832D-13D9-898BDFBF0F97}"/>
              </a:ext>
            </a:extLst>
          </p:cNvPr>
          <p:cNvSpPr txBox="1"/>
          <p:nvPr/>
        </p:nvSpPr>
        <p:spPr>
          <a:xfrm>
            <a:off x="2619749" y="3968627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 hidden="1">
            <a:extLst>
              <a:ext uri="{FF2B5EF4-FFF2-40B4-BE49-F238E27FC236}">
                <a16:creationId xmlns:a16="http://schemas.microsoft.com/office/drawing/2014/main" id="{D87B98A4-5E91-17EA-32FA-1D9CE7D0C887}"/>
              </a:ext>
            </a:extLst>
          </p:cNvPr>
          <p:cNvSpPr txBox="1"/>
          <p:nvPr/>
        </p:nvSpPr>
        <p:spPr>
          <a:xfrm>
            <a:off x="2804143" y="4344298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>
            <a:extLst>
              <a:ext uri="{FF2B5EF4-FFF2-40B4-BE49-F238E27FC236}">
                <a16:creationId xmlns:a16="http://schemas.microsoft.com/office/drawing/2014/main" id="{3C6E1229-9B72-E9DC-A16F-F0D656B97395}"/>
              </a:ext>
            </a:extLst>
          </p:cNvPr>
          <p:cNvSpPr txBox="1"/>
          <p:nvPr/>
        </p:nvSpPr>
        <p:spPr>
          <a:xfrm>
            <a:off x="973484" y="4307992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>
            <a:extLst>
              <a:ext uri="{FF2B5EF4-FFF2-40B4-BE49-F238E27FC236}">
                <a16:creationId xmlns:a16="http://schemas.microsoft.com/office/drawing/2014/main" id="{767AFC09-F075-E56D-B94C-5D84C27E2B58}"/>
              </a:ext>
            </a:extLst>
          </p:cNvPr>
          <p:cNvSpPr txBox="1"/>
          <p:nvPr/>
        </p:nvSpPr>
        <p:spPr>
          <a:xfrm>
            <a:off x="6160410" y="4326163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&gt;Add &lt;/button&gt;</a:t>
            </a:r>
          </a:p>
        </p:txBody>
      </p:sp>
      <p:sp>
        <p:nvSpPr>
          <p:cNvPr id="40" name="onClick">
            <a:extLst>
              <a:ext uri="{FF2B5EF4-FFF2-40B4-BE49-F238E27FC236}">
                <a16:creationId xmlns:a16="http://schemas.microsoft.com/office/drawing/2014/main" id="{D9D88D96-7B1F-2BA7-DE4A-874106CEF20A}"/>
              </a:ext>
            </a:extLst>
          </p:cNvPr>
          <p:cNvSpPr txBox="1"/>
          <p:nvPr/>
        </p:nvSpPr>
        <p:spPr>
          <a:xfrm>
            <a:off x="2065176" y="4316323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>
            <a:extLst>
              <a:ext uri="{FF2B5EF4-FFF2-40B4-BE49-F238E27FC236}">
                <a16:creationId xmlns:a16="http://schemas.microsoft.com/office/drawing/2014/main" id="{E2A1F940-25AC-4B01-46D0-0F702EDE2AB3}"/>
              </a:ext>
            </a:extLst>
          </p:cNvPr>
          <p:cNvSpPr txBox="1"/>
          <p:nvPr/>
        </p:nvSpPr>
        <p:spPr>
          <a:xfrm>
            <a:off x="6030467" y="4345827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>
            <a:extLst>
              <a:ext uri="{FF2B5EF4-FFF2-40B4-BE49-F238E27FC236}">
                <a16:creationId xmlns:a16="http://schemas.microsoft.com/office/drawing/2014/main" id="{F5326D14-1A51-DD8A-A7C8-1A9292E3D85C}"/>
              </a:ext>
            </a:extLst>
          </p:cNvPr>
          <p:cNvSpPr txBox="1"/>
          <p:nvPr/>
        </p:nvSpPr>
        <p:spPr>
          <a:xfrm>
            <a:off x="3705432" y="4336374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>
            <a:extLst>
              <a:ext uri="{FF2B5EF4-FFF2-40B4-BE49-F238E27FC236}">
                <a16:creationId xmlns:a16="http://schemas.microsoft.com/office/drawing/2014/main" id="{83783EAF-4759-DBCF-8601-223A1BCF58AB}"/>
              </a:ext>
            </a:extLst>
          </p:cNvPr>
          <p:cNvSpPr txBox="1"/>
          <p:nvPr/>
        </p:nvSpPr>
        <p:spPr>
          <a:xfrm>
            <a:off x="5936324" y="4337000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>
            <a:extLst>
              <a:ext uri="{FF2B5EF4-FFF2-40B4-BE49-F238E27FC236}">
                <a16:creationId xmlns:a16="http://schemas.microsoft.com/office/drawing/2014/main" id="{8F7520ED-A4E5-02CA-7B33-DAE585BD8F49}"/>
              </a:ext>
            </a:extLst>
          </p:cNvPr>
          <p:cNvSpPr txBox="1"/>
          <p:nvPr/>
        </p:nvSpPr>
        <p:spPr>
          <a:xfrm>
            <a:off x="4962064" y="4326163"/>
            <a:ext cx="899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>
            <a:extLst>
              <a:ext uri="{FF2B5EF4-FFF2-40B4-BE49-F238E27FC236}">
                <a16:creationId xmlns:a16="http://schemas.microsoft.com/office/drawing/2014/main" id="{2C6E4B51-035E-5E35-08D8-8FE63F57D892}"/>
              </a:ext>
            </a:extLst>
          </p:cNvPr>
          <p:cNvSpPr txBox="1"/>
          <p:nvPr/>
        </p:nvSpPr>
        <p:spPr>
          <a:xfrm>
            <a:off x="5690456" y="4338036"/>
            <a:ext cx="459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>
            <a:extLst>
              <a:ext uri="{FF2B5EF4-FFF2-40B4-BE49-F238E27FC236}">
                <a16:creationId xmlns:a16="http://schemas.microsoft.com/office/drawing/2014/main" id="{E80D1D85-A746-2379-36AE-5A0D9880D697}"/>
              </a:ext>
            </a:extLst>
          </p:cNvPr>
          <p:cNvSpPr txBox="1"/>
          <p:nvPr/>
        </p:nvSpPr>
        <p:spPr>
          <a:xfrm>
            <a:off x="3220336" y="4346833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 hidden="1">
            <a:extLst>
              <a:ext uri="{FF2B5EF4-FFF2-40B4-BE49-F238E27FC236}">
                <a16:creationId xmlns:a16="http://schemas.microsoft.com/office/drawing/2014/main" id="{01D9E502-74C8-5C19-E2FA-955B3A421C11}"/>
              </a:ext>
            </a:extLst>
          </p:cNvPr>
          <p:cNvSpPr/>
          <p:nvPr/>
        </p:nvSpPr>
        <p:spPr>
          <a:xfrm>
            <a:off x="2773505" y="4336328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 hidden="1">
            <a:extLst>
              <a:ext uri="{FF2B5EF4-FFF2-40B4-BE49-F238E27FC236}">
                <a16:creationId xmlns:a16="http://schemas.microsoft.com/office/drawing/2014/main" id="{E0D1CCE4-F09B-092D-D30B-C5D2C075943A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1949536" y="3385147"/>
            <a:ext cx="1281169" cy="951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 hidden="1">
            <a:extLst>
              <a:ext uri="{FF2B5EF4-FFF2-40B4-BE49-F238E27FC236}">
                <a16:creationId xmlns:a16="http://schemas.microsoft.com/office/drawing/2014/main" id="{CDEFA392-DE8D-5136-724B-4A44555A09A9}"/>
              </a:ext>
            </a:extLst>
          </p:cNvPr>
          <p:cNvSpPr/>
          <p:nvPr/>
        </p:nvSpPr>
        <p:spPr>
          <a:xfrm>
            <a:off x="5167182" y="4748560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 hidden="1">
            <a:extLst>
              <a:ext uri="{FF2B5EF4-FFF2-40B4-BE49-F238E27FC236}">
                <a16:creationId xmlns:a16="http://schemas.microsoft.com/office/drawing/2014/main" id="{53084BA0-8570-10EE-3CD8-51CEE5E5FC0C}"/>
              </a:ext>
            </a:extLst>
          </p:cNvPr>
          <p:cNvCxnSpPr>
            <a:cxnSpLocks/>
          </p:cNvCxnSpPr>
          <p:nvPr/>
        </p:nvCxnSpPr>
        <p:spPr>
          <a:xfrm flipH="1" flipV="1">
            <a:off x="2169560" y="3402097"/>
            <a:ext cx="3398072" cy="13958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 hidden="1">
            <a:extLst>
              <a:ext uri="{FF2B5EF4-FFF2-40B4-BE49-F238E27FC236}">
                <a16:creationId xmlns:a16="http://schemas.microsoft.com/office/drawing/2014/main" id="{CEC11DE7-38BF-B944-DC52-DAB572F6A82C}"/>
              </a:ext>
            </a:extLst>
          </p:cNvPr>
          <p:cNvSpPr/>
          <p:nvPr/>
        </p:nvSpPr>
        <p:spPr>
          <a:xfrm>
            <a:off x="3931985" y="474497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" hidden="1">
            <a:extLst>
              <a:ext uri="{FF2B5EF4-FFF2-40B4-BE49-F238E27FC236}">
                <a16:creationId xmlns:a16="http://schemas.microsoft.com/office/drawing/2014/main" id="{FEE2CCD9-4EDD-DBB4-5FDB-45499F282248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3046848" y="3424063"/>
            <a:ext cx="1488674" cy="1320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08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D3EDD-5C2A-2F47-07E6-B52957C08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23086E50-0F21-D83B-957A-431C0ACE1188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0410638-6853-CC87-A902-F08EFFE4EE00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86F217D-31B6-9C5B-8224-B0948D8EA03E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650A324-CC0F-A08A-E30A-E86E466B1CC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5B8DA9F-58A0-4D5E-37CD-F646CBA01AD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BB6F5E8-6FE6-9897-E256-3E4BB5E4882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FE68FF3-F29C-CDD6-6795-B5F16F8E7C1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A81EC83-F0E2-A920-C9CE-9DDF5DF7B8A0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4C36C1B-2048-786B-A9CC-B575AA4D85A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F036023-CA8F-7003-3351-9F5F12474E8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62F7D746-9E91-00A0-42D4-3FBEB21F772A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BBE157A-CF0B-2CFF-5353-043C05D8F3B7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B4DD636-EF78-72F5-8A05-C9A7D81E910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A8C1EC8-B0F9-4AF5-EA02-D71E45B1F5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8A74B7E-8931-7056-BE4E-4AAE16401F6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2189B2A-78B4-3C08-5FE9-AC8D2965B9A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CC632AA-A7F0-B383-8AC1-AFBA7A74671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1A07EE1-E9A9-7221-5A1F-662EACD0673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0A21D81-C95C-7337-E7E8-3DCC056D6CAE}"/>
              </a:ext>
            </a:extLst>
          </p:cNvPr>
          <p:cNvSpPr/>
          <p:nvPr/>
        </p:nvSpPr>
        <p:spPr>
          <a:xfrm>
            <a:off x="356739" y="1036950"/>
            <a:ext cx="4205428" cy="5762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Example - </a:t>
            </a:r>
            <a:r>
              <a:rPr lang="en-US" sz="32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useState</a:t>
            </a:r>
            <a:r>
              <a:rPr lang="en-US" sz="3200" dirty="0">
                <a:solidFill>
                  <a:schemeClr val="tx1"/>
                </a:solidFill>
                <a:latin typeface="Berlin Sans FB" panose="020E0602020502020306" pitchFamily="34" charset="0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225FDD-A34F-3ECA-74E5-3073EEB351D4}"/>
              </a:ext>
            </a:extLst>
          </p:cNvPr>
          <p:cNvSpPr/>
          <p:nvPr/>
        </p:nvSpPr>
        <p:spPr>
          <a:xfrm>
            <a:off x="349779" y="1989078"/>
            <a:ext cx="8403928" cy="4344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import">
            <a:extLst>
              <a:ext uri="{FF2B5EF4-FFF2-40B4-BE49-F238E27FC236}">
                <a16:creationId xmlns:a16="http://schemas.microsoft.com/office/drawing/2014/main" id="{E4CE8C78-B941-B84E-F734-57B48043AF59}"/>
              </a:ext>
            </a:extLst>
          </p:cNvPr>
          <p:cNvSpPr txBox="1"/>
          <p:nvPr/>
        </p:nvSpPr>
        <p:spPr>
          <a:xfrm>
            <a:off x="384948" y="2027824"/>
            <a:ext cx="421942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4" name="arrow-function">
            <a:extLst>
              <a:ext uri="{FF2B5EF4-FFF2-40B4-BE49-F238E27FC236}">
                <a16:creationId xmlns:a16="http://schemas.microsoft.com/office/drawing/2014/main" id="{3361B97C-5313-986B-A6EE-BDD46B335C88}"/>
              </a:ext>
            </a:extLst>
          </p:cNvPr>
          <p:cNvSpPr txBox="1"/>
          <p:nvPr/>
        </p:nvSpPr>
        <p:spPr>
          <a:xfrm>
            <a:off x="426684" y="2550166"/>
            <a:ext cx="287290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counter = () =&gt; {</a:t>
            </a:r>
          </a:p>
        </p:txBody>
      </p:sp>
      <p:sp>
        <p:nvSpPr>
          <p:cNvPr id="7" name="arrow-function-1">
            <a:extLst>
              <a:ext uri="{FF2B5EF4-FFF2-40B4-BE49-F238E27FC236}">
                <a16:creationId xmlns:a16="http://schemas.microsoft.com/office/drawing/2014/main" id="{01881FD6-717E-8047-D62C-2E3802819E2C}"/>
              </a:ext>
            </a:extLst>
          </p:cNvPr>
          <p:cNvSpPr txBox="1"/>
          <p:nvPr/>
        </p:nvSpPr>
        <p:spPr>
          <a:xfrm>
            <a:off x="425366" y="5336994"/>
            <a:ext cx="28886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" name="useState">
            <a:extLst>
              <a:ext uri="{FF2B5EF4-FFF2-40B4-BE49-F238E27FC236}">
                <a16:creationId xmlns:a16="http://schemas.microsoft.com/office/drawing/2014/main" id="{7A4E30E7-EA87-FF07-18C9-D27DB2C42361}"/>
              </a:ext>
            </a:extLst>
          </p:cNvPr>
          <p:cNvSpPr txBox="1"/>
          <p:nvPr/>
        </p:nvSpPr>
        <p:spPr>
          <a:xfrm>
            <a:off x="550150" y="2909060"/>
            <a:ext cx="502894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[ count, </a:t>
            </a:r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 ] = </a:t>
            </a:r>
            <a:r>
              <a:rPr lang="en-US" sz="2400" dirty="0" err="1">
                <a:latin typeface="Berlin Sans FB" panose="020E0602020502020306" pitchFamily="34" charset="0"/>
              </a:rPr>
              <a:t>useState</a:t>
            </a:r>
            <a:r>
              <a:rPr lang="en-US" sz="2400" dirty="0">
                <a:latin typeface="Berlin Sans FB" panose="020E0602020502020306" pitchFamily="34" charset="0"/>
              </a:rPr>
              <a:t>(0)</a:t>
            </a:r>
          </a:p>
        </p:txBody>
      </p:sp>
      <p:sp>
        <p:nvSpPr>
          <p:cNvPr id="10" name="return">
            <a:extLst>
              <a:ext uri="{FF2B5EF4-FFF2-40B4-BE49-F238E27FC236}">
                <a16:creationId xmlns:a16="http://schemas.microsoft.com/office/drawing/2014/main" id="{FB3B6B65-C9A9-9265-93B3-572A6A87EB3C}"/>
              </a:ext>
            </a:extLst>
          </p:cNvPr>
          <p:cNvSpPr txBox="1"/>
          <p:nvPr/>
        </p:nvSpPr>
        <p:spPr>
          <a:xfrm>
            <a:off x="590152" y="3301548"/>
            <a:ext cx="115929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11" name="return-1">
            <a:extLst>
              <a:ext uri="{FF2B5EF4-FFF2-40B4-BE49-F238E27FC236}">
                <a16:creationId xmlns:a16="http://schemas.microsoft.com/office/drawing/2014/main" id="{B40C907A-7DD2-EBC1-3435-6719484FF00A}"/>
              </a:ext>
            </a:extLst>
          </p:cNvPr>
          <p:cNvSpPr txBox="1"/>
          <p:nvPr/>
        </p:nvSpPr>
        <p:spPr>
          <a:xfrm>
            <a:off x="625721" y="4978898"/>
            <a:ext cx="29206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14" name="fragment">
            <a:extLst>
              <a:ext uri="{FF2B5EF4-FFF2-40B4-BE49-F238E27FC236}">
                <a16:creationId xmlns:a16="http://schemas.microsoft.com/office/drawing/2014/main" id="{4BABCDD5-8A91-DD1A-AC3B-423B60D6C9C6}"/>
              </a:ext>
            </a:extLst>
          </p:cNvPr>
          <p:cNvSpPr txBox="1"/>
          <p:nvPr/>
        </p:nvSpPr>
        <p:spPr>
          <a:xfrm>
            <a:off x="779984" y="3630119"/>
            <a:ext cx="79701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5" name="fragment-1">
            <a:extLst>
              <a:ext uri="{FF2B5EF4-FFF2-40B4-BE49-F238E27FC236}">
                <a16:creationId xmlns:a16="http://schemas.microsoft.com/office/drawing/2014/main" id="{3A65F749-D23E-2F9D-EFD1-6D19597BAD2E}"/>
              </a:ext>
            </a:extLst>
          </p:cNvPr>
          <p:cNvSpPr txBox="1"/>
          <p:nvPr/>
        </p:nvSpPr>
        <p:spPr>
          <a:xfrm>
            <a:off x="779984" y="4653892"/>
            <a:ext cx="88517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26" name="paragraph">
            <a:extLst>
              <a:ext uri="{FF2B5EF4-FFF2-40B4-BE49-F238E27FC236}">
                <a16:creationId xmlns:a16="http://schemas.microsoft.com/office/drawing/2014/main" id="{243ABA69-7054-67B4-1800-24CEB6D932E4}"/>
              </a:ext>
            </a:extLst>
          </p:cNvPr>
          <p:cNvSpPr txBox="1"/>
          <p:nvPr/>
        </p:nvSpPr>
        <p:spPr>
          <a:xfrm>
            <a:off x="1020862" y="3951696"/>
            <a:ext cx="57579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&lt;p&gt;</a:t>
            </a:r>
          </a:p>
        </p:txBody>
      </p:sp>
      <p:sp>
        <p:nvSpPr>
          <p:cNvPr id="29" name="paragraph-1">
            <a:extLst>
              <a:ext uri="{FF2B5EF4-FFF2-40B4-BE49-F238E27FC236}">
                <a16:creationId xmlns:a16="http://schemas.microsoft.com/office/drawing/2014/main" id="{FDDA11A2-8D0F-8302-2DCA-1B01EFB7A916}"/>
              </a:ext>
            </a:extLst>
          </p:cNvPr>
          <p:cNvSpPr txBox="1"/>
          <p:nvPr/>
        </p:nvSpPr>
        <p:spPr>
          <a:xfrm>
            <a:off x="3469043" y="3978962"/>
            <a:ext cx="66396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&lt;/p&gt;</a:t>
            </a:r>
          </a:p>
        </p:txBody>
      </p:sp>
      <p:sp>
        <p:nvSpPr>
          <p:cNvPr id="30" name="count">
            <a:extLst>
              <a:ext uri="{FF2B5EF4-FFF2-40B4-BE49-F238E27FC236}">
                <a16:creationId xmlns:a16="http://schemas.microsoft.com/office/drawing/2014/main" id="{23E4A7EA-763B-76B1-44CA-729D78F04C88}"/>
              </a:ext>
            </a:extLst>
          </p:cNvPr>
          <p:cNvSpPr txBox="1"/>
          <p:nvPr/>
        </p:nvSpPr>
        <p:spPr>
          <a:xfrm>
            <a:off x="1497875" y="3961665"/>
            <a:ext cx="117532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: </a:t>
            </a:r>
          </a:p>
        </p:txBody>
      </p:sp>
      <p:sp>
        <p:nvSpPr>
          <p:cNvPr id="31" name="count-1">
            <a:extLst>
              <a:ext uri="{FF2B5EF4-FFF2-40B4-BE49-F238E27FC236}">
                <a16:creationId xmlns:a16="http://schemas.microsoft.com/office/drawing/2014/main" id="{74A9A4E6-9526-897D-3738-97B15B3BFDD4}"/>
              </a:ext>
            </a:extLst>
          </p:cNvPr>
          <p:cNvSpPr txBox="1"/>
          <p:nvPr/>
        </p:nvSpPr>
        <p:spPr>
          <a:xfrm>
            <a:off x="2455331" y="3969995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{ </a:t>
            </a:r>
          </a:p>
        </p:txBody>
      </p:sp>
      <p:sp>
        <p:nvSpPr>
          <p:cNvPr id="67" name="count-2">
            <a:extLst>
              <a:ext uri="{FF2B5EF4-FFF2-40B4-BE49-F238E27FC236}">
                <a16:creationId xmlns:a16="http://schemas.microsoft.com/office/drawing/2014/main" id="{4E0548C2-23EC-64C8-7B49-B6284CB32348}"/>
              </a:ext>
            </a:extLst>
          </p:cNvPr>
          <p:cNvSpPr txBox="1"/>
          <p:nvPr/>
        </p:nvSpPr>
        <p:spPr>
          <a:xfrm>
            <a:off x="3337679" y="3977593"/>
            <a:ext cx="36580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8" name="count-3">
            <a:extLst>
              <a:ext uri="{FF2B5EF4-FFF2-40B4-BE49-F238E27FC236}">
                <a16:creationId xmlns:a16="http://schemas.microsoft.com/office/drawing/2014/main" id="{891E4168-14B3-A406-8520-80F952A84277}"/>
              </a:ext>
            </a:extLst>
          </p:cNvPr>
          <p:cNvSpPr txBox="1"/>
          <p:nvPr/>
        </p:nvSpPr>
        <p:spPr>
          <a:xfrm>
            <a:off x="2588288" y="3969995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 </a:t>
            </a:r>
          </a:p>
        </p:txBody>
      </p:sp>
      <p:sp>
        <p:nvSpPr>
          <p:cNvPr id="32" name="button">
            <a:extLst>
              <a:ext uri="{FF2B5EF4-FFF2-40B4-BE49-F238E27FC236}">
                <a16:creationId xmlns:a16="http://schemas.microsoft.com/office/drawing/2014/main" id="{1F61F9AA-5DF6-4100-652A-FAC69D6C08F1}"/>
              </a:ext>
            </a:extLst>
          </p:cNvPr>
          <p:cNvSpPr txBox="1"/>
          <p:nvPr/>
        </p:nvSpPr>
        <p:spPr>
          <a:xfrm>
            <a:off x="973484" y="4307992"/>
            <a:ext cx="116249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38" name="button-1">
            <a:extLst>
              <a:ext uri="{FF2B5EF4-FFF2-40B4-BE49-F238E27FC236}">
                <a16:creationId xmlns:a16="http://schemas.microsoft.com/office/drawing/2014/main" id="{4F1BD2A3-10B8-E231-665D-CA2242D2CBE5}"/>
              </a:ext>
            </a:extLst>
          </p:cNvPr>
          <p:cNvSpPr txBox="1"/>
          <p:nvPr/>
        </p:nvSpPr>
        <p:spPr>
          <a:xfrm>
            <a:off x="6160410" y="4326163"/>
            <a:ext cx="21691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&gt;Add &lt;/button&gt;</a:t>
            </a:r>
          </a:p>
        </p:txBody>
      </p:sp>
      <p:sp>
        <p:nvSpPr>
          <p:cNvPr id="40" name="onClick">
            <a:extLst>
              <a:ext uri="{FF2B5EF4-FFF2-40B4-BE49-F238E27FC236}">
                <a16:creationId xmlns:a16="http://schemas.microsoft.com/office/drawing/2014/main" id="{95FADB7D-1FEE-1167-8F27-69DACD122E16}"/>
              </a:ext>
            </a:extLst>
          </p:cNvPr>
          <p:cNvSpPr txBox="1"/>
          <p:nvPr/>
        </p:nvSpPr>
        <p:spPr>
          <a:xfrm>
            <a:off x="2065176" y="4316323"/>
            <a:ext cx="135005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onClick</a:t>
            </a:r>
            <a:r>
              <a:rPr lang="en-US" sz="24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62" name="onClick-1">
            <a:extLst>
              <a:ext uri="{FF2B5EF4-FFF2-40B4-BE49-F238E27FC236}">
                <a16:creationId xmlns:a16="http://schemas.microsoft.com/office/drawing/2014/main" id="{6AE46DAF-B849-74C7-A1A7-F6B691B0235F}"/>
              </a:ext>
            </a:extLst>
          </p:cNvPr>
          <p:cNvSpPr txBox="1"/>
          <p:nvPr/>
        </p:nvSpPr>
        <p:spPr>
          <a:xfrm>
            <a:off x="6030467" y="4345827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</a:t>
            </a:r>
            <a:endParaRPr lang="en-US" sz="2400" dirty="0"/>
          </a:p>
        </p:txBody>
      </p:sp>
      <p:sp>
        <p:nvSpPr>
          <p:cNvPr id="42" name="setCount">
            <a:extLst>
              <a:ext uri="{FF2B5EF4-FFF2-40B4-BE49-F238E27FC236}">
                <a16:creationId xmlns:a16="http://schemas.microsoft.com/office/drawing/2014/main" id="{2236D360-1357-83DF-2CD3-C9C8543F6364}"/>
              </a:ext>
            </a:extLst>
          </p:cNvPr>
          <p:cNvSpPr txBox="1"/>
          <p:nvPr/>
        </p:nvSpPr>
        <p:spPr>
          <a:xfrm>
            <a:off x="3705432" y="4336374"/>
            <a:ext cx="21691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setCount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  <a:endParaRPr lang="en-US" sz="2400" dirty="0"/>
          </a:p>
        </p:txBody>
      </p:sp>
      <p:sp>
        <p:nvSpPr>
          <p:cNvPr id="46" name="setCount-1">
            <a:extLst>
              <a:ext uri="{FF2B5EF4-FFF2-40B4-BE49-F238E27FC236}">
                <a16:creationId xmlns:a16="http://schemas.microsoft.com/office/drawing/2014/main" id="{3FCB8D34-FCFE-C91B-7CC4-E3B933AED373}"/>
              </a:ext>
            </a:extLst>
          </p:cNvPr>
          <p:cNvSpPr txBox="1"/>
          <p:nvPr/>
        </p:nvSpPr>
        <p:spPr>
          <a:xfrm>
            <a:off x="5936324" y="4337000"/>
            <a:ext cx="251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4" name="count">
            <a:extLst>
              <a:ext uri="{FF2B5EF4-FFF2-40B4-BE49-F238E27FC236}">
                <a16:creationId xmlns:a16="http://schemas.microsoft.com/office/drawing/2014/main" id="{FF04FB2C-C6AF-E743-BCC0-7E1B09D036FB}"/>
              </a:ext>
            </a:extLst>
          </p:cNvPr>
          <p:cNvSpPr txBox="1"/>
          <p:nvPr/>
        </p:nvSpPr>
        <p:spPr>
          <a:xfrm>
            <a:off x="4962064" y="4326163"/>
            <a:ext cx="899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count</a:t>
            </a:r>
            <a:endParaRPr lang="en-US" sz="2400" dirty="0"/>
          </a:p>
        </p:txBody>
      </p:sp>
      <p:sp>
        <p:nvSpPr>
          <p:cNvPr id="63" name="count">
            <a:extLst>
              <a:ext uri="{FF2B5EF4-FFF2-40B4-BE49-F238E27FC236}">
                <a16:creationId xmlns:a16="http://schemas.microsoft.com/office/drawing/2014/main" id="{A8B13F83-122F-5C1B-9E33-46A6181854F1}"/>
              </a:ext>
            </a:extLst>
          </p:cNvPr>
          <p:cNvSpPr txBox="1"/>
          <p:nvPr/>
        </p:nvSpPr>
        <p:spPr>
          <a:xfrm>
            <a:off x="5690456" y="4338036"/>
            <a:ext cx="459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+1</a:t>
            </a:r>
            <a:endParaRPr lang="en-US" sz="2400" dirty="0"/>
          </a:p>
        </p:txBody>
      </p:sp>
      <p:sp>
        <p:nvSpPr>
          <p:cNvPr id="60" name="arrow-function">
            <a:extLst>
              <a:ext uri="{FF2B5EF4-FFF2-40B4-BE49-F238E27FC236}">
                <a16:creationId xmlns:a16="http://schemas.microsoft.com/office/drawing/2014/main" id="{3C8110F2-EDC0-8448-245A-34D3BB88A5E3}"/>
              </a:ext>
            </a:extLst>
          </p:cNvPr>
          <p:cNvSpPr txBox="1"/>
          <p:nvPr/>
        </p:nvSpPr>
        <p:spPr>
          <a:xfrm>
            <a:off x="3220336" y="4346833"/>
            <a:ext cx="7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()=&gt;</a:t>
            </a:r>
            <a:endParaRPr lang="en-US" sz="2400" dirty="0"/>
          </a:p>
        </p:txBody>
      </p:sp>
      <p:sp>
        <p:nvSpPr>
          <p:cNvPr id="69" name="count">
            <a:extLst>
              <a:ext uri="{FF2B5EF4-FFF2-40B4-BE49-F238E27FC236}">
                <a16:creationId xmlns:a16="http://schemas.microsoft.com/office/drawing/2014/main" id="{114D6F6F-3EF6-59FE-B74A-BE12072E727E}"/>
              </a:ext>
            </a:extLst>
          </p:cNvPr>
          <p:cNvSpPr/>
          <p:nvPr/>
        </p:nvSpPr>
        <p:spPr>
          <a:xfrm>
            <a:off x="2558999" y="4000935"/>
            <a:ext cx="914400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count-1">
            <a:extLst>
              <a:ext uri="{FF2B5EF4-FFF2-40B4-BE49-F238E27FC236}">
                <a16:creationId xmlns:a16="http://schemas.microsoft.com/office/drawing/2014/main" id="{0046FF63-596A-4525-76D3-AE444DD38293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2000014" y="3293219"/>
            <a:ext cx="1016185" cy="707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unt-2">
            <a:extLst>
              <a:ext uri="{FF2B5EF4-FFF2-40B4-BE49-F238E27FC236}">
                <a16:creationId xmlns:a16="http://schemas.microsoft.com/office/drawing/2014/main" id="{69D9ABB6-86EC-1996-64A8-7BBB0E0D7456}"/>
              </a:ext>
            </a:extLst>
          </p:cNvPr>
          <p:cNvSpPr/>
          <p:nvPr/>
        </p:nvSpPr>
        <p:spPr>
          <a:xfrm>
            <a:off x="5021992" y="4357033"/>
            <a:ext cx="800901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unt-3">
            <a:extLst>
              <a:ext uri="{FF2B5EF4-FFF2-40B4-BE49-F238E27FC236}">
                <a16:creationId xmlns:a16="http://schemas.microsoft.com/office/drawing/2014/main" id="{2EFE29FA-258C-5DE7-9EF6-2C127CAC0ADE}"/>
              </a:ext>
            </a:extLst>
          </p:cNvPr>
          <p:cNvCxnSpPr>
            <a:cxnSpLocks/>
          </p:cNvCxnSpPr>
          <p:nvPr/>
        </p:nvCxnSpPr>
        <p:spPr>
          <a:xfrm flipH="1" flipV="1">
            <a:off x="2048268" y="3287517"/>
            <a:ext cx="3342324" cy="10882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etCount">
            <a:extLst>
              <a:ext uri="{FF2B5EF4-FFF2-40B4-BE49-F238E27FC236}">
                <a16:creationId xmlns:a16="http://schemas.microsoft.com/office/drawing/2014/main" id="{9F189AFB-4FF5-4F39-6689-A7B1461B5A02}"/>
              </a:ext>
            </a:extLst>
          </p:cNvPr>
          <p:cNvSpPr/>
          <p:nvPr/>
        </p:nvSpPr>
        <p:spPr>
          <a:xfrm>
            <a:off x="3746007" y="4375730"/>
            <a:ext cx="1207073" cy="45484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etCount-1">
            <a:extLst>
              <a:ext uri="{FF2B5EF4-FFF2-40B4-BE49-F238E27FC236}">
                <a16:creationId xmlns:a16="http://schemas.microsoft.com/office/drawing/2014/main" id="{39A6FE01-40AC-17E1-D5EC-EC9247315226}"/>
              </a:ext>
            </a:extLst>
          </p:cNvPr>
          <p:cNvCxnSpPr>
            <a:cxnSpLocks/>
            <a:stCxn id="79" idx="0"/>
            <a:endCxn id="8" idx="2"/>
          </p:cNvCxnSpPr>
          <p:nvPr/>
        </p:nvCxnSpPr>
        <p:spPr>
          <a:xfrm flipH="1" flipV="1">
            <a:off x="3064621" y="3370725"/>
            <a:ext cx="1284923" cy="10050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222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6" grpId="0" animBg="1"/>
      <p:bldP spid="7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47E08-DDC6-1D32-22C4-4C0FB61B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C280AD06-DADA-89CE-ABD6-8331E447DAC3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A3423C4-5745-C420-4CFC-C88BC25D33FD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5C059128-1C7A-9C3C-A355-0AF734633A3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70F3EDC-17C5-9702-C00B-1F759D565BC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FD83208E-135E-61A3-D167-9AA3F50E06C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1BD45DA-3F85-857E-F9D3-8B9BE35AECA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2D40703-FF90-1CBD-6975-188AB929438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D20003A-1136-529C-630A-1CCE6D40433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263ECB4-466F-EC97-B5E4-E8D70B8F233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827831C-B14F-EE78-EE55-E935623E693B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6CED730-5881-2347-9A8D-D15E44255432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B6952F76-2DBA-7D65-7A97-17E97E6FB73E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2F6A473-EA42-132C-C44C-07FE41ACFD8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CF75B30A-3C69-D820-444C-06CECF7E4A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4A5FD14-4340-203D-1E08-B99C46C4220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279C785-9BB1-BED0-2264-FF641417A31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40880DF-86C0-29AB-7A0E-936605FC4B1E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003E456-9DF9-E411-C09F-B5EADA8F2C1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BDBDDC9-2522-33B3-C830-506F8AD7DD61}"/>
              </a:ext>
            </a:extLst>
          </p:cNvPr>
          <p:cNvSpPr/>
          <p:nvPr/>
        </p:nvSpPr>
        <p:spPr>
          <a:xfrm>
            <a:off x="305946" y="1085186"/>
            <a:ext cx="4079241" cy="6157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useEffect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– side effects</a:t>
            </a:r>
          </a:p>
        </p:txBody>
      </p:sp>
      <p:grpSp>
        <p:nvGrpSpPr>
          <p:cNvPr id="14" name="pattern-1">
            <a:extLst>
              <a:ext uri="{FF2B5EF4-FFF2-40B4-BE49-F238E27FC236}">
                <a16:creationId xmlns:a16="http://schemas.microsoft.com/office/drawing/2014/main" id="{AC8FBA2D-A252-B8AD-7D4D-0E63CF725508}"/>
              </a:ext>
            </a:extLst>
          </p:cNvPr>
          <p:cNvGrpSpPr/>
          <p:nvPr/>
        </p:nvGrpSpPr>
        <p:grpSpPr>
          <a:xfrm>
            <a:off x="305946" y="2681140"/>
            <a:ext cx="8484093" cy="991863"/>
            <a:chOff x="305946" y="2027826"/>
            <a:chExt cx="5868712" cy="9918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1C1585-B78A-47E0-30C8-9B9D7A119174}"/>
                </a:ext>
              </a:extLst>
            </p:cNvPr>
            <p:cNvSpPr/>
            <p:nvPr/>
          </p:nvSpPr>
          <p:spPr>
            <a:xfrm>
              <a:off x="305946" y="2027826"/>
              <a:ext cx="5868712" cy="99186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54D4C17-67EF-6F58-3843-2D62F8B85C8B}"/>
                </a:ext>
              </a:extLst>
            </p:cNvPr>
            <p:cNvSpPr txBox="1"/>
            <p:nvPr/>
          </p:nvSpPr>
          <p:spPr>
            <a:xfrm>
              <a:off x="488939" y="2443983"/>
              <a:ext cx="46817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Berlin Sans FB" panose="020E0602020502020306" pitchFamily="34" charset="0"/>
                </a:rPr>
                <a:t>useEffect</a:t>
              </a:r>
              <a:r>
                <a:rPr lang="en-US" sz="2400" dirty="0">
                  <a:latin typeface="Berlin Sans FB" panose="020E0602020502020306" pitchFamily="34" charset="0"/>
                </a:rPr>
                <a:t>(()=&gt;{ console.log(“runs on every render”) })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4DDB16-5556-F1D7-5EBA-2BCBB4C7E1AC}"/>
                </a:ext>
              </a:extLst>
            </p:cNvPr>
            <p:cNvSpPr txBox="1"/>
            <p:nvPr/>
          </p:nvSpPr>
          <p:spPr>
            <a:xfrm>
              <a:off x="356740" y="2083763"/>
              <a:ext cx="33457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1. No passed dependency</a:t>
              </a:r>
            </a:p>
          </p:txBody>
        </p:sp>
      </p:grpSp>
      <p:grpSp>
        <p:nvGrpSpPr>
          <p:cNvPr id="15" name="pattern-2">
            <a:extLst>
              <a:ext uri="{FF2B5EF4-FFF2-40B4-BE49-F238E27FC236}">
                <a16:creationId xmlns:a16="http://schemas.microsoft.com/office/drawing/2014/main" id="{0D4138FE-7847-2296-1D76-0F2C437F45C1}"/>
              </a:ext>
            </a:extLst>
          </p:cNvPr>
          <p:cNvGrpSpPr/>
          <p:nvPr/>
        </p:nvGrpSpPr>
        <p:grpSpPr>
          <a:xfrm>
            <a:off x="277330" y="3818289"/>
            <a:ext cx="8484093" cy="1026623"/>
            <a:chOff x="345273" y="2027826"/>
            <a:chExt cx="8484093" cy="102662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86B922E-BB99-A497-3D21-56F0197EAAFB}"/>
                </a:ext>
              </a:extLst>
            </p:cNvPr>
            <p:cNvSpPr/>
            <p:nvPr/>
          </p:nvSpPr>
          <p:spPr>
            <a:xfrm>
              <a:off x="345273" y="2027826"/>
              <a:ext cx="8484093" cy="102662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30F340-C60C-B036-678D-6B67897072C8}"/>
                </a:ext>
              </a:extLst>
            </p:cNvPr>
            <p:cNvSpPr txBox="1"/>
            <p:nvPr/>
          </p:nvSpPr>
          <p:spPr>
            <a:xfrm>
              <a:off x="602998" y="2466741"/>
              <a:ext cx="75151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Berlin Sans FB" panose="020E0602020502020306" pitchFamily="34" charset="0"/>
                </a:rPr>
                <a:t>useEffect</a:t>
              </a:r>
              <a:r>
                <a:rPr lang="en-US" sz="2400" dirty="0">
                  <a:latin typeface="Berlin Sans FB" panose="020E0602020502020306" pitchFamily="34" charset="0"/>
                </a:rPr>
                <a:t>(()=&gt;{ console.log(“runs only the first render”)},[])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904ED9-75C1-5D86-E36F-C33CA777A041}"/>
                </a:ext>
              </a:extLst>
            </p:cNvPr>
            <p:cNvSpPr txBox="1"/>
            <p:nvPr/>
          </p:nvSpPr>
          <p:spPr>
            <a:xfrm>
              <a:off x="356740" y="2083763"/>
              <a:ext cx="25939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2. An empty array</a:t>
              </a:r>
            </a:p>
          </p:txBody>
        </p:sp>
      </p:grpSp>
      <p:grpSp>
        <p:nvGrpSpPr>
          <p:cNvPr id="20" name="pattern-3">
            <a:extLst>
              <a:ext uri="{FF2B5EF4-FFF2-40B4-BE49-F238E27FC236}">
                <a16:creationId xmlns:a16="http://schemas.microsoft.com/office/drawing/2014/main" id="{555C4A3F-BAF2-F110-B0A6-8304625717BC}"/>
              </a:ext>
            </a:extLst>
          </p:cNvPr>
          <p:cNvGrpSpPr/>
          <p:nvPr/>
        </p:nvGrpSpPr>
        <p:grpSpPr>
          <a:xfrm>
            <a:off x="265863" y="5000022"/>
            <a:ext cx="8484093" cy="1410609"/>
            <a:chOff x="345273" y="2027825"/>
            <a:chExt cx="8484093" cy="141060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B836E9-FB6D-494C-4B82-842BEA5B130B}"/>
                </a:ext>
              </a:extLst>
            </p:cNvPr>
            <p:cNvSpPr/>
            <p:nvPr/>
          </p:nvSpPr>
          <p:spPr>
            <a:xfrm>
              <a:off x="345273" y="2027825"/>
              <a:ext cx="8484093" cy="14106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84CCC41-0E6E-F7B1-16EF-7792B0DF5D24}"/>
                </a:ext>
              </a:extLst>
            </p:cNvPr>
            <p:cNvSpPr txBox="1"/>
            <p:nvPr/>
          </p:nvSpPr>
          <p:spPr>
            <a:xfrm>
              <a:off x="602998" y="2466741"/>
              <a:ext cx="809930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latin typeface="Berlin Sans FB" panose="020E0602020502020306" pitchFamily="34" charset="0"/>
                </a:rPr>
                <a:t>useEffect</a:t>
              </a:r>
              <a:r>
                <a:rPr lang="en-US" sz="2400" dirty="0">
                  <a:latin typeface="Berlin Sans FB" panose="020E0602020502020306" pitchFamily="34" charset="0"/>
                </a:rPr>
                <a:t>(()=&gt;{ console.log(“runs only the first render and </a:t>
              </a:r>
              <a:br>
                <a:rPr lang="en-US" sz="2400" dirty="0">
                  <a:latin typeface="Berlin Sans FB" panose="020E0602020502020306" pitchFamily="34" charset="0"/>
                </a:rPr>
              </a:br>
              <a:r>
                <a:rPr lang="en-US" sz="2400" dirty="0">
                  <a:latin typeface="Berlin Sans FB" panose="020E0602020502020306" pitchFamily="34" charset="0"/>
                </a:rPr>
                <a:t>any time the dependency changes”)},[value])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89B3069-BD12-F555-C70A-719A7A12157D}"/>
                </a:ext>
              </a:extLst>
            </p:cNvPr>
            <p:cNvSpPr txBox="1"/>
            <p:nvPr/>
          </p:nvSpPr>
          <p:spPr>
            <a:xfrm>
              <a:off x="356740" y="2083763"/>
              <a:ext cx="31037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3. Props or state values</a:t>
              </a:r>
            </a:p>
          </p:txBody>
        </p:sp>
      </p:grpSp>
      <p:grpSp>
        <p:nvGrpSpPr>
          <p:cNvPr id="24" name="pattern-1">
            <a:extLst>
              <a:ext uri="{FF2B5EF4-FFF2-40B4-BE49-F238E27FC236}">
                <a16:creationId xmlns:a16="http://schemas.microsoft.com/office/drawing/2014/main" id="{5229E67E-E7C3-50BA-E7C7-5D202A922247}"/>
              </a:ext>
            </a:extLst>
          </p:cNvPr>
          <p:cNvGrpSpPr/>
          <p:nvPr/>
        </p:nvGrpSpPr>
        <p:grpSpPr>
          <a:xfrm>
            <a:off x="288797" y="1704619"/>
            <a:ext cx="6053009" cy="645291"/>
            <a:chOff x="305946" y="2027826"/>
            <a:chExt cx="4187055" cy="59948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D7FC9B6-8857-DA69-BDE8-9CDEC7CBBAF8}"/>
                </a:ext>
              </a:extLst>
            </p:cNvPr>
            <p:cNvSpPr/>
            <p:nvPr/>
          </p:nvSpPr>
          <p:spPr>
            <a:xfrm>
              <a:off x="305946" y="2027826"/>
              <a:ext cx="4187055" cy="5994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5FF4A2-5210-3264-92C0-2658AF4222F1}"/>
                </a:ext>
              </a:extLst>
            </p:cNvPr>
            <p:cNvSpPr txBox="1"/>
            <p:nvPr/>
          </p:nvSpPr>
          <p:spPr>
            <a:xfrm>
              <a:off x="1143006" y="2090061"/>
              <a:ext cx="33023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Berlin Sans FB" panose="020E0602020502020306" pitchFamily="34" charset="0"/>
                </a:rPr>
                <a:t>useEffect</a:t>
              </a:r>
              <a:r>
                <a:rPr lang="en-US" sz="2400" dirty="0">
                  <a:latin typeface="Berlin Sans FB" panose="020E0602020502020306" pitchFamily="34" charset="0"/>
                </a:rPr>
                <a:t>(&lt;function/&gt;,[dependency]);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6FDD5CC-8586-DE64-5E89-7746D1AEFCF5}"/>
                </a:ext>
              </a:extLst>
            </p:cNvPr>
            <p:cNvSpPr txBox="1"/>
            <p:nvPr/>
          </p:nvSpPr>
          <p:spPr>
            <a:xfrm>
              <a:off x="356740" y="2083763"/>
              <a:ext cx="8706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Berlin Sans FB" panose="020E0602020502020306" pitchFamily="34" charset="0"/>
                </a:rPr>
                <a:t>Syntax 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799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7F8C9-FBE4-A895-BF9D-806F538A8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6FDE85B4-4283-7C1E-98CC-4617081BF157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376E8E5-59B6-5020-C271-B774BFE3DE2D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467FC77-B5EC-7543-1399-0BBB47A0ECA1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B6F40DD7-A62C-0ACF-6480-17D28578D75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6209F69-4565-4F10-87FE-E43848B26DC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3F4B24B-13C3-E964-ABE1-D3476C90C55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627DCB7-DBC6-2205-5859-6CECE0AE472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D11E869-621E-7C93-1F99-1356577C3CD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01926A8-15A8-622F-91B6-E0A78986638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EF414A9-F8D7-2F3A-9E11-223D2431A08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DECC3F1B-0525-BD16-156D-23C05D322D0A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68CF0A7-1C6E-96C2-0DCC-55EF2B89CBA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5AF1AA3-E384-981C-241A-E07BC1763C4D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D8DA893-6EF6-674A-2C29-E9522C3D88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E990A19-F42A-ECE2-C458-B5E0D30F29B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3471A1A-B77B-925C-8614-84E3038BEE4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E9F3D48-2B0E-C1D8-D3A8-925C3D243342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0E47B5A-B6E5-125C-63B8-53FE1D28DF7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6EB7BA6-D5BD-0102-1D2D-F9E8EC7AB5C2}"/>
              </a:ext>
            </a:extLst>
          </p:cNvPr>
          <p:cNvSpPr/>
          <p:nvPr/>
        </p:nvSpPr>
        <p:spPr>
          <a:xfrm>
            <a:off x="305946" y="1045858"/>
            <a:ext cx="4079241" cy="6157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useEffect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– example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856908-7807-90EF-DD72-1B5928D64515}"/>
              </a:ext>
            </a:extLst>
          </p:cNvPr>
          <p:cNvGrpSpPr/>
          <p:nvPr/>
        </p:nvGrpSpPr>
        <p:grpSpPr>
          <a:xfrm>
            <a:off x="304243" y="1674566"/>
            <a:ext cx="8505460" cy="4924930"/>
            <a:chOff x="304243" y="1676508"/>
            <a:chExt cx="8505460" cy="48029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9E8D46B-00F8-F09E-FD9B-378036170935}"/>
                </a:ext>
              </a:extLst>
            </p:cNvPr>
            <p:cNvSpPr/>
            <p:nvPr/>
          </p:nvSpPr>
          <p:spPr>
            <a:xfrm>
              <a:off x="304243" y="1752940"/>
              <a:ext cx="8505460" cy="47265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card">
              <a:extLst>
                <a:ext uri="{FF2B5EF4-FFF2-40B4-BE49-F238E27FC236}">
                  <a16:creationId xmlns:a16="http://schemas.microsoft.com/office/drawing/2014/main" id="{821AFC28-38DD-38CA-4DAB-FABB2741071E}"/>
                </a:ext>
              </a:extLst>
            </p:cNvPr>
            <p:cNvSpPr txBox="1"/>
            <p:nvPr/>
          </p:nvSpPr>
          <p:spPr>
            <a:xfrm>
              <a:off x="6731890" y="1676508"/>
              <a:ext cx="20778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Berlin Sans FB" panose="020E0602020502020306" pitchFamily="34" charset="0"/>
                </a:rPr>
                <a:t>components.jsx</a:t>
              </a:r>
              <a:endParaRPr lang="en-US" sz="24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7" name="card">
            <a:extLst>
              <a:ext uri="{FF2B5EF4-FFF2-40B4-BE49-F238E27FC236}">
                <a16:creationId xmlns:a16="http://schemas.microsoft.com/office/drawing/2014/main" id="{4BC58B6D-81C6-6E24-2B6F-9BAA85B9EBFC}"/>
              </a:ext>
            </a:extLst>
          </p:cNvPr>
          <p:cNvSpPr txBox="1"/>
          <p:nvPr/>
        </p:nvSpPr>
        <p:spPr>
          <a:xfrm>
            <a:off x="516356" y="2225739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Card = () =&gt; {</a:t>
            </a:r>
          </a:p>
        </p:txBody>
      </p:sp>
      <p:sp>
        <p:nvSpPr>
          <p:cNvPr id="11" name="card-1">
            <a:extLst>
              <a:ext uri="{FF2B5EF4-FFF2-40B4-BE49-F238E27FC236}">
                <a16:creationId xmlns:a16="http://schemas.microsoft.com/office/drawing/2014/main" id="{ADAFFE2E-363C-AC3E-2600-8BB3A4E4998A}"/>
              </a:ext>
            </a:extLst>
          </p:cNvPr>
          <p:cNvSpPr txBox="1"/>
          <p:nvPr/>
        </p:nvSpPr>
        <p:spPr>
          <a:xfrm>
            <a:off x="498935" y="445833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19" name="export-card">
            <a:extLst>
              <a:ext uri="{FF2B5EF4-FFF2-40B4-BE49-F238E27FC236}">
                <a16:creationId xmlns:a16="http://schemas.microsoft.com/office/drawing/2014/main" id="{E48EBDB0-D570-FFC6-AB75-8D60353B01F7}"/>
              </a:ext>
            </a:extLst>
          </p:cNvPr>
          <p:cNvSpPr txBox="1"/>
          <p:nvPr/>
        </p:nvSpPr>
        <p:spPr>
          <a:xfrm>
            <a:off x="488302" y="4868440"/>
            <a:ext cx="2786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export default Card </a:t>
            </a:r>
          </a:p>
        </p:txBody>
      </p:sp>
      <p:sp>
        <p:nvSpPr>
          <p:cNvPr id="28" name="return">
            <a:extLst>
              <a:ext uri="{FF2B5EF4-FFF2-40B4-BE49-F238E27FC236}">
                <a16:creationId xmlns:a16="http://schemas.microsoft.com/office/drawing/2014/main" id="{53D10518-5B2E-55BF-7F65-4FAA8FC01FD7}"/>
              </a:ext>
            </a:extLst>
          </p:cNvPr>
          <p:cNvSpPr txBox="1"/>
          <p:nvPr/>
        </p:nvSpPr>
        <p:spPr>
          <a:xfrm>
            <a:off x="737319" y="2586344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29" name="return-1">
            <a:extLst>
              <a:ext uri="{FF2B5EF4-FFF2-40B4-BE49-F238E27FC236}">
                <a16:creationId xmlns:a16="http://schemas.microsoft.com/office/drawing/2014/main" id="{F1980585-5D4A-FF1C-AD32-BCD7E16877C3}"/>
              </a:ext>
            </a:extLst>
          </p:cNvPr>
          <p:cNvSpPr txBox="1"/>
          <p:nvPr/>
        </p:nvSpPr>
        <p:spPr>
          <a:xfrm>
            <a:off x="739641" y="4110942"/>
            <a:ext cx="292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0" name="component">
            <a:extLst>
              <a:ext uri="{FF2B5EF4-FFF2-40B4-BE49-F238E27FC236}">
                <a16:creationId xmlns:a16="http://schemas.microsoft.com/office/drawing/2014/main" id="{080F371F-177A-993E-CA2C-3E1F2E329660}"/>
              </a:ext>
            </a:extLst>
          </p:cNvPr>
          <p:cNvSpPr txBox="1"/>
          <p:nvPr/>
        </p:nvSpPr>
        <p:spPr>
          <a:xfrm>
            <a:off x="1031709" y="2983340"/>
            <a:ext cx="797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31" name="component-1">
            <a:extLst>
              <a:ext uri="{FF2B5EF4-FFF2-40B4-BE49-F238E27FC236}">
                <a16:creationId xmlns:a16="http://schemas.microsoft.com/office/drawing/2014/main" id="{AF36F256-9CBD-AA66-F3CD-2AEA45FA644B}"/>
              </a:ext>
            </a:extLst>
          </p:cNvPr>
          <p:cNvSpPr txBox="1"/>
          <p:nvPr/>
        </p:nvSpPr>
        <p:spPr>
          <a:xfrm>
            <a:off x="996293" y="3716143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2" name="component-2">
            <a:extLst>
              <a:ext uri="{FF2B5EF4-FFF2-40B4-BE49-F238E27FC236}">
                <a16:creationId xmlns:a16="http://schemas.microsoft.com/office/drawing/2014/main" id="{83CD830A-2238-7BAE-289E-67679A27CD84}"/>
              </a:ext>
            </a:extLst>
          </p:cNvPr>
          <p:cNvSpPr txBox="1"/>
          <p:nvPr/>
        </p:nvSpPr>
        <p:spPr>
          <a:xfrm>
            <a:off x="1316965" y="3330972"/>
            <a:ext cx="3182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This is Component Card</a:t>
            </a:r>
          </a:p>
        </p:txBody>
      </p:sp>
      <p:sp>
        <p:nvSpPr>
          <p:cNvPr id="33" name="import-useEffect">
            <a:extLst>
              <a:ext uri="{FF2B5EF4-FFF2-40B4-BE49-F238E27FC236}">
                <a16:creationId xmlns:a16="http://schemas.microsoft.com/office/drawing/2014/main" id="{B8936878-1F04-D6DC-D902-1DF3149A8F16}"/>
              </a:ext>
            </a:extLst>
          </p:cNvPr>
          <p:cNvSpPr txBox="1"/>
          <p:nvPr/>
        </p:nvSpPr>
        <p:spPr>
          <a:xfrm>
            <a:off x="498935" y="1802321"/>
            <a:ext cx="4248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36" name="useEffect" hidden="1">
            <a:extLst>
              <a:ext uri="{FF2B5EF4-FFF2-40B4-BE49-F238E27FC236}">
                <a16:creationId xmlns:a16="http://schemas.microsoft.com/office/drawing/2014/main" id="{7F712A89-32D2-3EC2-4AB9-CF5064416D0F}"/>
              </a:ext>
            </a:extLst>
          </p:cNvPr>
          <p:cNvSpPr txBox="1"/>
          <p:nvPr/>
        </p:nvSpPr>
        <p:spPr>
          <a:xfrm>
            <a:off x="683655" y="2685789"/>
            <a:ext cx="1540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9" name="useEffect-1" hidden="1">
            <a:extLst>
              <a:ext uri="{FF2B5EF4-FFF2-40B4-BE49-F238E27FC236}">
                <a16:creationId xmlns:a16="http://schemas.microsoft.com/office/drawing/2014/main" id="{96929251-8F75-D504-0081-BC001DECF783}"/>
              </a:ext>
            </a:extLst>
          </p:cNvPr>
          <p:cNvSpPr txBox="1"/>
          <p:nvPr/>
        </p:nvSpPr>
        <p:spPr>
          <a:xfrm>
            <a:off x="1362680" y="3464424"/>
            <a:ext cx="312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1" name="useEffect-2" hidden="1">
            <a:extLst>
              <a:ext uri="{FF2B5EF4-FFF2-40B4-BE49-F238E27FC236}">
                <a16:creationId xmlns:a16="http://schemas.microsoft.com/office/drawing/2014/main" id="{C783D0F7-E0CA-DF2C-A459-266F6A2694C5}"/>
              </a:ext>
            </a:extLst>
          </p:cNvPr>
          <p:cNvSpPr txBox="1"/>
          <p:nvPr/>
        </p:nvSpPr>
        <p:spPr>
          <a:xfrm>
            <a:off x="778671" y="3464425"/>
            <a:ext cx="234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40" name="useEffect-3" hidden="1">
            <a:extLst>
              <a:ext uri="{FF2B5EF4-FFF2-40B4-BE49-F238E27FC236}">
                <a16:creationId xmlns:a16="http://schemas.microsoft.com/office/drawing/2014/main" id="{49A74481-6C65-33A9-B954-A771DAD4FE4B}"/>
              </a:ext>
            </a:extLst>
          </p:cNvPr>
          <p:cNvSpPr txBox="1"/>
          <p:nvPr/>
        </p:nvSpPr>
        <p:spPr>
          <a:xfrm>
            <a:off x="737319" y="2677633"/>
            <a:ext cx="6204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	    ()=&gt; { </a:t>
            </a:r>
            <a:br>
              <a:rPr lang="en-US" sz="2400" dirty="0">
                <a:latin typeface="Berlin Sans FB" panose="020E0602020502020306" pitchFamily="34" charset="0"/>
              </a:rPr>
            </a:br>
            <a:r>
              <a:rPr lang="en-US" sz="2400" dirty="0">
                <a:latin typeface="Berlin Sans FB" panose="020E0602020502020306" pitchFamily="34" charset="0"/>
              </a:rPr>
              <a:t>console.log(“runs only the first render”); }</a:t>
            </a:r>
          </a:p>
        </p:txBody>
      </p:sp>
      <p:sp>
        <p:nvSpPr>
          <p:cNvPr id="42" name="useEffect-4" hidden="1">
            <a:extLst>
              <a:ext uri="{FF2B5EF4-FFF2-40B4-BE49-F238E27FC236}">
                <a16:creationId xmlns:a16="http://schemas.microsoft.com/office/drawing/2014/main" id="{81A7A36A-5EB3-53DB-C81C-0AA87464A96D}"/>
              </a:ext>
            </a:extLst>
          </p:cNvPr>
          <p:cNvSpPr txBox="1"/>
          <p:nvPr/>
        </p:nvSpPr>
        <p:spPr>
          <a:xfrm>
            <a:off x="974314" y="3441118"/>
            <a:ext cx="56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[ ]</a:t>
            </a:r>
          </a:p>
        </p:txBody>
      </p:sp>
    </p:spTree>
    <p:extLst>
      <p:ext uri="{BB962C8B-B14F-4D97-AF65-F5344CB8AC3E}">
        <p14:creationId xmlns:p14="http://schemas.microsoft.com/office/powerpoint/2010/main" val="373317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9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50F72-942B-1346-64FB-07960CC2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4D14B8F0-9B54-F660-0336-F046F2123B5A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5BEDB84-CF80-233D-15DB-AFB1A240DEF1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A2750FA-5C16-9EF6-E5A4-B43ADC5084C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E5AA39D-80A9-02D5-35E8-8FAE5A038F53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7F02DE3-9F04-FF11-51FE-A8DAF2FC7018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8ABCE9D-4DB1-95BB-8A4F-6C876449FBCE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6A8698C-192B-5740-1A8F-BBBF84D64500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CD8DCA5-4500-2B85-575F-41E368C3CCA2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ED3D16C-F31D-754B-A7D2-121F467AB74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2E96B14-CF65-1CC1-DCC1-1A557A802D9A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10E56B83-A9EC-DCCD-9A27-10A7E79FD94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3CAB46F7-2DCA-DE38-ED5E-7DAC3ADEBB0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C57489C-7CAA-3DA2-138D-BE97BC37A4B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028CB7D-14B9-79F5-55E3-15A114E1DB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0830B313-BCFE-2D25-420C-BB148FE3A5F4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4964808-251C-333C-A295-1A01CA0B94B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46D27EF-93E2-08D1-5A4F-A7C7D78C363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D69E02E-5E16-9BA6-C982-7DC8682EFDF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87BD34A-1406-6F60-C856-D252C39753EE}"/>
              </a:ext>
            </a:extLst>
          </p:cNvPr>
          <p:cNvSpPr/>
          <p:nvPr/>
        </p:nvSpPr>
        <p:spPr>
          <a:xfrm>
            <a:off x="305946" y="1045858"/>
            <a:ext cx="4079241" cy="6157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useEffect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– example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E66754-8D8D-F68F-BBDD-E2ED4AC9B853}"/>
              </a:ext>
            </a:extLst>
          </p:cNvPr>
          <p:cNvGrpSpPr/>
          <p:nvPr/>
        </p:nvGrpSpPr>
        <p:grpSpPr>
          <a:xfrm>
            <a:off x="304243" y="1674566"/>
            <a:ext cx="8505460" cy="4924930"/>
            <a:chOff x="304243" y="1676508"/>
            <a:chExt cx="8505460" cy="48029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BB44172-F38C-28B5-8D4D-7E4F23F7127A}"/>
                </a:ext>
              </a:extLst>
            </p:cNvPr>
            <p:cNvSpPr/>
            <p:nvPr/>
          </p:nvSpPr>
          <p:spPr>
            <a:xfrm>
              <a:off x="304243" y="1752940"/>
              <a:ext cx="8505460" cy="47265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card">
              <a:extLst>
                <a:ext uri="{FF2B5EF4-FFF2-40B4-BE49-F238E27FC236}">
                  <a16:creationId xmlns:a16="http://schemas.microsoft.com/office/drawing/2014/main" id="{AA4A5DF9-03BE-3208-9649-91412814B1A1}"/>
                </a:ext>
              </a:extLst>
            </p:cNvPr>
            <p:cNvSpPr txBox="1"/>
            <p:nvPr/>
          </p:nvSpPr>
          <p:spPr>
            <a:xfrm>
              <a:off x="6731890" y="1676508"/>
              <a:ext cx="20778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Berlin Sans FB" panose="020E0602020502020306" pitchFamily="34" charset="0"/>
                </a:rPr>
                <a:t>components.jsx</a:t>
              </a:r>
              <a:endParaRPr lang="en-US" sz="24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7" name="card">
            <a:extLst>
              <a:ext uri="{FF2B5EF4-FFF2-40B4-BE49-F238E27FC236}">
                <a16:creationId xmlns:a16="http://schemas.microsoft.com/office/drawing/2014/main" id="{79953D6C-2581-EDAB-172B-23E37FA70BAE}"/>
              </a:ext>
            </a:extLst>
          </p:cNvPr>
          <p:cNvSpPr txBox="1"/>
          <p:nvPr/>
        </p:nvSpPr>
        <p:spPr>
          <a:xfrm>
            <a:off x="516356" y="2225739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Card = () =&gt; {</a:t>
            </a:r>
          </a:p>
        </p:txBody>
      </p:sp>
      <p:sp>
        <p:nvSpPr>
          <p:cNvPr id="11" name="card-1">
            <a:extLst>
              <a:ext uri="{FF2B5EF4-FFF2-40B4-BE49-F238E27FC236}">
                <a16:creationId xmlns:a16="http://schemas.microsoft.com/office/drawing/2014/main" id="{62B23B6C-9F28-571C-031B-697CBCCF143E}"/>
              </a:ext>
            </a:extLst>
          </p:cNvPr>
          <p:cNvSpPr txBox="1"/>
          <p:nvPr/>
        </p:nvSpPr>
        <p:spPr>
          <a:xfrm>
            <a:off x="498935" y="4959780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19" name="export-card">
            <a:extLst>
              <a:ext uri="{FF2B5EF4-FFF2-40B4-BE49-F238E27FC236}">
                <a16:creationId xmlns:a16="http://schemas.microsoft.com/office/drawing/2014/main" id="{4C7E73DD-F242-18CE-A600-E1E256129673}"/>
              </a:ext>
            </a:extLst>
          </p:cNvPr>
          <p:cNvSpPr txBox="1"/>
          <p:nvPr/>
        </p:nvSpPr>
        <p:spPr>
          <a:xfrm>
            <a:off x="488302" y="5409219"/>
            <a:ext cx="2786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export default Card </a:t>
            </a:r>
          </a:p>
        </p:txBody>
      </p:sp>
      <p:sp>
        <p:nvSpPr>
          <p:cNvPr id="28" name="return">
            <a:extLst>
              <a:ext uri="{FF2B5EF4-FFF2-40B4-BE49-F238E27FC236}">
                <a16:creationId xmlns:a16="http://schemas.microsoft.com/office/drawing/2014/main" id="{A856E643-5351-1207-448E-244DB8BE94BE}"/>
              </a:ext>
            </a:extLst>
          </p:cNvPr>
          <p:cNvSpPr txBox="1"/>
          <p:nvPr/>
        </p:nvSpPr>
        <p:spPr>
          <a:xfrm>
            <a:off x="737319" y="3127123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29" name="return-1">
            <a:extLst>
              <a:ext uri="{FF2B5EF4-FFF2-40B4-BE49-F238E27FC236}">
                <a16:creationId xmlns:a16="http://schemas.microsoft.com/office/drawing/2014/main" id="{D7BC2846-1D8A-2AAE-27CD-6526C611BE29}"/>
              </a:ext>
            </a:extLst>
          </p:cNvPr>
          <p:cNvSpPr txBox="1"/>
          <p:nvPr/>
        </p:nvSpPr>
        <p:spPr>
          <a:xfrm>
            <a:off x="739641" y="4651721"/>
            <a:ext cx="292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0" name="component">
            <a:extLst>
              <a:ext uri="{FF2B5EF4-FFF2-40B4-BE49-F238E27FC236}">
                <a16:creationId xmlns:a16="http://schemas.microsoft.com/office/drawing/2014/main" id="{CB0CB0EE-EEAF-8ABF-54A1-A5D840DEEC77}"/>
              </a:ext>
            </a:extLst>
          </p:cNvPr>
          <p:cNvSpPr txBox="1"/>
          <p:nvPr/>
        </p:nvSpPr>
        <p:spPr>
          <a:xfrm>
            <a:off x="1031709" y="3524119"/>
            <a:ext cx="797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31" name="component-1">
            <a:extLst>
              <a:ext uri="{FF2B5EF4-FFF2-40B4-BE49-F238E27FC236}">
                <a16:creationId xmlns:a16="http://schemas.microsoft.com/office/drawing/2014/main" id="{4542CB99-9665-0A34-9C2A-B0175A2D16D5}"/>
              </a:ext>
            </a:extLst>
          </p:cNvPr>
          <p:cNvSpPr txBox="1"/>
          <p:nvPr/>
        </p:nvSpPr>
        <p:spPr>
          <a:xfrm>
            <a:off x="996293" y="4256922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2" name="component-2">
            <a:extLst>
              <a:ext uri="{FF2B5EF4-FFF2-40B4-BE49-F238E27FC236}">
                <a16:creationId xmlns:a16="http://schemas.microsoft.com/office/drawing/2014/main" id="{FAA12A0E-F9D8-FBCE-6957-3D55E69FF779}"/>
              </a:ext>
            </a:extLst>
          </p:cNvPr>
          <p:cNvSpPr txBox="1"/>
          <p:nvPr/>
        </p:nvSpPr>
        <p:spPr>
          <a:xfrm>
            <a:off x="1316965" y="3871751"/>
            <a:ext cx="3182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This is Component Card</a:t>
            </a:r>
          </a:p>
        </p:txBody>
      </p:sp>
      <p:sp>
        <p:nvSpPr>
          <p:cNvPr id="33" name="import-useEffect">
            <a:extLst>
              <a:ext uri="{FF2B5EF4-FFF2-40B4-BE49-F238E27FC236}">
                <a16:creationId xmlns:a16="http://schemas.microsoft.com/office/drawing/2014/main" id="{D835D5BF-8879-64B7-A397-B32CEC149E4A}"/>
              </a:ext>
            </a:extLst>
          </p:cNvPr>
          <p:cNvSpPr txBox="1"/>
          <p:nvPr/>
        </p:nvSpPr>
        <p:spPr>
          <a:xfrm>
            <a:off x="498935" y="1802321"/>
            <a:ext cx="4248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36" name="useEffect">
            <a:extLst>
              <a:ext uri="{FF2B5EF4-FFF2-40B4-BE49-F238E27FC236}">
                <a16:creationId xmlns:a16="http://schemas.microsoft.com/office/drawing/2014/main" id="{8C97C67B-83CC-7BF0-402E-267D86C57733}"/>
              </a:ext>
            </a:extLst>
          </p:cNvPr>
          <p:cNvSpPr txBox="1"/>
          <p:nvPr/>
        </p:nvSpPr>
        <p:spPr>
          <a:xfrm>
            <a:off x="683655" y="2685789"/>
            <a:ext cx="1540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9" name="useEffect-1">
            <a:extLst>
              <a:ext uri="{FF2B5EF4-FFF2-40B4-BE49-F238E27FC236}">
                <a16:creationId xmlns:a16="http://schemas.microsoft.com/office/drawing/2014/main" id="{71675C02-F45D-5CDD-022E-55294F10B653}"/>
              </a:ext>
            </a:extLst>
          </p:cNvPr>
          <p:cNvSpPr txBox="1"/>
          <p:nvPr/>
        </p:nvSpPr>
        <p:spPr>
          <a:xfrm>
            <a:off x="1903655" y="2693761"/>
            <a:ext cx="312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1" name="useEffect-2" hidden="1">
            <a:extLst>
              <a:ext uri="{FF2B5EF4-FFF2-40B4-BE49-F238E27FC236}">
                <a16:creationId xmlns:a16="http://schemas.microsoft.com/office/drawing/2014/main" id="{C087DBF7-04C0-102C-878C-DC5E1B003551}"/>
              </a:ext>
            </a:extLst>
          </p:cNvPr>
          <p:cNvSpPr txBox="1"/>
          <p:nvPr/>
        </p:nvSpPr>
        <p:spPr>
          <a:xfrm>
            <a:off x="778671" y="3464425"/>
            <a:ext cx="234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40" name="useEffect-3" hidden="1">
            <a:extLst>
              <a:ext uri="{FF2B5EF4-FFF2-40B4-BE49-F238E27FC236}">
                <a16:creationId xmlns:a16="http://schemas.microsoft.com/office/drawing/2014/main" id="{C167A564-08C1-CBEA-DF72-022F77BDADE0}"/>
              </a:ext>
            </a:extLst>
          </p:cNvPr>
          <p:cNvSpPr txBox="1"/>
          <p:nvPr/>
        </p:nvSpPr>
        <p:spPr>
          <a:xfrm>
            <a:off x="737319" y="2677633"/>
            <a:ext cx="6204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	    ()=&gt; { </a:t>
            </a:r>
            <a:br>
              <a:rPr lang="en-US" sz="2400" dirty="0">
                <a:latin typeface="Berlin Sans FB" panose="020E0602020502020306" pitchFamily="34" charset="0"/>
              </a:rPr>
            </a:br>
            <a:r>
              <a:rPr lang="en-US" sz="2400" dirty="0">
                <a:latin typeface="Berlin Sans FB" panose="020E0602020502020306" pitchFamily="34" charset="0"/>
              </a:rPr>
              <a:t>console.log(“runs only the first render”); }</a:t>
            </a:r>
          </a:p>
        </p:txBody>
      </p:sp>
      <p:sp>
        <p:nvSpPr>
          <p:cNvPr id="42" name="useEffect-4" hidden="1">
            <a:extLst>
              <a:ext uri="{FF2B5EF4-FFF2-40B4-BE49-F238E27FC236}">
                <a16:creationId xmlns:a16="http://schemas.microsoft.com/office/drawing/2014/main" id="{55A09843-7B33-05C6-6A29-C90486C356FB}"/>
              </a:ext>
            </a:extLst>
          </p:cNvPr>
          <p:cNvSpPr txBox="1"/>
          <p:nvPr/>
        </p:nvSpPr>
        <p:spPr>
          <a:xfrm>
            <a:off x="974314" y="3441118"/>
            <a:ext cx="56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[ ]</a:t>
            </a:r>
          </a:p>
        </p:txBody>
      </p:sp>
    </p:spTree>
    <p:extLst>
      <p:ext uri="{BB962C8B-B14F-4D97-AF65-F5344CB8AC3E}">
        <p14:creationId xmlns:p14="http://schemas.microsoft.com/office/powerpoint/2010/main" val="1817383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F38DB-CA12-05E3-F65F-ACB618A1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70188C57-ED85-992A-29AB-3A1A91C241B9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6D56290-C69D-8413-DD03-9048ABFE828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7CECCD0-FC83-EEE4-7CD1-F73680E8DC86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BEE1A64-9863-B1C2-52C4-1A9655BA0A44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97C16D-6FE6-3AD2-FA46-9341F36A03E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FCE12E5-3E3D-63C1-495A-58721678591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7FB41BD-B5B2-2E25-9239-9344A6FB786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67B2CFF-8EE1-000D-89E3-09BCFBC43B4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E892210-B335-653A-462B-403A75F19A7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F381F04-BB85-A3EC-74DE-36F7AC6D8BB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BDCF833-ACB6-8733-B928-B54EB4D517E6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BF00342C-77A2-8517-3278-A202CE80A1CF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2E401C0-76F4-B279-43BE-2C6903A1BC5A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23F7021-8D13-41D5-7D44-9036053E93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7E03C02-DAF7-CEC6-E9EF-5B0E54859C10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2FF833D-7E66-47FA-0277-AA5ABDE65303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0F064CE-A001-AB48-F06E-B6A13579B79C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D0EE23A-68B4-03A1-A5DD-F94C048B4C8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CC75715-E2E5-CFC0-8FD4-D6B74DF88C93}"/>
              </a:ext>
            </a:extLst>
          </p:cNvPr>
          <p:cNvSpPr/>
          <p:nvPr/>
        </p:nvSpPr>
        <p:spPr>
          <a:xfrm>
            <a:off x="305946" y="1045858"/>
            <a:ext cx="4079241" cy="6157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useEffect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– example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073156-57D0-3C61-69CE-4B200616BCF0}"/>
              </a:ext>
            </a:extLst>
          </p:cNvPr>
          <p:cNvGrpSpPr/>
          <p:nvPr/>
        </p:nvGrpSpPr>
        <p:grpSpPr>
          <a:xfrm>
            <a:off x="304243" y="1674566"/>
            <a:ext cx="8505460" cy="4924930"/>
            <a:chOff x="304243" y="1676508"/>
            <a:chExt cx="8505460" cy="48029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2B44635-1446-0123-17FD-34D4B3A0F9DE}"/>
                </a:ext>
              </a:extLst>
            </p:cNvPr>
            <p:cNvSpPr/>
            <p:nvPr/>
          </p:nvSpPr>
          <p:spPr>
            <a:xfrm>
              <a:off x="304243" y="1752940"/>
              <a:ext cx="8505460" cy="47265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card">
              <a:extLst>
                <a:ext uri="{FF2B5EF4-FFF2-40B4-BE49-F238E27FC236}">
                  <a16:creationId xmlns:a16="http://schemas.microsoft.com/office/drawing/2014/main" id="{7CAEF073-43DA-DFDA-7F72-5BB3D104A54D}"/>
                </a:ext>
              </a:extLst>
            </p:cNvPr>
            <p:cNvSpPr txBox="1"/>
            <p:nvPr/>
          </p:nvSpPr>
          <p:spPr>
            <a:xfrm>
              <a:off x="6731890" y="1676508"/>
              <a:ext cx="20778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Berlin Sans FB" panose="020E0602020502020306" pitchFamily="34" charset="0"/>
                </a:rPr>
                <a:t>components.jsx</a:t>
              </a:r>
              <a:endParaRPr lang="en-US" sz="24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7" name="card">
            <a:extLst>
              <a:ext uri="{FF2B5EF4-FFF2-40B4-BE49-F238E27FC236}">
                <a16:creationId xmlns:a16="http://schemas.microsoft.com/office/drawing/2014/main" id="{D8D0E9EE-2C90-C753-05E1-AEABD60C23A2}"/>
              </a:ext>
            </a:extLst>
          </p:cNvPr>
          <p:cNvSpPr txBox="1"/>
          <p:nvPr/>
        </p:nvSpPr>
        <p:spPr>
          <a:xfrm>
            <a:off x="516356" y="2225739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Card = () =&gt; {</a:t>
            </a:r>
          </a:p>
        </p:txBody>
      </p:sp>
      <p:sp>
        <p:nvSpPr>
          <p:cNvPr id="11" name="card-1">
            <a:extLst>
              <a:ext uri="{FF2B5EF4-FFF2-40B4-BE49-F238E27FC236}">
                <a16:creationId xmlns:a16="http://schemas.microsoft.com/office/drawing/2014/main" id="{66EB003A-C2FB-F3DC-B07A-9825D4238A6D}"/>
              </a:ext>
            </a:extLst>
          </p:cNvPr>
          <p:cNvSpPr txBox="1"/>
          <p:nvPr/>
        </p:nvSpPr>
        <p:spPr>
          <a:xfrm>
            <a:off x="498935" y="4959780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19" name="export-card">
            <a:extLst>
              <a:ext uri="{FF2B5EF4-FFF2-40B4-BE49-F238E27FC236}">
                <a16:creationId xmlns:a16="http://schemas.microsoft.com/office/drawing/2014/main" id="{E7B26717-4F77-33ED-42D6-44E04C7362C6}"/>
              </a:ext>
            </a:extLst>
          </p:cNvPr>
          <p:cNvSpPr txBox="1"/>
          <p:nvPr/>
        </p:nvSpPr>
        <p:spPr>
          <a:xfrm>
            <a:off x="488302" y="5409219"/>
            <a:ext cx="2786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export default Card </a:t>
            </a:r>
          </a:p>
        </p:txBody>
      </p:sp>
      <p:sp>
        <p:nvSpPr>
          <p:cNvPr id="28" name="return">
            <a:extLst>
              <a:ext uri="{FF2B5EF4-FFF2-40B4-BE49-F238E27FC236}">
                <a16:creationId xmlns:a16="http://schemas.microsoft.com/office/drawing/2014/main" id="{70A7E387-2894-DBBD-EEDF-5081EABF3D5C}"/>
              </a:ext>
            </a:extLst>
          </p:cNvPr>
          <p:cNvSpPr txBox="1"/>
          <p:nvPr/>
        </p:nvSpPr>
        <p:spPr>
          <a:xfrm>
            <a:off x="737319" y="3127123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29" name="return-1">
            <a:extLst>
              <a:ext uri="{FF2B5EF4-FFF2-40B4-BE49-F238E27FC236}">
                <a16:creationId xmlns:a16="http://schemas.microsoft.com/office/drawing/2014/main" id="{99AE3B76-B756-63BF-FD53-C478959A6EFE}"/>
              </a:ext>
            </a:extLst>
          </p:cNvPr>
          <p:cNvSpPr txBox="1"/>
          <p:nvPr/>
        </p:nvSpPr>
        <p:spPr>
          <a:xfrm>
            <a:off x="739641" y="4651721"/>
            <a:ext cx="292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0" name="component">
            <a:extLst>
              <a:ext uri="{FF2B5EF4-FFF2-40B4-BE49-F238E27FC236}">
                <a16:creationId xmlns:a16="http://schemas.microsoft.com/office/drawing/2014/main" id="{481F7D16-A2E2-E848-0618-7DE994FDEB96}"/>
              </a:ext>
            </a:extLst>
          </p:cNvPr>
          <p:cNvSpPr txBox="1"/>
          <p:nvPr/>
        </p:nvSpPr>
        <p:spPr>
          <a:xfrm>
            <a:off x="1031709" y="3524119"/>
            <a:ext cx="797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31" name="component-1">
            <a:extLst>
              <a:ext uri="{FF2B5EF4-FFF2-40B4-BE49-F238E27FC236}">
                <a16:creationId xmlns:a16="http://schemas.microsoft.com/office/drawing/2014/main" id="{F88E74EE-7F22-9359-3DDC-C40B582E1613}"/>
              </a:ext>
            </a:extLst>
          </p:cNvPr>
          <p:cNvSpPr txBox="1"/>
          <p:nvPr/>
        </p:nvSpPr>
        <p:spPr>
          <a:xfrm>
            <a:off x="996293" y="4256922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2" name="component-2">
            <a:extLst>
              <a:ext uri="{FF2B5EF4-FFF2-40B4-BE49-F238E27FC236}">
                <a16:creationId xmlns:a16="http://schemas.microsoft.com/office/drawing/2014/main" id="{E7FA1EFC-25AE-E03B-6097-2ADDC7418956}"/>
              </a:ext>
            </a:extLst>
          </p:cNvPr>
          <p:cNvSpPr txBox="1"/>
          <p:nvPr/>
        </p:nvSpPr>
        <p:spPr>
          <a:xfrm>
            <a:off x="1316965" y="3871751"/>
            <a:ext cx="3182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This is Component Card</a:t>
            </a:r>
          </a:p>
        </p:txBody>
      </p:sp>
      <p:sp>
        <p:nvSpPr>
          <p:cNvPr id="33" name="import-useEffect">
            <a:extLst>
              <a:ext uri="{FF2B5EF4-FFF2-40B4-BE49-F238E27FC236}">
                <a16:creationId xmlns:a16="http://schemas.microsoft.com/office/drawing/2014/main" id="{BE38BFA1-FF66-1A9E-30AB-05360EB324D6}"/>
              </a:ext>
            </a:extLst>
          </p:cNvPr>
          <p:cNvSpPr txBox="1"/>
          <p:nvPr/>
        </p:nvSpPr>
        <p:spPr>
          <a:xfrm>
            <a:off x="498935" y="1802321"/>
            <a:ext cx="4248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36" name="useEffect">
            <a:extLst>
              <a:ext uri="{FF2B5EF4-FFF2-40B4-BE49-F238E27FC236}">
                <a16:creationId xmlns:a16="http://schemas.microsoft.com/office/drawing/2014/main" id="{01907AFF-868C-E499-AA3B-B899DE7A56F2}"/>
              </a:ext>
            </a:extLst>
          </p:cNvPr>
          <p:cNvSpPr txBox="1"/>
          <p:nvPr/>
        </p:nvSpPr>
        <p:spPr>
          <a:xfrm>
            <a:off x="683655" y="2685789"/>
            <a:ext cx="1540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9" name="useEffect-1">
            <a:extLst>
              <a:ext uri="{FF2B5EF4-FFF2-40B4-BE49-F238E27FC236}">
                <a16:creationId xmlns:a16="http://schemas.microsoft.com/office/drawing/2014/main" id="{88068277-4279-16B3-74AF-057ED1FFBDBB}"/>
              </a:ext>
            </a:extLst>
          </p:cNvPr>
          <p:cNvSpPr txBox="1"/>
          <p:nvPr/>
        </p:nvSpPr>
        <p:spPr>
          <a:xfrm>
            <a:off x="2369067" y="2697347"/>
            <a:ext cx="312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1" name="useEffect-2">
            <a:extLst>
              <a:ext uri="{FF2B5EF4-FFF2-40B4-BE49-F238E27FC236}">
                <a16:creationId xmlns:a16="http://schemas.microsoft.com/office/drawing/2014/main" id="{5461710F-D584-B220-818B-9944303BB7C2}"/>
              </a:ext>
            </a:extLst>
          </p:cNvPr>
          <p:cNvSpPr txBox="1"/>
          <p:nvPr/>
        </p:nvSpPr>
        <p:spPr>
          <a:xfrm>
            <a:off x="2104961" y="2752404"/>
            <a:ext cx="234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40" name="useEffect-3" hidden="1">
            <a:extLst>
              <a:ext uri="{FF2B5EF4-FFF2-40B4-BE49-F238E27FC236}">
                <a16:creationId xmlns:a16="http://schemas.microsoft.com/office/drawing/2014/main" id="{28A4E6FE-4FBA-957F-27D3-9DB0F96553DB}"/>
              </a:ext>
            </a:extLst>
          </p:cNvPr>
          <p:cNvSpPr txBox="1"/>
          <p:nvPr/>
        </p:nvSpPr>
        <p:spPr>
          <a:xfrm>
            <a:off x="737319" y="2677633"/>
            <a:ext cx="6204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	    ()=&gt; { </a:t>
            </a:r>
            <a:br>
              <a:rPr lang="en-US" sz="2400" dirty="0">
                <a:latin typeface="Berlin Sans FB" panose="020E0602020502020306" pitchFamily="34" charset="0"/>
              </a:rPr>
            </a:br>
            <a:r>
              <a:rPr lang="en-US" sz="2400" dirty="0">
                <a:latin typeface="Berlin Sans FB" panose="020E0602020502020306" pitchFamily="34" charset="0"/>
              </a:rPr>
              <a:t>console.log(“runs only the first render”); }</a:t>
            </a:r>
          </a:p>
        </p:txBody>
      </p:sp>
      <p:sp>
        <p:nvSpPr>
          <p:cNvPr id="42" name="useEffect-4" hidden="1">
            <a:extLst>
              <a:ext uri="{FF2B5EF4-FFF2-40B4-BE49-F238E27FC236}">
                <a16:creationId xmlns:a16="http://schemas.microsoft.com/office/drawing/2014/main" id="{4D0F89CA-FED2-A9D7-2D9E-011509C5EE85}"/>
              </a:ext>
            </a:extLst>
          </p:cNvPr>
          <p:cNvSpPr txBox="1"/>
          <p:nvPr/>
        </p:nvSpPr>
        <p:spPr>
          <a:xfrm>
            <a:off x="974314" y="3441118"/>
            <a:ext cx="56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[ ]</a:t>
            </a:r>
          </a:p>
        </p:txBody>
      </p:sp>
    </p:spTree>
    <p:extLst>
      <p:ext uri="{BB962C8B-B14F-4D97-AF65-F5344CB8AC3E}">
        <p14:creationId xmlns:p14="http://schemas.microsoft.com/office/powerpoint/2010/main" val="2629637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A80C5-E5FE-EE96-7205-193D1020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205A94F8-9681-1C25-F7B4-906962C7745C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ACC8E6B-6B63-4073-10EB-1D9382BF660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3E1A5CE-3BAB-CC0C-ED5D-DB11B6F6CDF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1A95D28-5C73-FC3A-9672-CA8377284F11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9C37DC5-759B-5DA5-4D34-50A996E20A8C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731D7E0-680C-4C82-CF9B-97B6465CFC6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DCBEBCA-93B0-D3B3-FE2B-EB174D3D0EB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BC3391E-90B1-4397-69DC-451F3F80B3B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980A909-373B-37F9-1FE4-8AAA0501157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33234D1-99B7-4BB2-C729-B7EB1F608A2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BBC46C54-173D-0B48-E74F-E1AB5244E770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F48F8B4-768F-6B39-C7DA-6880688DD2D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45E709B-8602-CBFC-7D6D-D08A2C97B05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FA2D1F6-E63C-D26D-CE61-C5AADA2CCF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0959A5D6-7BCD-ACC9-28E8-4E27AEAEE36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A8D23D20-3D66-CF4D-6F26-EC0BE6DDBAD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2F7EAF5-6324-CCBA-6804-2C3B8663E52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D53A68C-4008-339B-E063-26166D28DADE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AF221A0-93D8-CE8B-CA1E-334194A2A792}"/>
              </a:ext>
            </a:extLst>
          </p:cNvPr>
          <p:cNvSpPr/>
          <p:nvPr/>
        </p:nvSpPr>
        <p:spPr>
          <a:xfrm>
            <a:off x="305946" y="1045858"/>
            <a:ext cx="4079241" cy="6157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useEffect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– example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AA85AD-ECCA-D9B8-2D46-21D0C49398C6}"/>
              </a:ext>
            </a:extLst>
          </p:cNvPr>
          <p:cNvGrpSpPr/>
          <p:nvPr/>
        </p:nvGrpSpPr>
        <p:grpSpPr>
          <a:xfrm>
            <a:off x="304243" y="1674566"/>
            <a:ext cx="8505460" cy="4924930"/>
            <a:chOff x="304243" y="1676508"/>
            <a:chExt cx="8505460" cy="48029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0C296CA-39A6-9FCE-0D1D-C6FB6F3DC8C6}"/>
                </a:ext>
              </a:extLst>
            </p:cNvPr>
            <p:cNvSpPr/>
            <p:nvPr/>
          </p:nvSpPr>
          <p:spPr>
            <a:xfrm>
              <a:off x="304243" y="1752940"/>
              <a:ext cx="8505460" cy="47265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card">
              <a:extLst>
                <a:ext uri="{FF2B5EF4-FFF2-40B4-BE49-F238E27FC236}">
                  <a16:creationId xmlns:a16="http://schemas.microsoft.com/office/drawing/2014/main" id="{6C67FEEB-E812-79A9-8394-6C3F958066FA}"/>
                </a:ext>
              </a:extLst>
            </p:cNvPr>
            <p:cNvSpPr txBox="1"/>
            <p:nvPr/>
          </p:nvSpPr>
          <p:spPr>
            <a:xfrm>
              <a:off x="6731890" y="1676508"/>
              <a:ext cx="20778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Berlin Sans FB" panose="020E0602020502020306" pitchFamily="34" charset="0"/>
                </a:rPr>
                <a:t>components.jsx</a:t>
              </a:r>
              <a:endParaRPr lang="en-US" sz="24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7" name="card">
            <a:extLst>
              <a:ext uri="{FF2B5EF4-FFF2-40B4-BE49-F238E27FC236}">
                <a16:creationId xmlns:a16="http://schemas.microsoft.com/office/drawing/2014/main" id="{E8FB5762-19EC-888E-4F5D-51B011FDC57F}"/>
              </a:ext>
            </a:extLst>
          </p:cNvPr>
          <p:cNvSpPr txBox="1"/>
          <p:nvPr/>
        </p:nvSpPr>
        <p:spPr>
          <a:xfrm>
            <a:off x="516356" y="2225739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Card = () =&gt; {</a:t>
            </a:r>
          </a:p>
        </p:txBody>
      </p:sp>
      <p:sp>
        <p:nvSpPr>
          <p:cNvPr id="11" name="card-1">
            <a:extLst>
              <a:ext uri="{FF2B5EF4-FFF2-40B4-BE49-F238E27FC236}">
                <a16:creationId xmlns:a16="http://schemas.microsoft.com/office/drawing/2014/main" id="{B1197E9B-638C-B4F9-804D-60C1901C9F14}"/>
              </a:ext>
            </a:extLst>
          </p:cNvPr>
          <p:cNvSpPr txBox="1"/>
          <p:nvPr/>
        </p:nvSpPr>
        <p:spPr>
          <a:xfrm>
            <a:off x="498935" y="5569378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19" name="export-card">
            <a:extLst>
              <a:ext uri="{FF2B5EF4-FFF2-40B4-BE49-F238E27FC236}">
                <a16:creationId xmlns:a16="http://schemas.microsoft.com/office/drawing/2014/main" id="{1FE229A5-8087-FFA2-215A-070283C13F1E}"/>
              </a:ext>
            </a:extLst>
          </p:cNvPr>
          <p:cNvSpPr txBox="1"/>
          <p:nvPr/>
        </p:nvSpPr>
        <p:spPr>
          <a:xfrm>
            <a:off x="488302" y="6018817"/>
            <a:ext cx="2786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export default Card </a:t>
            </a:r>
          </a:p>
        </p:txBody>
      </p:sp>
      <p:sp>
        <p:nvSpPr>
          <p:cNvPr id="28" name="return">
            <a:extLst>
              <a:ext uri="{FF2B5EF4-FFF2-40B4-BE49-F238E27FC236}">
                <a16:creationId xmlns:a16="http://schemas.microsoft.com/office/drawing/2014/main" id="{F6893F75-14EA-7BFF-BCA4-BE397AEEE45B}"/>
              </a:ext>
            </a:extLst>
          </p:cNvPr>
          <p:cNvSpPr txBox="1"/>
          <p:nvPr/>
        </p:nvSpPr>
        <p:spPr>
          <a:xfrm>
            <a:off x="737319" y="3736721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29" name="return-1">
            <a:extLst>
              <a:ext uri="{FF2B5EF4-FFF2-40B4-BE49-F238E27FC236}">
                <a16:creationId xmlns:a16="http://schemas.microsoft.com/office/drawing/2014/main" id="{4CDAF60E-C7E4-79A2-0C41-0F769CEF8842}"/>
              </a:ext>
            </a:extLst>
          </p:cNvPr>
          <p:cNvSpPr txBox="1"/>
          <p:nvPr/>
        </p:nvSpPr>
        <p:spPr>
          <a:xfrm>
            <a:off x="739641" y="5261319"/>
            <a:ext cx="292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0" name="component">
            <a:extLst>
              <a:ext uri="{FF2B5EF4-FFF2-40B4-BE49-F238E27FC236}">
                <a16:creationId xmlns:a16="http://schemas.microsoft.com/office/drawing/2014/main" id="{CB47F23A-460D-0B5E-3013-CA56AB64FB17}"/>
              </a:ext>
            </a:extLst>
          </p:cNvPr>
          <p:cNvSpPr txBox="1"/>
          <p:nvPr/>
        </p:nvSpPr>
        <p:spPr>
          <a:xfrm>
            <a:off x="1031709" y="4133717"/>
            <a:ext cx="797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31" name="component-1">
            <a:extLst>
              <a:ext uri="{FF2B5EF4-FFF2-40B4-BE49-F238E27FC236}">
                <a16:creationId xmlns:a16="http://schemas.microsoft.com/office/drawing/2014/main" id="{050B5177-D76D-27AD-ADFD-A9466583B5D2}"/>
              </a:ext>
            </a:extLst>
          </p:cNvPr>
          <p:cNvSpPr txBox="1"/>
          <p:nvPr/>
        </p:nvSpPr>
        <p:spPr>
          <a:xfrm>
            <a:off x="996293" y="4866520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2" name="component-2">
            <a:extLst>
              <a:ext uri="{FF2B5EF4-FFF2-40B4-BE49-F238E27FC236}">
                <a16:creationId xmlns:a16="http://schemas.microsoft.com/office/drawing/2014/main" id="{9DE552F3-3E24-54F5-DA42-C728963F8E0D}"/>
              </a:ext>
            </a:extLst>
          </p:cNvPr>
          <p:cNvSpPr txBox="1"/>
          <p:nvPr/>
        </p:nvSpPr>
        <p:spPr>
          <a:xfrm>
            <a:off x="1316965" y="4481349"/>
            <a:ext cx="3182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This is Component Card</a:t>
            </a:r>
          </a:p>
        </p:txBody>
      </p:sp>
      <p:sp>
        <p:nvSpPr>
          <p:cNvPr id="33" name="import-useEffect">
            <a:extLst>
              <a:ext uri="{FF2B5EF4-FFF2-40B4-BE49-F238E27FC236}">
                <a16:creationId xmlns:a16="http://schemas.microsoft.com/office/drawing/2014/main" id="{5DC24472-D406-27F8-1E3C-B9E084EB3185}"/>
              </a:ext>
            </a:extLst>
          </p:cNvPr>
          <p:cNvSpPr txBox="1"/>
          <p:nvPr/>
        </p:nvSpPr>
        <p:spPr>
          <a:xfrm>
            <a:off x="498935" y="1802321"/>
            <a:ext cx="4248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36" name="useEffect">
            <a:extLst>
              <a:ext uri="{FF2B5EF4-FFF2-40B4-BE49-F238E27FC236}">
                <a16:creationId xmlns:a16="http://schemas.microsoft.com/office/drawing/2014/main" id="{C903C01C-F29B-7E1E-9CE5-54EB883D4EB7}"/>
              </a:ext>
            </a:extLst>
          </p:cNvPr>
          <p:cNvSpPr txBox="1"/>
          <p:nvPr/>
        </p:nvSpPr>
        <p:spPr>
          <a:xfrm>
            <a:off x="683655" y="2685789"/>
            <a:ext cx="1540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9" name="useEffect-1">
            <a:extLst>
              <a:ext uri="{FF2B5EF4-FFF2-40B4-BE49-F238E27FC236}">
                <a16:creationId xmlns:a16="http://schemas.microsoft.com/office/drawing/2014/main" id="{40DA646F-590D-52FA-EAAD-1063951CB38D}"/>
              </a:ext>
            </a:extLst>
          </p:cNvPr>
          <p:cNvSpPr txBox="1"/>
          <p:nvPr/>
        </p:nvSpPr>
        <p:spPr>
          <a:xfrm>
            <a:off x="963717" y="3416419"/>
            <a:ext cx="312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1" name="useEffect-2">
            <a:extLst>
              <a:ext uri="{FF2B5EF4-FFF2-40B4-BE49-F238E27FC236}">
                <a16:creationId xmlns:a16="http://schemas.microsoft.com/office/drawing/2014/main" id="{7FA84A69-6A4E-1B36-F15A-5D5569A095D1}"/>
              </a:ext>
            </a:extLst>
          </p:cNvPr>
          <p:cNvSpPr txBox="1"/>
          <p:nvPr/>
        </p:nvSpPr>
        <p:spPr>
          <a:xfrm>
            <a:off x="750488" y="3373036"/>
            <a:ext cx="234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40" name="useEffect-3">
            <a:extLst>
              <a:ext uri="{FF2B5EF4-FFF2-40B4-BE49-F238E27FC236}">
                <a16:creationId xmlns:a16="http://schemas.microsoft.com/office/drawing/2014/main" id="{0F664224-53B0-D67A-AA0A-4009B699AD8D}"/>
              </a:ext>
            </a:extLst>
          </p:cNvPr>
          <p:cNvSpPr txBox="1"/>
          <p:nvPr/>
        </p:nvSpPr>
        <p:spPr>
          <a:xfrm>
            <a:off x="737319" y="2677633"/>
            <a:ext cx="6204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	    ()=&gt; { </a:t>
            </a:r>
            <a:br>
              <a:rPr lang="en-US" sz="2400" dirty="0">
                <a:latin typeface="Berlin Sans FB" panose="020E0602020502020306" pitchFamily="34" charset="0"/>
              </a:rPr>
            </a:br>
            <a:r>
              <a:rPr lang="en-US" sz="2400" dirty="0">
                <a:latin typeface="Berlin Sans FB" panose="020E0602020502020306" pitchFamily="34" charset="0"/>
              </a:rPr>
              <a:t>console.log(“runs only the first render”); }</a:t>
            </a:r>
          </a:p>
        </p:txBody>
      </p:sp>
      <p:sp>
        <p:nvSpPr>
          <p:cNvPr id="42" name="useEffect-4" hidden="1">
            <a:extLst>
              <a:ext uri="{FF2B5EF4-FFF2-40B4-BE49-F238E27FC236}">
                <a16:creationId xmlns:a16="http://schemas.microsoft.com/office/drawing/2014/main" id="{7B2C9C1E-4602-5659-9128-52E16FD71DDA}"/>
              </a:ext>
            </a:extLst>
          </p:cNvPr>
          <p:cNvSpPr txBox="1"/>
          <p:nvPr/>
        </p:nvSpPr>
        <p:spPr>
          <a:xfrm>
            <a:off x="974314" y="3441118"/>
            <a:ext cx="56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[ ]</a:t>
            </a:r>
          </a:p>
        </p:txBody>
      </p:sp>
    </p:spTree>
    <p:extLst>
      <p:ext uri="{BB962C8B-B14F-4D97-AF65-F5344CB8AC3E}">
        <p14:creationId xmlns:p14="http://schemas.microsoft.com/office/powerpoint/2010/main" val="3206110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DD918-8550-5676-7240-836467A6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AB8F6E0E-FAEE-C07C-8B44-4591622B772F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60E3606-C01D-2AAC-10FA-1DD9F873264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B45C7DF-8481-1811-27C5-EA696A09C6B6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36C38F1-8641-3C63-03CD-232B58C2F5D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CEAE5D8-C6E2-899E-0DFC-EBFD4ACE6D88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F4653EF-10F4-EA90-1D8E-800471756F1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F5EF745-FCE9-953A-C638-6F4B5B762DC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FFF46C6-B3D3-98A0-155F-14D0CFC68768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AE280E2-67F6-FC07-248E-BF4D323D417E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8FADC1A-FF67-4A54-872F-A181A7A74005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AC9084C-F762-6738-FE87-67330D03135E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704668E-7A11-46FE-FA54-44DE4CDB69A7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ECD2A95-F2E6-5D29-F85C-2898D887952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D9FBECC-3ED2-A7EE-AD3F-DA2B16B588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8F4A24E-E027-268A-2C6A-2EF72C47D7D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B3B0195-5294-ABF8-3C29-F76489150AD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CB1D952-F091-FFBD-0434-7EF4C8342A0B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89248F1-7998-0D33-D934-37A734D05B77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C347670-C017-7BB4-F54C-8AEA0641DFB6}"/>
              </a:ext>
            </a:extLst>
          </p:cNvPr>
          <p:cNvSpPr/>
          <p:nvPr/>
        </p:nvSpPr>
        <p:spPr>
          <a:xfrm>
            <a:off x="305946" y="1045858"/>
            <a:ext cx="4079241" cy="6157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useEffect</a:t>
            </a:r>
            <a:r>
              <a:rPr lang="en-US" sz="2800" dirty="0">
                <a:solidFill>
                  <a:schemeClr val="tx1"/>
                </a:solidFill>
                <a:latin typeface="Berlin Sans FB" panose="020E0602020502020306" pitchFamily="34" charset="0"/>
              </a:rPr>
              <a:t> – example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D59252-BF76-8B0C-D7E5-13F9EBEDE274}"/>
              </a:ext>
            </a:extLst>
          </p:cNvPr>
          <p:cNvGrpSpPr/>
          <p:nvPr/>
        </p:nvGrpSpPr>
        <p:grpSpPr>
          <a:xfrm>
            <a:off x="304243" y="1674566"/>
            <a:ext cx="8505460" cy="4924930"/>
            <a:chOff x="304243" y="1676508"/>
            <a:chExt cx="8505460" cy="48029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17DE01-A141-AEDC-05EF-0AB5300F30A1}"/>
                </a:ext>
              </a:extLst>
            </p:cNvPr>
            <p:cNvSpPr/>
            <p:nvPr/>
          </p:nvSpPr>
          <p:spPr>
            <a:xfrm>
              <a:off x="304243" y="1752940"/>
              <a:ext cx="8505460" cy="47265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card">
              <a:extLst>
                <a:ext uri="{FF2B5EF4-FFF2-40B4-BE49-F238E27FC236}">
                  <a16:creationId xmlns:a16="http://schemas.microsoft.com/office/drawing/2014/main" id="{999235D7-E027-0095-C9D4-38F1E665EBBE}"/>
                </a:ext>
              </a:extLst>
            </p:cNvPr>
            <p:cNvSpPr txBox="1"/>
            <p:nvPr/>
          </p:nvSpPr>
          <p:spPr>
            <a:xfrm>
              <a:off x="6731890" y="1676508"/>
              <a:ext cx="20778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Berlin Sans FB" panose="020E0602020502020306" pitchFamily="34" charset="0"/>
                </a:rPr>
                <a:t>components.jsx</a:t>
              </a:r>
              <a:endParaRPr lang="en-US" sz="2400" dirty="0">
                <a:latin typeface="Berlin Sans FB" panose="020E0602020502020306" pitchFamily="34" charset="0"/>
              </a:endParaRPr>
            </a:p>
          </p:txBody>
        </p:sp>
      </p:grpSp>
      <p:sp>
        <p:nvSpPr>
          <p:cNvPr id="7" name="card">
            <a:extLst>
              <a:ext uri="{FF2B5EF4-FFF2-40B4-BE49-F238E27FC236}">
                <a16:creationId xmlns:a16="http://schemas.microsoft.com/office/drawing/2014/main" id="{1A86ECCD-80CE-1552-6509-F83491D8D4D0}"/>
              </a:ext>
            </a:extLst>
          </p:cNvPr>
          <p:cNvSpPr txBox="1"/>
          <p:nvPr/>
        </p:nvSpPr>
        <p:spPr>
          <a:xfrm>
            <a:off x="516356" y="2225739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const Card = () =&gt; {</a:t>
            </a:r>
          </a:p>
        </p:txBody>
      </p:sp>
      <p:sp>
        <p:nvSpPr>
          <p:cNvPr id="11" name="card-1">
            <a:extLst>
              <a:ext uri="{FF2B5EF4-FFF2-40B4-BE49-F238E27FC236}">
                <a16:creationId xmlns:a16="http://schemas.microsoft.com/office/drawing/2014/main" id="{18DA0F6E-B320-BE6C-EF3C-22453F8AE7A7}"/>
              </a:ext>
            </a:extLst>
          </p:cNvPr>
          <p:cNvSpPr txBox="1"/>
          <p:nvPr/>
        </p:nvSpPr>
        <p:spPr>
          <a:xfrm>
            <a:off x="498935" y="5569378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19" name="export-card">
            <a:extLst>
              <a:ext uri="{FF2B5EF4-FFF2-40B4-BE49-F238E27FC236}">
                <a16:creationId xmlns:a16="http://schemas.microsoft.com/office/drawing/2014/main" id="{9A5937A6-2EE2-D2B9-1B67-6C74383C0F9A}"/>
              </a:ext>
            </a:extLst>
          </p:cNvPr>
          <p:cNvSpPr txBox="1"/>
          <p:nvPr/>
        </p:nvSpPr>
        <p:spPr>
          <a:xfrm>
            <a:off x="488302" y="6018817"/>
            <a:ext cx="2786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export default Card </a:t>
            </a:r>
          </a:p>
        </p:txBody>
      </p:sp>
      <p:sp>
        <p:nvSpPr>
          <p:cNvPr id="28" name="return">
            <a:extLst>
              <a:ext uri="{FF2B5EF4-FFF2-40B4-BE49-F238E27FC236}">
                <a16:creationId xmlns:a16="http://schemas.microsoft.com/office/drawing/2014/main" id="{EC4B33D7-B2DB-AB33-78AB-27E9AE445717}"/>
              </a:ext>
            </a:extLst>
          </p:cNvPr>
          <p:cNvSpPr txBox="1"/>
          <p:nvPr/>
        </p:nvSpPr>
        <p:spPr>
          <a:xfrm>
            <a:off x="737319" y="3736721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return (</a:t>
            </a:r>
          </a:p>
        </p:txBody>
      </p:sp>
      <p:sp>
        <p:nvSpPr>
          <p:cNvPr id="29" name="return-1">
            <a:extLst>
              <a:ext uri="{FF2B5EF4-FFF2-40B4-BE49-F238E27FC236}">
                <a16:creationId xmlns:a16="http://schemas.microsoft.com/office/drawing/2014/main" id="{C698CD9B-FD9C-7D00-1799-0689ABA15261}"/>
              </a:ext>
            </a:extLst>
          </p:cNvPr>
          <p:cNvSpPr txBox="1"/>
          <p:nvPr/>
        </p:nvSpPr>
        <p:spPr>
          <a:xfrm>
            <a:off x="739641" y="5261319"/>
            <a:ext cx="292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0" name="component">
            <a:extLst>
              <a:ext uri="{FF2B5EF4-FFF2-40B4-BE49-F238E27FC236}">
                <a16:creationId xmlns:a16="http://schemas.microsoft.com/office/drawing/2014/main" id="{1BC3F13C-0E78-4DAB-16C2-8040481A3288}"/>
              </a:ext>
            </a:extLst>
          </p:cNvPr>
          <p:cNvSpPr txBox="1"/>
          <p:nvPr/>
        </p:nvSpPr>
        <p:spPr>
          <a:xfrm>
            <a:off x="1031709" y="4133717"/>
            <a:ext cx="797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31" name="component-1">
            <a:extLst>
              <a:ext uri="{FF2B5EF4-FFF2-40B4-BE49-F238E27FC236}">
                <a16:creationId xmlns:a16="http://schemas.microsoft.com/office/drawing/2014/main" id="{95A49906-B419-DF52-98AA-942D2B07D3D3}"/>
              </a:ext>
            </a:extLst>
          </p:cNvPr>
          <p:cNvSpPr txBox="1"/>
          <p:nvPr/>
        </p:nvSpPr>
        <p:spPr>
          <a:xfrm>
            <a:off x="996293" y="4866520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2" name="component-2">
            <a:extLst>
              <a:ext uri="{FF2B5EF4-FFF2-40B4-BE49-F238E27FC236}">
                <a16:creationId xmlns:a16="http://schemas.microsoft.com/office/drawing/2014/main" id="{1F1AD575-FEF6-215C-E953-C9987662275E}"/>
              </a:ext>
            </a:extLst>
          </p:cNvPr>
          <p:cNvSpPr txBox="1"/>
          <p:nvPr/>
        </p:nvSpPr>
        <p:spPr>
          <a:xfrm>
            <a:off x="1316965" y="4481349"/>
            <a:ext cx="3182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This is Component Card</a:t>
            </a:r>
          </a:p>
        </p:txBody>
      </p:sp>
      <p:sp>
        <p:nvSpPr>
          <p:cNvPr id="33" name="import-useEffect">
            <a:extLst>
              <a:ext uri="{FF2B5EF4-FFF2-40B4-BE49-F238E27FC236}">
                <a16:creationId xmlns:a16="http://schemas.microsoft.com/office/drawing/2014/main" id="{82AC9F1A-12F5-F0A4-F621-987F5E5FBDC5}"/>
              </a:ext>
            </a:extLst>
          </p:cNvPr>
          <p:cNvSpPr txBox="1"/>
          <p:nvPr/>
        </p:nvSpPr>
        <p:spPr>
          <a:xfrm>
            <a:off x="498935" y="1802321"/>
            <a:ext cx="4248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import { </a:t>
            </a:r>
            <a:r>
              <a:rPr lang="en-US" sz="2400" dirty="0" err="1"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36" name="useEffect">
            <a:extLst>
              <a:ext uri="{FF2B5EF4-FFF2-40B4-BE49-F238E27FC236}">
                <a16:creationId xmlns:a16="http://schemas.microsoft.com/office/drawing/2014/main" id="{DB7EBFC8-BC67-0109-44C1-71491B3E8B3B}"/>
              </a:ext>
            </a:extLst>
          </p:cNvPr>
          <p:cNvSpPr txBox="1"/>
          <p:nvPr/>
        </p:nvSpPr>
        <p:spPr>
          <a:xfrm>
            <a:off x="683655" y="2685789"/>
            <a:ext cx="1540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Berlin Sans FB" panose="020E0602020502020306" pitchFamily="34" charset="0"/>
              </a:rPr>
              <a:t>useEffect</a:t>
            </a:r>
            <a:r>
              <a:rPr lang="en-US" sz="24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39" name="useEffect-1">
            <a:extLst>
              <a:ext uri="{FF2B5EF4-FFF2-40B4-BE49-F238E27FC236}">
                <a16:creationId xmlns:a16="http://schemas.microsoft.com/office/drawing/2014/main" id="{BE8ED93E-555D-5821-EF06-D9BD35902939}"/>
              </a:ext>
            </a:extLst>
          </p:cNvPr>
          <p:cNvSpPr txBox="1"/>
          <p:nvPr/>
        </p:nvSpPr>
        <p:spPr>
          <a:xfrm>
            <a:off x="1347175" y="3416419"/>
            <a:ext cx="312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)</a:t>
            </a:r>
            <a:endParaRPr lang="en-US" sz="2400" dirty="0"/>
          </a:p>
        </p:txBody>
      </p:sp>
      <p:sp>
        <p:nvSpPr>
          <p:cNvPr id="41" name="useEffect-2">
            <a:extLst>
              <a:ext uri="{FF2B5EF4-FFF2-40B4-BE49-F238E27FC236}">
                <a16:creationId xmlns:a16="http://schemas.microsoft.com/office/drawing/2014/main" id="{E080764F-8905-9699-9832-EF9A687113CB}"/>
              </a:ext>
            </a:extLst>
          </p:cNvPr>
          <p:cNvSpPr txBox="1"/>
          <p:nvPr/>
        </p:nvSpPr>
        <p:spPr>
          <a:xfrm>
            <a:off x="750488" y="3373036"/>
            <a:ext cx="234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,</a:t>
            </a:r>
          </a:p>
        </p:txBody>
      </p:sp>
      <p:sp>
        <p:nvSpPr>
          <p:cNvPr id="40" name="useEffect-3">
            <a:extLst>
              <a:ext uri="{FF2B5EF4-FFF2-40B4-BE49-F238E27FC236}">
                <a16:creationId xmlns:a16="http://schemas.microsoft.com/office/drawing/2014/main" id="{3DD44493-5023-7B65-90B7-821928380CA7}"/>
              </a:ext>
            </a:extLst>
          </p:cNvPr>
          <p:cNvSpPr txBox="1"/>
          <p:nvPr/>
        </p:nvSpPr>
        <p:spPr>
          <a:xfrm>
            <a:off x="737319" y="2677633"/>
            <a:ext cx="6204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	    ()=&gt; { </a:t>
            </a:r>
            <a:br>
              <a:rPr lang="en-US" sz="2400" dirty="0">
                <a:latin typeface="Berlin Sans FB" panose="020E0602020502020306" pitchFamily="34" charset="0"/>
              </a:rPr>
            </a:br>
            <a:r>
              <a:rPr lang="en-US" sz="2400" dirty="0">
                <a:latin typeface="Berlin Sans FB" panose="020E0602020502020306" pitchFamily="34" charset="0"/>
              </a:rPr>
              <a:t>console.log(“runs only the first render”); }</a:t>
            </a:r>
          </a:p>
        </p:txBody>
      </p:sp>
      <p:sp>
        <p:nvSpPr>
          <p:cNvPr id="42" name="useEffect-4">
            <a:extLst>
              <a:ext uri="{FF2B5EF4-FFF2-40B4-BE49-F238E27FC236}">
                <a16:creationId xmlns:a16="http://schemas.microsoft.com/office/drawing/2014/main" id="{6CEFF756-6504-4E45-74EF-EBCDDE8F17C4}"/>
              </a:ext>
            </a:extLst>
          </p:cNvPr>
          <p:cNvSpPr txBox="1"/>
          <p:nvPr/>
        </p:nvSpPr>
        <p:spPr>
          <a:xfrm>
            <a:off x="934986" y="3391957"/>
            <a:ext cx="56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</a:rPr>
              <a:t>[ ]</a:t>
            </a:r>
          </a:p>
        </p:txBody>
      </p:sp>
    </p:spTree>
    <p:extLst>
      <p:ext uri="{BB962C8B-B14F-4D97-AF65-F5344CB8AC3E}">
        <p14:creationId xmlns:p14="http://schemas.microsoft.com/office/powerpoint/2010/main" val="2863177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376FA-5AE7-5A81-9220-DD786303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EF0913E6-CCA2-3E9A-9653-AFBB4C7A6FBB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5134FBA-BF2D-CEC3-28B8-67362E5F46A1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4D3D817-2768-8D87-1EEB-C1B448E5969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56F606C-9E0E-DF55-C4BD-164D87B189E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D8F45B6-4A42-FC8D-A669-6EB984BBF28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0EA7230-4536-224C-C64F-6BA1DA91ED1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C213927-C061-7DCD-A3D9-3748BA51CDD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3EDD971-4518-01F1-9FC7-C851361D61E0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2E20E97-3759-F0A8-7C84-A60A52587F8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9FF09EA-10E9-51AF-47A2-74208D6B1D2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59357E6-F80F-A967-4B80-FD45C7ACE66F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D5105E92-9300-112F-B91D-A555ACF03DF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F3FE70A-1FD9-6AE2-671F-3F085F251BA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9FBF5E2-2F26-C660-B95A-03FE3AF02B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A4F1353-4B17-23A4-0D13-00E5F829BF88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D4DAE09-851A-0CEB-5525-55175E5648B1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F19AC90-5895-C9D0-C57F-DC0C12A75B9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C0E8C28-EBFD-A4EF-CB81-CC179FAA6AF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18CA63DA-CA53-255C-BC90-F2FB406DE5AA}"/>
              </a:ext>
            </a:extLst>
          </p:cNvPr>
          <p:cNvSpPr/>
          <p:nvPr/>
        </p:nvSpPr>
        <p:spPr>
          <a:xfrm>
            <a:off x="251750" y="1061951"/>
            <a:ext cx="8537228" cy="54151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43" name="a">
            <a:extLst>
              <a:ext uri="{FF2B5EF4-FFF2-40B4-BE49-F238E27FC236}">
                <a16:creationId xmlns:a16="http://schemas.microsoft.com/office/drawing/2014/main" id="{E40CB243-FCAE-B575-BF8E-AAEA4E2E207C}"/>
              </a:ext>
            </a:extLst>
          </p:cNvPr>
          <p:cNvSpPr txBox="1"/>
          <p:nvPr/>
        </p:nvSpPr>
        <p:spPr>
          <a:xfrm>
            <a:off x="251750" y="1137413"/>
            <a:ext cx="3046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ComponentA</a:t>
            </a:r>
            <a:r>
              <a:rPr lang="en-US" sz="2000" dirty="0">
                <a:latin typeface="Berlin Sans FB" panose="020E0602020502020306" pitchFamily="34" charset="0"/>
              </a:rPr>
              <a:t> = () =&gt; {</a:t>
            </a:r>
          </a:p>
        </p:txBody>
      </p:sp>
      <p:sp>
        <p:nvSpPr>
          <p:cNvPr id="45" name="a-1">
            <a:extLst>
              <a:ext uri="{FF2B5EF4-FFF2-40B4-BE49-F238E27FC236}">
                <a16:creationId xmlns:a16="http://schemas.microsoft.com/office/drawing/2014/main" id="{6A53719E-215A-310A-69C9-485D31B98087}"/>
              </a:ext>
            </a:extLst>
          </p:cNvPr>
          <p:cNvSpPr txBox="1"/>
          <p:nvPr/>
        </p:nvSpPr>
        <p:spPr>
          <a:xfrm>
            <a:off x="328690" y="1455424"/>
            <a:ext cx="6744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”});</a:t>
            </a:r>
          </a:p>
        </p:txBody>
      </p:sp>
      <p:sp>
        <p:nvSpPr>
          <p:cNvPr id="46" name="return">
            <a:extLst>
              <a:ext uri="{FF2B5EF4-FFF2-40B4-BE49-F238E27FC236}">
                <a16:creationId xmlns:a16="http://schemas.microsoft.com/office/drawing/2014/main" id="{EA0DC061-B41F-6EEA-CF4C-C19DFEC6B808}"/>
              </a:ext>
            </a:extLst>
          </p:cNvPr>
          <p:cNvSpPr txBox="1"/>
          <p:nvPr/>
        </p:nvSpPr>
        <p:spPr>
          <a:xfrm>
            <a:off x="328690" y="1768777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1" name="div">
            <a:extLst>
              <a:ext uri="{FF2B5EF4-FFF2-40B4-BE49-F238E27FC236}">
                <a16:creationId xmlns:a16="http://schemas.microsoft.com/office/drawing/2014/main" id="{5150FEBE-F6E0-A97E-71A7-E919E3EB4373}"/>
              </a:ext>
            </a:extLst>
          </p:cNvPr>
          <p:cNvSpPr txBox="1"/>
          <p:nvPr/>
        </p:nvSpPr>
        <p:spPr>
          <a:xfrm>
            <a:off x="544225" y="2040088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3" name="b" hidden="1">
            <a:extLst>
              <a:ext uri="{FF2B5EF4-FFF2-40B4-BE49-F238E27FC236}">
                <a16:creationId xmlns:a16="http://schemas.microsoft.com/office/drawing/2014/main" id="{3C190051-6CB1-825C-B3CB-BA07EFDD2CF8}"/>
              </a:ext>
            </a:extLst>
          </p:cNvPr>
          <p:cNvSpPr txBox="1"/>
          <p:nvPr/>
        </p:nvSpPr>
        <p:spPr>
          <a:xfrm>
            <a:off x="750488" y="2289084"/>
            <a:ext cx="1816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89" name="b" hidden="1">
            <a:extLst>
              <a:ext uri="{FF2B5EF4-FFF2-40B4-BE49-F238E27FC236}">
                <a16:creationId xmlns:a16="http://schemas.microsoft.com/office/drawing/2014/main" id="{09107BA6-ABFB-1C16-6E74-D902FBD847D7}"/>
              </a:ext>
            </a:extLst>
          </p:cNvPr>
          <p:cNvSpPr txBox="1"/>
          <p:nvPr/>
        </p:nvSpPr>
        <p:spPr>
          <a:xfrm>
            <a:off x="2655923" y="2030586"/>
            <a:ext cx="296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4" name="b-1" hidden="1">
            <a:extLst>
              <a:ext uri="{FF2B5EF4-FFF2-40B4-BE49-F238E27FC236}">
                <a16:creationId xmlns:a16="http://schemas.microsoft.com/office/drawing/2014/main" id="{86B1B4B7-C1CA-D2EA-C6F2-C7E956DD7528}"/>
              </a:ext>
            </a:extLst>
          </p:cNvPr>
          <p:cNvSpPr txBox="1"/>
          <p:nvPr/>
        </p:nvSpPr>
        <p:spPr>
          <a:xfrm>
            <a:off x="2325360" y="2289084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62" name="div-1">
            <a:extLst>
              <a:ext uri="{FF2B5EF4-FFF2-40B4-BE49-F238E27FC236}">
                <a16:creationId xmlns:a16="http://schemas.microsoft.com/office/drawing/2014/main" id="{19BEA3FD-6BBA-FB5B-4A33-2DBECFAAF3BB}"/>
              </a:ext>
            </a:extLst>
          </p:cNvPr>
          <p:cNvSpPr txBox="1"/>
          <p:nvPr/>
        </p:nvSpPr>
        <p:spPr>
          <a:xfrm>
            <a:off x="1055107" y="2040088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59" name="return">
            <a:extLst>
              <a:ext uri="{FF2B5EF4-FFF2-40B4-BE49-F238E27FC236}">
                <a16:creationId xmlns:a16="http://schemas.microsoft.com/office/drawing/2014/main" id="{1FB921AC-687B-3840-F09E-F580FE4B6495}"/>
              </a:ext>
            </a:extLst>
          </p:cNvPr>
          <p:cNvSpPr txBox="1"/>
          <p:nvPr/>
        </p:nvSpPr>
        <p:spPr>
          <a:xfrm>
            <a:off x="397058" y="2302283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60" name="a">
            <a:extLst>
              <a:ext uri="{FF2B5EF4-FFF2-40B4-BE49-F238E27FC236}">
                <a16:creationId xmlns:a16="http://schemas.microsoft.com/office/drawing/2014/main" id="{DAF88450-96FE-2294-DD7B-D30B59E8E78C}"/>
              </a:ext>
            </a:extLst>
          </p:cNvPr>
          <p:cNvSpPr txBox="1"/>
          <p:nvPr/>
        </p:nvSpPr>
        <p:spPr>
          <a:xfrm>
            <a:off x="194676" y="252919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65" name="b" hidden="1">
            <a:extLst>
              <a:ext uri="{FF2B5EF4-FFF2-40B4-BE49-F238E27FC236}">
                <a16:creationId xmlns:a16="http://schemas.microsoft.com/office/drawing/2014/main" id="{25869966-C237-9370-8C93-0E59F6D59B51}"/>
              </a:ext>
            </a:extLst>
          </p:cNvPr>
          <p:cNvSpPr txBox="1"/>
          <p:nvPr/>
        </p:nvSpPr>
        <p:spPr>
          <a:xfrm>
            <a:off x="251750" y="2920434"/>
            <a:ext cx="2525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8" name="props" hidden="1">
            <a:extLst>
              <a:ext uri="{FF2B5EF4-FFF2-40B4-BE49-F238E27FC236}">
                <a16:creationId xmlns:a16="http://schemas.microsoft.com/office/drawing/2014/main" id="{5B8B6267-C0AB-56F2-6CDF-D94195E7BF7E}"/>
              </a:ext>
            </a:extLst>
          </p:cNvPr>
          <p:cNvSpPr txBox="1"/>
          <p:nvPr/>
        </p:nvSpPr>
        <p:spPr>
          <a:xfrm>
            <a:off x="2628020" y="2925957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66" name="b-1" hidden="1">
            <a:extLst>
              <a:ext uri="{FF2B5EF4-FFF2-40B4-BE49-F238E27FC236}">
                <a16:creationId xmlns:a16="http://schemas.microsoft.com/office/drawing/2014/main" id="{80D0BBFD-F308-E17B-4D19-F75D85A18D0E}"/>
              </a:ext>
            </a:extLst>
          </p:cNvPr>
          <p:cNvSpPr txBox="1"/>
          <p:nvPr/>
        </p:nvSpPr>
        <p:spPr>
          <a:xfrm>
            <a:off x="4094232" y="2920434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67" name="return" hidden="1">
            <a:extLst>
              <a:ext uri="{FF2B5EF4-FFF2-40B4-BE49-F238E27FC236}">
                <a16:creationId xmlns:a16="http://schemas.microsoft.com/office/drawing/2014/main" id="{A49CF25B-22EE-58AA-0EBE-9F52896CA662}"/>
              </a:ext>
            </a:extLst>
          </p:cNvPr>
          <p:cNvSpPr txBox="1"/>
          <p:nvPr/>
        </p:nvSpPr>
        <p:spPr>
          <a:xfrm>
            <a:off x="409338" y="3224126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8" name="div" hidden="1">
            <a:extLst>
              <a:ext uri="{FF2B5EF4-FFF2-40B4-BE49-F238E27FC236}">
                <a16:creationId xmlns:a16="http://schemas.microsoft.com/office/drawing/2014/main" id="{007DAE33-9BBF-A684-87AE-32D03C947C1E}"/>
              </a:ext>
            </a:extLst>
          </p:cNvPr>
          <p:cNvSpPr txBox="1"/>
          <p:nvPr/>
        </p:nvSpPr>
        <p:spPr>
          <a:xfrm>
            <a:off x="624873" y="3515101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9" name="b" hidden="1">
            <a:extLst>
              <a:ext uri="{FF2B5EF4-FFF2-40B4-BE49-F238E27FC236}">
                <a16:creationId xmlns:a16="http://schemas.microsoft.com/office/drawing/2014/main" id="{6158651D-6E6D-BF8F-7F5B-961AA0F41D85}"/>
              </a:ext>
            </a:extLst>
          </p:cNvPr>
          <p:cNvSpPr txBox="1"/>
          <p:nvPr/>
        </p:nvSpPr>
        <p:spPr>
          <a:xfrm>
            <a:off x="1135165" y="3511825"/>
            <a:ext cx="168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7" name="currentUser" hidden="1">
            <a:extLst>
              <a:ext uri="{FF2B5EF4-FFF2-40B4-BE49-F238E27FC236}">
                <a16:creationId xmlns:a16="http://schemas.microsoft.com/office/drawing/2014/main" id="{5001A526-6DED-EF66-096F-AECE241F7733}"/>
              </a:ext>
            </a:extLst>
          </p:cNvPr>
          <p:cNvSpPr txBox="1"/>
          <p:nvPr/>
        </p:nvSpPr>
        <p:spPr>
          <a:xfrm>
            <a:off x="2776800" y="3503798"/>
            <a:ext cx="2903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0" name="b-1" hidden="1">
            <a:extLst>
              <a:ext uri="{FF2B5EF4-FFF2-40B4-BE49-F238E27FC236}">
                <a16:creationId xmlns:a16="http://schemas.microsoft.com/office/drawing/2014/main" id="{DF6AE29B-0022-7821-9D1F-FA6BC3754770}"/>
              </a:ext>
            </a:extLst>
          </p:cNvPr>
          <p:cNvSpPr txBox="1"/>
          <p:nvPr/>
        </p:nvSpPr>
        <p:spPr>
          <a:xfrm>
            <a:off x="5536924" y="3492021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71" name="div-1" hidden="1">
            <a:extLst>
              <a:ext uri="{FF2B5EF4-FFF2-40B4-BE49-F238E27FC236}">
                <a16:creationId xmlns:a16="http://schemas.microsoft.com/office/drawing/2014/main" id="{152EEBD9-E145-4BA1-8AC0-6AD1CF96F042}"/>
              </a:ext>
            </a:extLst>
          </p:cNvPr>
          <p:cNvSpPr txBox="1"/>
          <p:nvPr/>
        </p:nvSpPr>
        <p:spPr>
          <a:xfrm>
            <a:off x="5711812" y="3492021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72" name="return" hidden="1">
            <a:extLst>
              <a:ext uri="{FF2B5EF4-FFF2-40B4-BE49-F238E27FC236}">
                <a16:creationId xmlns:a16="http://schemas.microsoft.com/office/drawing/2014/main" id="{89718462-BB87-0152-B2E3-4BC3768FFC12}"/>
              </a:ext>
            </a:extLst>
          </p:cNvPr>
          <p:cNvSpPr txBox="1"/>
          <p:nvPr/>
        </p:nvSpPr>
        <p:spPr>
          <a:xfrm>
            <a:off x="497818" y="379513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73" name="b" hidden="1">
            <a:extLst>
              <a:ext uri="{FF2B5EF4-FFF2-40B4-BE49-F238E27FC236}">
                <a16:creationId xmlns:a16="http://schemas.microsoft.com/office/drawing/2014/main" id="{594042D9-8CD2-96AB-136B-76369CD85E50}"/>
              </a:ext>
            </a:extLst>
          </p:cNvPr>
          <p:cNvSpPr txBox="1"/>
          <p:nvPr/>
        </p:nvSpPr>
        <p:spPr>
          <a:xfrm>
            <a:off x="261391" y="4137002"/>
            <a:ext cx="388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 </a:t>
            </a:r>
          </a:p>
        </p:txBody>
      </p:sp>
      <p:sp>
        <p:nvSpPr>
          <p:cNvPr id="74" name="c" hidden="1">
            <a:extLst>
              <a:ext uri="{FF2B5EF4-FFF2-40B4-BE49-F238E27FC236}">
                <a16:creationId xmlns:a16="http://schemas.microsoft.com/office/drawing/2014/main" id="{D21F4E5A-FCBA-9328-2E6E-A76769828619}"/>
              </a:ext>
            </a:extLst>
          </p:cNvPr>
          <p:cNvSpPr txBox="1"/>
          <p:nvPr/>
        </p:nvSpPr>
        <p:spPr>
          <a:xfrm>
            <a:off x="288289" y="4442044"/>
            <a:ext cx="2520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6" name="props" hidden="1">
            <a:extLst>
              <a:ext uri="{FF2B5EF4-FFF2-40B4-BE49-F238E27FC236}">
                <a16:creationId xmlns:a16="http://schemas.microsoft.com/office/drawing/2014/main" id="{3541423A-E445-5029-F431-6AB9E56A572C}"/>
              </a:ext>
            </a:extLst>
          </p:cNvPr>
          <p:cNvSpPr txBox="1"/>
          <p:nvPr/>
        </p:nvSpPr>
        <p:spPr>
          <a:xfrm>
            <a:off x="2653504" y="4431405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5" name="c-1" hidden="1">
            <a:extLst>
              <a:ext uri="{FF2B5EF4-FFF2-40B4-BE49-F238E27FC236}">
                <a16:creationId xmlns:a16="http://schemas.microsoft.com/office/drawing/2014/main" id="{CDA4D8E4-917F-5883-772E-6B346FF1D4EE}"/>
              </a:ext>
            </a:extLst>
          </p:cNvPr>
          <p:cNvSpPr txBox="1"/>
          <p:nvPr/>
        </p:nvSpPr>
        <p:spPr>
          <a:xfrm>
            <a:off x="4083881" y="4420766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76" name="return" hidden="1">
            <a:extLst>
              <a:ext uri="{FF2B5EF4-FFF2-40B4-BE49-F238E27FC236}">
                <a16:creationId xmlns:a16="http://schemas.microsoft.com/office/drawing/2014/main" id="{74D42CFD-9D0B-3534-BE3F-D0E31FB05A5C}"/>
              </a:ext>
            </a:extLst>
          </p:cNvPr>
          <p:cNvSpPr txBox="1"/>
          <p:nvPr/>
        </p:nvSpPr>
        <p:spPr>
          <a:xfrm>
            <a:off x="445877" y="4752659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77" name="div" hidden="1">
            <a:extLst>
              <a:ext uri="{FF2B5EF4-FFF2-40B4-BE49-F238E27FC236}">
                <a16:creationId xmlns:a16="http://schemas.microsoft.com/office/drawing/2014/main" id="{A7D1D9F6-F285-1451-1C28-33F08BFF542E}"/>
              </a:ext>
            </a:extLst>
          </p:cNvPr>
          <p:cNvSpPr txBox="1"/>
          <p:nvPr/>
        </p:nvSpPr>
        <p:spPr>
          <a:xfrm>
            <a:off x="661412" y="502397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84" name="{" hidden="1">
            <a:extLst>
              <a:ext uri="{FF2B5EF4-FFF2-40B4-BE49-F238E27FC236}">
                <a16:creationId xmlns:a16="http://schemas.microsoft.com/office/drawing/2014/main" id="{D6BB3940-978C-718A-9939-FBA9901A789D}"/>
              </a:ext>
            </a:extLst>
          </p:cNvPr>
          <p:cNvSpPr txBox="1"/>
          <p:nvPr/>
        </p:nvSpPr>
        <p:spPr>
          <a:xfrm>
            <a:off x="1212910" y="5018521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78" name="currentUser" hidden="1">
            <a:extLst>
              <a:ext uri="{FF2B5EF4-FFF2-40B4-BE49-F238E27FC236}">
                <a16:creationId xmlns:a16="http://schemas.microsoft.com/office/drawing/2014/main" id="{1666A779-1F80-583D-ADE5-50716BF7F1BF}"/>
              </a:ext>
            </a:extLst>
          </p:cNvPr>
          <p:cNvSpPr txBox="1"/>
          <p:nvPr/>
        </p:nvSpPr>
        <p:spPr>
          <a:xfrm>
            <a:off x="1327327" y="5024993"/>
            <a:ext cx="1399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3" name="}" hidden="1">
            <a:extLst>
              <a:ext uri="{FF2B5EF4-FFF2-40B4-BE49-F238E27FC236}">
                <a16:creationId xmlns:a16="http://schemas.microsoft.com/office/drawing/2014/main" id="{E94178B9-D316-01B7-A71C-164B68B5C977}"/>
              </a:ext>
            </a:extLst>
          </p:cNvPr>
          <p:cNvSpPr txBox="1"/>
          <p:nvPr/>
        </p:nvSpPr>
        <p:spPr>
          <a:xfrm>
            <a:off x="2578818" y="5029573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0" name="div-1" hidden="1">
            <a:extLst>
              <a:ext uri="{FF2B5EF4-FFF2-40B4-BE49-F238E27FC236}">
                <a16:creationId xmlns:a16="http://schemas.microsoft.com/office/drawing/2014/main" id="{03D13E2D-240C-B3F9-E98F-05152F8C11C3}"/>
              </a:ext>
            </a:extLst>
          </p:cNvPr>
          <p:cNvSpPr txBox="1"/>
          <p:nvPr/>
        </p:nvSpPr>
        <p:spPr>
          <a:xfrm>
            <a:off x="2691414" y="5021546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81" name="return" hidden="1">
            <a:extLst>
              <a:ext uri="{FF2B5EF4-FFF2-40B4-BE49-F238E27FC236}">
                <a16:creationId xmlns:a16="http://schemas.microsoft.com/office/drawing/2014/main" id="{AA4B1902-A4E1-D6BB-ED55-18BE7789265E}"/>
              </a:ext>
            </a:extLst>
          </p:cNvPr>
          <p:cNvSpPr txBox="1"/>
          <p:nvPr/>
        </p:nvSpPr>
        <p:spPr>
          <a:xfrm>
            <a:off x="496078" y="5304007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2" name="return" hidden="1">
            <a:extLst>
              <a:ext uri="{FF2B5EF4-FFF2-40B4-BE49-F238E27FC236}">
                <a16:creationId xmlns:a16="http://schemas.microsoft.com/office/drawing/2014/main" id="{0FF034DA-1985-E36D-080C-5E9014B191A6}"/>
              </a:ext>
            </a:extLst>
          </p:cNvPr>
          <p:cNvSpPr txBox="1"/>
          <p:nvPr/>
        </p:nvSpPr>
        <p:spPr>
          <a:xfrm>
            <a:off x="311113" y="559599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34453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EC278B-82AC-54B4-87A6-ACF32EB91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8B2C5F53-6798-BA19-562C-67558C3A3418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5C1D1A0-DB03-046A-07A0-6F5753FA855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583F3EC-C5C7-0303-6C0D-95B2D396B35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6193C12-9F8F-70BB-A362-5FF25A07C52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45891B3-2E32-D8D2-DA4C-C3B2C2845BFD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0B3E6FE-BFFB-D490-ECA3-08D08F1FE94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708B733-00C4-9ECC-C82C-8774DE07BBD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84FAA75-83E3-ADE4-9037-2E5591C0EB7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D6E4A4-CE72-69E5-C744-C0F522AAFD7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02C6345-9D5A-184D-AD20-D6AD156FB88A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5C858549-FC7E-F278-FB2F-643943CB0FEE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6B6A37B-287A-9BCA-14B6-FD8DA8877962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8982A54-0635-CA96-C2A4-4EADAA8A287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D02FED1-FC31-D1A4-01A3-D1042AB06F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F6A5F7F-78AF-4823-00FC-3A669BEB36E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12524AC-6843-264E-55DC-87937F045AB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09F56A0-6F47-F968-F3C1-90994CCAFDAE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6B050BD-0D35-0158-0F93-FFD009053467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0A05886B-15FD-73C4-A9F1-7131E6114809}"/>
              </a:ext>
            </a:extLst>
          </p:cNvPr>
          <p:cNvSpPr/>
          <p:nvPr/>
        </p:nvSpPr>
        <p:spPr>
          <a:xfrm>
            <a:off x="251750" y="1061951"/>
            <a:ext cx="8537228" cy="54151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43" name="a">
            <a:extLst>
              <a:ext uri="{FF2B5EF4-FFF2-40B4-BE49-F238E27FC236}">
                <a16:creationId xmlns:a16="http://schemas.microsoft.com/office/drawing/2014/main" id="{C656848E-9B78-8446-5809-720789912949}"/>
              </a:ext>
            </a:extLst>
          </p:cNvPr>
          <p:cNvSpPr txBox="1"/>
          <p:nvPr/>
        </p:nvSpPr>
        <p:spPr>
          <a:xfrm>
            <a:off x="251750" y="1137413"/>
            <a:ext cx="3046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ComponentA</a:t>
            </a:r>
            <a:r>
              <a:rPr lang="en-US" sz="2000" dirty="0">
                <a:latin typeface="Berlin Sans FB" panose="020E0602020502020306" pitchFamily="34" charset="0"/>
              </a:rPr>
              <a:t> = () =&gt; {</a:t>
            </a:r>
          </a:p>
        </p:txBody>
      </p:sp>
      <p:sp>
        <p:nvSpPr>
          <p:cNvPr id="45" name="a-1">
            <a:extLst>
              <a:ext uri="{FF2B5EF4-FFF2-40B4-BE49-F238E27FC236}">
                <a16:creationId xmlns:a16="http://schemas.microsoft.com/office/drawing/2014/main" id="{7C3F895A-95F9-68A0-FD5C-FB841DF8319F}"/>
              </a:ext>
            </a:extLst>
          </p:cNvPr>
          <p:cNvSpPr txBox="1"/>
          <p:nvPr/>
        </p:nvSpPr>
        <p:spPr>
          <a:xfrm>
            <a:off x="328690" y="1455424"/>
            <a:ext cx="6744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”});</a:t>
            </a:r>
          </a:p>
        </p:txBody>
      </p:sp>
      <p:sp>
        <p:nvSpPr>
          <p:cNvPr id="46" name="return">
            <a:extLst>
              <a:ext uri="{FF2B5EF4-FFF2-40B4-BE49-F238E27FC236}">
                <a16:creationId xmlns:a16="http://schemas.microsoft.com/office/drawing/2014/main" id="{D79F8DDE-CD96-D857-C8B2-302E5EBC5B79}"/>
              </a:ext>
            </a:extLst>
          </p:cNvPr>
          <p:cNvSpPr txBox="1"/>
          <p:nvPr/>
        </p:nvSpPr>
        <p:spPr>
          <a:xfrm>
            <a:off x="328690" y="1768777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1" name="div">
            <a:extLst>
              <a:ext uri="{FF2B5EF4-FFF2-40B4-BE49-F238E27FC236}">
                <a16:creationId xmlns:a16="http://schemas.microsoft.com/office/drawing/2014/main" id="{2EBB5CDC-DC69-A82B-B0A7-C3D39B50EB64}"/>
              </a:ext>
            </a:extLst>
          </p:cNvPr>
          <p:cNvSpPr txBox="1"/>
          <p:nvPr/>
        </p:nvSpPr>
        <p:spPr>
          <a:xfrm>
            <a:off x="544225" y="2040088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3" name="b">
            <a:extLst>
              <a:ext uri="{FF2B5EF4-FFF2-40B4-BE49-F238E27FC236}">
                <a16:creationId xmlns:a16="http://schemas.microsoft.com/office/drawing/2014/main" id="{5CD4D3B7-4AE6-F2FE-B450-537A103C9BCB}"/>
              </a:ext>
            </a:extLst>
          </p:cNvPr>
          <p:cNvSpPr txBox="1"/>
          <p:nvPr/>
        </p:nvSpPr>
        <p:spPr>
          <a:xfrm>
            <a:off x="750488" y="2289084"/>
            <a:ext cx="1816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89" name="b" hidden="1">
            <a:extLst>
              <a:ext uri="{FF2B5EF4-FFF2-40B4-BE49-F238E27FC236}">
                <a16:creationId xmlns:a16="http://schemas.microsoft.com/office/drawing/2014/main" id="{3F21BAA4-5AAE-BEF2-BEA2-E837FB364301}"/>
              </a:ext>
            </a:extLst>
          </p:cNvPr>
          <p:cNvSpPr txBox="1"/>
          <p:nvPr/>
        </p:nvSpPr>
        <p:spPr>
          <a:xfrm>
            <a:off x="2655923" y="2030586"/>
            <a:ext cx="296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4" name="b-1">
            <a:extLst>
              <a:ext uri="{FF2B5EF4-FFF2-40B4-BE49-F238E27FC236}">
                <a16:creationId xmlns:a16="http://schemas.microsoft.com/office/drawing/2014/main" id="{F029A6A1-A25B-80DB-6BB2-86F90E64E4FE}"/>
              </a:ext>
            </a:extLst>
          </p:cNvPr>
          <p:cNvSpPr txBox="1"/>
          <p:nvPr/>
        </p:nvSpPr>
        <p:spPr>
          <a:xfrm>
            <a:off x="2325360" y="2289084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62" name="div-1">
            <a:extLst>
              <a:ext uri="{FF2B5EF4-FFF2-40B4-BE49-F238E27FC236}">
                <a16:creationId xmlns:a16="http://schemas.microsoft.com/office/drawing/2014/main" id="{54B9E3F5-B7EF-4524-BD27-12A50F349BF3}"/>
              </a:ext>
            </a:extLst>
          </p:cNvPr>
          <p:cNvSpPr txBox="1"/>
          <p:nvPr/>
        </p:nvSpPr>
        <p:spPr>
          <a:xfrm>
            <a:off x="569254" y="2563130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59" name="return">
            <a:extLst>
              <a:ext uri="{FF2B5EF4-FFF2-40B4-BE49-F238E27FC236}">
                <a16:creationId xmlns:a16="http://schemas.microsoft.com/office/drawing/2014/main" id="{DABE2EB3-78B4-BF1A-7212-3E8A76532366}"/>
              </a:ext>
            </a:extLst>
          </p:cNvPr>
          <p:cNvSpPr txBox="1"/>
          <p:nvPr/>
        </p:nvSpPr>
        <p:spPr>
          <a:xfrm>
            <a:off x="397058" y="2854280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60" name="a">
            <a:extLst>
              <a:ext uri="{FF2B5EF4-FFF2-40B4-BE49-F238E27FC236}">
                <a16:creationId xmlns:a16="http://schemas.microsoft.com/office/drawing/2014/main" id="{C61F46C6-272D-657B-7274-21A76D4497E3}"/>
              </a:ext>
            </a:extLst>
          </p:cNvPr>
          <p:cNvSpPr txBox="1"/>
          <p:nvPr/>
        </p:nvSpPr>
        <p:spPr>
          <a:xfrm>
            <a:off x="194676" y="308119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65" name="b">
            <a:extLst>
              <a:ext uri="{FF2B5EF4-FFF2-40B4-BE49-F238E27FC236}">
                <a16:creationId xmlns:a16="http://schemas.microsoft.com/office/drawing/2014/main" id="{B8D1D58D-D430-0F4C-2AD0-91219DD50F5F}"/>
              </a:ext>
            </a:extLst>
          </p:cNvPr>
          <p:cNvSpPr txBox="1"/>
          <p:nvPr/>
        </p:nvSpPr>
        <p:spPr>
          <a:xfrm>
            <a:off x="218257" y="3356914"/>
            <a:ext cx="2525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8" name="props" hidden="1">
            <a:extLst>
              <a:ext uri="{FF2B5EF4-FFF2-40B4-BE49-F238E27FC236}">
                <a16:creationId xmlns:a16="http://schemas.microsoft.com/office/drawing/2014/main" id="{4E6AC167-7970-5DEA-DE3A-33132908E41B}"/>
              </a:ext>
            </a:extLst>
          </p:cNvPr>
          <p:cNvSpPr txBox="1"/>
          <p:nvPr/>
        </p:nvSpPr>
        <p:spPr>
          <a:xfrm>
            <a:off x="2628020" y="2925957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66" name="b-1">
            <a:extLst>
              <a:ext uri="{FF2B5EF4-FFF2-40B4-BE49-F238E27FC236}">
                <a16:creationId xmlns:a16="http://schemas.microsoft.com/office/drawing/2014/main" id="{2F646893-4B05-73BD-728F-34FA670EBA75}"/>
              </a:ext>
            </a:extLst>
          </p:cNvPr>
          <p:cNvSpPr txBox="1"/>
          <p:nvPr/>
        </p:nvSpPr>
        <p:spPr>
          <a:xfrm>
            <a:off x="2541404" y="3352249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67" name="return">
            <a:extLst>
              <a:ext uri="{FF2B5EF4-FFF2-40B4-BE49-F238E27FC236}">
                <a16:creationId xmlns:a16="http://schemas.microsoft.com/office/drawing/2014/main" id="{0ED81AAE-F626-8C38-5745-12D59DE601A1}"/>
              </a:ext>
            </a:extLst>
          </p:cNvPr>
          <p:cNvSpPr txBox="1"/>
          <p:nvPr/>
        </p:nvSpPr>
        <p:spPr>
          <a:xfrm>
            <a:off x="375845" y="3660606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8" name="div">
            <a:extLst>
              <a:ext uri="{FF2B5EF4-FFF2-40B4-BE49-F238E27FC236}">
                <a16:creationId xmlns:a16="http://schemas.microsoft.com/office/drawing/2014/main" id="{4DAA9E1D-93AE-270D-491F-1C6FE1B3D13E}"/>
              </a:ext>
            </a:extLst>
          </p:cNvPr>
          <p:cNvSpPr txBox="1"/>
          <p:nvPr/>
        </p:nvSpPr>
        <p:spPr>
          <a:xfrm>
            <a:off x="591380" y="3951581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9" name="b" hidden="1">
            <a:extLst>
              <a:ext uri="{FF2B5EF4-FFF2-40B4-BE49-F238E27FC236}">
                <a16:creationId xmlns:a16="http://schemas.microsoft.com/office/drawing/2014/main" id="{B93B92F4-BCC4-4182-1951-EE995469F00A}"/>
              </a:ext>
            </a:extLst>
          </p:cNvPr>
          <p:cNvSpPr txBox="1"/>
          <p:nvPr/>
        </p:nvSpPr>
        <p:spPr>
          <a:xfrm>
            <a:off x="1135165" y="3511825"/>
            <a:ext cx="168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7" name="currentUser" hidden="1">
            <a:extLst>
              <a:ext uri="{FF2B5EF4-FFF2-40B4-BE49-F238E27FC236}">
                <a16:creationId xmlns:a16="http://schemas.microsoft.com/office/drawing/2014/main" id="{C9EA0636-3EDB-EE59-BAEC-732457C96A10}"/>
              </a:ext>
            </a:extLst>
          </p:cNvPr>
          <p:cNvSpPr txBox="1"/>
          <p:nvPr/>
        </p:nvSpPr>
        <p:spPr>
          <a:xfrm>
            <a:off x="2776800" y="3503798"/>
            <a:ext cx="2903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0" name="b-1" hidden="1">
            <a:extLst>
              <a:ext uri="{FF2B5EF4-FFF2-40B4-BE49-F238E27FC236}">
                <a16:creationId xmlns:a16="http://schemas.microsoft.com/office/drawing/2014/main" id="{D6B149B9-25F0-830E-1E9D-CE8BAFBD0679}"/>
              </a:ext>
            </a:extLst>
          </p:cNvPr>
          <p:cNvSpPr txBox="1"/>
          <p:nvPr/>
        </p:nvSpPr>
        <p:spPr>
          <a:xfrm>
            <a:off x="5536924" y="3492021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71" name="div-1">
            <a:extLst>
              <a:ext uri="{FF2B5EF4-FFF2-40B4-BE49-F238E27FC236}">
                <a16:creationId xmlns:a16="http://schemas.microsoft.com/office/drawing/2014/main" id="{466951D7-E222-0B06-A435-8F6D02E7E741}"/>
              </a:ext>
            </a:extLst>
          </p:cNvPr>
          <p:cNvSpPr txBox="1"/>
          <p:nvPr/>
        </p:nvSpPr>
        <p:spPr>
          <a:xfrm>
            <a:off x="1143781" y="3970306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72" name="return">
            <a:extLst>
              <a:ext uri="{FF2B5EF4-FFF2-40B4-BE49-F238E27FC236}">
                <a16:creationId xmlns:a16="http://schemas.microsoft.com/office/drawing/2014/main" id="{A4CCCE89-6379-6AD1-3834-313E3D023C26}"/>
              </a:ext>
            </a:extLst>
          </p:cNvPr>
          <p:cNvSpPr txBox="1"/>
          <p:nvPr/>
        </p:nvSpPr>
        <p:spPr>
          <a:xfrm>
            <a:off x="417433" y="428000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73" name="b">
            <a:extLst>
              <a:ext uri="{FF2B5EF4-FFF2-40B4-BE49-F238E27FC236}">
                <a16:creationId xmlns:a16="http://schemas.microsoft.com/office/drawing/2014/main" id="{203C9E08-C200-B163-359D-1CA97972F4E5}"/>
              </a:ext>
            </a:extLst>
          </p:cNvPr>
          <p:cNvSpPr txBox="1"/>
          <p:nvPr/>
        </p:nvSpPr>
        <p:spPr>
          <a:xfrm>
            <a:off x="181006" y="4621869"/>
            <a:ext cx="388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 </a:t>
            </a:r>
          </a:p>
        </p:txBody>
      </p:sp>
      <p:sp>
        <p:nvSpPr>
          <p:cNvPr id="74" name="c" hidden="1">
            <a:extLst>
              <a:ext uri="{FF2B5EF4-FFF2-40B4-BE49-F238E27FC236}">
                <a16:creationId xmlns:a16="http://schemas.microsoft.com/office/drawing/2014/main" id="{C821219A-42D6-7B86-F130-A321A3D59024}"/>
              </a:ext>
            </a:extLst>
          </p:cNvPr>
          <p:cNvSpPr txBox="1"/>
          <p:nvPr/>
        </p:nvSpPr>
        <p:spPr>
          <a:xfrm>
            <a:off x="288289" y="4442044"/>
            <a:ext cx="2520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6" name="props" hidden="1">
            <a:extLst>
              <a:ext uri="{FF2B5EF4-FFF2-40B4-BE49-F238E27FC236}">
                <a16:creationId xmlns:a16="http://schemas.microsoft.com/office/drawing/2014/main" id="{0B5F5D12-19E6-FEA1-2790-3B9FA69195A8}"/>
              </a:ext>
            </a:extLst>
          </p:cNvPr>
          <p:cNvSpPr txBox="1"/>
          <p:nvPr/>
        </p:nvSpPr>
        <p:spPr>
          <a:xfrm>
            <a:off x="2653504" y="4431405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5" name="c-1" hidden="1">
            <a:extLst>
              <a:ext uri="{FF2B5EF4-FFF2-40B4-BE49-F238E27FC236}">
                <a16:creationId xmlns:a16="http://schemas.microsoft.com/office/drawing/2014/main" id="{42BCBB41-33A5-F7F8-8A2E-E5C8D1A07781}"/>
              </a:ext>
            </a:extLst>
          </p:cNvPr>
          <p:cNvSpPr txBox="1"/>
          <p:nvPr/>
        </p:nvSpPr>
        <p:spPr>
          <a:xfrm>
            <a:off x="4083881" y="4420766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76" name="return" hidden="1">
            <a:extLst>
              <a:ext uri="{FF2B5EF4-FFF2-40B4-BE49-F238E27FC236}">
                <a16:creationId xmlns:a16="http://schemas.microsoft.com/office/drawing/2014/main" id="{1D290320-EA2A-6520-3AAA-55141075A50F}"/>
              </a:ext>
            </a:extLst>
          </p:cNvPr>
          <p:cNvSpPr txBox="1"/>
          <p:nvPr/>
        </p:nvSpPr>
        <p:spPr>
          <a:xfrm>
            <a:off x="445877" y="4752659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77" name="div" hidden="1">
            <a:extLst>
              <a:ext uri="{FF2B5EF4-FFF2-40B4-BE49-F238E27FC236}">
                <a16:creationId xmlns:a16="http://schemas.microsoft.com/office/drawing/2014/main" id="{51D34F62-F0BD-5492-FA31-A847346D01DE}"/>
              </a:ext>
            </a:extLst>
          </p:cNvPr>
          <p:cNvSpPr txBox="1"/>
          <p:nvPr/>
        </p:nvSpPr>
        <p:spPr>
          <a:xfrm>
            <a:off x="661412" y="502397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84" name="{" hidden="1">
            <a:extLst>
              <a:ext uri="{FF2B5EF4-FFF2-40B4-BE49-F238E27FC236}">
                <a16:creationId xmlns:a16="http://schemas.microsoft.com/office/drawing/2014/main" id="{E8429BF8-920A-57B6-71C2-194FDEE736AD}"/>
              </a:ext>
            </a:extLst>
          </p:cNvPr>
          <p:cNvSpPr txBox="1"/>
          <p:nvPr/>
        </p:nvSpPr>
        <p:spPr>
          <a:xfrm>
            <a:off x="1212910" y="5018521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78" name="currentUser" hidden="1">
            <a:extLst>
              <a:ext uri="{FF2B5EF4-FFF2-40B4-BE49-F238E27FC236}">
                <a16:creationId xmlns:a16="http://schemas.microsoft.com/office/drawing/2014/main" id="{ED6F6609-B42C-7A84-C460-665148FEF833}"/>
              </a:ext>
            </a:extLst>
          </p:cNvPr>
          <p:cNvSpPr txBox="1"/>
          <p:nvPr/>
        </p:nvSpPr>
        <p:spPr>
          <a:xfrm>
            <a:off x="1327327" y="5024993"/>
            <a:ext cx="1399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3" name="}" hidden="1">
            <a:extLst>
              <a:ext uri="{FF2B5EF4-FFF2-40B4-BE49-F238E27FC236}">
                <a16:creationId xmlns:a16="http://schemas.microsoft.com/office/drawing/2014/main" id="{3896A6A2-5992-1F97-5E24-A71E50222D12}"/>
              </a:ext>
            </a:extLst>
          </p:cNvPr>
          <p:cNvSpPr txBox="1"/>
          <p:nvPr/>
        </p:nvSpPr>
        <p:spPr>
          <a:xfrm>
            <a:off x="2578818" y="5029573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0" name="div-1" hidden="1">
            <a:extLst>
              <a:ext uri="{FF2B5EF4-FFF2-40B4-BE49-F238E27FC236}">
                <a16:creationId xmlns:a16="http://schemas.microsoft.com/office/drawing/2014/main" id="{70774BED-3B3D-5FCD-F296-9423D646CD34}"/>
              </a:ext>
            </a:extLst>
          </p:cNvPr>
          <p:cNvSpPr txBox="1"/>
          <p:nvPr/>
        </p:nvSpPr>
        <p:spPr>
          <a:xfrm>
            <a:off x="2691414" y="5021546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81" name="return" hidden="1">
            <a:extLst>
              <a:ext uri="{FF2B5EF4-FFF2-40B4-BE49-F238E27FC236}">
                <a16:creationId xmlns:a16="http://schemas.microsoft.com/office/drawing/2014/main" id="{C11EA602-1E31-EC71-820D-B46350E2364D}"/>
              </a:ext>
            </a:extLst>
          </p:cNvPr>
          <p:cNvSpPr txBox="1"/>
          <p:nvPr/>
        </p:nvSpPr>
        <p:spPr>
          <a:xfrm>
            <a:off x="496078" y="5304007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2" name="return" hidden="1">
            <a:extLst>
              <a:ext uri="{FF2B5EF4-FFF2-40B4-BE49-F238E27FC236}">
                <a16:creationId xmlns:a16="http://schemas.microsoft.com/office/drawing/2014/main" id="{3F3679D0-3876-1B25-672F-97307199E5BD}"/>
              </a:ext>
            </a:extLst>
          </p:cNvPr>
          <p:cNvSpPr txBox="1"/>
          <p:nvPr/>
        </p:nvSpPr>
        <p:spPr>
          <a:xfrm>
            <a:off x="311113" y="5595994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4673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ECFA5-28B5-E2B8-1C04-B7DF6A74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0607E1D7-0738-6150-1930-B3504CF516BA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BBB9D77-58FC-5B3E-F553-D6056C56EAF9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DFB22D4-CDED-FD03-59F1-425F67B120E6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C779BB6-7423-71CD-EFC5-5CB82C98E511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3C97452-1F18-8606-1F22-0CD6DF3FAC1D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091D1D4-A47D-B5EE-0EC5-2898D5421F5A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2B91305-05FC-F97E-6575-D56BD393B0A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B65BD2-07B0-9F28-2C85-80EF0D847BD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1E57B7A-5D05-203A-93B5-BB12E774E8D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DD4342B3-1BDE-C61A-A620-6F172F245FD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9731E06-AE28-8FCB-A762-F5C0E04F12A2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DD4A74FC-B27D-126F-57BE-ACB0BFB76DC3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64FC513-09DC-B549-A123-9CA6748DDC22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38F32B3-A1AB-6135-2B37-1674AB6F4A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F008331-5A96-354A-CA6A-8571D846E54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CD086B0-DA34-21DE-E59E-C95E0BC70BE7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CC76DAB9-8D4B-1686-5B94-CD3BA74ACFB6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AF7E0DF-8705-3018-1726-947D95E8651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6A340E60-19EB-77FB-59D3-79301CB452E2}"/>
              </a:ext>
            </a:extLst>
          </p:cNvPr>
          <p:cNvSpPr/>
          <p:nvPr/>
        </p:nvSpPr>
        <p:spPr>
          <a:xfrm>
            <a:off x="251750" y="1061951"/>
            <a:ext cx="8537228" cy="5537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43" name="a">
            <a:extLst>
              <a:ext uri="{FF2B5EF4-FFF2-40B4-BE49-F238E27FC236}">
                <a16:creationId xmlns:a16="http://schemas.microsoft.com/office/drawing/2014/main" id="{61CB902C-F9C1-93DA-5680-2B132FB001AE}"/>
              </a:ext>
            </a:extLst>
          </p:cNvPr>
          <p:cNvSpPr txBox="1"/>
          <p:nvPr/>
        </p:nvSpPr>
        <p:spPr>
          <a:xfrm>
            <a:off x="251750" y="1137413"/>
            <a:ext cx="3046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ComponentA</a:t>
            </a:r>
            <a:r>
              <a:rPr lang="en-US" sz="2000" dirty="0">
                <a:latin typeface="Berlin Sans FB" panose="020E0602020502020306" pitchFamily="34" charset="0"/>
              </a:rPr>
              <a:t> = () =&gt; {</a:t>
            </a:r>
          </a:p>
        </p:txBody>
      </p:sp>
      <p:sp>
        <p:nvSpPr>
          <p:cNvPr id="45" name="a-1">
            <a:extLst>
              <a:ext uri="{FF2B5EF4-FFF2-40B4-BE49-F238E27FC236}">
                <a16:creationId xmlns:a16="http://schemas.microsoft.com/office/drawing/2014/main" id="{CF4A5427-BC73-49B4-99A2-DE8AABF1E93B}"/>
              </a:ext>
            </a:extLst>
          </p:cNvPr>
          <p:cNvSpPr txBox="1"/>
          <p:nvPr/>
        </p:nvSpPr>
        <p:spPr>
          <a:xfrm>
            <a:off x="328690" y="1455424"/>
            <a:ext cx="6744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”});</a:t>
            </a:r>
          </a:p>
        </p:txBody>
      </p:sp>
      <p:sp>
        <p:nvSpPr>
          <p:cNvPr id="46" name="return">
            <a:extLst>
              <a:ext uri="{FF2B5EF4-FFF2-40B4-BE49-F238E27FC236}">
                <a16:creationId xmlns:a16="http://schemas.microsoft.com/office/drawing/2014/main" id="{4423A4CF-82B0-B12C-A927-29AD275F0167}"/>
              </a:ext>
            </a:extLst>
          </p:cNvPr>
          <p:cNvSpPr txBox="1"/>
          <p:nvPr/>
        </p:nvSpPr>
        <p:spPr>
          <a:xfrm>
            <a:off x="328690" y="1768777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1" name="div">
            <a:extLst>
              <a:ext uri="{FF2B5EF4-FFF2-40B4-BE49-F238E27FC236}">
                <a16:creationId xmlns:a16="http://schemas.microsoft.com/office/drawing/2014/main" id="{D4465F5B-4D32-1CB7-C803-87038415AAC0}"/>
              </a:ext>
            </a:extLst>
          </p:cNvPr>
          <p:cNvSpPr txBox="1"/>
          <p:nvPr/>
        </p:nvSpPr>
        <p:spPr>
          <a:xfrm>
            <a:off x="544225" y="2040088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3" name="b">
            <a:extLst>
              <a:ext uri="{FF2B5EF4-FFF2-40B4-BE49-F238E27FC236}">
                <a16:creationId xmlns:a16="http://schemas.microsoft.com/office/drawing/2014/main" id="{F5E9B740-20BE-7D34-8845-2EA19D3EE50F}"/>
              </a:ext>
            </a:extLst>
          </p:cNvPr>
          <p:cNvSpPr txBox="1"/>
          <p:nvPr/>
        </p:nvSpPr>
        <p:spPr>
          <a:xfrm>
            <a:off x="750488" y="2289084"/>
            <a:ext cx="1816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89" name="b" hidden="1">
            <a:extLst>
              <a:ext uri="{FF2B5EF4-FFF2-40B4-BE49-F238E27FC236}">
                <a16:creationId xmlns:a16="http://schemas.microsoft.com/office/drawing/2014/main" id="{77964502-C47D-2681-DD3D-A152DEDB8BB2}"/>
              </a:ext>
            </a:extLst>
          </p:cNvPr>
          <p:cNvSpPr txBox="1"/>
          <p:nvPr/>
        </p:nvSpPr>
        <p:spPr>
          <a:xfrm>
            <a:off x="2655923" y="2030586"/>
            <a:ext cx="296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4" name="b-1">
            <a:extLst>
              <a:ext uri="{FF2B5EF4-FFF2-40B4-BE49-F238E27FC236}">
                <a16:creationId xmlns:a16="http://schemas.microsoft.com/office/drawing/2014/main" id="{FE1AA9D0-DF66-A60D-CC34-905C0A3FACA7}"/>
              </a:ext>
            </a:extLst>
          </p:cNvPr>
          <p:cNvSpPr txBox="1"/>
          <p:nvPr/>
        </p:nvSpPr>
        <p:spPr>
          <a:xfrm>
            <a:off x="2325360" y="2289084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62" name="div-1">
            <a:extLst>
              <a:ext uri="{FF2B5EF4-FFF2-40B4-BE49-F238E27FC236}">
                <a16:creationId xmlns:a16="http://schemas.microsoft.com/office/drawing/2014/main" id="{1DA67016-95CC-4352-55D6-96820965A879}"/>
              </a:ext>
            </a:extLst>
          </p:cNvPr>
          <p:cNvSpPr txBox="1"/>
          <p:nvPr/>
        </p:nvSpPr>
        <p:spPr>
          <a:xfrm>
            <a:off x="569254" y="2563130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59" name="return">
            <a:extLst>
              <a:ext uri="{FF2B5EF4-FFF2-40B4-BE49-F238E27FC236}">
                <a16:creationId xmlns:a16="http://schemas.microsoft.com/office/drawing/2014/main" id="{2B78FDF5-5C74-861F-B560-A588AC672B2A}"/>
              </a:ext>
            </a:extLst>
          </p:cNvPr>
          <p:cNvSpPr txBox="1"/>
          <p:nvPr/>
        </p:nvSpPr>
        <p:spPr>
          <a:xfrm>
            <a:off x="397058" y="2854280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60" name="a">
            <a:extLst>
              <a:ext uri="{FF2B5EF4-FFF2-40B4-BE49-F238E27FC236}">
                <a16:creationId xmlns:a16="http://schemas.microsoft.com/office/drawing/2014/main" id="{D0C9387E-15D1-2EC7-90AB-A3810E27E2C3}"/>
              </a:ext>
            </a:extLst>
          </p:cNvPr>
          <p:cNvSpPr txBox="1"/>
          <p:nvPr/>
        </p:nvSpPr>
        <p:spPr>
          <a:xfrm>
            <a:off x="194676" y="308119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65" name="b">
            <a:extLst>
              <a:ext uri="{FF2B5EF4-FFF2-40B4-BE49-F238E27FC236}">
                <a16:creationId xmlns:a16="http://schemas.microsoft.com/office/drawing/2014/main" id="{72D114FF-87F6-5A0B-0F97-D57B0FEA8DD7}"/>
              </a:ext>
            </a:extLst>
          </p:cNvPr>
          <p:cNvSpPr txBox="1"/>
          <p:nvPr/>
        </p:nvSpPr>
        <p:spPr>
          <a:xfrm>
            <a:off x="218257" y="3356914"/>
            <a:ext cx="2525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8" name="props" hidden="1">
            <a:extLst>
              <a:ext uri="{FF2B5EF4-FFF2-40B4-BE49-F238E27FC236}">
                <a16:creationId xmlns:a16="http://schemas.microsoft.com/office/drawing/2014/main" id="{0CFFCF59-14A0-0BED-245C-6F88C4065F32}"/>
              </a:ext>
            </a:extLst>
          </p:cNvPr>
          <p:cNvSpPr txBox="1"/>
          <p:nvPr/>
        </p:nvSpPr>
        <p:spPr>
          <a:xfrm>
            <a:off x="2628020" y="2925957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66" name="b-1">
            <a:extLst>
              <a:ext uri="{FF2B5EF4-FFF2-40B4-BE49-F238E27FC236}">
                <a16:creationId xmlns:a16="http://schemas.microsoft.com/office/drawing/2014/main" id="{9A8F20B5-7FC9-4772-55D6-A5B86075CA37}"/>
              </a:ext>
            </a:extLst>
          </p:cNvPr>
          <p:cNvSpPr txBox="1"/>
          <p:nvPr/>
        </p:nvSpPr>
        <p:spPr>
          <a:xfrm>
            <a:off x="2541404" y="3352249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67" name="return">
            <a:extLst>
              <a:ext uri="{FF2B5EF4-FFF2-40B4-BE49-F238E27FC236}">
                <a16:creationId xmlns:a16="http://schemas.microsoft.com/office/drawing/2014/main" id="{B3C0C06D-39D1-42CA-382F-D1A14BAE11BF}"/>
              </a:ext>
            </a:extLst>
          </p:cNvPr>
          <p:cNvSpPr txBox="1"/>
          <p:nvPr/>
        </p:nvSpPr>
        <p:spPr>
          <a:xfrm>
            <a:off x="375845" y="3660606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8" name="div">
            <a:extLst>
              <a:ext uri="{FF2B5EF4-FFF2-40B4-BE49-F238E27FC236}">
                <a16:creationId xmlns:a16="http://schemas.microsoft.com/office/drawing/2014/main" id="{CB95C633-DF22-1725-97B0-40D476A30CD5}"/>
              </a:ext>
            </a:extLst>
          </p:cNvPr>
          <p:cNvSpPr txBox="1"/>
          <p:nvPr/>
        </p:nvSpPr>
        <p:spPr>
          <a:xfrm>
            <a:off x="592712" y="3903063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9" name="b">
            <a:extLst>
              <a:ext uri="{FF2B5EF4-FFF2-40B4-BE49-F238E27FC236}">
                <a16:creationId xmlns:a16="http://schemas.microsoft.com/office/drawing/2014/main" id="{ABB748F6-2D6B-386C-5E62-37E057646A4F}"/>
              </a:ext>
            </a:extLst>
          </p:cNvPr>
          <p:cNvSpPr txBox="1"/>
          <p:nvPr/>
        </p:nvSpPr>
        <p:spPr>
          <a:xfrm>
            <a:off x="925480" y="4104162"/>
            <a:ext cx="168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7" name="currentUser" hidden="1">
            <a:extLst>
              <a:ext uri="{FF2B5EF4-FFF2-40B4-BE49-F238E27FC236}">
                <a16:creationId xmlns:a16="http://schemas.microsoft.com/office/drawing/2014/main" id="{9D16910C-8342-5B1E-9792-039E5434B881}"/>
              </a:ext>
            </a:extLst>
          </p:cNvPr>
          <p:cNvSpPr txBox="1"/>
          <p:nvPr/>
        </p:nvSpPr>
        <p:spPr>
          <a:xfrm>
            <a:off x="2776800" y="3503798"/>
            <a:ext cx="2903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0" name="b-1">
            <a:extLst>
              <a:ext uri="{FF2B5EF4-FFF2-40B4-BE49-F238E27FC236}">
                <a16:creationId xmlns:a16="http://schemas.microsoft.com/office/drawing/2014/main" id="{C6A55E16-B47D-9EA4-8565-0624B4A0974E}"/>
              </a:ext>
            </a:extLst>
          </p:cNvPr>
          <p:cNvSpPr txBox="1"/>
          <p:nvPr/>
        </p:nvSpPr>
        <p:spPr>
          <a:xfrm>
            <a:off x="2467559" y="4134451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71" name="div-1">
            <a:extLst>
              <a:ext uri="{FF2B5EF4-FFF2-40B4-BE49-F238E27FC236}">
                <a16:creationId xmlns:a16="http://schemas.microsoft.com/office/drawing/2014/main" id="{5DBF382B-5C2D-3046-95D8-99CFF80F0DD3}"/>
              </a:ext>
            </a:extLst>
          </p:cNvPr>
          <p:cNvSpPr txBox="1"/>
          <p:nvPr/>
        </p:nvSpPr>
        <p:spPr>
          <a:xfrm>
            <a:off x="534275" y="4334506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72" name="return">
            <a:extLst>
              <a:ext uri="{FF2B5EF4-FFF2-40B4-BE49-F238E27FC236}">
                <a16:creationId xmlns:a16="http://schemas.microsoft.com/office/drawing/2014/main" id="{2D2F411C-767A-1B1A-1366-02D09337EB39}"/>
              </a:ext>
            </a:extLst>
          </p:cNvPr>
          <p:cNvSpPr txBox="1"/>
          <p:nvPr/>
        </p:nvSpPr>
        <p:spPr>
          <a:xfrm>
            <a:off x="368521" y="4502929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73" name="b">
            <a:extLst>
              <a:ext uri="{FF2B5EF4-FFF2-40B4-BE49-F238E27FC236}">
                <a16:creationId xmlns:a16="http://schemas.microsoft.com/office/drawing/2014/main" id="{BEFF1BEA-3E2C-F2C8-920D-0A7DC5A1F536}"/>
              </a:ext>
            </a:extLst>
          </p:cNvPr>
          <p:cNvSpPr txBox="1"/>
          <p:nvPr/>
        </p:nvSpPr>
        <p:spPr>
          <a:xfrm>
            <a:off x="180808" y="4759267"/>
            <a:ext cx="388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 </a:t>
            </a:r>
          </a:p>
        </p:txBody>
      </p:sp>
      <p:sp>
        <p:nvSpPr>
          <p:cNvPr id="74" name="c">
            <a:extLst>
              <a:ext uri="{FF2B5EF4-FFF2-40B4-BE49-F238E27FC236}">
                <a16:creationId xmlns:a16="http://schemas.microsoft.com/office/drawing/2014/main" id="{1A231D67-5B3F-B647-3E5B-3B12EBE45649}"/>
              </a:ext>
            </a:extLst>
          </p:cNvPr>
          <p:cNvSpPr txBox="1"/>
          <p:nvPr/>
        </p:nvSpPr>
        <p:spPr>
          <a:xfrm>
            <a:off x="228012" y="5063128"/>
            <a:ext cx="2520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6" name="props" hidden="1">
            <a:extLst>
              <a:ext uri="{FF2B5EF4-FFF2-40B4-BE49-F238E27FC236}">
                <a16:creationId xmlns:a16="http://schemas.microsoft.com/office/drawing/2014/main" id="{CC3B46CC-40F1-B288-6D25-874CDE0B7CBB}"/>
              </a:ext>
            </a:extLst>
          </p:cNvPr>
          <p:cNvSpPr txBox="1"/>
          <p:nvPr/>
        </p:nvSpPr>
        <p:spPr>
          <a:xfrm>
            <a:off x="2653504" y="4431405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5" name="c-1">
            <a:extLst>
              <a:ext uri="{FF2B5EF4-FFF2-40B4-BE49-F238E27FC236}">
                <a16:creationId xmlns:a16="http://schemas.microsoft.com/office/drawing/2014/main" id="{5D9CDA01-A43C-455A-8BD7-E6335B38AAD4}"/>
              </a:ext>
            </a:extLst>
          </p:cNvPr>
          <p:cNvSpPr txBox="1"/>
          <p:nvPr/>
        </p:nvSpPr>
        <p:spPr>
          <a:xfrm>
            <a:off x="2541403" y="5075454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76" name="return">
            <a:extLst>
              <a:ext uri="{FF2B5EF4-FFF2-40B4-BE49-F238E27FC236}">
                <a16:creationId xmlns:a16="http://schemas.microsoft.com/office/drawing/2014/main" id="{C9F8108B-2906-1AAB-5C38-4FE3A913C4F8}"/>
              </a:ext>
            </a:extLst>
          </p:cNvPr>
          <p:cNvSpPr txBox="1"/>
          <p:nvPr/>
        </p:nvSpPr>
        <p:spPr>
          <a:xfrm>
            <a:off x="348292" y="5311189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77" name="div">
            <a:extLst>
              <a:ext uri="{FF2B5EF4-FFF2-40B4-BE49-F238E27FC236}">
                <a16:creationId xmlns:a16="http://schemas.microsoft.com/office/drawing/2014/main" id="{CA13E5F3-DA7C-1C31-F461-29A374BAF29D}"/>
              </a:ext>
            </a:extLst>
          </p:cNvPr>
          <p:cNvSpPr txBox="1"/>
          <p:nvPr/>
        </p:nvSpPr>
        <p:spPr>
          <a:xfrm>
            <a:off x="571144" y="5567044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84" name="{" hidden="1">
            <a:extLst>
              <a:ext uri="{FF2B5EF4-FFF2-40B4-BE49-F238E27FC236}">
                <a16:creationId xmlns:a16="http://schemas.microsoft.com/office/drawing/2014/main" id="{E79D97BD-FD95-46CD-1689-C44F707F13B3}"/>
              </a:ext>
            </a:extLst>
          </p:cNvPr>
          <p:cNvSpPr txBox="1"/>
          <p:nvPr/>
        </p:nvSpPr>
        <p:spPr>
          <a:xfrm>
            <a:off x="1212910" y="5018521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78" name="currentUser" hidden="1">
            <a:extLst>
              <a:ext uri="{FF2B5EF4-FFF2-40B4-BE49-F238E27FC236}">
                <a16:creationId xmlns:a16="http://schemas.microsoft.com/office/drawing/2014/main" id="{F3F9CAD3-0178-B0C6-FA29-D870850C481B}"/>
              </a:ext>
            </a:extLst>
          </p:cNvPr>
          <p:cNvSpPr txBox="1"/>
          <p:nvPr/>
        </p:nvSpPr>
        <p:spPr>
          <a:xfrm>
            <a:off x="1327327" y="5024993"/>
            <a:ext cx="1399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3" name="}" hidden="1">
            <a:extLst>
              <a:ext uri="{FF2B5EF4-FFF2-40B4-BE49-F238E27FC236}">
                <a16:creationId xmlns:a16="http://schemas.microsoft.com/office/drawing/2014/main" id="{A5848CC5-7673-FDC3-1D12-798F56FDDA88}"/>
              </a:ext>
            </a:extLst>
          </p:cNvPr>
          <p:cNvSpPr txBox="1"/>
          <p:nvPr/>
        </p:nvSpPr>
        <p:spPr>
          <a:xfrm>
            <a:off x="2578818" y="5029573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0" name="div-1">
            <a:extLst>
              <a:ext uri="{FF2B5EF4-FFF2-40B4-BE49-F238E27FC236}">
                <a16:creationId xmlns:a16="http://schemas.microsoft.com/office/drawing/2014/main" id="{D3B8DB61-745F-4189-15B6-196273BA2AB2}"/>
              </a:ext>
            </a:extLst>
          </p:cNvPr>
          <p:cNvSpPr txBox="1"/>
          <p:nvPr/>
        </p:nvSpPr>
        <p:spPr>
          <a:xfrm>
            <a:off x="1116228" y="5563843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81" name="return">
            <a:extLst>
              <a:ext uri="{FF2B5EF4-FFF2-40B4-BE49-F238E27FC236}">
                <a16:creationId xmlns:a16="http://schemas.microsoft.com/office/drawing/2014/main" id="{E0D66CCE-D61D-B45B-90D8-62E11B667FFC}"/>
              </a:ext>
            </a:extLst>
          </p:cNvPr>
          <p:cNvSpPr txBox="1"/>
          <p:nvPr/>
        </p:nvSpPr>
        <p:spPr>
          <a:xfrm>
            <a:off x="417181" y="581510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2" name="return">
            <a:extLst>
              <a:ext uri="{FF2B5EF4-FFF2-40B4-BE49-F238E27FC236}">
                <a16:creationId xmlns:a16="http://schemas.microsoft.com/office/drawing/2014/main" id="{BFBC0C70-81C5-C487-E4F2-7B95FB05DBE0}"/>
              </a:ext>
            </a:extLst>
          </p:cNvPr>
          <p:cNvSpPr txBox="1"/>
          <p:nvPr/>
        </p:nvSpPr>
        <p:spPr>
          <a:xfrm>
            <a:off x="242451" y="605831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922306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41998C-DBCC-18F2-79A8-219C0799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457458F8-56B0-1DA1-950E-43ED8D693E61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45B19C8-4CC8-1095-8E9F-6AB51021267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33FF513-6F44-2A82-D967-9537D4485FE1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D0BCEF6-009A-10C7-B777-82822886C7D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8FECCD3-19C5-2D19-270A-573B41726BB9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470DDE0-7E01-82C0-C6D2-E8922BC1590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7242D5F-4F34-4E2C-F192-59113997CF7A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8F8C2D5-9907-F7D8-AA90-0DFB6C63EF58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C4C78CE-0764-B06C-D04D-FA3BCC182F3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CF36263-49A1-ABDB-B613-4F4D01A9013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F0A749A7-1C71-4BE6-99F7-D63C8429D087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81D8C5B-44EE-C809-1E3E-CC9410563459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1792394-91D3-588E-1C2A-810FEBF321A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496D72C-A8F6-53CB-7796-D18E6511D2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4CE53A12-8CF5-BCD9-477B-0FDD51DADB9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179E2FC-BE57-7F8C-29D6-C74C7BB17BC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2EB5E5E-6684-9636-AEF6-7CFA63801279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952411E1-D02D-50B2-32F5-4BB353C40397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CC4BC438-3E10-04EE-386E-8A97FD082D83}"/>
              </a:ext>
            </a:extLst>
          </p:cNvPr>
          <p:cNvSpPr/>
          <p:nvPr/>
        </p:nvSpPr>
        <p:spPr>
          <a:xfrm>
            <a:off x="251750" y="1061951"/>
            <a:ext cx="8537228" cy="5537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43" name="a">
            <a:extLst>
              <a:ext uri="{FF2B5EF4-FFF2-40B4-BE49-F238E27FC236}">
                <a16:creationId xmlns:a16="http://schemas.microsoft.com/office/drawing/2014/main" id="{858B00AF-1C48-7BF9-6FE3-B6FDB0129257}"/>
              </a:ext>
            </a:extLst>
          </p:cNvPr>
          <p:cNvSpPr txBox="1"/>
          <p:nvPr/>
        </p:nvSpPr>
        <p:spPr>
          <a:xfrm>
            <a:off x="251750" y="1137413"/>
            <a:ext cx="3046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ComponentA</a:t>
            </a:r>
            <a:r>
              <a:rPr lang="en-US" sz="2000" dirty="0">
                <a:latin typeface="Berlin Sans FB" panose="020E0602020502020306" pitchFamily="34" charset="0"/>
              </a:rPr>
              <a:t> = () =&gt; {</a:t>
            </a:r>
          </a:p>
        </p:txBody>
      </p:sp>
      <p:sp>
        <p:nvSpPr>
          <p:cNvPr id="45" name="a-1">
            <a:extLst>
              <a:ext uri="{FF2B5EF4-FFF2-40B4-BE49-F238E27FC236}">
                <a16:creationId xmlns:a16="http://schemas.microsoft.com/office/drawing/2014/main" id="{BFFCD14E-5085-F887-0CCC-BF307A70839E}"/>
              </a:ext>
            </a:extLst>
          </p:cNvPr>
          <p:cNvSpPr txBox="1"/>
          <p:nvPr/>
        </p:nvSpPr>
        <p:spPr>
          <a:xfrm>
            <a:off x="328690" y="1455424"/>
            <a:ext cx="6744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”});</a:t>
            </a:r>
          </a:p>
        </p:txBody>
      </p:sp>
      <p:sp>
        <p:nvSpPr>
          <p:cNvPr id="46" name="return">
            <a:extLst>
              <a:ext uri="{FF2B5EF4-FFF2-40B4-BE49-F238E27FC236}">
                <a16:creationId xmlns:a16="http://schemas.microsoft.com/office/drawing/2014/main" id="{B3D63B7C-BBAB-A4AB-F6AE-ACEC1538DD3E}"/>
              </a:ext>
            </a:extLst>
          </p:cNvPr>
          <p:cNvSpPr txBox="1"/>
          <p:nvPr/>
        </p:nvSpPr>
        <p:spPr>
          <a:xfrm>
            <a:off x="328690" y="1768777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1" name="div">
            <a:extLst>
              <a:ext uri="{FF2B5EF4-FFF2-40B4-BE49-F238E27FC236}">
                <a16:creationId xmlns:a16="http://schemas.microsoft.com/office/drawing/2014/main" id="{B59FCC15-9F74-841D-1FFC-945B57D7F502}"/>
              </a:ext>
            </a:extLst>
          </p:cNvPr>
          <p:cNvSpPr txBox="1"/>
          <p:nvPr/>
        </p:nvSpPr>
        <p:spPr>
          <a:xfrm>
            <a:off x="544225" y="2040088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3" name="b">
            <a:extLst>
              <a:ext uri="{FF2B5EF4-FFF2-40B4-BE49-F238E27FC236}">
                <a16:creationId xmlns:a16="http://schemas.microsoft.com/office/drawing/2014/main" id="{F3686BAA-4B49-2437-56A6-FC660512A6D4}"/>
              </a:ext>
            </a:extLst>
          </p:cNvPr>
          <p:cNvSpPr txBox="1"/>
          <p:nvPr/>
        </p:nvSpPr>
        <p:spPr>
          <a:xfrm>
            <a:off x="750488" y="2289084"/>
            <a:ext cx="1816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89" name="b" hidden="1">
            <a:extLst>
              <a:ext uri="{FF2B5EF4-FFF2-40B4-BE49-F238E27FC236}">
                <a16:creationId xmlns:a16="http://schemas.microsoft.com/office/drawing/2014/main" id="{94937E09-8B39-2C95-3386-797D4998ECDB}"/>
              </a:ext>
            </a:extLst>
          </p:cNvPr>
          <p:cNvSpPr txBox="1"/>
          <p:nvPr/>
        </p:nvSpPr>
        <p:spPr>
          <a:xfrm>
            <a:off x="2655923" y="2030586"/>
            <a:ext cx="296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4" name="b-1">
            <a:extLst>
              <a:ext uri="{FF2B5EF4-FFF2-40B4-BE49-F238E27FC236}">
                <a16:creationId xmlns:a16="http://schemas.microsoft.com/office/drawing/2014/main" id="{30D79591-3AA1-1ED6-DDDE-2C2AD6170FFC}"/>
              </a:ext>
            </a:extLst>
          </p:cNvPr>
          <p:cNvSpPr txBox="1"/>
          <p:nvPr/>
        </p:nvSpPr>
        <p:spPr>
          <a:xfrm>
            <a:off x="2325360" y="2289084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62" name="div-1">
            <a:extLst>
              <a:ext uri="{FF2B5EF4-FFF2-40B4-BE49-F238E27FC236}">
                <a16:creationId xmlns:a16="http://schemas.microsoft.com/office/drawing/2014/main" id="{065E0AD8-04CB-2B4B-E7F6-0BC8F846C7FD}"/>
              </a:ext>
            </a:extLst>
          </p:cNvPr>
          <p:cNvSpPr txBox="1"/>
          <p:nvPr/>
        </p:nvSpPr>
        <p:spPr>
          <a:xfrm>
            <a:off x="569254" y="2563130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59" name="return">
            <a:extLst>
              <a:ext uri="{FF2B5EF4-FFF2-40B4-BE49-F238E27FC236}">
                <a16:creationId xmlns:a16="http://schemas.microsoft.com/office/drawing/2014/main" id="{34D7B158-27AB-BBE0-DA2E-F6CF6558E1DB}"/>
              </a:ext>
            </a:extLst>
          </p:cNvPr>
          <p:cNvSpPr txBox="1"/>
          <p:nvPr/>
        </p:nvSpPr>
        <p:spPr>
          <a:xfrm>
            <a:off x="397058" y="2854280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60" name="a">
            <a:extLst>
              <a:ext uri="{FF2B5EF4-FFF2-40B4-BE49-F238E27FC236}">
                <a16:creationId xmlns:a16="http://schemas.microsoft.com/office/drawing/2014/main" id="{44587DBD-C0AE-48BC-7DF4-65FAC3E04231}"/>
              </a:ext>
            </a:extLst>
          </p:cNvPr>
          <p:cNvSpPr txBox="1"/>
          <p:nvPr/>
        </p:nvSpPr>
        <p:spPr>
          <a:xfrm>
            <a:off x="194676" y="308119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65" name="b">
            <a:extLst>
              <a:ext uri="{FF2B5EF4-FFF2-40B4-BE49-F238E27FC236}">
                <a16:creationId xmlns:a16="http://schemas.microsoft.com/office/drawing/2014/main" id="{E0BEC33E-6F15-3EBE-5A86-79659984F11D}"/>
              </a:ext>
            </a:extLst>
          </p:cNvPr>
          <p:cNvSpPr txBox="1"/>
          <p:nvPr/>
        </p:nvSpPr>
        <p:spPr>
          <a:xfrm>
            <a:off x="218257" y="3356914"/>
            <a:ext cx="2525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8" name="props" hidden="1">
            <a:extLst>
              <a:ext uri="{FF2B5EF4-FFF2-40B4-BE49-F238E27FC236}">
                <a16:creationId xmlns:a16="http://schemas.microsoft.com/office/drawing/2014/main" id="{A381AD73-2291-A4DF-48E8-58CA2824F39D}"/>
              </a:ext>
            </a:extLst>
          </p:cNvPr>
          <p:cNvSpPr txBox="1"/>
          <p:nvPr/>
        </p:nvSpPr>
        <p:spPr>
          <a:xfrm>
            <a:off x="2628020" y="2925957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66" name="b-1">
            <a:extLst>
              <a:ext uri="{FF2B5EF4-FFF2-40B4-BE49-F238E27FC236}">
                <a16:creationId xmlns:a16="http://schemas.microsoft.com/office/drawing/2014/main" id="{0252A034-5C36-B010-1780-532469C6D16E}"/>
              </a:ext>
            </a:extLst>
          </p:cNvPr>
          <p:cNvSpPr txBox="1"/>
          <p:nvPr/>
        </p:nvSpPr>
        <p:spPr>
          <a:xfrm>
            <a:off x="2541404" y="3352249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67" name="return">
            <a:extLst>
              <a:ext uri="{FF2B5EF4-FFF2-40B4-BE49-F238E27FC236}">
                <a16:creationId xmlns:a16="http://schemas.microsoft.com/office/drawing/2014/main" id="{B985D543-5B79-FAA0-2F27-94405CD64972}"/>
              </a:ext>
            </a:extLst>
          </p:cNvPr>
          <p:cNvSpPr txBox="1"/>
          <p:nvPr/>
        </p:nvSpPr>
        <p:spPr>
          <a:xfrm>
            <a:off x="375845" y="3660606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8" name="div">
            <a:extLst>
              <a:ext uri="{FF2B5EF4-FFF2-40B4-BE49-F238E27FC236}">
                <a16:creationId xmlns:a16="http://schemas.microsoft.com/office/drawing/2014/main" id="{5BF3D16F-5CE6-613F-56C4-D38544A34CBC}"/>
              </a:ext>
            </a:extLst>
          </p:cNvPr>
          <p:cNvSpPr txBox="1"/>
          <p:nvPr/>
        </p:nvSpPr>
        <p:spPr>
          <a:xfrm>
            <a:off x="592712" y="3903063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9" name="b">
            <a:extLst>
              <a:ext uri="{FF2B5EF4-FFF2-40B4-BE49-F238E27FC236}">
                <a16:creationId xmlns:a16="http://schemas.microsoft.com/office/drawing/2014/main" id="{2DACC335-71BC-EA9C-FDE3-C1AAD3C52E0B}"/>
              </a:ext>
            </a:extLst>
          </p:cNvPr>
          <p:cNvSpPr txBox="1"/>
          <p:nvPr/>
        </p:nvSpPr>
        <p:spPr>
          <a:xfrm>
            <a:off x="925480" y="4104162"/>
            <a:ext cx="168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7" name="currentUser" hidden="1">
            <a:extLst>
              <a:ext uri="{FF2B5EF4-FFF2-40B4-BE49-F238E27FC236}">
                <a16:creationId xmlns:a16="http://schemas.microsoft.com/office/drawing/2014/main" id="{20BB1B02-645D-EC55-7046-D0FE3D70D8A6}"/>
              </a:ext>
            </a:extLst>
          </p:cNvPr>
          <p:cNvSpPr txBox="1"/>
          <p:nvPr/>
        </p:nvSpPr>
        <p:spPr>
          <a:xfrm>
            <a:off x="2776800" y="3503798"/>
            <a:ext cx="2903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0" name="b-1">
            <a:extLst>
              <a:ext uri="{FF2B5EF4-FFF2-40B4-BE49-F238E27FC236}">
                <a16:creationId xmlns:a16="http://schemas.microsoft.com/office/drawing/2014/main" id="{6B7E7A2B-AE71-F825-1E09-FD5B547F158B}"/>
              </a:ext>
            </a:extLst>
          </p:cNvPr>
          <p:cNvSpPr txBox="1"/>
          <p:nvPr/>
        </p:nvSpPr>
        <p:spPr>
          <a:xfrm>
            <a:off x="2467559" y="4134451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71" name="div-1">
            <a:extLst>
              <a:ext uri="{FF2B5EF4-FFF2-40B4-BE49-F238E27FC236}">
                <a16:creationId xmlns:a16="http://schemas.microsoft.com/office/drawing/2014/main" id="{809D3E16-CECC-A0B4-1E99-0A381CA55BCE}"/>
              </a:ext>
            </a:extLst>
          </p:cNvPr>
          <p:cNvSpPr txBox="1"/>
          <p:nvPr/>
        </p:nvSpPr>
        <p:spPr>
          <a:xfrm>
            <a:off x="534275" y="4334506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72" name="return">
            <a:extLst>
              <a:ext uri="{FF2B5EF4-FFF2-40B4-BE49-F238E27FC236}">
                <a16:creationId xmlns:a16="http://schemas.microsoft.com/office/drawing/2014/main" id="{F86BEF6D-8876-7DA7-C17E-083325DAE35A}"/>
              </a:ext>
            </a:extLst>
          </p:cNvPr>
          <p:cNvSpPr txBox="1"/>
          <p:nvPr/>
        </p:nvSpPr>
        <p:spPr>
          <a:xfrm>
            <a:off x="368521" y="4502929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73" name="b">
            <a:extLst>
              <a:ext uri="{FF2B5EF4-FFF2-40B4-BE49-F238E27FC236}">
                <a16:creationId xmlns:a16="http://schemas.microsoft.com/office/drawing/2014/main" id="{84D556FE-D1F7-9853-FC30-C78133568764}"/>
              </a:ext>
            </a:extLst>
          </p:cNvPr>
          <p:cNvSpPr txBox="1"/>
          <p:nvPr/>
        </p:nvSpPr>
        <p:spPr>
          <a:xfrm>
            <a:off x="180808" y="4759267"/>
            <a:ext cx="388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 </a:t>
            </a:r>
          </a:p>
        </p:txBody>
      </p:sp>
      <p:sp>
        <p:nvSpPr>
          <p:cNvPr id="74" name="c">
            <a:extLst>
              <a:ext uri="{FF2B5EF4-FFF2-40B4-BE49-F238E27FC236}">
                <a16:creationId xmlns:a16="http://schemas.microsoft.com/office/drawing/2014/main" id="{DD10FBAB-B933-54A9-3CFA-BB60664AA23D}"/>
              </a:ext>
            </a:extLst>
          </p:cNvPr>
          <p:cNvSpPr txBox="1"/>
          <p:nvPr/>
        </p:nvSpPr>
        <p:spPr>
          <a:xfrm>
            <a:off x="228012" y="5063128"/>
            <a:ext cx="2520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6" name="props" hidden="1">
            <a:extLst>
              <a:ext uri="{FF2B5EF4-FFF2-40B4-BE49-F238E27FC236}">
                <a16:creationId xmlns:a16="http://schemas.microsoft.com/office/drawing/2014/main" id="{77616EC1-C4C7-6EFD-5B4E-5AA951B91995}"/>
              </a:ext>
            </a:extLst>
          </p:cNvPr>
          <p:cNvSpPr txBox="1"/>
          <p:nvPr/>
        </p:nvSpPr>
        <p:spPr>
          <a:xfrm>
            <a:off x="2653504" y="4431405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5" name="c-1">
            <a:extLst>
              <a:ext uri="{FF2B5EF4-FFF2-40B4-BE49-F238E27FC236}">
                <a16:creationId xmlns:a16="http://schemas.microsoft.com/office/drawing/2014/main" id="{BF47E30D-EF33-0B41-070C-E9F1570999D0}"/>
              </a:ext>
            </a:extLst>
          </p:cNvPr>
          <p:cNvSpPr txBox="1"/>
          <p:nvPr/>
        </p:nvSpPr>
        <p:spPr>
          <a:xfrm>
            <a:off x="2541403" y="5075454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76" name="return">
            <a:extLst>
              <a:ext uri="{FF2B5EF4-FFF2-40B4-BE49-F238E27FC236}">
                <a16:creationId xmlns:a16="http://schemas.microsoft.com/office/drawing/2014/main" id="{217E921B-DCAC-964D-52A3-FB7903B90113}"/>
              </a:ext>
            </a:extLst>
          </p:cNvPr>
          <p:cNvSpPr txBox="1"/>
          <p:nvPr/>
        </p:nvSpPr>
        <p:spPr>
          <a:xfrm>
            <a:off x="348292" y="5311189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77" name="div">
            <a:extLst>
              <a:ext uri="{FF2B5EF4-FFF2-40B4-BE49-F238E27FC236}">
                <a16:creationId xmlns:a16="http://schemas.microsoft.com/office/drawing/2014/main" id="{927BECD1-8403-039A-70ED-4FF9736B315D}"/>
              </a:ext>
            </a:extLst>
          </p:cNvPr>
          <p:cNvSpPr txBox="1"/>
          <p:nvPr/>
        </p:nvSpPr>
        <p:spPr>
          <a:xfrm>
            <a:off x="669862" y="5595689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84" name="{">
            <a:extLst>
              <a:ext uri="{FF2B5EF4-FFF2-40B4-BE49-F238E27FC236}">
                <a16:creationId xmlns:a16="http://schemas.microsoft.com/office/drawing/2014/main" id="{2D1D42E8-7562-5822-5E0B-8990B6916FCA}"/>
              </a:ext>
            </a:extLst>
          </p:cNvPr>
          <p:cNvSpPr txBox="1"/>
          <p:nvPr/>
        </p:nvSpPr>
        <p:spPr>
          <a:xfrm>
            <a:off x="1225843" y="5578206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78" name="currentUser">
            <a:extLst>
              <a:ext uri="{FF2B5EF4-FFF2-40B4-BE49-F238E27FC236}">
                <a16:creationId xmlns:a16="http://schemas.microsoft.com/office/drawing/2014/main" id="{FD2B9B62-AE54-83C1-61C7-CDEC90A8F4C3}"/>
              </a:ext>
            </a:extLst>
          </p:cNvPr>
          <p:cNvSpPr txBox="1"/>
          <p:nvPr/>
        </p:nvSpPr>
        <p:spPr>
          <a:xfrm>
            <a:off x="1343565" y="5586099"/>
            <a:ext cx="1399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3" name="}">
            <a:extLst>
              <a:ext uri="{FF2B5EF4-FFF2-40B4-BE49-F238E27FC236}">
                <a16:creationId xmlns:a16="http://schemas.microsoft.com/office/drawing/2014/main" id="{82D095B9-5057-AF8A-F98B-A48AE4A813A8}"/>
              </a:ext>
            </a:extLst>
          </p:cNvPr>
          <p:cNvSpPr txBox="1"/>
          <p:nvPr/>
        </p:nvSpPr>
        <p:spPr>
          <a:xfrm>
            <a:off x="2616190" y="5602724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0" name="div-1">
            <a:extLst>
              <a:ext uri="{FF2B5EF4-FFF2-40B4-BE49-F238E27FC236}">
                <a16:creationId xmlns:a16="http://schemas.microsoft.com/office/drawing/2014/main" id="{535489E9-1394-2DB9-FF67-F29BD5CECA06}"/>
              </a:ext>
            </a:extLst>
          </p:cNvPr>
          <p:cNvSpPr txBox="1"/>
          <p:nvPr/>
        </p:nvSpPr>
        <p:spPr>
          <a:xfrm>
            <a:off x="2752606" y="5597034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81" name="return">
            <a:extLst>
              <a:ext uri="{FF2B5EF4-FFF2-40B4-BE49-F238E27FC236}">
                <a16:creationId xmlns:a16="http://schemas.microsoft.com/office/drawing/2014/main" id="{EA1B6E87-3FE0-2229-07D5-A9254B5FFF35}"/>
              </a:ext>
            </a:extLst>
          </p:cNvPr>
          <p:cNvSpPr txBox="1"/>
          <p:nvPr/>
        </p:nvSpPr>
        <p:spPr>
          <a:xfrm>
            <a:off x="417181" y="581510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2" name="return">
            <a:extLst>
              <a:ext uri="{FF2B5EF4-FFF2-40B4-BE49-F238E27FC236}">
                <a16:creationId xmlns:a16="http://schemas.microsoft.com/office/drawing/2014/main" id="{73918FF2-D3B4-AA57-8BA0-F36F7D86C3B1}"/>
              </a:ext>
            </a:extLst>
          </p:cNvPr>
          <p:cNvSpPr txBox="1"/>
          <p:nvPr/>
        </p:nvSpPr>
        <p:spPr>
          <a:xfrm>
            <a:off x="242451" y="605831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18940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FAD17-E625-CA6A-D0FE-AE3AA5F7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FC184A3E-2381-39D0-F969-26516D635374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8A37967-2B76-DE26-A8A3-8C5DB2F654F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1273130-853D-99F9-5A85-E17415FCFE7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CB37209-F5D5-8855-5B4A-FDE50078193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03EFA0AB-9245-1531-77E8-437B9D16C8D4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70B39E9-4545-9C5C-4C70-B8F76337A4D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2275A44-9E84-B730-A227-5BD9716236C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CC48468-C543-0041-951E-F22A2E2C6C0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0B77FF2-C25A-BE00-0817-6D0801261BB2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B168A15-8219-55CD-A913-0A456CCB688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D42F0627-0B56-842F-29F5-BFA7872425E0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CBE6BC09-B045-3790-811F-FA799AC21443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D7E2D40-54EB-845B-029D-067775154962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5933F802-B1FE-3A39-79E6-886E7BB8F7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B8E2FFE-951B-5850-7AFE-9E39720C5DD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8C4277A-3C12-F3F2-7AE9-EA6545AE6C3C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611AB2C-D8F3-50DA-2FFB-45F908814022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A48B37C-4BA0-FC21-FF6C-2354D85F07F8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0691AD9C-CC7E-3128-6C0C-FB10AD57FA25}"/>
              </a:ext>
            </a:extLst>
          </p:cNvPr>
          <p:cNvSpPr/>
          <p:nvPr/>
        </p:nvSpPr>
        <p:spPr>
          <a:xfrm>
            <a:off x="251750" y="1061951"/>
            <a:ext cx="8537228" cy="5537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43" name="a">
            <a:extLst>
              <a:ext uri="{FF2B5EF4-FFF2-40B4-BE49-F238E27FC236}">
                <a16:creationId xmlns:a16="http://schemas.microsoft.com/office/drawing/2014/main" id="{B3713378-A708-256F-A3EC-C700D429EEDA}"/>
              </a:ext>
            </a:extLst>
          </p:cNvPr>
          <p:cNvSpPr txBox="1"/>
          <p:nvPr/>
        </p:nvSpPr>
        <p:spPr>
          <a:xfrm>
            <a:off x="251750" y="1137413"/>
            <a:ext cx="3046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ComponentA</a:t>
            </a:r>
            <a:r>
              <a:rPr lang="en-US" sz="2000" dirty="0">
                <a:latin typeface="Berlin Sans FB" panose="020E0602020502020306" pitchFamily="34" charset="0"/>
              </a:rPr>
              <a:t> = () =&gt; {</a:t>
            </a:r>
          </a:p>
        </p:txBody>
      </p:sp>
      <p:sp>
        <p:nvSpPr>
          <p:cNvPr id="45" name="a-1">
            <a:extLst>
              <a:ext uri="{FF2B5EF4-FFF2-40B4-BE49-F238E27FC236}">
                <a16:creationId xmlns:a16="http://schemas.microsoft.com/office/drawing/2014/main" id="{35360092-4106-FA47-3648-68430DFAE5DE}"/>
              </a:ext>
            </a:extLst>
          </p:cNvPr>
          <p:cNvSpPr txBox="1"/>
          <p:nvPr/>
        </p:nvSpPr>
        <p:spPr>
          <a:xfrm>
            <a:off x="328690" y="1455424"/>
            <a:ext cx="6744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”});</a:t>
            </a:r>
          </a:p>
        </p:txBody>
      </p:sp>
      <p:sp>
        <p:nvSpPr>
          <p:cNvPr id="46" name="return">
            <a:extLst>
              <a:ext uri="{FF2B5EF4-FFF2-40B4-BE49-F238E27FC236}">
                <a16:creationId xmlns:a16="http://schemas.microsoft.com/office/drawing/2014/main" id="{8BDC3F44-97F2-EE4E-F79C-5EBD4BE0D27E}"/>
              </a:ext>
            </a:extLst>
          </p:cNvPr>
          <p:cNvSpPr txBox="1"/>
          <p:nvPr/>
        </p:nvSpPr>
        <p:spPr>
          <a:xfrm>
            <a:off x="328690" y="1768777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1" name="div">
            <a:extLst>
              <a:ext uri="{FF2B5EF4-FFF2-40B4-BE49-F238E27FC236}">
                <a16:creationId xmlns:a16="http://schemas.microsoft.com/office/drawing/2014/main" id="{7DDF2503-E0F6-5559-B1AF-3C1C28EA88AB}"/>
              </a:ext>
            </a:extLst>
          </p:cNvPr>
          <p:cNvSpPr txBox="1"/>
          <p:nvPr/>
        </p:nvSpPr>
        <p:spPr>
          <a:xfrm>
            <a:off x="544225" y="2040088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3" name="b">
            <a:extLst>
              <a:ext uri="{FF2B5EF4-FFF2-40B4-BE49-F238E27FC236}">
                <a16:creationId xmlns:a16="http://schemas.microsoft.com/office/drawing/2014/main" id="{8AB2C127-082B-BC25-BC1B-59F51EE3B2FF}"/>
              </a:ext>
            </a:extLst>
          </p:cNvPr>
          <p:cNvSpPr txBox="1"/>
          <p:nvPr/>
        </p:nvSpPr>
        <p:spPr>
          <a:xfrm>
            <a:off x="750488" y="2289084"/>
            <a:ext cx="1816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89" name="b">
            <a:extLst>
              <a:ext uri="{FF2B5EF4-FFF2-40B4-BE49-F238E27FC236}">
                <a16:creationId xmlns:a16="http://schemas.microsoft.com/office/drawing/2014/main" id="{4F3B0A07-750B-7F46-C28C-AD43A3920710}"/>
              </a:ext>
            </a:extLst>
          </p:cNvPr>
          <p:cNvSpPr txBox="1"/>
          <p:nvPr/>
        </p:nvSpPr>
        <p:spPr>
          <a:xfrm>
            <a:off x="2321626" y="2276080"/>
            <a:ext cx="296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4" name="b-1">
            <a:extLst>
              <a:ext uri="{FF2B5EF4-FFF2-40B4-BE49-F238E27FC236}">
                <a16:creationId xmlns:a16="http://schemas.microsoft.com/office/drawing/2014/main" id="{2F93369C-5A21-075D-BACB-60B41A25932A}"/>
              </a:ext>
            </a:extLst>
          </p:cNvPr>
          <p:cNvSpPr txBox="1"/>
          <p:nvPr/>
        </p:nvSpPr>
        <p:spPr>
          <a:xfrm>
            <a:off x="5114217" y="2289084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62" name="div-1">
            <a:extLst>
              <a:ext uri="{FF2B5EF4-FFF2-40B4-BE49-F238E27FC236}">
                <a16:creationId xmlns:a16="http://schemas.microsoft.com/office/drawing/2014/main" id="{0794616F-B457-A24E-1A4C-574CC43D41B3}"/>
              </a:ext>
            </a:extLst>
          </p:cNvPr>
          <p:cNvSpPr txBox="1"/>
          <p:nvPr/>
        </p:nvSpPr>
        <p:spPr>
          <a:xfrm>
            <a:off x="569254" y="2563130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59" name="return">
            <a:extLst>
              <a:ext uri="{FF2B5EF4-FFF2-40B4-BE49-F238E27FC236}">
                <a16:creationId xmlns:a16="http://schemas.microsoft.com/office/drawing/2014/main" id="{42081CCD-E0EC-0D48-67C9-DCBD8C02A10E}"/>
              </a:ext>
            </a:extLst>
          </p:cNvPr>
          <p:cNvSpPr txBox="1"/>
          <p:nvPr/>
        </p:nvSpPr>
        <p:spPr>
          <a:xfrm>
            <a:off x="397058" y="2854280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60" name="a">
            <a:extLst>
              <a:ext uri="{FF2B5EF4-FFF2-40B4-BE49-F238E27FC236}">
                <a16:creationId xmlns:a16="http://schemas.microsoft.com/office/drawing/2014/main" id="{F7D83F81-792A-D20C-6504-F0CA82702B56}"/>
              </a:ext>
            </a:extLst>
          </p:cNvPr>
          <p:cNvSpPr txBox="1"/>
          <p:nvPr/>
        </p:nvSpPr>
        <p:spPr>
          <a:xfrm>
            <a:off x="194676" y="308119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65" name="b">
            <a:extLst>
              <a:ext uri="{FF2B5EF4-FFF2-40B4-BE49-F238E27FC236}">
                <a16:creationId xmlns:a16="http://schemas.microsoft.com/office/drawing/2014/main" id="{A7130041-0856-5014-0D2A-C8885A5B4474}"/>
              </a:ext>
            </a:extLst>
          </p:cNvPr>
          <p:cNvSpPr txBox="1"/>
          <p:nvPr/>
        </p:nvSpPr>
        <p:spPr>
          <a:xfrm>
            <a:off x="218257" y="3356914"/>
            <a:ext cx="2525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8" name="props" hidden="1">
            <a:extLst>
              <a:ext uri="{FF2B5EF4-FFF2-40B4-BE49-F238E27FC236}">
                <a16:creationId xmlns:a16="http://schemas.microsoft.com/office/drawing/2014/main" id="{D91F4974-FBB8-6E07-381D-CFB8E1F5B5B0}"/>
              </a:ext>
            </a:extLst>
          </p:cNvPr>
          <p:cNvSpPr txBox="1"/>
          <p:nvPr/>
        </p:nvSpPr>
        <p:spPr>
          <a:xfrm>
            <a:off x="2628020" y="2925957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66" name="b-1">
            <a:extLst>
              <a:ext uri="{FF2B5EF4-FFF2-40B4-BE49-F238E27FC236}">
                <a16:creationId xmlns:a16="http://schemas.microsoft.com/office/drawing/2014/main" id="{207455B5-FD3E-031B-106A-F3E91F9BA4AC}"/>
              </a:ext>
            </a:extLst>
          </p:cNvPr>
          <p:cNvSpPr txBox="1"/>
          <p:nvPr/>
        </p:nvSpPr>
        <p:spPr>
          <a:xfrm>
            <a:off x="2541404" y="3352249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67" name="return">
            <a:extLst>
              <a:ext uri="{FF2B5EF4-FFF2-40B4-BE49-F238E27FC236}">
                <a16:creationId xmlns:a16="http://schemas.microsoft.com/office/drawing/2014/main" id="{967048B7-0B2F-FF2B-22F3-F9DDFEFE9916}"/>
              </a:ext>
            </a:extLst>
          </p:cNvPr>
          <p:cNvSpPr txBox="1"/>
          <p:nvPr/>
        </p:nvSpPr>
        <p:spPr>
          <a:xfrm>
            <a:off x="375845" y="3660606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8" name="div">
            <a:extLst>
              <a:ext uri="{FF2B5EF4-FFF2-40B4-BE49-F238E27FC236}">
                <a16:creationId xmlns:a16="http://schemas.microsoft.com/office/drawing/2014/main" id="{0987B306-027A-893B-FCF8-F5399ECDCF5E}"/>
              </a:ext>
            </a:extLst>
          </p:cNvPr>
          <p:cNvSpPr txBox="1"/>
          <p:nvPr/>
        </p:nvSpPr>
        <p:spPr>
          <a:xfrm>
            <a:off x="592712" y="3903063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9" name="b">
            <a:extLst>
              <a:ext uri="{FF2B5EF4-FFF2-40B4-BE49-F238E27FC236}">
                <a16:creationId xmlns:a16="http://schemas.microsoft.com/office/drawing/2014/main" id="{3420B6F0-FF68-B5C5-C791-9A21F0D16046}"/>
              </a:ext>
            </a:extLst>
          </p:cNvPr>
          <p:cNvSpPr txBox="1"/>
          <p:nvPr/>
        </p:nvSpPr>
        <p:spPr>
          <a:xfrm>
            <a:off x="925480" y="4104162"/>
            <a:ext cx="168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7" name="currentUser" hidden="1">
            <a:extLst>
              <a:ext uri="{FF2B5EF4-FFF2-40B4-BE49-F238E27FC236}">
                <a16:creationId xmlns:a16="http://schemas.microsoft.com/office/drawing/2014/main" id="{9BFA63C3-0275-B45A-0EAC-2F8EE1074E39}"/>
              </a:ext>
            </a:extLst>
          </p:cNvPr>
          <p:cNvSpPr txBox="1"/>
          <p:nvPr/>
        </p:nvSpPr>
        <p:spPr>
          <a:xfrm>
            <a:off x="2776800" y="3503798"/>
            <a:ext cx="2903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0" name="b-1">
            <a:extLst>
              <a:ext uri="{FF2B5EF4-FFF2-40B4-BE49-F238E27FC236}">
                <a16:creationId xmlns:a16="http://schemas.microsoft.com/office/drawing/2014/main" id="{E43370B7-E45D-1D95-60FC-ACBED9283599}"/>
              </a:ext>
            </a:extLst>
          </p:cNvPr>
          <p:cNvSpPr txBox="1"/>
          <p:nvPr/>
        </p:nvSpPr>
        <p:spPr>
          <a:xfrm>
            <a:off x="2467559" y="4134451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71" name="div-1">
            <a:extLst>
              <a:ext uri="{FF2B5EF4-FFF2-40B4-BE49-F238E27FC236}">
                <a16:creationId xmlns:a16="http://schemas.microsoft.com/office/drawing/2014/main" id="{029B60E6-4EE1-6EF3-B0AB-3CA2A5A22EEE}"/>
              </a:ext>
            </a:extLst>
          </p:cNvPr>
          <p:cNvSpPr txBox="1"/>
          <p:nvPr/>
        </p:nvSpPr>
        <p:spPr>
          <a:xfrm>
            <a:off x="534275" y="4334506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72" name="return">
            <a:extLst>
              <a:ext uri="{FF2B5EF4-FFF2-40B4-BE49-F238E27FC236}">
                <a16:creationId xmlns:a16="http://schemas.microsoft.com/office/drawing/2014/main" id="{DA87BA5E-C24D-69D2-813A-C0278F2F033C}"/>
              </a:ext>
            </a:extLst>
          </p:cNvPr>
          <p:cNvSpPr txBox="1"/>
          <p:nvPr/>
        </p:nvSpPr>
        <p:spPr>
          <a:xfrm>
            <a:off x="368521" y="4502929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73" name="b">
            <a:extLst>
              <a:ext uri="{FF2B5EF4-FFF2-40B4-BE49-F238E27FC236}">
                <a16:creationId xmlns:a16="http://schemas.microsoft.com/office/drawing/2014/main" id="{E40C61CB-1BF5-8A2E-349E-C0C459E74FB6}"/>
              </a:ext>
            </a:extLst>
          </p:cNvPr>
          <p:cNvSpPr txBox="1"/>
          <p:nvPr/>
        </p:nvSpPr>
        <p:spPr>
          <a:xfrm>
            <a:off x="180808" y="4759267"/>
            <a:ext cx="388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 </a:t>
            </a:r>
          </a:p>
        </p:txBody>
      </p:sp>
      <p:sp>
        <p:nvSpPr>
          <p:cNvPr id="74" name="c">
            <a:extLst>
              <a:ext uri="{FF2B5EF4-FFF2-40B4-BE49-F238E27FC236}">
                <a16:creationId xmlns:a16="http://schemas.microsoft.com/office/drawing/2014/main" id="{D9794EEA-75DC-F2C0-0FF4-1EB653BCAE4E}"/>
              </a:ext>
            </a:extLst>
          </p:cNvPr>
          <p:cNvSpPr txBox="1"/>
          <p:nvPr/>
        </p:nvSpPr>
        <p:spPr>
          <a:xfrm>
            <a:off x="228012" y="5063128"/>
            <a:ext cx="2520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6" name="props" hidden="1">
            <a:extLst>
              <a:ext uri="{FF2B5EF4-FFF2-40B4-BE49-F238E27FC236}">
                <a16:creationId xmlns:a16="http://schemas.microsoft.com/office/drawing/2014/main" id="{2925C90B-0590-515D-FB81-86E3DCFDDB0F}"/>
              </a:ext>
            </a:extLst>
          </p:cNvPr>
          <p:cNvSpPr txBox="1"/>
          <p:nvPr/>
        </p:nvSpPr>
        <p:spPr>
          <a:xfrm>
            <a:off x="2653504" y="4431405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5" name="c-1">
            <a:extLst>
              <a:ext uri="{FF2B5EF4-FFF2-40B4-BE49-F238E27FC236}">
                <a16:creationId xmlns:a16="http://schemas.microsoft.com/office/drawing/2014/main" id="{5D092B21-1910-B12B-562C-DCAE42A104A9}"/>
              </a:ext>
            </a:extLst>
          </p:cNvPr>
          <p:cNvSpPr txBox="1"/>
          <p:nvPr/>
        </p:nvSpPr>
        <p:spPr>
          <a:xfrm>
            <a:off x="2541403" y="5075454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76" name="return">
            <a:extLst>
              <a:ext uri="{FF2B5EF4-FFF2-40B4-BE49-F238E27FC236}">
                <a16:creationId xmlns:a16="http://schemas.microsoft.com/office/drawing/2014/main" id="{71A272EE-3250-0EF8-F1F5-73A3A2FB9FA4}"/>
              </a:ext>
            </a:extLst>
          </p:cNvPr>
          <p:cNvSpPr txBox="1"/>
          <p:nvPr/>
        </p:nvSpPr>
        <p:spPr>
          <a:xfrm>
            <a:off x="348292" y="5311189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77" name="div">
            <a:extLst>
              <a:ext uri="{FF2B5EF4-FFF2-40B4-BE49-F238E27FC236}">
                <a16:creationId xmlns:a16="http://schemas.microsoft.com/office/drawing/2014/main" id="{3D8D91DA-3752-301E-BA32-63FF1CEB5366}"/>
              </a:ext>
            </a:extLst>
          </p:cNvPr>
          <p:cNvSpPr txBox="1"/>
          <p:nvPr/>
        </p:nvSpPr>
        <p:spPr>
          <a:xfrm>
            <a:off x="669862" y="5595689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84" name="{">
            <a:extLst>
              <a:ext uri="{FF2B5EF4-FFF2-40B4-BE49-F238E27FC236}">
                <a16:creationId xmlns:a16="http://schemas.microsoft.com/office/drawing/2014/main" id="{FFAD370E-ADED-29DF-D147-BADAE439A884}"/>
              </a:ext>
            </a:extLst>
          </p:cNvPr>
          <p:cNvSpPr txBox="1"/>
          <p:nvPr/>
        </p:nvSpPr>
        <p:spPr>
          <a:xfrm>
            <a:off x="1225843" y="5578206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78" name="currentUser">
            <a:extLst>
              <a:ext uri="{FF2B5EF4-FFF2-40B4-BE49-F238E27FC236}">
                <a16:creationId xmlns:a16="http://schemas.microsoft.com/office/drawing/2014/main" id="{A75D576D-C04B-7D95-63CE-54E00615CA10}"/>
              </a:ext>
            </a:extLst>
          </p:cNvPr>
          <p:cNvSpPr txBox="1"/>
          <p:nvPr/>
        </p:nvSpPr>
        <p:spPr>
          <a:xfrm>
            <a:off x="1343565" y="5586099"/>
            <a:ext cx="1399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3" name="}">
            <a:extLst>
              <a:ext uri="{FF2B5EF4-FFF2-40B4-BE49-F238E27FC236}">
                <a16:creationId xmlns:a16="http://schemas.microsoft.com/office/drawing/2014/main" id="{F1EF51C2-E8A9-05CB-18A7-7E553C4FDE03}"/>
              </a:ext>
            </a:extLst>
          </p:cNvPr>
          <p:cNvSpPr txBox="1"/>
          <p:nvPr/>
        </p:nvSpPr>
        <p:spPr>
          <a:xfrm>
            <a:off x="2616190" y="5602724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0" name="div-1">
            <a:extLst>
              <a:ext uri="{FF2B5EF4-FFF2-40B4-BE49-F238E27FC236}">
                <a16:creationId xmlns:a16="http://schemas.microsoft.com/office/drawing/2014/main" id="{AEB632F2-6776-A0A3-4CDB-DE9811F3DA41}"/>
              </a:ext>
            </a:extLst>
          </p:cNvPr>
          <p:cNvSpPr txBox="1"/>
          <p:nvPr/>
        </p:nvSpPr>
        <p:spPr>
          <a:xfrm>
            <a:off x="2752606" y="5597034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81" name="return">
            <a:extLst>
              <a:ext uri="{FF2B5EF4-FFF2-40B4-BE49-F238E27FC236}">
                <a16:creationId xmlns:a16="http://schemas.microsoft.com/office/drawing/2014/main" id="{6A60579F-3F9D-98C2-B352-B8B1D285ED08}"/>
              </a:ext>
            </a:extLst>
          </p:cNvPr>
          <p:cNvSpPr txBox="1"/>
          <p:nvPr/>
        </p:nvSpPr>
        <p:spPr>
          <a:xfrm>
            <a:off x="417181" y="581510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2" name="return">
            <a:extLst>
              <a:ext uri="{FF2B5EF4-FFF2-40B4-BE49-F238E27FC236}">
                <a16:creationId xmlns:a16="http://schemas.microsoft.com/office/drawing/2014/main" id="{86BA44A0-CF76-3E2B-A69B-E76463B73573}"/>
              </a:ext>
            </a:extLst>
          </p:cNvPr>
          <p:cNvSpPr txBox="1"/>
          <p:nvPr/>
        </p:nvSpPr>
        <p:spPr>
          <a:xfrm>
            <a:off x="242451" y="605831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580E46E-636F-C3B2-2FF0-2694B8F178EC}"/>
              </a:ext>
            </a:extLst>
          </p:cNvPr>
          <p:cNvSpPr/>
          <p:nvPr/>
        </p:nvSpPr>
        <p:spPr>
          <a:xfrm>
            <a:off x="1111045" y="1442713"/>
            <a:ext cx="1210581" cy="4744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66648E-99AE-74EE-9579-26529703FB86}"/>
              </a:ext>
            </a:extLst>
          </p:cNvPr>
          <p:cNvCxnSpPr>
            <a:cxnSpLocks/>
            <a:stCxn id="2" idx="4"/>
          </p:cNvCxnSpPr>
          <p:nvPr/>
        </p:nvCxnSpPr>
        <p:spPr>
          <a:xfrm>
            <a:off x="1716336" y="1917157"/>
            <a:ext cx="2600025" cy="504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877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91192-2F27-F973-E9AA-89C260EEA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8640F57A-46E0-582D-53A1-516B5E89A3DD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144DAD5-79C0-786D-30EA-40C078EB43A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2715428-62DE-68A0-6C13-5AD4F9C2E40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546CD61-F0A9-181C-5D2A-9D1C2E5315C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3943FB-9768-EE26-6A26-D11D3EEB709E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59DBBCF-4412-A6DB-F448-B1562A8DEC7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8E6EFE6-DC40-B6BC-D185-0A1EE08DAD42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C11829E-5ECA-9080-585B-5444C7E46818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14E85B0-9AF8-0B91-96DE-CD48AB7945F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D4B09F18-A35C-629C-441E-7B640E0E7AC6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2318878-B505-5C53-59B0-19BEEC4E6A6F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F734F362-164C-1CA3-C9CF-41F9D0EE477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D47D47B-0B16-046A-33E5-7B27FA983E0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8FB6DEF-5E9C-AE64-5DB3-8CE14B0247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834E2644-1377-A424-EE81-2024EAB74D2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BD2BFAB-4FE2-A6ED-1D20-36F9588A98A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67D137D-8733-F4E6-A7C3-B440AB6DFF6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68D5BB9-2FB3-05F4-CE61-D9815BDA41E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65ECCFFA-85B0-B760-16F3-85AAACA0D26F}"/>
              </a:ext>
            </a:extLst>
          </p:cNvPr>
          <p:cNvSpPr/>
          <p:nvPr/>
        </p:nvSpPr>
        <p:spPr>
          <a:xfrm>
            <a:off x="251750" y="1061951"/>
            <a:ext cx="8537228" cy="5537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43" name="a">
            <a:extLst>
              <a:ext uri="{FF2B5EF4-FFF2-40B4-BE49-F238E27FC236}">
                <a16:creationId xmlns:a16="http://schemas.microsoft.com/office/drawing/2014/main" id="{1519117C-1076-E422-559E-750453566642}"/>
              </a:ext>
            </a:extLst>
          </p:cNvPr>
          <p:cNvSpPr txBox="1"/>
          <p:nvPr/>
        </p:nvSpPr>
        <p:spPr>
          <a:xfrm>
            <a:off x="251750" y="1137413"/>
            <a:ext cx="3046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ComponentA</a:t>
            </a:r>
            <a:r>
              <a:rPr lang="en-US" sz="2000" dirty="0">
                <a:latin typeface="Berlin Sans FB" panose="020E0602020502020306" pitchFamily="34" charset="0"/>
              </a:rPr>
              <a:t> = () =&gt; {</a:t>
            </a:r>
          </a:p>
        </p:txBody>
      </p:sp>
      <p:sp>
        <p:nvSpPr>
          <p:cNvPr id="45" name="a-1">
            <a:extLst>
              <a:ext uri="{FF2B5EF4-FFF2-40B4-BE49-F238E27FC236}">
                <a16:creationId xmlns:a16="http://schemas.microsoft.com/office/drawing/2014/main" id="{224FB851-56D3-2ACD-D3F2-2DD852412C48}"/>
              </a:ext>
            </a:extLst>
          </p:cNvPr>
          <p:cNvSpPr txBox="1"/>
          <p:nvPr/>
        </p:nvSpPr>
        <p:spPr>
          <a:xfrm>
            <a:off x="328690" y="1455424"/>
            <a:ext cx="6744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”});</a:t>
            </a:r>
          </a:p>
        </p:txBody>
      </p:sp>
      <p:sp>
        <p:nvSpPr>
          <p:cNvPr id="46" name="return">
            <a:extLst>
              <a:ext uri="{FF2B5EF4-FFF2-40B4-BE49-F238E27FC236}">
                <a16:creationId xmlns:a16="http://schemas.microsoft.com/office/drawing/2014/main" id="{AD218889-58D8-AE22-64BA-1C90285CD5FF}"/>
              </a:ext>
            </a:extLst>
          </p:cNvPr>
          <p:cNvSpPr txBox="1"/>
          <p:nvPr/>
        </p:nvSpPr>
        <p:spPr>
          <a:xfrm>
            <a:off x="328690" y="1768777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1" name="div">
            <a:extLst>
              <a:ext uri="{FF2B5EF4-FFF2-40B4-BE49-F238E27FC236}">
                <a16:creationId xmlns:a16="http://schemas.microsoft.com/office/drawing/2014/main" id="{29F2F02B-2D80-654E-FCFB-94DA0A50DF5B}"/>
              </a:ext>
            </a:extLst>
          </p:cNvPr>
          <p:cNvSpPr txBox="1"/>
          <p:nvPr/>
        </p:nvSpPr>
        <p:spPr>
          <a:xfrm>
            <a:off x="544225" y="2040088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3" name="b">
            <a:extLst>
              <a:ext uri="{FF2B5EF4-FFF2-40B4-BE49-F238E27FC236}">
                <a16:creationId xmlns:a16="http://schemas.microsoft.com/office/drawing/2014/main" id="{8D39878E-754E-A4AC-493E-E8808B93CD70}"/>
              </a:ext>
            </a:extLst>
          </p:cNvPr>
          <p:cNvSpPr txBox="1"/>
          <p:nvPr/>
        </p:nvSpPr>
        <p:spPr>
          <a:xfrm>
            <a:off x="750488" y="2289084"/>
            <a:ext cx="1816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89" name="b">
            <a:extLst>
              <a:ext uri="{FF2B5EF4-FFF2-40B4-BE49-F238E27FC236}">
                <a16:creationId xmlns:a16="http://schemas.microsoft.com/office/drawing/2014/main" id="{F2E0FB8B-5E62-C541-1529-2AAE10E79761}"/>
              </a:ext>
            </a:extLst>
          </p:cNvPr>
          <p:cNvSpPr txBox="1"/>
          <p:nvPr/>
        </p:nvSpPr>
        <p:spPr>
          <a:xfrm>
            <a:off x="2321626" y="2276080"/>
            <a:ext cx="296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4" name="b-1">
            <a:extLst>
              <a:ext uri="{FF2B5EF4-FFF2-40B4-BE49-F238E27FC236}">
                <a16:creationId xmlns:a16="http://schemas.microsoft.com/office/drawing/2014/main" id="{6C66912B-5A43-72C5-9F6C-7E89944557E4}"/>
              </a:ext>
            </a:extLst>
          </p:cNvPr>
          <p:cNvSpPr txBox="1"/>
          <p:nvPr/>
        </p:nvSpPr>
        <p:spPr>
          <a:xfrm>
            <a:off x="5114217" y="2289084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62" name="div-1">
            <a:extLst>
              <a:ext uri="{FF2B5EF4-FFF2-40B4-BE49-F238E27FC236}">
                <a16:creationId xmlns:a16="http://schemas.microsoft.com/office/drawing/2014/main" id="{392794A6-DC19-81D1-F872-EA1E09CAECF9}"/>
              </a:ext>
            </a:extLst>
          </p:cNvPr>
          <p:cNvSpPr txBox="1"/>
          <p:nvPr/>
        </p:nvSpPr>
        <p:spPr>
          <a:xfrm>
            <a:off x="569254" y="2563130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59" name="return">
            <a:extLst>
              <a:ext uri="{FF2B5EF4-FFF2-40B4-BE49-F238E27FC236}">
                <a16:creationId xmlns:a16="http://schemas.microsoft.com/office/drawing/2014/main" id="{1596C97B-1E43-A79B-64E9-5A61FB227EE3}"/>
              </a:ext>
            </a:extLst>
          </p:cNvPr>
          <p:cNvSpPr txBox="1"/>
          <p:nvPr/>
        </p:nvSpPr>
        <p:spPr>
          <a:xfrm>
            <a:off x="397058" y="2854280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60" name="a">
            <a:extLst>
              <a:ext uri="{FF2B5EF4-FFF2-40B4-BE49-F238E27FC236}">
                <a16:creationId xmlns:a16="http://schemas.microsoft.com/office/drawing/2014/main" id="{C0B48159-5ED5-E13B-A70A-3595E9F80907}"/>
              </a:ext>
            </a:extLst>
          </p:cNvPr>
          <p:cNvSpPr txBox="1"/>
          <p:nvPr/>
        </p:nvSpPr>
        <p:spPr>
          <a:xfrm>
            <a:off x="194676" y="308119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65" name="b">
            <a:extLst>
              <a:ext uri="{FF2B5EF4-FFF2-40B4-BE49-F238E27FC236}">
                <a16:creationId xmlns:a16="http://schemas.microsoft.com/office/drawing/2014/main" id="{F019FEF0-1323-E166-5654-2698709FE3EE}"/>
              </a:ext>
            </a:extLst>
          </p:cNvPr>
          <p:cNvSpPr txBox="1"/>
          <p:nvPr/>
        </p:nvSpPr>
        <p:spPr>
          <a:xfrm>
            <a:off x="218257" y="3356914"/>
            <a:ext cx="2525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8" name="props">
            <a:extLst>
              <a:ext uri="{FF2B5EF4-FFF2-40B4-BE49-F238E27FC236}">
                <a16:creationId xmlns:a16="http://schemas.microsoft.com/office/drawing/2014/main" id="{6F01DC80-36C7-78A2-11C1-0DC6942E64C7}"/>
              </a:ext>
            </a:extLst>
          </p:cNvPr>
          <p:cNvSpPr txBox="1"/>
          <p:nvPr/>
        </p:nvSpPr>
        <p:spPr>
          <a:xfrm>
            <a:off x="2576503" y="3359568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66" name="b-1">
            <a:extLst>
              <a:ext uri="{FF2B5EF4-FFF2-40B4-BE49-F238E27FC236}">
                <a16:creationId xmlns:a16="http://schemas.microsoft.com/office/drawing/2014/main" id="{F272371F-0008-CEE6-1355-BC6C5B9BDEEF}"/>
              </a:ext>
            </a:extLst>
          </p:cNvPr>
          <p:cNvSpPr txBox="1"/>
          <p:nvPr/>
        </p:nvSpPr>
        <p:spPr>
          <a:xfrm>
            <a:off x="4019877" y="3346900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67" name="return">
            <a:extLst>
              <a:ext uri="{FF2B5EF4-FFF2-40B4-BE49-F238E27FC236}">
                <a16:creationId xmlns:a16="http://schemas.microsoft.com/office/drawing/2014/main" id="{61DC2513-E9F6-2E83-DF48-685693C2700C}"/>
              </a:ext>
            </a:extLst>
          </p:cNvPr>
          <p:cNvSpPr txBox="1"/>
          <p:nvPr/>
        </p:nvSpPr>
        <p:spPr>
          <a:xfrm>
            <a:off x="375845" y="3660606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8" name="div">
            <a:extLst>
              <a:ext uri="{FF2B5EF4-FFF2-40B4-BE49-F238E27FC236}">
                <a16:creationId xmlns:a16="http://schemas.microsoft.com/office/drawing/2014/main" id="{85A08802-4E48-B544-7D31-5C7954AAAD45}"/>
              </a:ext>
            </a:extLst>
          </p:cNvPr>
          <p:cNvSpPr txBox="1"/>
          <p:nvPr/>
        </p:nvSpPr>
        <p:spPr>
          <a:xfrm>
            <a:off x="592712" y="3903063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9" name="b">
            <a:extLst>
              <a:ext uri="{FF2B5EF4-FFF2-40B4-BE49-F238E27FC236}">
                <a16:creationId xmlns:a16="http://schemas.microsoft.com/office/drawing/2014/main" id="{58E2D73C-3B2F-01B2-F86D-436E5FE3AF3B}"/>
              </a:ext>
            </a:extLst>
          </p:cNvPr>
          <p:cNvSpPr txBox="1"/>
          <p:nvPr/>
        </p:nvSpPr>
        <p:spPr>
          <a:xfrm>
            <a:off x="925480" y="4104162"/>
            <a:ext cx="168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7" name="currentUser">
            <a:extLst>
              <a:ext uri="{FF2B5EF4-FFF2-40B4-BE49-F238E27FC236}">
                <a16:creationId xmlns:a16="http://schemas.microsoft.com/office/drawing/2014/main" id="{12A6CAC9-14F3-9B76-3050-8490909EF426}"/>
              </a:ext>
            </a:extLst>
          </p:cNvPr>
          <p:cNvSpPr txBox="1"/>
          <p:nvPr/>
        </p:nvSpPr>
        <p:spPr>
          <a:xfrm>
            <a:off x="2522020" y="4085011"/>
            <a:ext cx="2903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0" name="b-1">
            <a:extLst>
              <a:ext uri="{FF2B5EF4-FFF2-40B4-BE49-F238E27FC236}">
                <a16:creationId xmlns:a16="http://schemas.microsoft.com/office/drawing/2014/main" id="{C51EDCB5-EDE1-24C9-17BC-E33372CDBB1F}"/>
              </a:ext>
            </a:extLst>
          </p:cNvPr>
          <p:cNvSpPr txBox="1"/>
          <p:nvPr/>
        </p:nvSpPr>
        <p:spPr>
          <a:xfrm>
            <a:off x="5293740" y="4094587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71" name="div-1">
            <a:extLst>
              <a:ext uri="{FF2B5EF4-FFF2-40B4-BE49-F238E27FC236}">
                <a16:creationId xmlns:a16="http://schemas.microsoft.com/office/drawing/2014/main" id="{B39FBFB2-8429-15CA-F175-9F17C06273B3}"/>
              </a:ext>
            </a:extLst>
          </p:cNvPr>
          <p:cNvSpPr txBox="1"/>
          <p:nvPr/>
        </p:nvSpPr>
        <p:spPr>
          <a:xfrm>
            <a:off x="534275" y="4334506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72" name="return">
            <a:extLst>
              <a:ext uri="{FF2B5EF4-FFF2-40B4-BE49-F238E27FC236}">
                <a16:creationId xmlns:a16="http://schemas.microsoft.com/office/drawing/2014/main" id="{AD8EA500-FD63-DBE9-8477-B3A453C07343}"/>
              </a:ext>
            </a:extLst>
          </p:cNvPr>
          <p:cNvSpPr txBox="1"/>
          <p:nvPr/>
        </p:nvSpPr>
        <p:spPr>
          <a:xfrm>
            <a:off x="368521" y="4502929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73" name="b">
            <a:extLst>
              <a:ext uri="{FF2B5EF4-FFF2-40B4-BE49-F238E27FC236}">
                <a16:creationId xmlns:a16="http://schemas.microsoft.com/office/drawing/2014/main" id="{1A599B12-88CE-7428-8542-E9F33B4578C3}"/>
              </a:ext>
            </a:extLst>
          </p:cNvPr>
          <p:cNvSpPr txBox="1"/>
          <p:nvPr/>
        </p:nvSpPr>
        <p:spPr>
          <a:xfrm>
            <a:off x="180808" y="4759267"/>
            <a:ext cx="388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 </a:t>
            </a:r>
          </a:p>
        </p:txBody>
      </p:sp>
      <p:sp>
        <p:nvSpPr>
          <p:cNvPr id="74" name="c">
            <a:extLst>
              <a:ext uri="{FF2B5EF4-FFF2-40B4-BE49-F238E27FC236}">
                <a16:creationId xmlns:a16="http://schemas.microsoft.com/office/drawing/2014/main" id="{8898A091-FD55-2F9D-1D3D-1AB32BB829F0}"/>
              </a:ext>
            </a:extLst>
          </p:cNvPr>
          <p:cNvSpPr txBox="1"/>
          <p:nvPr/>
        </p:nvSpPr>
        <p:spPr>
          <a:xfrm>
            <a:off x="228012" y="5063128"/>
            <a:ext cx="2520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6" name="props" hidden="1">
            <a:extLst>
              <a:ext uri="{FF2B5EF4-FFF2-40B4-BE49-F238E27FC236}">
                <a16:creationId xmlns:a16="http://schemas.microsoft.com/office/drawing/2014/main" id="{A880D068-21F0-E111-DBE0-8DD699C1DA69}"/>
              </a:ext>
            </a:extLst>
          </p:cNvPr>
          <p:cNvSpPr txBox="1"/>
          <p:nvPr/>
        </p:nvSpPr>
        <p:spPr>
          <a:xfrm>
            <a:off x="2576503" y="5063128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5" name="c-1">
            <a:extLst>
              <a:ext uri="{FF2B5EF4-FFF2-40B4-BE49-F238E27FC236}">
                <a16:creationId xmlns:a16="http://schemas.microsoft.com/office/drawing/2014/main" id="{2EB00AA2-7478-DF3F-2C06-17752F4D0622}"/>
              </a:ext>
            </a:extLst>
          </p:cNvPr>
          <p:cNvSpPr txBox="1"/>
          <p:nvPr/>
        </p:nvSpPr>
        <p:spPr>
          <a:xfrm>
            <a:off x="2537515" y="5068949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76" name="return">
            <a:extLst>
              <a:ext uri="{FF2B5EF4-FFF2-40B4-BE49-F238E27FC236}">
                <a16:creationId xmlns:a16="http://schemas.microsoft.com/office/drawing/2014/main" id="{2D866929-2477-2E74-9898-FBD6CCC3559E}"/>
              </a:ext>
            </a:extLst>
          </p:cNvPr>
          <p:cNvSpPr txBox="1"/>
          <p:nvPr/>
        </p:nvSpPr>
        <p:spPr>
          <a:xfrm>
            <a:off x="348292" y="5311189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77" name="div">
            <a:extLst>
              <a:ext uri="{FF2B5EF4-FFF2-40B4-BE49-F238E27FC236}">
                <a16:creationId xmlns:a16="http://schemas.microsoft.com/office/drawing/2014/main" id="{422E75F7-DD26-099D-D5AA-BD082B8BD8CF}"/>
              </a:ext>
            </a:extLst>
          </p:cNvPr>
          <p:cNvSpPr txBox="1"/>
          <p:nvPr/>
        </p:nvSpPr>
        <p:spPr>
          <a:xfrm>
            <a:off x="669862" y="5595689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84" name="{">
            <a:extLst>
              <a:ext uri="{FF2B5EF4-FFF2-40B4-BE49-F238E27FC236}">
                <a16:creationId xmlns:a16="http://schemas.microsoft.com/office/drawing/2014/main" id="{C27CA5F4-4F07-5572-3050-E8838855A45B}"/>
              </a:ext>
            </a:extLst>
          </p:cNvPr>
          <p:cNvSpPr txBox="1"/>
          <p:nvPr/>
        </p:nvSpPr>
        <p:spPr>
          <a:xfrm>
            <a:off x="1225843" y="5578206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78" name="currentUser">
            <a:extLst>
              <a:ext uri="{FF2B5EF4-FFF2-40B4-BE49-F238E27FC236}">
                <a16:creationId xmlns:a16="http://schemas.microsoft.com/office/drawing/2014/main" id="{EE7A0989-8BC5-949B-BF8E-7E6C7F8E0420}"/>
              </a:ext>
            </a:extLst>
          </p:cNvPr>
          <p:cNvSpPr txBox="1"/>
          <p:nvPr/>
        </p:nvSpPr>
        <p:spPr>
          <a:xfrm>
            <a:off x="1343565" y="5586099"/>
            <a:ext cx="1399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3" name="}">
            <a:extLst>
              <a:ext uri="{FF2B5EF4-FFF2-40B4-BE49-F238E27FC236}">
                <a16:creationId xmlns:a16="http://schemas.microsoft.com/office/drawing/2014/main" id="{C0AC96B8-11F3-A927-2A9C-1341FA61881C}"/>
              </a:ext>
            </a:extLst>
          </p:cNvPr>
          <p:cNvSpPr txBox="1"/>
          <p:nvPr/>
        </p:nvSpPr>
        <p:spPr>
          <a:xfrm>
            <a:off x="2616190" y="5602724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0" name="div-1">
            <a:extLst>
              <a:ext uri="{FF2B5EF4-FFF2-40B4-BE49-F238E27FC236}">
                <a16:creationId xmlns:a16="http://schemas.microsoft.com/office/drawing/2014/main" id="{E111E722-5066-08E1-A6A9-1DF85E637D43}"/>
              </a:ext>
            </a:extLst>
          </p:cNvPr>
          <p:cNvSpPr txBox="1"/>
          <p:nvPr/>
        </p:nvSpPr>
        <p:spPr>
          <a:xfrm>
            <a:off x="2752606" y="5597034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81" name="return">
            <a:extLst>
              <a:ext uri="{FF2B5EF4-FFF2-40B4-BE49-F238E27FC236}">
                <a16:creationId xmlns:a16="http://schemas.microsoft.com/office/drawing/2014/main" id="{BC89A950-AE20-A4E6-7733-CFBD5A60F072}"/>
              </a:ext>
            </a:extLst>
          </p:cNvPr>
          <p:cNvSpPr txBox="1"/>
          <p:nvPr/>
        </p:nvSpPr>
        <p:spPr>
          <a:xfrm>
            <a:off x="417181" y="581510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2" name="return">
            <a:extLst>
              <a:ext uri="{FF2B5EF4-FFF2-40B4-BE49-F238E27FC236}">
                <a16:creationId xmlns:a16="http://schemas.microsoft.com/office/drawing/2014/main" id="{18B5E4F0-BA69-83F2-6C79-44F7A19FC0A4}"/>
              </a:ext>
            </a:extLst>
          </p:cNvPr>
          <p:cNvSpPr txBox="1"/>
          <p:nvPr/>
        </p:nvSpPr>
        <p:spPr>
          <a:xfrm>
            <a:off x="242451" y="605831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5D2CB90-2E61-9FCC-95CB-625A6CF7BD48}"/>
              </a:ext>
            </a:extLst>
          </p:cNvPr>
          <p:cNvSpPr/>
          <p:nvPr/>
        </p:nvSpPr>
        <p:spPr>
          <a:xfrm>
            <a:off x="1111045" y="1442713"/>
            <a:ext cx="1210581" cy="4744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986F3C-536C-327A-5121-97B5AC1EF572}"/>
              </a:ext>
            </a:extLst>
          </p:cNvPr>
          <p:cNvCxnSpPr>
            <a:cxnSpLocks/>
            <a:stCxn id="2" idx="4"/>
          </p:cNvCxnSpPr>
          <p:nvPr/>
        </p:nvCxnSpPr>
        <p:spPr>
          <a:xfrm>
            <a:off x="1716336" y="1917157"/>
            <a:ext cx="2535089" cy="452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5A49ED-7A5F-01DF-3394-C74E5E860EB8}"/>
              </a:ext>
            </a:extLst>
          </p:cNvPr>
          <p:cNvCxnSpPr>
            <a:cxnSpLocks/>
          </p:cNvCxnSpPr>
          <p:nvPr/>
        </p:nvCxnSpPr>
        <p:spPr>
          <a:xfrm flipH="1">
            <a:off x="3522369" y="2581764"/>
            <a:ext cx="670415" cy="884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889B3A-9326-9BE6-C0E9-29C77D6D3700}"/>
              </a:ext>
            </a:extLst>
          </p:cNvPr>
          <p:cNvCxnSpPr>
            <a:cxnSpLocks/>
          </p:cNvCxnSpPr>
          <p:nvPr/>
        </p:nvCxnSpPr>
        <p:spPr>
          <a:xfrm>
            <a:off x="3396716" y="3757024"/>
            <a:ext cx="919645" cy="407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 hidden="1">
            <a:extLst>
              <a:ext uri="{FF2B5EF4-FFF2-40B4-BE49-F238E27FC236}">
                <a16:creationId xmlns:a16="http://schemas.microsoft.com/office/drawing/2014/main" id="{5D637C9D-5F0A-1D04-7924-E775778348F7}"/>
              </a:ext>
            </a:extLst>
          </p:cNvPr>
          <p:cNvCxnSpPr>
            <a:cxnSpLocks/>
          </p:cNvCxnSpPr>
          <p:nvPr/>
        </p:nvCxnSpPr>
        <p:spPr>
          <a:xfrm flipH="1">
            <a:off x="3831555" y="4485121"/>
            <a:ext cx="535532" cy="680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 hidden="1">
            <a:extLst>
              <a:ext uri="{FF2B5EF4-FFF2-40B4-BE49-F238E27FC236}">
                <a16:creationId xmlns:a16="http://schemas.microsoft.com/office/drawing/2014/main" id="{8CE72094-1C8E-240F-AEB9-5D0EBEFE508C}"/>
              </a:ext>
            </a:extLst>
          </p:cNvPr>
          <p:cNvCxnSpPr>
            <a:cxnSpLocks/>
            <a:stCxn id="86" idx="2"/>
          </p:cNvCxnSpPr>
          <p:nvPr/>
        </p:nvCxnSpPr>
        <p:spPr>
          <a:xfrm flipH="1">
            <a:off x="2403077" y="5463238"/>
            <a:ext cx="961462" cy="257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322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03EF1-3E3C-CC85-88A9-BE48A711E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7BF28F51-7626-7CCE-AB70-84792BE8D295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1E50280-1001-2D06-5344-3C047CDB190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DCB9079-3242-A196-F2D8-E94EFCCB1FFA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E0DB74E-2819-CBF8-0157-F3696AE1375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2EC8AE5-7D4E-6BE9-AB6F-9CA6398E4F19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4BEC046-8741-EF1F-D298-0C8F13973DC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BFC007D-EBF5-DA44-9681-9376ED0D212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BE57462-EDF9-7BED-331B-B013C5A8472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DB092A9-C23C-851A-F513-5C85F8ED3799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1D888CE4-5C23-7A6E-8170-7A68A3C381F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B13011A3-B299-9035-F3D2-209B6148FFE0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16A735C-F536-2CBB-AFA8-924EDB6ABD2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506395C-EBB3-E63C-6067-66C99A65FC5E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C1A7433C-C832-58E8-0AA8-697D43B0BA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A6D1261-49A9-34BA-E222-F8FA398F7C4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D486257-901C-C6D2-4C96-FC205F88D61C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BE8CB11-992C-AF3D-6AE4-3ADB4A09E5AB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47A6623-8339-8BE9-325B-24885D868D83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EC97BA20-BA4B-85A6-0C96-D2982600B80C}"/>
              </a:ext>
            </a:extLst>
          </p:cNvPr>
          <p:cNvSpPr/>
          <p:nvPr/>
        </p:nvSpPr>
        <p:spPr>
          <a:xfrm>
            <a:off x="251750" y="1061951"/>
            <a:ext cx="8537228" cy="5537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43" name="a">
            <a:extLst>
              <a:ext uri="{FF2B5EF4-FFF2-40B4-BE49-F238E27FC236}">
                <a16:creationId xmlns:a16="http://schemas.microsoft.com/office/drawing/2014/main" id="{B9E26AA8-9C1D-011E-8720-396E40A8EA11}"/>
              </a:ext>
            </a:extLst>
          </p:cNvPr>
          <p:cNvSpPr txBox="1"/>
          <p:nvPr/>
        </p:nvSpPr>
        <p:spPr>
          <a:xfrm>
            <a:off x="251750" y="1137413"/>
            <a:ext cx="3046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ComponentA</a:t>
            </a:r>
            <a:r>
              <a:rPr lang="en-US" sz="2000" dirty="0">
                <a:latin typeface="Berlin Sans FB" panose="020E0602020502020306" pitchFamily="34" charset="0"/>
              </a:rPr>
              <a:t> = () =&gt; {</a:t>
            </a:r>
          </a:p>
        </p:txBody>
      </p:sp>
      <p:sp>
        <p:nvSpPr>
          <p:cNvPr id="45" name="a-1">
            <a:extLst>
              <a:ext uri="{FF2B5EF4-FFF2-40B4-BE49-F238E27FC236}">
                <a16:creationId xmlns:a16="http://schemas.microsoft.com/office/drawing/2014/main" id="{25916E6A-EA71-CBA8-834E-33E031C37C8F}"/>
              </a:ext>
            </a:extLst>
          </p:cNvPr>
          <p:cNvSpPr txBox="1"/>
          <p:nvPr/>
        </p:nvSpPr>
        <p:spPr>
          <a:xfrm>
            <a:off x="328690" y="1455424"/>
            <a:ext cx="6744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”});</a:t>
            </a:r>
          </a:p>
        </p:txBody>
      </p:sp>
      <p:sp>
        <p:nvSpPr>
          <p:cNvPr id="46" name="return">
            <a:extLst>
              <a:ext uri="{FF2B5EF4-FFF2-40B4-BE49-F238E27FC236}">
                <a16:creationId xmlns:a16="http://schemas.microsoft.com/office/drawing/2014/main" id="{29F5A15F-2FAD-479E-DAB7-D05BE5516EAC}"/>
              </a:ext>
            </a:extLst>
          </p:cNvPr>
          <p:cNvSpPr txBox="1"/>
          <p:nvPr/>
        </p:nvSpPr>
        <p:spPr>
          <a:xfrm>
            <a:off x="328690" y="1768777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1" name="div">
            <a:extLst>
              <a:ext uri="{FF2B5EF4-FFF2-40B4-BE49-F238E27FC236}">
                <a16:creationId xmlns:a16="http://schemas.microsoft.com/office/drawing/2014/main" id="{37DE7EAC-5172-0DF1-F492-B04C0CA79508}"/>
              </a:ext>
            </a:extLst>
          </p:cNvPr>
          <p:cNvSpPr txBox="1"/>
          <p:nvPr/>
        </p:nvSpPr>
        <p:spPr>
          <a:xfrm>
            <a:off x="544225" y="2040088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3" name="b">
            <a:extLst>
              <a:ext uri="{FF2B5EF4-FFF2-40B4-BE49-F238E27FC236}">
                <a16:creationId xmlns:a16="http://schemas.microsoft.com/office/drawing/2014/main" id="{418DA35A-03BF-180C-63E3-B49A0255D203}"/>
              </a:ext>
            </a:extLst>
          </p:cNvPr>
          <p:cNvSpPr txBox="1"/>
          <p:nvPr/>
        </p:nvSpPr>
        <p:spPr>
          <a:xfrm>
            <a:off x="750488" y="2289084"/>
            <a:ext cx="1816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89" name="b">
            <a:extLst>
              <a:ext uri="{FF2B5EF4-FFF2-40B4-BE49-F238E27FC236}">
                <a16:creationId xmlns:a16="http://schemas.microsoft.com/office/drawing/2014/main" id="{4C1B583C-BC94-0217-659D-F9020A8641F3}"/>
              </a:ext>
            </a:extLst>
          </p:cNvPr>
          <p:cNvSpPr txBox="1"/>
          <p:nvPr/>
        </p:nvSpPr>
        <p:spPr>
          <a:xfrm>
            <a:off x="2321626" y="2276080"/>
            <a:ext cx="296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 </a:t>
            </a:r>
          </a:p>
        </p:txBody>
      </p:sp>
      <p:sp>
        <p:nvSpPr>
          <p:cNvPr id="64" name="b-1">
            <a:extLst>
              <a:ext uri="{FF2B5EF4-FFF2-40B4-BE49-F238E27FC236}">
                <a16:creationId xmlns:a16="http://schemas.microsoft.com/office/drawing/2014/main" id="{FD03F5D4-9598-F887-F5E5-4BDC80944E21}"/>
              </a:ext>
            </a:extLst>
          </p:cNvPr>
          <p:cNvSpPr txBox="1"/>
          <p:nvPr/>
        </p:nvSpPr>
        <p:spPr>
          <a:xfrm>
            <a:off x="5114217" y="2289084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62" name="div-1">
            <a:extLst>
              <a:ext uri="{FF2B5EF4-FFF2-40B4-BE49-F238E27FC236}">
                <a16:creationId xmlns:a16="http://schemas.microsoft.com/office/drawing/2014/main" id="{D3D168AF-AC7F-5912-9594-D2C945A5A2B1}"/>
              </a:ext>
            </a:extLst>
          </p:cNvPr>
          <p:cNvSpPr txBox="1"/>
          <p:nvPr/>
        </p:nvSpPr>
        <p:spPr>
          <a:xfrm>
            <a:off x="569254" y="2563130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59" name="return">
            <a:extLst>
              <a:ext uri="{FF2B5EF4-FFF2-40B4-BE49-F238E27FC236}">
                <a16:creationId xmlns:a16="http://schemas.microsoft.com/office/drawing/2014/main" id="{11B24D38-057A-E829-C2E8-60D0EC47BA10}"/>
              </a:ext>
            </a:extLst>
          </p:cNvPr>
          <p:cNvSpPr txBox="1"/>
          <p:nvPr/>
        </p:nvSpPr>
        <p:spPr>
          <a:xfrm>
            <a:off x="397058" y="2854280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60" name="a">
            <a:extLst>
              <a:ext uri="{FF2B5EF4-FFF2-40B4-BE49-F238E27FC236}">
                <a16:creationId xmlns:a16="http://schemas.microsoft.com/office/drawing/2014/main" id="{AC65D9E0-7EAD-584D-2F70-A4DB10C283ED}"/>
              </a:ext>
            </a:extLst>
          </p:cNvPr>
          <p:cNvSpPr txBox="1"/>
          <p:nvPr/>
        </p:nvSpPr>
        <p:spPr>
          <a:xfrm>
            <a:off x="194676" y="308119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65" name="b">
            <a:extLst>
              <a:ext uri="{FF2B5EF4-FFF2-40B4-BE49-F238E27FC236}">
                <a16:creationId xmlns:a16="http://schemas.microsoft.com/office/drawing/2014/main" id="{88C81238-1D35-4B1A-1919-8C60CD396C85}"/>
              </a:ext>
            </a:extLst>
          </p:cNvPr>
          <p:cNvSpPr txBox="1"/>
          <p:nvPr/>
        </p:nvSpPr>
        <p:spPr>
          <a:xfrm>
            <a:off x="218257" y="3356914"/>
            <a:ext cx="2525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ComponentB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8" name="props">
            <a:extLst>
              <a:ext uri="{FF2B5EF4-FFF2-40B4-BE49-F238E27FC236}">
                <a16:creationId xmlns:a16="http://schemas.microsoft.com/office/drawing/2014/main" id="{B46EF4C3-78D7-B81D-75DC-AA31EBD301E7}"/>
              </a:ext>
            </a:extLst>
          </p:cNvPr>
          <p:cNvSpPr txBox="1"/>
          <p:nvPr/>
        </p:nvSpPr>
        <p:spPr>
          <a:xfrm>
            <a:off x="2576503" y="3359568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66" name="b-1">
            <a:extLst>
              <a:ext uri="{FF2B5EF4-FFF2-40B4-BE49-F238E27FC236}">
                <a16:creationId xmlns:a16="http://schemas.microsoft.com/office/drawing/2014/main" id="{416C0FEE-ACA0-4AB4-5D1D-9134822D9606}"/>
              </a:ext>
            </a:extLst>
          </p:cNvPr>
          <p:cNvSpPr txBox="1"/>
          <p:nvPr/>
        </p:nvSpPr>
        <p:spPr>
          <a:xfrm>
            <a:off x="4019877" y="3346900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67" name="return">
            <a:extLst>
              <a:ext uri="{FF2B5EF4-FFF2-40B4-BE49-F238E27FC236}">
                <a16:creationId xmlns:a16="http://schemas.microsoft.com/office/drawing/2014/main" id="{178A6C0A-4532-C26C-D44F-A887756BDC79}"/>
              </a:ext>
            </a:extLst>
          </p:cNvPr>
          <p:cNvSpPr txBox="1"/>
          <p:nvPr/>
        </p:nvSpPr>
        <p:spPr>
          <a:xfrm>
            <a:off x="375845" y="3660606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68" name="div">
            <a:extLst>
              <a:ext uri="{FF2B5EF4-FFF2-40B4-BE49-F238E27FC236}">
                <a16:creationId xmlns:a16="http://schemas.microsoft.com/office/drawing/2014/main" id="{B15CCEE8-7C0F-949D-3844-E358660B17B9}"/>
              </a:ext>
            </a:extLst>
          </p:cNvPr>
          <p:cNvSpPr txBox="1"/>
          <p:nvPr/>
        </p:nvSpPr>
        <p:spPr>
          <a:xfrm>
            <a:off x="592712" y="3903063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69" name="b">
            <a:extLst>
              <a:ext uri="{FF2B5EF4-FFF2-40B4-BE49-F238E27FC236}">
                <a16:creationId xmlns:a16="http://schemas.microsoft.com/office/drawing/2014/main" id="{AE400B66-451A-1477-2053-F8594619A03F}"/>
              </a:ext>
            </a:extLst>
          </p:cNvPr>
          <p:cNvSpPr txBox="1"/>
          <p:nvPr/>
        </p:nvSpPr>
        <p:spPr>
          <a:xfrm>
            <a:off x="925480" y="4104162"/>
            <a:ext cx="168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7" name="currentUser">
            <a:extLst>
              <a:ext uri="{FF2B5EF4-FFF2-40B4-BE49-F238E27FC236}">
                <a16:creationId xmlns:a16="http://schemas.microsoft.com/office/drawing/2014/main" id="{041283A7-A8C4-0581-A4F0-30E770139B88}"/>
              </a:ext>
            </a:extLst>
          </p:cNvPr>
          <p:cNvSpPr txBox="1"/>
          <p:nvPr/>
        </p:nvSpPr>
        <p:spPr>
          <a:xfrm>
            <a:off x="2522020" y="4085011"/>
            <a:ext cx="2903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0" name="b-1">
            <a:extLst>
              <a:ext uri="{FF2B5EF4-FFF2-40B4-BE49-F238E27FC236}">
                <a16:creationId xmlns:a16="http://schemas.microsoft.com/office/drawing/2014/main" id="{C15E7070-08DB-C294-B1B8-BFD6E7081FD3}"/>
              </a:ext>
            </a:extLst>
          </p:cNvPr>
          <p:cNvSpPr txBox="1"/>
          <p:nvPr/>
        </p:nvSpPr>
        <p:spPr>
          <a:xfrm>
            <a:off x="5293740" y="4094587"/>
            <a:ext cx="349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</a:p>
        </p:txBody>
      </p:sp>
      <p:sp>
        <p:nvSpPr>
          <p:cNvPr id="71" name="div-1">
            <a:extLst>
              <a:ext uri="{FF2B5EF4-FFF2-40B4-BE49-F238E27FC236}">
                <a16:creationId xmlns:a16="http://schemas.microsoft.com/office/drawing/2014/main" id="{E072B67E-30D5-343B-ACD9-9CBFC582332E}"/>
              </a:ext>
            </a:extLst>
          </p:cNvPr>
          <p:cNvSpPr txBox="1"/>
          <p:nvPr/>
        </p:nvSpPr>
        <p:spPr>
          <a:xfrm>
            <a:off x="534275" y="4334506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72" name="return">
            <a:extLst>
              <a:ext uri="{FF2B5EF4-FFF2-40B4-BE49-F238E27FC236}">
                <a16:creationId xmlns:a16="http://schemas.microsoft.com/office/drawing/2014/main" id="{8FE53704-8A78-E2E6-57D3-F12501999B2D}"/>
              </a:ext>
            </a:extLst>
          </p:cNvPr>
          <p:cNvSpPr txBox="1"/>
          <p:nvPr/>
        </p:nvSpPr>
        <p:spPr>
          <a:xfrm>
            <a:off x="368521" y="4502929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73" name="b">
            <a:extLst>
              <a:ext uri="{FF2B5EF4-FFF2-40B4-BE49-F238E27FC236}">
                <a16:creationId xmlns:a16="http://schemas.microsoft.com/office/drawing/2014/main" id="{B09E7B5F-CE8D-7B35-C53B-B8617A174569}"/>
              </a:ext>
            </a:extLst>
          </p:cNvPr>
          <p:cNvSpPr txBox="1"/>
          <p:nvPr/>
        </p:nvSpPr>
        <p:spPr>
          <a:xfrm>
            <a:off x="180808" y="4759267"/>
            <a:ext cx="388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 </a:t>
            </a:r>
          </a:p>
        </p:txBody>
      </p:sp>
      <p:sp>
        <p:nvSpPr>
          <p:cNvPr id="74" name="c">
            <a:extLst>
              <a:ext uri="{FF2B5EF4-FFF2-40B4-BE49-F238E27FC236}">
                <a16:creationId xmlns:a16="http://schemas.microsoft.com/office/drawing/2014/main" id="{1E36D0E9-D380-C5EA-8E08-7DF1859DA9DE}"/>
              </a:ext>
            </a:extLst>
          </p:cNvPr>
          <p:cNvSpPr txBox="1"/>
          <p:nvPr/>
        </p:nvSpPr>
        <p:spPr>
          <a:xfrm>
            <a:off x="228012" y="5063128"/>
            <a:ext cx="2520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ComponentC</a:t>
            </a:r>
            <a:r>
              <a:rPr lang="en-US" sz="2000" dirty="0">
                <a:latin typeface="Berlin Sans FB" panose="020E0602020502020306" pitchFamily="34" charset="0"/>
              </a:rPr>
              <a:t> = (</a:t>
            </a:r>
          </a:p>
        </p:txBody>
      </p:sp>
      <p:sp>
        <p:nvSpPr>
          <p:cNvPr id="86" name="props">
            <a:extLst>
              <a:ext uri="{FF2B5EF4-FFF2-40B4-BE49-F238E27FC236}">
                <a16:creationId xmlns:a16="http://schemas.microsoft.com/office/drawing/2014/main" id="{9A5E7DD5-DCC0-D715-D4F1-528AE0DB483E}"/>
              </a:ext>
            </a:extLst>
          </p:cNvPr>
          <p:cNvSpPr txBox="1"/>
          <p:nvPr/>
        </p:nvSpPr>
        <p:spPr>
          <a:xfrm>
            <a:off x="2576503" y="5063128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75" name="c-1">
            <a:extLst>
              <a:ext uri="{FF2B5EF4-FFF2-40B4-BE49-F238E27FC236}">
                <a16:creationId xmlns:a16="http://schemas.microsoft.com/office/drawing/2014/main" id="{DB884DAA-EF6F-A8D8-7411-41F622C26F22}"/>
              </a:ext>
            </a:extLst>
          </p:cNvPr>
          <p:cNvSpPr txBox="1"/>
          <p:nvPr/>
        </p:nvSpPr>
        <p:spPr>
          <a:xfrm>
            <a:off x="3984595" y="5065837"/>
            <a:ext cx="694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 =&gt; {</a:t>
            </a:r>
          </a:p>
        </p:txBody>
      </p:sp>
      <p:sp>
        <p:nvSpPr>
          <p:cNvPr id="76" name="return">
            <a:extLst>
              <a:ext uri="{FF2B5EF4-FFF2-40B4-BE49-F238E27FC236}">
                <a16:creationId xmlns:a16="http://schemas.microsoft.com/office/drawing/2014/main" id="{4F662DED-1139-FE0F-CF64-7A06B81660E4}"/>
              </a:ext>
            </a:extLst>
          </p:cNvPr>
          <p:cNvSpPr txBox="1"/>
          <p:nvPr/>
        </p:nvSpPr>
        <p:spPr>
          <a:xfrm>
            <a:off x="348292" y="5311189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77" name="div">
            <a:extLst>
              <a:ext uri="{FF2B5EF4-FFF2-40B4-BE49-F238E27FC236}">
                <a16:creationId xmlns:a16="http://schemas.microsoft.com/office/drawing/2014/main" id="{340D6270-24CC-2462-D43E-060502233DF1}"/>
              </a:ext>
            </a:extLst>
          </p:cNvPr>
          <p:cNvSpPr txBox="1"/>
          <p:nvPr/>
        </p:nvSpPr>
        <p:spPr>
          <a:xfrm>
            <a:off x="669862" y="5595689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84" name="{">
            <a:extLst>
              <a:ext uri="{FF2B5EF4-FFF2-40B4-BE49-F238E27FC236}">
                <a16:creationId xmlns:a16="http://schemas.microsoft.com/office/drawing/2014/main" id="{AE9692C4-B308-80D7-E913-ADA57CF42BDA}"/>
              </a:ext>
            </a:extLst>
          </p:cNvPr>
          <p:cNvSpPr txBox="1"/>
          <p:nvPr/>
        </p:nvSpPr>
        <p:spPr>
          <a:xfrm>
            <a:off x="1225843" y="5578206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78" name="currentUser">
            <a:extLst>
              <a:ext uri="{FF2B5EF4-FFF2-40B4-BE49-F238E27FC236}">
                <a16:creationId xmlns:a16="http://schemas.microsoft.com/office/drawing/2014/main" id="{E401F0FB-FFA7-014F-864F-4A8EF909F54A}"/>
              </a:ext>
            </a:extLst>
          </p:cNvPr>
          <p:cNvSpPr txBox="1"/>
          <p:nvPr/>
        </p:nvSpPr>
        <p:spPr>
          <a:xfrm>
            <a:off x="1343565" y="5586099"/>
            <a:ext cx="1399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83" name="}">
            <a:extLst>
              <a:ext uri="{FF2B5EF4-FFF2-40B4-BE49-F238E27FC236}">
                <a16:creationId xmlns:a16="http://schemas.microsoft.com/office/drawing/2014/main" id="{CC1911B1-E13F-79ED-F7DE-F715F142B4BA}"/>
              </a:ext>
            </a:extLst>
          </p:cNvPr>
          <p:cNvSpPr txBox="1"/>
          <p:nvPr/>
        </p:nvSpPr>
        <p:spPr>
          <a:xfrm>
            <a:off x="2616190" y="5602724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80" name="div-1">
            <a:extLst>
              <a:ext uri="{FF2B5EF4-FFF2-40B4-BE49-F238E27FC236}">
                <a16:creationId xmlns:a16="http://schemas.microsoft.com/office/drawing/2014/main" id="{16DFDCB4-4910-9ACF-5BD9-B4FFEE408EDB}"/>
              </a:ext>
            </a:extLst>
          </p:cNvPr>
          <p:cNvSpPr txBox="1"/>
          <p:nvPr/>
        </p:nvSpPr>
        <p:spPr>
          <a:xfrm>
            <a:off x="2752606" y="5597034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81" name="return">
            <a:extLst>
              <a:ext uri="{FF2B5EF4-FFF2-40B4-BE49-F238E27FC236}">
                <a16:creationId xmlns:a16="http://schemas.microsoft.com/office/drawing/2014/main" id="{F3BDAB83-EDE2-F38E-CC59-55D488372A3D}"/>
              </a:ext>
            </a:extLst>
          </p:cNvPr>
          <p:cNvSpPr txBox="1"/>
          <p:nvPr/>
        </p:nvSpPr>
        <p:spPr>
          <a:xfrm>
            <a:off x="417181" y="581510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2" name="return">
            <a:extLst>
              <a:ext uri="{FF2B5EF4-FFF2-40B4-BE49-F238E27FC236}">
                <a16:creationId xmlns:a16="http://schemas.microsoft.com/office/drawing/2014/main" id="{FF6EDC13-A521-CD82-7DE8-C89A3F085A7B}"/>
              </a:ext>
            </a:extLst>
          </p:cNvPr>
          <p:cNvSpPr txBox="1"/>
          <p:nvPr/>
        </p:nvSpPr>
        <p:spPr>
          <a:xfrm>
            <a:off x="242451" y="6058319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695D57B-4910-155F-B226-D513530B0DE5}"/>
              </a:ext>
            </a:extLst>
          </p:cNvPr>
          <p:cNvSpPr/>
          <p:nvPr/>
        </p:nvSpPr>
        <p:spPr>
          <a:xfrm>
            <a:off x="1111045" y="1442713"/>
            <a:ext cx="1210581" cy="4744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777A10-39CC-C716-67D1-5ED457040496}"/>
              </a:ext>
            </a:extLst>
          </p:cNvPr>
          <p:cNvCxnSpPr>
            <a:cxnSpLocks/>
            <a:stCxn id="2" idx="4"/>
          </p:cNvCxnSpPr>
          <p:nvPr/>
        </p:nvCxnSpPr>
        <p:spPr>
          <a:xfrm>
            <a:off x="1716336" y="1917157"/>
            <a:ext cx="2535089" cy="452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22F162-63FE-0340-EB18-6B7D315057E3}"/>
              </a:ext>
            </a:extLst>
          </p:cNvPr>
          <p:cNvCxnSpPr>
            <a:cxnSpLocks/>
          </p:cNvCxnSpPr>
          <p:nvPr/>
        </p:nvCxnSpPr>
        <p:spPr>
          <a:xfrm flipH="1">
            <a:off x="3522369" y="2581764"/>
            <a:ext cx="670415" cy="884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D35783-0089-F6A2-3788-08C572B3AFC7}"/>
              </a:ext>
            </a:extLst>
          </p:cNvPr>
          <p:cNvCxnSpPr>
            <a:cxnSpLocks/>
          </p:cNvCxnSpPr>
          <p:nvPr/>
        </p:nvCxnSpPr>
        <p:spPr>
          <a:xfrm>
            <a:off x="3396716" y="3757024"/>
            <a:ext cx="919645" cy="407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51540F-0A09-71B7-2EE1-E59639385780}"/>
              </a:ext>
            </a:extLst>
          </p:cNvPr>
          <p:cNvCxnSpPr>
            <a:cxnSpLocks/>
          </p:cNvCxnSpPr>
          <p:nvPr/>
        </p:nvCxnSpPr>
        <p:spPr>
          <a:xfrm flipH="1">
            <a:off x="3831555" y="4485121"/>
            <a:ext cx="535532" cy="680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4E5A9E2-78E3-8B5A-9F98-707403062AC2}"/>
              </a:ext>
            </a:extLst>
          </p:cNvPr>
          <p:cNvCxnSpPr>
            <a:cxnSpLocks/>
            <a:stCxn id="86" idx="2"/>
          </p:cNvCxnSpPr>
          <p:nvPr/>
        </p:nvCxnSpPr>
        <p:spPr>
          <a:xfrm flipH="1">
            <a:off x="2403077" y="5463238"/>
            <a:ext cx="961462" cy="257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443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3B4C6-F409-E95D-E369-687E3CBF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23D1F653-B1E0-67BB-3534-37CEAD14B0F5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80D212F-DC29-76F4-4434-413CB7668E6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88768BF-A956-5057-5308-BBA93749333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095D845-CE3D-0365-7272-9B702EA4AE6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9B12393-C705-2B0A-D54A-56C471F4E3DA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0BFB58E-DFD0-D212-2656-6D29AE87195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33D23E8-6DBC-C43D-7417-70B512388B05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7C66E8C-B7E1-7FCB-E800-E8903EB3FA4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57712E6-EAEF-7DC9-A336-218803B31BD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727E39D-A4DD-6226-1900-C6926BC27981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5E1D844-7391-8BC3-6382-AC75AC2C6E1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5173E822-0038-70A8-BBAF-12D4E193355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2B2800E-0A05-FD5A-A111-FA5D10EE515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82161DD-D7FE-F396-13B3-2D88433E58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CE1E218-BB15-4D89-7B96-144DDBC40AB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ECB66BA-12CA-21FF-A605-0719A4D10E67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BC06DDE-DFFF-8D9B-6E4F-4F04C944A047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76BFF73-11F1-E2CB-08AB-4238C0AB734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1491CAC-343F-A47C-1168-437A204D0C97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99BA35-1158-0895-A2D1-E6995E13AD38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FC498D39-5E10-BAA0-58B3-F50826F3E900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 hidden="1">
            <a:extLst>
              <a:ext uri="{FF2B5EF4-FFF2-40B4-BE49-F238E27FC236}">
                <a16:creationId xmlns:a16="http://schemas.microsoft.com/office/drawing/2014/main" id="{DAC18A68-D38E-640D-B096-A59FC125C374}"/>
              </a:ext>
            </a:extLst>
          </p:cNvPr>
          <p:cNvSpPr txBox="1"/>
          <p:nvPr/>
        </p:nvSpPr>
        <p:spPr>
          <a:xfrm>
            <a:off x="4034734" y="971402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 hidden="1">
            <a:extLst>
              <a:ext uri="{FF2B5EF4-FFF2-40B4-BE49-F238E27FC236}">
                <a16:creationId xmlns:a16="http://schemas.microsoft.com/office/drawing/2014/main" id="{CBA1A6C5-547C-68AD-E12B-FBFDC7715DB1}"/>
              </a:ext>
            </a:extLst>
          </p:cNvPr>
          <p:cNvSpPr txBox="1"/>
          <p:nvPr/>
        </p:nvSpPr>
        <p:spPr>
          <a:xfrm>
            <a:off x="2697370" y="987429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0519131C-FC2D-9F37-62F4-EA857EB379E9}"/>
              </a:ext>
            </a:extLst>
          </p:cNvPr>
          <p:cNvSpPr txBox="1"/>
          <p:nvPr/>
        </p:nvSpPr>
        <p:spPr>
          <a:xfrm>
            <a:off x="2664145" y="1032609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 hidden="1">
            <a:extLst>
              <a:ext uri="{FF2B5EF4-FFF2-40B4-BE49-F238E27FC236}">
                <a16:creationId xmlns:a16="http://schemas.microsoft.com/office/drawing/2014/main" id="{23146F37-E63F-F271-EB9F-B8AAD76D1DD1}"/>
              </a:ext>
            </a:extLst>
          </p:cNvPr>
          <p:cNvSpPr txBox="1"/>
          <p:nvPr/>
        </p:nvSpPr>
        <p:spPr>
          <a:xfrm>
            <a:off x="291073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 hidden="1">
            <a:extLst>
              <a:ext uri="{FF2B5EF4-FFF2-40B4-BE49-F238E27FC236}">
                <a16:creationId xmlns:a16="http://schemas.microsoft.com/office/drawing/2014/main" id="{969DDB67-54F7-49B2-4097-E2871BB1C171}"/>
              </a:ext>
            </a:extLst>
          </p:cNvPr>
          <p:cNvSpPr txBox="1"/>
          <p:nvPr/>
        </p:nvSpPr>
        <p:spPr>
          <a:xfrm>
            <a:off x="4011153" y="1344009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 hidden="1">
            <a:extLst>
              <a:ext uri="{FF2B5EF4-FFF2-40B4-BE49-F238E27FC236}">
                <a16:creationId xmlns:a16="http://schemas.microsoft.com/office/drawing/2014/main" id="{611EF585-393C-D7EE-4099-831856C3D962}"/>
              </a:ext>
            </a:extLst>
          </p:cNvPr>
          <p:cNvSpPr txBox="1"/>
          <p:nvPr/>
        </p:nvSpPr>
        <p:spPr>
          <a:xfrm>
            <a:off x="1854065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 hidden="1">
            <a:extLst>
              <a:ext uri="{FF2B5EF4-FFF2-40B4-BE49-F238E27FC236}">
                <a16:creationId xmlns:a16="http://schemas.microsoft.com/office/drawing/2014/main" id="{CE8DFE8D-A933-9696-3C96-9BB9D9C34A9D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 hidden="1">
            <a:extLst>
              <a:ext uri="{FF2B5EF4-FFF2-40B4-BE49-F238E27FC236}">
                <a16:creationId xmlns:a16="http://schemas.microsoft.com/office/drawing/2014/main" id="{E9E0346A-14FE-8B3E-F338-2DE8EEDBC2A8}"/>
              </a:ext>
            </a:extLst>
          </p:cNvPr>
          <p:cNvSpPr txBox="1"/>
          <p:nvPr/>
        </p:nvSpPr>
        <p:spPr>
          <a:xfrm>
            <a:off x="273013" y="158437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 hidden="1">
            <a:extLst>
              <a:ext uri="{FF2B5EF4-FFF2-40B4-BE49-F238E27FC236}">
                <a16:creationId xmlns:a16="http://schemas.microsoft.com/office/drawing/2014/main" id="{E15E4766-7922-2DC5-BE5F-1648CDAB5373}"/>
              </a:ext>
            </a:extLst>
          </p:cNvPr>
          <p:cNvSpPr txBox="1"/>
          <p:nvPr/>
        </p:nvSpPr>
        <p:spPr>
          <a:xfrm>
            <a:off x="422694" y="1846362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 hidden="1">
            <a:extLst>
              <a:ext uri="{FF2B5EF4-FFF2-40B4-BE49-F238E27FC236}">
                <a16:creationId xmlns:a16="http://schemas.microsoft.com/office/drawing/2014/main" id="{2C6B0938-5725-4E52-4A01-94055713A926}"/>
              </a:ext>
            </a:extLst>
          </p:cNvPr>
          <p:cNvSpPr txBox="1"/>
          <p:nvPr/>
        </p:nvSpPr>
        <p:spPr>
          <a:xfrm>
            <a:off x="422695" y="2120646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 hidden="1">
            <a:extLst>
              <a:ext uri="{FF2B5EF4-FFF2-40B4-BE49-F238E27FC236}">
                <a16:creationId xmlns:a16="http://schemas.microsoft.com/office/drawing/2014/main" id="{E9034774-227E-A526-F358-21E4B28D1621}"/>
              </a:ext>
            </a:extLst>
          </p:cNvPr>
          <p:cNvSpPr txBox="1"/>
          <p:nvPr/>
        </p:nvSpPr>
        <p:spPr>
          <a:xfrm>
            <a:off x="570488" y="2434362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 hidden="1">
            <a:extLst>
              <a:ext uri="{FF2B5EF4-FFF2-40B4-BE49-F238E27FC236}">
                <a16:creationId xmlns:a16="http://schemas.microsoft.com/office/drawing/2014/main" id="{4FA4D6DC-A1B9-16DD-3E0A-3146CAD16F1C}"/>
              </a:ext>
            </a:extLst>
          </p:cNvPr>
          <p:cNvSpPr txBox="1"/>
          <p:nvPr/>
        </p:nvSpPr>
        <p:spPr>
          <a:xfrm>
            <a:off x="4248491" y="2434362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 hidden="1">
            <a:extLst>
              <a:ext uri="{FF2B5EF4-FFF2-40B4-BE49-F238E27FC236}">
                <a16:creationId xmlns:a16="http://schemas.microsoft.com/office/drawing/2014/main" id="{F4A5172F-8936-821B-126F-0A7F65BE763B}"/>
              </a:ext>
            </a:extLst>
          </p:cNvPr>
          <p:cNvSpPr txBox="1"/>
          <p:nvPr/>
        </p:nvSpPr>
        <p:spPr>
          <a:xfrm>
            <a:off x="2128538" y="2431183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 hidden="1">
            <a:extLst>
              <a:ext uri="{FF2B5EF4-FFF2-40B4-BE49-F238E27FC236}">
                <a16:creationId xmlns:a16="http://schemas.microsoft.com/office/drawing/2014/main" id="{92C1901D-7A41-10F4-33D1-F0FD6D255939}"/>
              </a:ext>
            </a:extLst>
          </p:cNvPr>
          <p:cNvSpPr txBox="1"/>
          <p:nvPr/>
        </p:nvSpPr>
        <p:spPr>
          <a:xfrm>
            <a:off x="805156" y="2740357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 hidden="1">
            <a:extLst>
              <a:ext uri="{FF2B5EF4-FFF2-40B4-BE49-F238E27FC236}">
                <a16:creationId xmlns:a16="http://schemas.microsoft.com/office/drawing/2014/main" id="{8D60C702-EE30-B651-0FFD-39E044865FB0}"/>
              </a:ext>
            </a:extLst>
          </p:cNvPr>
          <p:cNvSpPr txBox="1"/>
          <p:nvPr/>
        </p:nvSpPr>
        <p:spPr>
          <a:xfrm>
            <a:off x="589596" y="3042422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 hidden="1">
            <a:extLst>
              <a:ext uri="{FF2B5EF4-FFF2-40B4-BE49-F238E27FC236}">
                <a16:creationId xmlns:a16="http://schemas.microsoft.com/office/drawing/2014/main" id="{009684D0-4B24-33D8-509C-15EA2208FF4D}"/>
              </a:ext>
            </a:extLst>
          </p:cNvPr>
          <p:cNvSpPr txBox="1"/>
          <p:nvPr/>
        </p:nvSpPr>
        <p:spPr>
          <a:xfrm>
            <a:off x="472072" y="3277079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 hidden="1">
            <a:extLst>
              <a:ext uri="{FF2B5EF4-FFF2-40B4-BE49-F238E27FC236}">
                <a16:creationId xmlns:a16="http://schemas.microsoft.com/office/drawing/2014/main" id="{28E8DA95-9A27-D237-24FC-244BA888BC51}"/>
              </a:ext>
            </a:extLst>
          </p:cNvPr>
          <p:cNvSpPr txBox="1"/>
          <p:nvPr/>
        </p:nvSpPr>
        <p:spPr>
          <a:xfrm>
            <a:off x="273013" y="3482847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 hidden="1">
            <a:extLst>
              <a:ext uri="{FF2B5EF4-FFF2-40B4-BE49-F238E27FC236}">
                <a16:creationId xmlns:a16="http://schemas.microsoft.com/office/drawing/2014/main" id="{B90DAFDE-9BD3-8C52-D3CD-9325C1DE0712}"/>
              </a:ext>
            </a:extLst>
          </p:cNvPr>
          <p:cNvSpPr txBox="1"/>
          <p:nvPr/>
        </p:nvSpPr>
        <p:spPr>
          <a:xfrm>
            <a:off x="273013" y="3839660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9DA3C686-7E1E-C81B-FF0D-5B0DEABB4123}"/>
              </a:ext>
            </a:extLst>
          </p:cNvPr>
          <p:cNvSpPr txBox="1"/>
          <p:nvPr/>
        </p:nvSpPr>
        <p:spPr>
          <a:xfrm>
            <a:off x="372976" y="4133065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login =</a:t>
            </a:r>
          </a:p>
        </p:txBody>
      </p:sp>
      <p:sp>
        <p:nvSpPr>
          <p:cNvPr id="40" name="useContext" hidden="1">
            <a:extLst>
              <a:ext uri="{FF2B5EF4-FFF2-40B4-BE49-F238E27FC236}">
                <a16:creationId xmlns:a16="http://schemas.microsoft.com/office/drawing/2014/main" id="{83D0EF0D-2611-ACFE-A90B-00EE5DCE53DF}"/>
              </a:ext>
            </a:extLst>
          </p:cNvPr>
          <p:cNvSpPr txBox="1"/>
          <p:nvPr/>
        </p:nvSpPr>
        <p:spPr>
          <a:xfrm>
            <a:off x="1788346" y="4112730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48AF93E4-18D8-94E2-6B35-7A6DE0CB4E67}"/>
              </a:ext>
            </a:extLst>
          </p:cNvPr>
          <p:cNvSpPr txBox="1"/>
          <p:nvPr/>
        </p:nvSpPr>
        <p:spPr>
          <a:xfrm>
            <a:off x="3042197" y="4132616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 hidden="1">
            <a:extLst>
              <a:ext uri="{FF2B5EF4-FFF2-40B4-BE49-F238E27FC236}">
                <a16:creationId xmlns:a16="http://schemas.microsoft.com/office/drawing/2014/main" id="{A263C180-9D36-3783-A2F2-D2B10ECD985C}"/>
              </a:ext>
            </a:extLst>
          </p:cNvPr>
          <p:cNvSpPr txBox="1"/>
          <p:nvPr/>
        </p:nvSpPr>
        <p:spPr>
          <a:xfrm>
            <a:off x="4392694" y="413261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 hidden="1">
            <a:extLst>
              <a:ext uri="{FF2B5EF4-FFF2-40B4-BE49-F238E27FC236}">
                <a16:creationId xmlns:a16="http://schemas.microsoft.com/office/drawing/2014/main" id="{049A8599-5936-4D22-B052-DE74DAFF82D1}"/>
              </a:ext>
            </a:extLst>
          </p:cNvPr>
          <p:cNvSpPr txBox="1"/>
          <p:nvPr/>
        </p:nvSpPr>
        <p:spPr>
          <a:xfrm>
            <a:off x="372976" y="441747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 hidden="1">
            <a:extLst>
              <a:ext uri="{FF2B5EF4-FFF2-40B4-BE49-F238E27FC236}">
                <a16:creationId xmlns:a16="http://schemas.microsoft.com/office/drawing/2014/main" id="{A32BAF85-5B3D-6680-FBA5-1EF8F74C6809}"/>
              </a:ext>
            </a:extLst>
          </p:cNvPr>
          <p:cNvSpPr txBox="1"/>
          <p:nvPr/>
        </p:nvSpPr>
        <p:spPr>
          <a:xfrm>
            <a:off x="599428" y="470234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 hidden="1">
            <a:extLst>
              <a:ext uri="{FF2B5EF4-FFF2-40B4-BE49-F238E27FC236}">
                <a16:creationId xmlns:a16="http://schemas.microsoft.com/office/drawing/2014/main" id="{334B2EC6-7153-C746-BE57-508A2CC3ECAF}"/>
              </a:ext>
            </a:extLst>
          </p:cNvPr>
          <p:cNvSpPr txBox="1"/>
          <p:nvPr/>
        </p:nvSpPr>
        <p:spPr>
          <a:xfrm>
            <a:off x="838353" y="4972088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9" name="text" hidden="1">
            <a:extLst>
              <a:ext uri="{FF2B5EF4-FFF2-40B4-BE49-F238E27FC236}">
                <a16:creationId xmlns:a16="http://schemas.microsoft.com/office/drawing/2014/main" id="{E940E6DE-0ADC-06C5-4A4E-6E130F7C1E41}"/>
              </a:ext>
            </a:extLst>
          </p:cNvPr>
          <p:cNvSpPr txBox="1"/>
          <p:nvPr/>
        </p:nvSpPr>
        <p:spPr>
          <a:xfrm>
            <a:off x="971528" y="4976503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login</a:t>
            </a:r>
          </a:p>
        </p:txBody>
      </p:sp>
      <p:sp>
        <p:nvSpPr>
          <p:cNvPr id="24" name="text-1" hidden="1">
            <a:extLst>
              <a:ext uri="{FF2B5EF4-FFF2-40B4-BE49-F238E27FC236}">
                <a16:creationId xmlns:a16="http://schemas.microsoft.com/office/drawing/2014/main" id="{66EBB92B-D81C-C7E5-F224-8E12B14DC51D}"/>
              </a:ext>
            </a:extLst>
          </p:cNvPr>
          <p:cNvSpPr txBox="1"/>
          <p:nvPr/>
        </p:nvSpPr>
        <p:spPr>
          <a:xfrm>
            <a:off x="1521607" y="4974341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 hidden="1">
            <a:extLst>
              <a:ext uri="{FF2B5EF4-FFF2-40B4-BE49-F238E27FC236}">
                <a16:creationId xmlns:a16="http://schemas.microsoft.com/office/drawing/2014/main" id="{8D014137-F09D-5FEA-4D37-6047EA8E312F}"/>
              </a:ext>
            </a:extLst>
          </p:cNvPr>
          <p:cNvSpPr txBox="1"/>
          <p:nvPr/>
        </p:nvSpPr>
        <p:spPr>
          <a:xfrm>
            <a:off x="2222554" y="4968611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 hidden="1">
            <a:extLst>
              <a:ext uri="{FF2B5EF4-FFF2-40B4-BE49-F238E27FC236}">
                <a16:creationId xmlns:a16="http://schemas.microsoft.com/office/drawing/2014/main" id="{CC5E853B-2EFC-3EBC-FA38-F4A382640746}"/>
              </a:ext>
            </a:extLst>
          </p:cNvPr>
          <p:cNvSpPr txBox="1"/>
          <p:nvPr/>
        </p:nvSpPr>
        <p:spPr>
          <a:xfrm>
            <a:off x="656540" y="5280235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 hidden="1">
            <a:extLst>
              <a:ext uri="{FF2B5EF4-FFF2-40B4-BE49-F238E27FC236}">
                <a16:creationId xmlns:a16="http://schemas.microsoft.com/office/drawing/2014/main" id="{94C046D8-D2FF-E1E1-5851-FE247895210F}"/>
              </a:ext>
            </a:extLst>
          </p:cNvPr>
          <p:cNvSpPr txBox="1"/>
          <p:nvPr/>
        </p:nvSpPr>
        <p:spPr>
          <a:xfrm>
            <a:off x="444326" y="551284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 hidden="1">
            <a:extLst>
              <a:ext uri="{FF2B5EF4-FFF2-40B4-BE49-F238E27FC236}">
                <a16:creationId xmlns:a16="http://schemas.microsoft.com/office/drawing/2014/main" id="{65A89E7E-6AA2-9E33-CEB6-655524F8A1E7}"/>
              </a:ext>
            </a:extLst>
          </p:cNvPr>
          <p:cNvSpPr txBox="1"/>
          <p:nvPr/>
        </p:nvSpPr>
        <p:spPr>
          <a:xfrm>
            <a:off x="288734" y="591986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8187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A3BFB-F495-A074-8F63-B87F3C04E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7F69D824-392F-BE16-833B-F3B6133DD560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3865884-BF16-352A-796A-895A4418F665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6D4212E-5093-DBAD-BB84-4E9B70FF4727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F837A05-8DB2-94EA-711C-3B647DE81D51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4BD5173-3E45-38E0-7FA5-E6E02E7B2654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4C3E6EA8-B3AD-28CA-FAD2-3E82E5DEA75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49C2D16-E2DE-BC72-1254-3D1E8A97F62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63B5DBE-36FA-95E6-5328-9EA1F22DBB8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887F0F4-0574-739A-F397-E7805FABDEF9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3BD105F-A207-84B0-707B-21E850E4F84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3F92E80-7330-9A5A-F4F0-C59B3F3C4533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B2F7EE33-B077-488C-4D2D-74B43668C60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5CC7A3F-9138-0EB8-9787-FB9A2FAAACFD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53E7B1B-A877-172B-E00B-CDFD0BEC17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D82FADF-D607-79D2-A7C9-F31945A2BE0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1883BE1-967B-0F7E-E971-D5678F1F514C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1975114-B26D-DB2F-B1E2-2666D91AC2A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A5ABC31-CAC4-35BB-6AC7-B035431572F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DE834C7-0D96-A579-17D0-1FB9A3CF1DB3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2C05BC-992D-BBC3-3782-358821EE1D4E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5C1C416B-5237-C4AE-2D4C-F2B7810E02F1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 hidden="1">
            <a:extLst>
              <a:ext uri="{FF2B5EF4-FFF2-40B4-BE49-F238E27FC236}">
                <a16:creationId xmlns:a16="http://schemas.microsoft.com/office/drawing/2014/main" id="{3DD70458-CA8B-9EFA-032C-11CF040ADE96}"/>
              </a:ext>
            </a:extLst>
          </p:cNvPr>
          <p:cNvSpPr txBox="1"/>
          <p:nvPr/>
        </p:nvSpPr>
        <p:spPr>
          <a:xfrm>
            <a:off x="4034734" y="971402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 hidden="1">
            <a:extLst>
              <a:ext uri="{FF2B5EF4-FFF2-40B4-BE49-F238E27FC236}">
                <a16:creationId xmlns:a16="http://schemas.microsoft.com/office/drawing/2014/main" id="{DAB5DB56-5ECC-C2E6-1ED0-574FA44B7DEA}"/>
              </a:ext>
            </a:extLst>
          </p:cNvPr>
          <p:cNvSpPr txBox="1"/>
          <p:nvPr/>
        </p:nvSpPr>
        <p:spPr>
          <a:xfrm>
            <a:off x="2697370" y="987429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ABD44F4E-4A57-C68A-C92D-8F00EEF25D2A}"/>
              </a:ext>
            </a:extLst>
          </p:cNvPr>
          <p:cNvSpPr txBox="1"/>
          <p:nvPr/>
        </p:nvSpPr>
        <p:spPr>
          <a:xfrm>
            <a:off x="2664145" y="1032609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F8788E80-6209-C494-B449-EC970D0DC1FD}"/>
              </a:ext>
            </a:extLst>
          </p:cNvPr>
          <p:cNvSpPr txBox="1"/>
          <p:nvPr/>
        </p:nvSpPr>
        <p:spPr>
          <a:xfrm>
            <a:off x="291073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 hidden="1">
            <a:extLst>
              <a:ext uri="{FF2B5EF4-FFF2-40B4-BE49-F238E27FC236}">
                <a16:creationId xmlns:a16="http://schemas.microsoft.com/office/drawing/2014/main" id="{D26EEA33-D3EF-6496-3D4B-A94929ACA06B}"/>
              </a:ext>
            </a:extLst>
          </p:cNvPr>
          <p:cNvSpPr txBox="1"/>
          <p:nvPr/>
        </p:nvSpPr>
        <p:spPr>
          <a:xfrm>
            <a:off x="4011153" y="1344009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E91DF0BD-05F0-B1A3-4AC6-B34F02145738}"/>
              </a:ext>
            </a:extLst>
          </p:cNvPr>
          <p:cNvSpPr txBox="1"/>
          <p:nvPr/>
        </p:nvSpPr>
        <p:spPr>
          <a:xfrm>
            <a:off x="1854065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 hidden="1">
            <a:extLst>
              <a:ext uri="{FF2B5EF4-FFF2-40B4-BE49-F238E27FC236}">
                <a16:creationId xmlns:a16="http://schemas.microsoft.com/office/drawing/2014/main" id="{AE94AF1E-08DF-44AA-B7F5-2D661FCE93B3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 hidden="1">
            <a:extLst>
              <a:ext uri="{FF2B5EF4-FFF2-40B4-BE49-F238E27FC236}">
                <a16:creationId xmlns:a16="http://schemas.microsoft.com/office/drawing/2014/main" id="{D4D45715-2635-8AFA-2A25-D116DB7E6978}"/>
              </a:ext>
            </a:extLst>
          </p:cNvPr>
          <p:cNvSpPr txBox="1"/>
          <p:nvPr/>
        </p:nvSpPr>
        <p:spPr>
          <a:xfrm>
            <a:off x="273013" y="158437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 hidden="1">
            <a:extLst>
              <a:ext uri="{FF2B5EF4-FFF2-40B4-BE49-F238E27FC236}">
                <a16:creationId xmlns:a16="http://schemas.microsoft.com/office/drawing/2014/main" id="{55827D44-AAA1-7DA2-9422-4E9AADF32D76}"/>
              </a:ext>
            </a:extLst>
          </p:cNvPr>
          <p:cNvSpPr txBox="1"/>
          <p:nvPr/>
        </p:nvSpPr>
        <p:spPr>
          <a:xfrm>
            <a:off x="422694" y="1846362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 hidden="1">
            <a:extLst>
              <a:ext uri="{FF2B5EF4-FFF2-40B4-BE49-F238E27FC236}">
                <a16:creationId xmlns:a16="http://schemas.microsoft.com/office/drawing/2014/main" id="{74F89761-F308-77FB-79C4-034B81CA9231}"/>
              </a:ext>
            </a:extLst>
          </p:cNvPr>
          <p:cNvSpPr txBox="1"/>
          <p:nvPr/>
        </p:nvSpPr>
        <p:spPr>
          <a:xfrm>
            <a:off x="422695" y="2120646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 hidden="1">
            <a:extLst>
              <a:ext uri="{FF2B5EF4-FFF2-40B4-BE49-F238E27FC236}">
                <a16:creationId xmlns:a16="http://schemas.microsoft.com/office/drawing/2014/main" id="{B4D82447-9BE6-8FBC-6A7A-4C5A65C6D670}"/>
              </a:ext>
            </a:extLst>
          </p:cNvPr>
          <p:cNvSpPr txBox="1"/>
          <p:nvPr/>
        </p:nvSpPr>
        <p:spPr>
          <a:xfrm>
            <a:off x="570488" y="2434362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 hidden="1">
            <a:extLst>
              <a:ext uri="{FF2B5EF4-FFF2-40B4-BE49-F238E27FC236}">
                <a16:creationId xmlns:a16="http://schemas.microsoft.com/office/drawing/2014/main" id="{7E4C2D2B-F2DE-6725-DC16-3C96E7F499DA}"/>
              </a:ext>
            </a:extLst>
          </p:cNvPr>
          <p:cNvSpPr txBox="1"/>
          <p:nvPr/>
        </p:nvSpPr>
        <p:spPr>
          <a:xfrm>
            <a:off x="4248491" y="2434362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 hidden="1">
            <a:extLst>
              <a:ext uri="{FF2B5EF4-FFF2-40B4-BE49-F238E27FC236}">
                <a16:creationId xmlns:a16="http://schemas.microsoft.com/office/drawing/2014/main" id="{C20889AD-10BA-92D4-CC17-CAC363AA0F9A}"/>
              </a:ext>
            </a:extLst>
          </p:cNvPr>
          <p:cNvSpPr txBox="1"/>
          <p:nvPr/>
        </p:nvSpPr>
        <p:spPr>
          <a:xfrm>
            <a:off x="2128538" y="2431183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 hidden="1">
            <a:extLst>
              <a:ext uri="{FF2B5EF4-FFF2-40B4-BE49-F238E27FC236}">
                <a16:creationId xmlns:a16="http://schemas.microsoft.com/office/drawing/2014/main" id="{F1D2E716-BA14-28E9-DCBB-7C6593B185A1}"/>
              </a:ext>
            </a:extLst>
          </p:cNvPr>
          <p:cNvSpPr txBox="1"/>
          <p:nvPr/>
        </p:nvSpPr>
        <p:spPr>
          <a:xfrm>
            <a:off x="805156" y="2740357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 hidden="1">
            <a:extLst>
              <a:ext uri="{FF2B5EF4-FFF2-40B4-BE49-F238E27FC236}">
                <a16:creationId xmlns:a16="http://schemas.microsoft.com/office/drawing/2014/main" id="{D28E63BC-810A-58E3-7970-CE58D722A8F8}"/>
              </a:ext>
            </a:extLst>
          </p:cNvPr>
          <p:cNvSpPr txBox="1"/>
          <p:nvPr/>
        </p:nvSpPr>
        <p:spPr>
          <a:xfrm>
            <a:off x="589596" y="3042422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 hidden="1">
            <a:extLst>
              <a:ext uri="{FF2B5EF4-FFF2-40B4-BE49-F238E27FC236}">
                <a16:creationId xmlns:a16="http://schemas.microsoft.com/office/drawing/2014/main" id="{8A6DABAC-0BD9-B578-C719-8E7BC03252A8}"/>
              </a:ext>
            </a:extLst>
          </p:cNvPr>
          <p:cNvSpPr txBox="1"/>
          <p:nvPr/>
        </p:nvSpPr>
        <p:spPr>
          <a:xfrm>
            <a:off x="472072" y="3277079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 hidden="1">
            <a:extLst>
              <a:ext uri="{FF2B5EF4-FFF2-40B4-BE49-F238E27FC236}">
                <a16:creationId xmlns:a16="http://schemas.microsoft.com/office/drawing/2014/main" id="{DBC04004-9700-6993-0BC7-E4BC93BF0FEA}"/>
              </a:ext>
            </a:extLst>
          </p:cNvPr>
          <p:cNvSpPr txBox="1"/>
          <p:nvPr/>
        </p:nvSpPr>
        <p:spPr>
          <a:xfrm>
            <a:off x="273013" y="3482847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 hidden="1">
            <a:extLst>
              <a:ext uri="{FF2B5EF4-FFF2-40B4-BE49-F238E27FC236}">
                <a16:creationId xmlns:a16="http://schemas.microsoft.com/office/drawing/2014/main" id="{EB74366F-DAC4-FFE2-7686-E790B1888452}"/>
              </a:ext>
            </a:extLst>
          </p:cNvPr>
          <p:cNvSpPr txBox="1"/>
          <p:nvPr/>
        </p:nvSpPr>
        <p:spPr>
          <a:xfrm>
            <a:off x="273013" y="3839660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23188F1C-5595-BA5B-641B-F4768E6ACAA9}"/>
              </a:ext>
            </a:extLst>
          </p:cNvPr>
          <p:cNvSpPr txBox="1"/>
          <p:nvPr/>
        </p:nvSpPr>
        <p:spPr>
          <a:xfrm>
            <a:off x="372976" y="4133065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login =</a:t>
            </a:r>
          </a:p>
        </p:txBody>
      </p:sp>
      <p:sp>
        <p:nvSpPr>
          <p:cNvPr id="40" name="useContext" hidden="1">
            <a:extLst>
              <a:ext uri="{FF2B5EF4-FFF2-40B4-BE49-F238E27FC236}">
                <a16:creationId xmlns:a16="http://schemas.microsoft.com/office/drawing/2014/main" id="{C8294879-ED8D-297A-7BA7-A8ADF60FF7BD}"/>
              </a:ext>
            </a:extLst>
          </p:cNvPr>
          <p:cNvSpPr txBox="1"/>
          <p:nvPr/>
        </p:nvSpPr>
        <p:spPr>
          <a:xfrm>
            <a:off x="1788346" y="4112730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9CF10295-B6C1-F5AA-2F2C-105514D485F0}"/>
              </a:ext>
            </a:extLst>
          </p:cNvPr>
          <p:cNvSpPr txBox="1"/>
          <p:nvPr/>
        </p:nvSpPr>
        <p:spPr>
          <a:xfrm>
            <a:off x="3042197" y="4132616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 hidden="1">
            <a:extLst>
              <a:ext uri="{FF2B5EF4-FFF2-40B4-BE49-F238E27FC236}">
                <a16:creationId xmlns:a16="http://schemas.microsoft.com/office/drawing/2014/main" id="{3E7FEF13-0CF4-708F-9E34-CD2EA0EF3066}"/>
              </a:ext>
            </a:extLst>
          </p:cNvPr>
          <p:cNvSpPr txBox="1"/>
          <p:nvPr/>
        </p:nvSpPr>
        <p:spPr>
          <a:xfrm>
            <a:off x="4392694" y="413261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 hidden="1">
            <a:extLst>
              <a:ext uri="{FF2B5EF4-FFF2-40B4-BE49-F238E27FC236}">
                <a16:creationId xmlns:a16="http://schemas.microsoft.com/office/drawing/2014/main" id="{3D9049C7-F0A1-2E10-000D-31416F63E46E}"/>
              </a:ext>
            </a:extLst>
          </p:cNvPr>
          <p:cNvSpPr txBox="1"/>
          <p:nvPr/>
        </p:nvSpPr>
        <p:spPr>
          <a:xfrm>
            <a:off x="372976" y="441747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 hidden="1">
            <a:extLst>
              <a:ext uri="{FF2B5EF4-FFF2-40B4-BE49-F238E27FC236}">
                <a16:creationId xmlns:a16="http://schemas.microsoft.com/office/drawing/2014/main" id="{EBFBBE5C-C3AE-E8F3-2096-2945FEC2441D}"/>
              </a:ext>
            </a:extLst>
          </p:cNvPr>
          <p:cNvSpPr txBox="1"/>
          <p:nvPr/>
        </p:nvSpPr>
        <p:spPr>
          <a:xfrm>
            <a:off x="599428" y="470234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 hidden="1">
            <a:extLst>
              <a:ext uri="{FF2B5EF4-FFF2-40B4-BE49-F238E27FC236}">
                <a16:creationId xmlns:a16="http://schemas.microsoft.com/office/drawing/2014/main" id="{0CA59F13-3936-8863-2EA5-88705112C150}"/>
              </a:ext>
            </a:extLst>
          </p:cNvPr>
          <p:cNvSpPr txBox="1"/>
          <p:nvPr/>
        </p:nvSpPr>
        <p:spPr>
          <a:xfrm>
            <a:off x="838353" y="4972088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9" name="text" hidden="1">
            <a:extLst>
              <a:ext uri="{FF2B5EF4-FFF2-40B4-BE49-F238E27FC236}">
                <a16:creationId xmlns:a16="http://schemas.microsoft.com/office/drawing/2014/main" id="{B995A92B-6604-4E44-D7AE-AF73E59CAF3F}"/>
              </a:ext>
            </a:extLst>
          </p:cNvPr>
          <p:cNvSpPr txBox="1"/>
          <p:nvPr/>
        </p:nvSpPr>
        <p:spPr>
          <a:xfrm>
            <a:off x="971528" y="4976503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login</a:t>
            </a:r>
          </a:p>
        </p:txBody>
      </p:sp>
      <p:sp>
        <p:nvSpPr>
          <p:cNvPr id="24" name="text-1" hidden="1">
            <a:extLst>
              <a:ext uri="{FF2B5EF4-FFF2-40B4-BE49-F238E27FC236}">
                <a16:creationId xmlns:a16="http://schemas.microsoft.com/office/drawing/2014/main" id="{9A670277-B407-3002-ADEF-1D152158ACCC}"/>
              </a:ext>
            </a:extLst>
          </p:cNvPr>
          <p:cNvSpPr txBox="1"/>
          <p:nvPr/>
        </p:nvSpPr>
        <p:spPr>
          <a:xfrm>
            <a:off x="1521607" y="4974341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 hidden="1">
            <a:extLst>
              <a:ext uri="{FF2B5EF4-FFF2-40B4-BE49-F238E27FC236}">
                <a16:creationId xmlns:a16="http://schemas.microsoft.com/office/drawing/2014/main" id="{878A6E74-B7BC-A540-5D8D-9122A057A4F7}"/>
              </a:ext>
            </a:extLst>
          </p:cNvPr>
          <p:cNvSpPr txBox="1"/>
          <p:nvPr/>
        </p:nvSpPr>
        <p:spPr>
          <a:xfrm>
            <a:off x="2222554" y="4968611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 hidden="1">
            <a:extLst>
              <a:ext uri="{FF2B5EF4-FFF2-40B4-BE49-F238E27FC236}">
                <a16:creationId xmlns:a16="http://schemas.microsoft.com/office/drawing/2014/main" id="{5F8889C3-9C1D-DF28-CBA7-746F25DF89CB}"/>
              </a:ext>
            </a:extLst>
          </p:cNvPr>
          <p:cNvSpPr txBox="1"/>
          <p:nvPr/>
        </p:nvSpPr>
        <p:spPr>
          <a:xfrm>
            <a:off x="656540" y="5280235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 hidden="1">
            <a:extLst>
              <a:ext uri="{FF2B5EF4-FFF2-40B4-BE49-F238E27FC236}">
                <a16:creationId xmlns:a16="http://schemas.microsoft.com/office/drawing/2014/main" id="{1AA995E6-C93E-CB9D-697D-50AA1B5EA2C2}"/>
              </a:ext>
            </a:extLst>
          </p:cNvPr>
          <p:cNvSpPr txBox="1"/>
          <p:nvPr/>
        </p:nvSpPr>
        <p:spPr>
          <a:xfrm>
            <a:off x="444326" y="551284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 hidden="1">
            <a:extLst>
              <a:ext uri="{FF2B5EF4-FFF2-40B4-BE49-F238E27FC236}">
                <a16:creationId xmlns:a16="http://schemas.microsoft.com/office/drawing/2014/main" id="{B10FA597-17FE-0A98-2DE4-E28598093D1F}"/>
              </a:ext>
            </a:extLst>
          </p:cNvPr>
          <p:cNvSpPr txBox="1"/>
          <p:nvPr/>
        </p:nvSpPr>
        <p:spPr>
          <a:xfrm>
            <a:off x="288734" y="591986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8167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DDCAF-64DB-0102-F7F2-480980E8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4AAF593B-2057-B743-C773-4D9CB9671FB0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5A7B6D0-418B-2D7B-615F-0B49586CB23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DD1861E-1B13-E13F-930A-6423D1EAE94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B7B7B03-0AAB-4040-85A2-87F94BECFD41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99641B97-7B7C-D13E-6E33-2B1937595D6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6D61A96-492E-B138-6636-7B8C2424C9B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313B990-7186-E789-6C6E-2C7DE65DB97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06EDF86-965F-AA56-EC2E-2C512D6F34A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B3A2A8-6394-3707-E321-0C540156C8E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B31AB81-23D3-0AB9-6617-3F97F8C5376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C4337015-E0BC-91FC-84A9-7F1692AA83E0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D7EAE039-6E11-8E6D-6526-2E240012E044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D33C156-B7E3-097B-3490-E97A1D60E41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04CCE64-4DE0-3F73-0664-081E1163B7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9EB33CE-635E-A024-4425-39E3A18F22E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8ADA818-C8D5-A792-8BCA-56599461A878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F1F744A-1022-32D6-293A-3A476A9F2D6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108FC05-2DE8-2610-5F35-7E0B5F2DE694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FEC1B9C-26DF-CABA-0D9B-540B348BD113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F04F5F-646A-B178-548C-E33384BB7901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D2956A10-65F9-3611-F140-6C817F6E1043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 hidden="1">
            <a:extLst>
              <a:ext uri="{FF2B5EF4-FFF2-40B4-BE49-F238E27FC236}">
                <a16:creationId xmlns:a16="http://schemas.microsoft.com/office/drawing/2014/main" id="{909F417A-7D5F-15A3-6A15-0399273D3AD0}"/>
              </a:ext>
            </a:extLst>
          </p:cNvPr>
          <p:cNvSpPr txBox="1"/>
          <p:nvPr/>
        </p:nvSpPr>
        <p:spPr>
          <a:xfrm>
            <a:off x="4034734" y="971402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 hidden="1">
            <a:extLst>
              <a:ext uri="{FF2B5EF4-FFF2-40B4-BE49-F238E27FC236}">
                <a16:creationId xmlns:a16="http://schemas.microsoft.com/office/drawing/2014/main" id="{041401FE-618B-F842-8A44-E2200D354808}"/>
              </a:ext>
            </a:extLst>
          </p:cNvPr>
          <p:cNvSpPr txBox="1"/>
          <p:nvPr/>
        </p:nvSpPr>
        <p:spPr>
          <a:xfrm>
            <a:off x="2697370" y="987429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F4CF4910-8160-B4B0-75BC-42CA92D86FB3}"/>
              </a:ext>
            </a:extLst>
          </p:cNvPr>
          <p:cNvSpPr txBox="1"/>
          <p:nvPr/>
        </p:nvSpPr>
        <p:spPr>
          <a:xfrm>
            <a:off x="2664145" y="1032609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B0335211-FF4C-FF74-D5FE-503652E39922}"/>
              </a:ext>
            </a:extLst>
          </p:cNvPr>
          <p:cNvSpPr txBox="1"/>
          <p:nvPr/>
        </p:nvSpPr>
        <p:spPr>
          <a:xfrm>
            <a:off x="291073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42849C7D-33BC-9206-4175-51264E6F1960}"/>
              </a:ext>
            </a:extLst>
          </p:cNvPr>
          <p:cNvSpPr txBox="1"/>
          <p:nvPr/>
        </p:nvSpPr>
        <p:spPr>
          <a:xfrm>
            <a:off x="1875221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6293D91A-FCBD-34E1-06E0-5AAC220BE18E}"/>
              </a:ext>
            </a:extLst>
          </p:cNvPr>
          <p:cNvSpPr txBox="1"/>
          <p:nvPr/>
        </p:nvSpPr>
        <p:spPr>
          <a:xfrm>
            <a:off x="2274625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 hidden="1">
            <a:extLst>
              <a:ext uri="{FF2B5EF4-FFF2-40B4-BE49-F238E27FC236}">
                <a16:creationId xmlns:a16="http://schemas.microsoft.com/office/drawing/2014/main" id="{40CB2652-A079-BF89-604C-40D6E49900CF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 hidden="1">
            <a:extLst>
              <a:ext uri="{FF2B5EF4-FFF2-40B4-BE49-F238E27FC236}">
                <a16:creationId xmlns:a16="http://schemas.microsoft.com/office/drawing/2014/main" id="{1E555196-D68E-BDEF-F3B9-9EE736CFF667}"/>
              </a:ext>
            </a:extLst>
          </p:cNvPr>
          <p:cNvSpPr txBox="1"/>
          <p:nvPr/>
        </p:nvSpPr>
        <p:spPr>
          <a:xfrm>
            <a:off x="273013" y="158437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 hidden="1">
            <a:extLst>
              <a:ext uri="{FF2B5EF4-FFF2-40B4-BE49-F238E27FC236}">
                <a16:creationId xmlns:a16="http://schemas.microsoft.com/office/drawing/2014/main" id="{827CBC8A-2346-7062-4B28-EFF0339F718E}"/>
              </a:ext>
            </a:extLst>
          </p:cNvPr>
          <p:cNvSpPr txBox="1"/>
          <p:nvPr/>
        </p:nvSpPr>
        <p:spPr>
          <a:xfrm>
            <a:off x="422694" y="1846362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 hidden="1">
            <a:extLst>
              <a:ext uri="{FF2B5EF4-FFF2-40B4-BE49-F238E27FC236}">
                <a16:creationId xmlns:a16="http://schemas.microsoft.com/office/drawing/2014/main" id="{5285817F-BE74-B977-C245-343CC4A38C46}"/>
              </a:ext>
            </a:extLst>
          </p:cNvPr>
          <p:cNvSpPr txBox="1"/>
          <p:nvPr/>
        </p:nvSpPr>
        <p:spPr>
          <a:xfrm>
            <a:off x="422695" y="2120646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 hidden="1">
            <a:extLst>
              <a:ext uri="{FF2B5EF4-FFF2-40B4-BE49-F238E27FC236}">
                <a16:creationId xmlns:a16="http://schemas.microsoft.com/office/drawing/2014/main" id="{4AE5702C-D6EC-2B15-649A-FC4FC6F97496}"/>
              </a:ext>
            </a:extLst>
          </p:cNvPr>
          <p:cNvSpPr txBox="1"/>
          <p:nvPr/>
        </p:nvSpPr>
        <p:spPr>
          <a:xfrm>
            <a:off x="570488" y="2434362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 hidden="1">
            <a:extLst>
              <a:ext uri="{FF2B5EF4-FFF2-40B4-BE49-F238E27FC236}">
                <a16:creationId xmlns:a16="http://schemas.microsoft.com/office/drawing/2014/main" id="{7AF28ECB-E8E0-7513-DD97-08602FB6E1B3}"/>
              </a:ext>
            </a:extLst>
          </p:cNvPr>
          <p:cNvSpPr txBox="1"/>
          <p:nvPr/>
        </p:nvSpPr>
        <p:spPr>
          <a:xfrm>
            <a:off x="4248491" y="2434362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 hidden="1">
            <a:extLst>
              <a:ext uri="{FF2B5EF4-FFF2-40B4-BE49-F238E27FC236}">
                <a16:creationId xmlns:a16="http://schemas.microsoft.com/office/drawing/2014/main" id="{DA5DB611-5C69-A0DB-049B-6A5B343C49BD}"/>
              </a:ext>
            </a:extLst>
          </p:cNvPr>
          <p:cNvSpPr txBox="1"/>
          <p:nvPr/>
        </p:nvSpPr>
        <p:spPr>
          <a:xfrm>
            <a:off x="2128538" y="2431183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 hidden="1">
            <a:extLst>
              <a:ext uri="{FF2B5EF4-FFF2-40B4-BE49-F238E27FC236}">
                <a16:creationId xmlns:a16="http://schemas.microsoft.com/office/drawing/2014/main" id="{4441DCFD-7FA5-CBFB-D8F8-4112F4E6CBFE}"/>
              </a:ext>
            </a:extLst>
          </p:cNvPr>
          <p:cNvSpPr txBox="1"/>
          <p:nvPr/>
        </p:nvSpPr>
        <p:spPr>
          <a:xfrm>
            <a:off x="805156" y="2740357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 hidden="1">
            <a:extLst>
              <a:ext uri="{FF2B5EF4-FFF2-40B4-BE49-F238E27FC236}">
                <a16:creationId xmlns:a16="http://schemas.microsoft.com/office/drawing/2014/main" id="{90B41AE3-8A63-3602-0BA6-DAF7053E2F10}"/>
              </a:ext>
            </a:extLst>
          </p:cNvPr>
          <p:cNvSpPr txBox="1"/>
          <p:nvPr/>
        </p:nvSpPr>
        <p:spPr>
          <a:xfrm>
            <a:off x="589596" y="3042422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 hidden="1">
            <a:extLst>
              <a:ext uri="{FF2B5EF4-FFF2-40B4-BE49-F238E27FC236}">
                <a16:creationId xmlns:a16="http://schemas.microsoft.com/office/drawing/2014/main" id="{A4658532-1E5F-FBA8-0B6B-9FE415F3D972}"/>
              </a:ext>
            </a:extLst>
          </p:cNvPr>
          <p:cNvSpPr txBox="1"/>
          <p:nvPr/>
        </p:nvSpPr>
        <p:spPr>
          <a:xfrm>
            <a:off x="472072" y="3277079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 hidden="1">
            <a:extLst>
              <a:ext uri="{FF2B5EF4-FFF2-40B4-BE49-F238E27FC236}">
                <a16:creationId xmlns:a16="http://schemas.microsoft.com/office/drawing/2014/main" id="{2791A015-5A16-39F8-5115-B540266D8983}"/>
              </a:ext>
            </a:extLst>
          </p:cNvPr>
          <p:cNvSpPr txBox="1"/>
          <p:nvPr/>
        </p:nvSpPr>
        <p:spPr>
          <a:xfrm>
            <a:off x="273013" y="3482847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 hidden="1">
            <a:extLst>
              <a:ext uri="{FF2B5EF4-FFF2-40B4-BE49-F238E27FC236}">
                <a16:creationId xmlns:a16="http://schemas.microsoft.com/office/drawing/2014/main" id="{AD30AD79-985D-52A8-F899-86D7E01FF7EC}"/>
              </a:ext>
            </a:extLst>
          </p:cNvPr>
          <p:cNvSpPr txBox="1"/>
          <p:nvPr/>
        </p:nvSpPr>
        <p:spPr>
          <a:xfrm>
            <a:off x="273013" y="3839660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5BB146E0-7117-5851-26D7-BAC0F06D2F1D}"/>
              </a:ext>
            </a:extLst>
          </p:cNvPr>
          <p:cNvSpPr txBox="1"/>
          <p:nvPr/>
        </p:nvSpPr>
        <p:spPr>
          <a:xfrm>
            <a:off x="372976" y="4133065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login =</a:t>
            </a:r>
          </a:p>
        </p:txBody>
      </p:sp>
      <p:sp>
        <p:nvSpPr>
          <p:cNvPr id="40" name="useContext" hidden="1">
            <a:extLst>
              <a:ext uri="{FF2B5EF4-FFF2-40B4-BE49-F238E27FC236}">
                <a16:creationId xmlns:a16="http://schemas.microsoft.com/office/drawing/2014/main" id="{58C5C1A5-85E3-ABC9-61E1-14ECAA035995}"/>
              </a:ext>
            </a:extLst>
          </p:cNvPr>
          <p:cNvSpPr txBox="1"/>
          <p:nvPr/>
        </p:nvSpPr>
        <p:spPr>
          <a:xfrm>
            <a:off x="1788346" y="4112730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3C5C79A7-0D0C-A711-5475-D057B4D9E3C2}"/>
              </a:ext>
            </a:extLst>
          </p:cNvPr>
          <p:cNvSpPr txBox="1"/>
          <p:nvPr/>
        </p:nvSpPr>
        <p:spPr>
          <a:xfrm>
            <a:off x="3042197" y="4132616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 hidden="1">
            <a:extLst>
              <a:ext uri="{FF2B5EF4-FFF2-40B4-BE49-F238E27FC236}">
                <a16:creationId xmlns:a16="http://schemas.microsoft.com/office/drawing/2014/main" id="{C8F47C52-4591-75D8-1E7E-9A9009367901}"/>
              </a:ext>
            </a:extLst>
          </p:cNvPr>
          <p:cNvSpPr txBox="1"/>
          <p:nvPr/>
        </p:nvSpPr>
        <p:spPr>
          <a:xfrm>
            <a:off x="4392694" y="413261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 hidden="1">
            <a:extLst>
              <a:ext uri="{FF2B5EF4-FFF2-40B4-BE49-F238E27FC236}">
                <a16:creationId xmlns:a16="http://schemas.microsoft.com/office/drawing/2014/main" id="{0DE2EDEF-2AEB-BA27-3938-F3C0E92D9EB3}"/>
              </a:ext>
            </a:extLst>
          </p:cNvPr>
          <p:cNvSpPr txBox="1"/>
          <p:nvPr/>
        </p:nvSpPr>
        <p:spPr>
          <a:xfrm>
            <a:off x="372976" y="441747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 hidden="1">
            <a:extLst>
              <a:ext uri="{FF2B5EF4-FFF2-40B4-BE49-F238E27FC236}">
                <a16:creationId xmlns:a16="http://schemas.microsoft.com/office/drawing/2014/main" id="{3F30DD93-B0EE-EC1F-44B7-7EC97E66A308}"/>
              </a:ext>
            </a:extLst>
          </p:cNvPr>
          <p:cNvSpPr txBox="1"/>
          <p:nvPr/>
        </p:nvSpPr>
        <p:spPr>
          <a:xfrm>
            <a:off x="599428" y="470234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 hidden="1">
            <a:extLst>
              <a:ext uri="{FF2B5EF4-FFF2-40B4-BE49-F238E27FC236}">
                <a16:creationId xmlns:a16="http://schemas.microsoft.com/office/drawing/2014/main" id="{339E4C44-2C9A-F73A-94EA-F0AA7A047EB4}"/>
              </a:ext>
            </a:extLst>
          </p:cNvPr>
          <p:cNvSpPr txBox="1"/>
          <p:nvPr/>
        </p:nvSpPr>
        <p:spPr>
          <a:xfrm>
            <a:off x="838353" y="4972088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9" name="text" hidden="1">
            <a:extLst>
              <a:ext uri="{FF2B5EF4-FFF2-40B4-BE49-F238E27FC236}">
                <a16:creationId xmlns:a16="http://schemas.microsoft.com/office/drawing/2014/main" id="{013EF559-C82F-5575-07A0-D5FB0B1BF11C}"/>
              </a:ext>
            </a:extLst>
          </p:cNvPr>
          <p:cNvSpPr txBox="1"/>
          <p:nvPr/>
        </p:nvSpPr>
        <p:spPr>
          <a:xfrm>
            <a:off x="971528" y="4976503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login</a:t>
            </a:r>
          </a:p>
        </p:txBody>
      </p:sp>
      <p:sp>
        <p:nvSpPr>
          <p:cNvPr id="24" name="text-1" hidden="1">
            <a:extLst>
              <a:ext uri="{FF2B5EF4-FFF2-40B4-BE49-F238E27FC236}">
                <a16:creationId xmlns:a16="http://schemas.microsoft.com/office/drawing/2014/main" id="{2ACDF096-7A92-680E-C5E8-4F9EA3E19B63}"/>
              </a:ext>
            </a:extLst>
          </p:cNvPr>
          <p:cNvSpPr txBox="1"/>
          <p:nvPr/>
        </p:nvSpPr>
        <p:spPr>
          <a:xfrm>
            <a:off x="1521607" y="4974341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 hidden="1">
            <a:extLst>
              <a:ext uri="{FF2B5EF4-FFF2-40B4-BE49-F238E27FC236}">
                <a16:creationId xmlns:a16="http://schemas.microsoft.com/office/drawing/2014/main" id="{0EFAB808-9BE9-F36A-B1AF-C5239AC5F3B0}"/>
              </a:ext>
            </a:extLst>
          </p:cNvPr>
          <p:cNvSpPr txBox="1"/>
          <p:nvPr/>
        </p:nvSpPr>
        <p:spPr>
          <a:xfrm>
            <a:off x="2222554" y="4968611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 hidden="1">
            <a:extLst>
              <a:ext uri="{FF2B5EF4-FFF2-40B4-BE49-F238E27FC236}">
                <a16:creationId xmlns:a16="http://schemas.microsoft.com/office/drawing/2014/main" id="{6D59C855-EA7F-8EB1-8772-05D2E1C27AA7}"/>
              </a:ext>
            </a:extLst>
          </p:cNvPr>
          <p:cNvSpPr txBox="1"/>
          <p:nvPr/>
        </p:nvSpPr>
        <p:spPr>
          <a:xfrm>
            <a:off x="656540" y="5280235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 hidden="1">
            <a:extLst>
              <a:ext uri="{FF2B5EF4-FFF2-40B4-BE49-F238E27FC236}">
                <a16:creationId xmlns:a16="http://schemas.microsoft.com/office/drawing/2014/main" id="{BFE99392-CA75-958E-C235-8206BCD30C2D}"/>
              </a:ext>
            </a:extLst>
          </p:cNvPr>
          <p:cNvSpPr txBox="1"/>
          <p:nvPr/>
        </p:nvSpPr>
        <p:spPr>
          <a:xfrm>
            <a:off x="444326" y="551284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 hidden="1">
            <a:extLst>
              <a:ext uri="{FF2B5EF4-FFF2-40B4-BE49-F238E27FC236}">
                <a16:creationId xmlns:a16="http://schemas.microsoft.com/office/drawing/2014/main" id="{AF3E236A-020E-04CE-E6DB-1AFF798299CB}"/>
              </a:ext>
            </a:extLst>
          </p:cNvPr>
          <p:cNvSpPr txBox="1"/>
          <p:nvPr/>
        </p:nvSpPr>
        <p:spPr>
          <a:xfrm>
            <a:off x="288734" y="591986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99244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EA591-BADF-B11E-0FEB-66351C19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FC69C273-701B-044A-DB5A-80E89220B059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0B65777-97A2-A374-1C97-65C7FAB474CA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BA8DF23-79A7-30DF-0F97-A61E3CDC284D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C37C8DE-1BBA-35D5-FF64-11E597069281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EEB2459-68DB-9497-7959-6BD7044B4AD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BBA2094-7A4E-F39B-5972-B851D1B89A2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3245297-4084-E860-3ED1-4A697A718FB0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63C0251-467C-7230-89BE-3CDFA1DF187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FCE60F-6733-28BD-0DCA-11984DDCEE5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CC77872-54A8-FB4B-07AD-BE0C5DEC751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449AE788-BDB7-444E-9DCD-38571A164DCA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39E948BA-5B6E-B943-BE70-73206D8D9478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40E0FE6-9C1C-7DC8-FE9A-1C4452958C8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445C6B69-B2BF-1BCB-D82B-9DB6F12261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6BAC569-E301-0493-F3EF-5ACF580EF4C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9FACE63-BF13-E559-3082-2B56E87ABBB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BCDBF37-2F7F-2124-5D3F-F04B51B57CF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7FAA0B6-9F34-1DF3-4B56-165A7C00B934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106E5FE-BA57-4F1E-F2A6-CD18A5ED883B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8AE8A2-D089-240F-6A20-662CAE88760A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D0C81E4B-B19F-6C39-9249-FE4DC634B0BE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 hidden="1">
            <a:extLst>
              <a:ext uri="{FF2B5EF4-FFF2-40B4-BE49-F238E27FC236}">
                <a16:creationId xmlns:a16="http://schemas.microsoft.com/office/drawing/2014/main" id="{D88196C4-1125-BC78-4132-598746A52823}"/>
              </a:ext>
            </a:extLst>
          </p:cNvPr>
          <p:cNvSpPr txBox="1"/>
          <p:nvPr/>
        </p:nvSpPr>
        <p:spPr>
          <a:xfrm>
            <a:off x="4034734" y="971402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 hidden="1">
            <a:extLst>
              <a:ext uri="{FF2B5EF4-FFF2-40B4-BE49-F238E27FC236}">
                <a16:creationId xmlns:a16="http://schemas.microsoft.com/office/drawing/2014/main" id="{D1B997E3-6C68-FA77-3440-AB05FAA69081}"/>
              </a:ext>
            </a:extLst>
          </p:cNvPr>
          <p:cNvSpPr txBox="1"/>
          <p:nvPr/>
        </p:nvSpPr>
        <p:spPr>
          <a:xfrm>
            <a:off x="2697370" y="987429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4767711A-9BE4-B8F1-D08B-017FF13CC5CD}"/>
              </a:ext>
            </a:extLst>
          </p:cNvPr>
          <p:cNvSpPr txBox="1"/>
          <p:nvPr/>
        </p:nvSpPr>
        <p:spPr>
          <a:xfrm>
            <a:off x="2664145" y="1032609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2178DBFB-2095-AA61-9F59-2DC70EFC1B28}"/>
              </a:ext>
            </a:extLst>
          </p:cNvPr>
          <p:cNvSpPr txBox="1"/>
          <p:nvPr/>
        </p:nvSpPr>
        <p:spPr>
          <a:xfrm>
            <a:off x="2464005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A32E4A94-B94B-2CE4-AA6E-B896E8F40461}"/>
              </a:ext>
            </a:extLst>
          </p:cNvPr>
          <p:cNvSpPr txBox="1"/>
          <p:nvPr/>
        </p:nvSpPr>
        <p:spPr>
          <a:xfrm>
            <a:off x="4048153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93520530-C155-82F4-237D-3991600C417C}"/>
              </a:ext>
            </a:extLst>
          </p:cNvPr>
          <p:cNvSpPr txBox="1"/>
          <p:nvPr/>
        </p:nvSpPr>
        <p:spPr>
          <a:xfrm>
            <a:off x="4447557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>
            <a:extLst>
              <a:ext uri="{FF2B5EF4-FFF2-40B4-BE49-F238E27FC236}">
                <a16:creationId xmlns:a16="http://schemas.microsoft.com/office/drawing/2014/main" id="{86FADBE5-A156-BFF3-07E8-CAEA8DE0E852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 hidden="1">
            <a:extLst>
              <a:ext uri="{FF2B5EF4-FFF2-40B4-BE49-F238E27FC236}">
                <a16:creationId xmlns:a16="http://schemas.microsoft.com/office/drawing/2014/main" id="{918825F5-AD74-B133-35CA-37037835043E}"/>
              </a:ext>
            </a:extLst>
          </p:cNvPr>
          <p:cNvSpPr txBox="1"/>
          <p:nvPr/>
        </p:nvSpPr>
        <p:spPr>
          <a:xfrm>
            <a:off x="273013" y="158437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 hidden="1">
            <a:extLst>
              <a:ext uri="{FF2B5EF4-FFF2-40B4-BE49-F238E27FC236}">
                <a16:creationId xmlns:a16="http://schemas.microsoft.com/office/drawing/2014/main" id="{3E1AB07E-6087-5E43-AC1E-1990F1791D8F}"/>
              </a:ext>
            </a:extLst>
          </p:cNvPr>
          <p:cNvSpPr txBox="1"/>
          <p:nvPr/>
        </p:nvSpPr>
        <p:spPr>
          <a:xfrm>
            <a:off x="422694" y="1846362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 hidden="1">
            <a:extLst>
              <a:ext uri="{FF2B5EF4-FFF2-40B4-BE49-F238E27FC236}">
                <a16:creationId xmlns:a16="http://schemas.microsoft.com/office/drawing/2014/main" id="{0BF9D407-2AA7-DA08-D3B4-C817D1F9D88A}"/>
              </a:ext>
            </a:extLst>
          </p:cNvPr>
          <p:cNvSpPr txBox="1"/>
          <p:nvPr/>
        </p:nvSpPr>
        <p:spPr>
          <a:xfrm>
            <a:off x="422695" y="2120646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 hidden="1">
            <a:extLst>
              <a:ext uri="{FF2B5EF4-FFF2-40B4-BE49-F238E27FC236}">
                <a16:creationId xmlns:a16="http://schemas.microsoft.com/office/drawing/2014/main" id="{2D5FCF6B-ED40-6774-299D-7BC89E09CDAE}"/>
              </a:ext>
            </a:extLst>
          </p:cNvPr>
          <p:cNvSpPr txBox="1"/>
          <p:nvPr/>
        </p:nvSpPr>
        <p:spPr>
          <a:xfrm>
            <a:off x="570488" y="2434362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 hidden="1">
            <a:extLst>
              <a:ext uri="{FF2B5EF4-FFF2-40B4-BE49-F238E27FC236}">
                <a16:creationId xmlns:a16="http://schemas.microsoft.com/office/drawing/2014/main" id="{2F483334-E057-6929-75D2-3C30408BAB59}"/>
              </a:ext>
            </a:extLst>
          </p:cNvPr>
          <p:cNvSpPr txBox="1"/>
          <p:nvPr/>
        </p:nvSpPr>
        <p:spPr>
          <a:xfrm>
            <a:off x="4248491" y="2434362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 hidden="1">
            <a:extLst>
              <a:ext uri="{FF2B5EF4-FFF2-40B4-BE49-F238E27FC236}">
                <a16:creationId xmlns:a16="http://schemas.microsoft.com/office/drawing/2014/main" id="{CB4AE8F5-3081-6E77-22A6-557FC92E8D83}"/>
              </a:ext>
            </a:extLst>
          </p:cNvPr>
          <p:cNvSpPr txBox="1"/>
          <p:nvPr/>
        </p:nvSpPr>
        <p:spPr>
          <a:xfrm>
            <a:off x="2128538" y="2431183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 hidden="1">
            <a:extLst>
              <a:ext uri="{FF2B5EF4-FFF2-40B4-BE49-F238E27FC236}">
                <a16:creationId xmlns:a16="http://schemas.microsoft.com/office/drawing/2014/main" id="{C886BFFD-1F19-5315-2779-791B09887138}"/>
              </a:ext>
            </a:extLst>
          </p:cNvPr>
          <p:cNvSpPr txBox="1"/>
          <p:nvPr/>
        </p:nvSpPr>
        <p:spPr>
          <a:xfrm>
            <a:off x="805156" y="2740357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 hidden="1">
            <a:extLst>
              <a:ext uri="{FF2B5EF4-FFF2-40B4-BE49-F238E27FC236}">
                <a16:creationId xmlns:a16="http://schemas.microsoft.com/office/drawing/2014/main" id="{6F162F12-8EC7-6CBE-3E43-D970746FB92A}"/>
              </a:ext>
            </a:extLst>
          </p:cNvPr>
          <p:cNvSpPr txBox="1"/>
          <p:nvPr/>
        </p:nvSpPr>
        <p:spPr>
          <a:xfrm>
            <a:off x="589596" y="3042422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 hidden="1">
            <a:extLst>
              <a:ext uri="{FF2B5EF4-FFF2-40B4-BE49-F238E27FC236}">
                <a16:creationId xmlns:a16="http://schemas.microsoft.com/office/drawing/2014/main" id="{4C6DB8DA-912E-E4A6-1DBE-F9C094E9B117}"/>
              </a:ext>
            </a:extLst>
          </p:cNvPr>
          <p:cNvSpPr txBox="1"/>
          <p:nvPr/>
        </p:nvSpPr>
        <p:spPr>
          <a:xfrm>
            <a:off x="472072" y="3277079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 hidden="1">
            <a:extLst>
              <a:ext uri="{FF2B5EF4-FFF2-40B4-BE49-F238E27FC236}">
                <a16:creationId xmlns:a16="http://schemas.microsoft.com/office/drawing/2014/main" id="{919190AE-0B9A-87FA-6380-B5A9D5A928FE}"/>
              </a:ext>
            </a:extLst>
          </p:cNvPr>
          <p:cNvSpPr txBox="1"/>
          <p:nvPr/>
        </p:nvSpPr>
        <p:spPr>
          <a:xfrm>
            <a:off x="273013" y="3482847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 hidden="1">
            <a:extLst>
              <a:ext uri="{FF2B5EF4-FFF2-40B4-BE49-F238E27FC236}">
                <a16:creationId xmlns:a16="http://schemas.microsoft.com/office/drawing/2014/main" id="{DAB87676-0BA9-3040-DD8C-59D9C44DCE43}"/>
              </a:ext>
            </a:extLst>
          </p:cNvPr>
          <p:cNvSpPr txBox="1"/>
          <p:nvPr/>
        </p:nvSpPr>
        <p:spPr>
          <a:xfrm>
            <a:off x="273013" y="3839660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5FF846FA-6C57-BB8C-7D86-13D32145189C}"/>
              </a:ext>
            </a:extLst>
          </p:cNvPr>
          <p:cNvSpPr txBox="1"/>
          <p:nvPr/>
        </p:nvSpPr>
        <p:spPr>
          <a:xfrm>
            <a:off x="372976" y="4133065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login =</a:t>
            </a:r>
          </a:p>
        </p:txBody>
      </p:sp>
      <p:sp>
        <p:nvSpPr>
          <p:cNvPr id="40" name="useContext" hidden="1">
            <a:extLst>
              <a:ext uri="{FF2B5EF4-FFF2-40B4-BE49-F238E27FC236}">
                <a16:creationId xmlns:a16="http://schemas.microsoft.com/office/drawing/2014/main" id="{9D6A9137-EF6E-FA73-DF55-D8D82D6EDABE}"/>
              </a:ext>
            </a:extLst>
          </p:cNvPr>
          <p:cNvSpPr txBox="1"/>
          <p:nvPr/>
        </p:nvSpPr>
        <p:spPr>
          <a:xfrm>
            <a:off x="1788346" y="4112730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30A1E8DF-74CE-AFBB-BA2E-8B49F1552767}"/>
              </a:ext>
            </a:extLst>
          </p:cNvPr>
          <p:cNvSpPr txBox="1"/>
          <p:nvPr/>
        </p:nvSpPr>
        <p:spPr>
          <a:xfrm>
            <a:off x="3042197" y="4132616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 hidden="1">
            <a:extLst>
              <a:ext uri="{FF2B5EF4-FFF2-40B4-BE49-F238E27FC236}">
                <a16:creationId xmlns:a16="http://schemas.microsoft.com/office/drawing/2014/main" id="{D41890E3-83C7-77B4-EB08-A0E1A0B9BB75}"/>
              </a:ext>
            </a:extLst>
          </p:cNvPr>
          <p:cNvSpPr txBox="1"/>
          <p:nvPr/>
        </p:nvSpPr>
        <p:spPr>
          <a:xfrm>
            <a:off x="4392694" y="413261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 hidden="1">
            <a:extLst>
              <a:ext uri="{FF2B5EF4-FFF2-40B4-BE49-F238E27FC236}">
                <a16:creationId xmlns:a16="http://schemas.microsoft.com/office/drawing/2014/main" id="{EE819D9F-70E0-0084-5226-27914CDC352A}"/>
              </a:ext>
            </a:extLst>
          </p:cNvPr>
          <p:cNvSpPr txBox="1"/>
          <p:nvPr/>
        </p:nvSpPr>
        <p:spPr>
          <a:xfrm>
            <a:off x="372976" y="441747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 hidden="1">
            <a:extLst>
              <a:ext uri="{FF2B5EF4-FFF2-40B4-BE49-F238E27FC236}">
                <a16:creationId xmlns:a16="http://schemas.microsoft.com/office/drawing/2014/main" id="{A91225D2-85A9-E090-85FF-08030F3B537E}"/>
              </a:ext>
            </a:extLst>
          </p:cNvPr>
          <p:cNvSpPr txBox="1"/>
          <p:nvPr/>
        </p:nvSpPr>
        <p:spPr>
          <a:xfrm>
            <a:off x="599428" y="470234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 hidden="1">
            <a:extLst>
              <a:ext uri="{FF2B5EF4-FFF2-40B4-BE49-F238E27FC236}">
                <a16:creationId xmlns:a16="http://schemas.microsoft.com/office/drawing/2014/main" id="{F8F29EAB-32DD-94A7-1066-1F8FB70C39F2}"/>
              </a:ext>
            </a:extLst>
          </p:cNvPr>
          <p:cNvSpPr txBox="1"/>
          <p:nvPr/>
        </p:nvSpPr>
        <p:spPr>
          <a:xfrm>
            <a:off x="838353" y="4972088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9" name="text" hidden="1">
            <a:extLst>
              <a:ext uri="{FF2B5EF4-FFF2-40B4-BE49-F238E27FC236}">
                <a16:creationId xmlns:a16="http://schemas.microsoft.com/office/drawing/2014/main" id="{A4E70D4C-71AD-B452-CAEA-58FBB5DF8A6F}"/>
              </a:ext>
            </a:extLst>
          </p:cNvPr>
          <p:cNvSpPr txBox="1"/>
          <p:nvPr/>
        </p:nvSpPr>
        <p:spPr>
          <a:xfrm>
            <a:off x="971528" y="4976503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login</a:t>
            </a:r>
          </a:p>
        </p:txBody>
      </p:sp>
      <p:sp>
        <p:nvSpPr>
          <p:cNvPr id="24" name="text-1" hidden="1">
            <a:extLst>
              <a:ext uri="{FF2B5EF4-FFF2-40B4-BE49-F238E27FC236}">
                <a16:creationId xmlns:a16="http://schemas.microsoft.com/office/drawing/2014/main" id="{36092036-B547-D3D8-6133-ABD6ED9EC93E}"/>
              </a:ext>
            </a:extLst>
          </p:cNvPr>
          <p:cNvSpPr txBox="1"/>
          <p:nvPr/>
        </p:nvSpPr>
        <p:spPr>
          <a:xfrm>
            <a:off x="1521607" y="4974341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 hidden="1">
            <a:extLst>
              <a:ext uri="{FF2B5EF4-FFF2-40B4-BE49-F238E27FC236}">
                <a16:creationId xmlns:a16="http://schemas.microsoft.com/office/drawing/2014/main" id="{F82C9D97-C420-0941-58D7-FAE245400096}"/>
              </a:ext>
            </a:extLst>
          </p:cNvPr>
          <p:cNvSpPr txBox="1"/>
          <p:nvPr/>
        </p:nvSpPr>
        <p:spPr>
          <a:xfrm>
            <a:off x="2222554" y="4968611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 hidden="1">
            <a:extLst>
              <a:ext uri="{FF2B5EF4-FFF2-40B4-BE49-F238E27FC236}">
                <a16:creationId xmlns:a16="http://schemas.microsoft.com/office/drawing/2014/main" id="{71EEAA81-34CF-DA1D-F42B-86B32B0AEC44}"/>
              </a:ext>
            </a:extLst>
          </p:cNvPr>
          <p:cNvSpPr txBox="1"/>
          <p:nvPr/>
        </p:nvSpPr>
        <p:spPr>
          <a:xfrm>
            <a:off x="656540" y="5280235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 hidden="1">
            <a:extLst>
              <a:ext uri="{FF2B5EF4-FFF2-40B4-BE49-F238E27FC236}">
                <a16:creationId xmlns:a16="http://schemas.microsoft.com/office/drawing/2014/main" id="{ACCAF2F3-DD71-2FD8-2653-5D59F34635B7}"/>
              </a:ext>
            </a:extLst>
          </p:cNvPr>
          <p:cNvSpPr txBox="1"/>
          <p:nvPr/>
        </p:nvSpPr>
        <p:spPr>
          <a:xfrm>
            <a:off x="444326" y="551284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 hidden="1">
            <a:extLst>
              <a:ext uri="{FF2B5EF4-FFF2-40B4-BE49-F238E27FC236}">
                <a16:creationId xmlns:a16="http://schemas.microsoft.com/office/drawing/2014/main" id="{BFFAA733-7297-A24B-7363-11F00D6A5612}"/>
              </a:ext>
            </a:extLst>
          </p:cNvPr>
          <p:cNvSpPr txBox="1"/>
          <p:nvPr/>
        </p:nvSpPr>
        <p:spPr>
          <a:xfrm>
            <a:off x="288734" y="591986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02482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23A439-4C3E-147B-9BC1-940FA4623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F72D9C1B-D277-CF82-09CF-489064F4BD32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DA1568A-0F6E-819F-0A83-A4BDC4409A36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9736538-1D41-B6B0-ACC6-D70926A1E88C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B528213-0AC6-D09F-F47A-920D28D24D3B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C7751E-3FD7-95F7-2D19-E1D077F92D52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1ADC116-F084-7525-9BBB-03C84FE2C39D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808DFDD-0DB1-C6B7-59DA-3CBE8AA5803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AD878AC-5C60-DC3B-321F-247FF9F21BF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5F7FCF-145A-9F1B-A6DC-20656263B308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648DB6B-7227-5981-04EB-7664273A3BAD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DD0B0940-80FE-A93F-7DC5-241AFD82B647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B056BB89-069D-E9CE-9E32-0EA9A7D73A9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033BA03-BE67-0027-6F65-F606AAE0B12F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6CBF4D39-CBBA-2641-1646-C2F2B7045B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B13F8CE-9375-8E88-070E-316D0FD1BC73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7F71462-D152-C73A-E57A-1D81C5B42B7D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3578AE0-52DD-EE82-8FAF-2CE17BCD32DA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9E3083F-9823-DFBB-839C-B8889DF69834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6DFF845-6A10-7B44-6AA9-EB992BC4B27C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7F5D1E-7847-9CC5-C0C4-25EF80C04DF1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99D6FECE-FA01-897F-B468-4767B6FE22EC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 hidden="1">
            <a:extLst>
              <a:ext uri="{FF2B5EF4-FFF2-40B4-BE49-F238E27FC236}">
                <a16:creationId xmlns:a16="http://schemas.microsoft.com/office/drawing/2014/main" id="{8E64D3BC-43A8-53E0-B042-9550EB59C97A}"/>
              </a:ext>
            </a:extLst>
          </p:cNvPr>
          <p:cNvSpPr txBox="1"/>
          <p:nvPr/>
        </p:nvSpPr>
        <p:spPr>
          <a:xfrm>
            <a:off x="4034734" y="971402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 hidden="1">
            <a:extLst>
              <a:ext uri="{FF2B5EF4-FFF2-40B4-BE49-F238E27FC236}">
                <a16:creationId xmlns:a16="http://schemas.microsoft.com/office/drawing/2014/main" id="{EF523382-53A7-19CA-B561-838455F799D1}"/>
              </a:ext>
            </a:extLst>
          </p:cNvPr>
          <p:cNvSpPr txBox="1"/>
          <p:nvPr/>
        </p:nvSpPr>
        <p:spPr>
          <a:xfrm>
            <a:off x="2697370" y="987429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B08CD235-223B-AB80-ACA9-ECB70C08EDF8}"/>
              </a:ext>
            </a:extLst>
          </p:cNvPr>
          <p:cNvSpPr txBox="1"/>
          <p:nvPr/>
        </p:nvSpPr>
        <p:spPr>
          <a:xfrm>
            <a:off x="2664145" y="1032609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C493AC1D-78BB-3479-47CB-E5C10E2D9EB1}"/>
              </a:ext>
            </a:extLst>
          </p:cNvPr>
          <p:cNvSpPr txBox="1"/>
          <p:nvPr/>
        </p:nvSpPr>
        <p:spPr>
          <a:xfrm>
            <a:off x="2464005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1983864D-A1DC-12EE-8673-CC57D732A038}"/>
              </a:ext>
            </a:extLst>
          </p:cNvPr>
          <p:cNvSpPr txBox="1"/>
          <p:nvPr/>
        </p:nvSpPr>
        <p:spPr>
          <a:xfrm>
            <a:off x="4048153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BB369CA0-50C6-DEB6-F2AE-537D96A74FC5}"/>
              </a:ext>
            </a:extLst>
          </p:cNvPr>
          <p:cNvSpPr txBox="1"/>
          <p:nvPr/>
        </p:nvSpPr>
        <p:spPr>
          <a:xfrm>
            <a:off x="4447557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>
            <a:extLst>
              <a:ext uri="{FF2B5EF4-FFF2-40B4-BE49-F238E27FC236}">
                <a16:creationId xmlns:a16="http://schemas.microsoft.com/office/drawing/2014/main" id="{110C8E52-F5C8-336C-440F-4CA71714F27A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>
            <a:extLst>
              <a:ext uri="{FF2B5EF4-FFF2-40B4-BE49-F238E27FC236}">
                <a16:creationId xmlns:a16="http://schemas.microsoft.com/office/drawing/2014/main" id="{05336507-D9E7-AD17-35F2-A08B1E87D62B}"/>
              </a:ext>
            </a:extLst>
          </p:cNvPr>
          <p:cNvSpPr txBox="1"/>
          <p:nvPr/>
        </p:nvSpPr>
        <p:spPr>
          <a:xfrm>
            <a:off x="255016" y="1671326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 hidden="1">
            <a:extLst>
              <a:ext uri="{FF2B5EF4-FFF2-40B4-BE49-F238E27FC236}">
                <a16:creationId xmlns:a16="http://schemas.microsoft.com/office/drawing/2014/main" id="{7C726E22-C117-9075-55DA-2285F9948A17}"/>
              </a:ext>
            </a:extLst>
          </p:cNvPr>
          <p:cNvSpPr txBox="1"/>
          <p:nvPr/>
        </p:nvSpPr>
        <p:spPr>
          <a:xfrm>
            <a:off x="422694" y="1846362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>
            <a:extLst>
              <a:ext uri="{FF2B5EF4-FFF2-40B4-BE49-F238E27FC236}">
                <a16:creationId xmlns:a16="http://schemas.microsoft.com/office/drawing/2014/main" id="{4538CC38-76BB-43AD-6168-F1C4EEBE49A1}"/>
              </a:ext>
            </a:extLst>
          </p:cNvPr>
          <p:cNvSpPr txBox="1"/>
          <p:nvPr/>
        </p:nvSpPr>
        <p:spPr>
          <a:xfrm>
            <a:off x="422695" y="2002612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 hidden="1">
            <a:extLst>
              <a:ext uri="{FF2B5EF4-FFF2-40B4-BE49-F238E27FC236}">
                <a16:creationId xmlns:a16="http://schemas.microsoft.com/office/drawing/2014/main" id="{FE08086F-9838-DDF1-58D8-3FBFBC85735A}"/>
              </a:ext>
            </a:extLst>
          </p:cNvPr>
          <p:cNvSpPr txBox="1"/>
          <p:nvPr/>
        </p:nvSpPr>
        <p:spPr>
          <a:xfrm>
            <a:off x="570488" y="2434362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 hidden="1">
            <a:extLst>
              <a:ext uri="{FF2B5EF4-FFF2-40B4-BE49-F238E27FC236}">
                <a16:creationId xmlns:a16="http://schemas.microsoft.com/office/drawing/2014/main" id="{412D1DA7-BF0E-3635-42A4-789249DD75A1}"/>
              </a:ext>
            </a:extLst>
          </p:cNvPr>
          <p:cNvSpPr txBox="1"/>
          <p:nvPr/>
        </p:nvSpPr>
        <p:spPr>
          <a:xfrm>
            <a:off x="4248491" y="2434362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 hidden="1">
            <a:extLst>
              <a:ext uri="{FF2B5EF4-FFF2-40B4-BE49-F238E27FC236}">
                <a16:creationId xmlns:a16="http://schemas.microsoft.com/office/drawing/2014/main" id="{9D352C33-04CD-F07A-172A-1E356D4102CA}"/>
              </a:ext>
            </a:extLst>
          </p:cNvPr>
          <p:cNvSpPr txBox="1"/>
          <p:nvPr/>
        </p:nvSpPr>
        <p:spPr>
          <a:xfrm>
            <a:off x="2128538" y="2431183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 hidden="1">
            <a:extLst>
              <a:ext uri="{FF2B5EF4-FFF2-40B4-BE49-F238E27FC236}">
                <a16:creationId xmlns:a16="http://schemas.microsoft.com/office/drawing/2014/main" id="{6F5EFCF6-62BC-3F45-76F6-5A5C0DE066FD}"/>
              </a:ext>
            </a:extLst>
          </p:cNvPr>
          <p:cNvSpPr txBox="1"/>
          <p:nvPr/>
        </p:nvSpPr>
        <p:spPr>
          <a:xfrm>
            <a:off x="805156" y="2740357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 hidden="1">
            <a:extLst>
              <a:ext uri="{FF2B5EF4-FFF2-40B4-BE49-F238E27FC236}">
                <a16:creationId xmlns:a16="http://schemas.microsoft.com/office/drawing/2014/main" id="{E0D2ABE7-A31B-D2B9-8D34-99BF200130B5}"/>
              </a:ext>
            </a:extLst>
          </p:cNvPr>
          <p:cNvSpPr txBox="1"/>
          <p:nvPr/>
        </p:nvSpPr>
        <p:spPr>
          <a:xfrm>
            <a:off x="589596" y="3042422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>
            <a:extLst>
              <a:ext uri="{FF2B5EF4-FFF2-40B4-BE49-F238E27FC236}">
                <a16:creationId xmlns:a16="http://schemas.microsoft.com/office/drawing/2014/main" id="{F83FCABA-57A7-57E0-4D59-BFA6CA615266}"/>
              </a:ext>
            </a:extLst>
          </p:cNvPr>
          <p:cNvSpPr txBox="1"/>
          <p:nvPr/>
        </p:nvSpPr>
        <p:spPr>
          <a:xfrm>
            <a:off x="1226085" y="2012444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>
            <a:extLst>
              <a:ext uri="{FF2B5EF4-FFF2-40B4-BE49-F238E27FC236}">
                <a16:creationId xmlns:a16="http://schemas.microsoft.com/office/drawing/2014/main" id="{498296C1-C886-F5BE-D6A6-1DD93FAD83D8}"/>
              </a:ext>
            </a:extLst>
          </p:cNvPr>
          <p:cNvSpPr txBox="1"/>
          <p:nvPr/>
        </p:nvSpPr>
        <p:spPr>
          <a:xfrm>
            <a:off x="263000" y="2304677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 hidden="1">
            <a:extLst>
              <a:ext uri="{FF2B5EF4-FFF2-40B4-BE49-F238E27FC236}">
                <a16:creationId xmlns:a16="http://schemas.microsoft.com/office/drawing/2014/main" id="{EA85642C-B86F-CD3B-8DBD-305D813FABB2}"/>
              </a:ext>
            </a:extLst>
          </p:cNvPr>
          <p:cNvSpPr txBox="1"/>
          <p:nvPr/>
        </p:nvSpPr>
        <p:spPr>
          <a:xfrm>
            <a:off x="273013" y="3839660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29426662-A60D-4A85-69A0-2A61F33B96FE}"/>
              </a:ext>
            </a:extLst>
          </p:cNvPr>
          <p:cNvSpPr txBox="1"/>
          <p:nvPr/>
        </p:nvSpPr>
        <p:spPr>
          <a:xfrm>
            <a:off x="372976" y="4133065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login =</a:t>
            </a:r>
          </a:p>
        </p:txBody>
      </p:sp>
      <p:sp>
        <p:nvSpPr>
          <p:cNvPr id="40" name="useContext" hidden="1">
            <a:extLst>
              <a:ext uri="{FF2B5EF4-FFF2-40B4-BE49-F238E27FC236}">
                <a16:creationId xmlns:a16="http://schemas.microsoft.com/office/drawing/2014/main" id="{2226D656-8EC1-0979-94F8-B9A847F30AE3}"/>
              </a:ext>
            </a:extLst>
          </p:cNvPr>
          <p:cNvSpPr txBox="1"/>
          <p:nvPr/>
        </p:nvSpPr>
        <p:spPr>
          <a:xfrm>
            <a:off x="1788346" y="4112730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C496CA67-A451-9077-9082-4033F29C85E3}"/>
              </a:ext>
            </a:extLst>
          </p:cNvPr>
          <p:cNvSpPr txBox="1"/>
          <p:nvPr/>
        </p:nvSpPr>
        <p:spPr>
          <a:xfrm>
            <a:off x="3042197" y="4132616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 hidden="1">
            <a:extLst>
              <a:ext uri="{FF2B5EF4-FFF2-40B4-BE49-F238E27FC236}">
                <a16:creationId xmlns:a16="http://schemas.microsoft.com/office/drawing/2014/main" id="{950B8B17-5CC9-85A4-55CA-8B8150FABCF4}"/>
              </a:ext>
            </a:extLst>
          </p:cNvPr>
          <p:cNvSpPr txBox="1"/>
          <p:nvPr/>
        </p:nvSpPr>
        <p:spPr>
          <a:xfrm>
            <a:off x="4392694" y="413261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 hidden="1">
            <a:extLst>
              <a:ext uri="{FF2B5EF4-FFF2-40B4-BE49-F238E27FC236}">
                <a16:creationId xmlns:a16="http://schemas.microsoft.com/office/drawing/2014/main" id="{C0227D7B-29EF-47BC-DFE8-4D362382343A}"/>
              </a:ext>
            </a:extLst>
          </p:cNvPr>
          <p:cNvSpPr txBox="1"/>
          <p:nvPr/>
        </p:nvSpPr>
        <p:spPr>
          <a:xfrm>
            <a:off x="372976" y="441747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 hidden="1">
            <a:extLst>
              <a:ext uri="{FF2B5EF4-FFF2-40B4-BE49-F238E27FC236}">
                <a16:creationId xmlns:a16="http://schemas.microsoft.com/office/drawing/2014/main" id="{85DDBB6D-C8E3-051B-DB59-ED0012A6374D}"/>
              </a:ext>
            </a:extLst>
          </p:cNvPr>
          <p:cNvSpPr txBox="1"/>
          <p:nvPr/>
        </p:nvSpPr>
        <p:spPr>
          <a:xfrm>
            <a:off x="599428" y="470234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 hidden="1">
            <a:extLst>
              <a:ext uri="{FF2B5EF4-FFF2-40B4-BE49-F238E27FC236}">
                <a16:creationId xmlns:a16="http://schemas.microsoft.com/office/drawing/2014/main" id="{71657B69-9F50-752C-885B-D72182409345}"/>
              </a:ext>
            </a:extLst>
          </p:cNvPr>
          <p:cNvSpPr txBox="1"/>
          <p:nvPr/>
        </p:nvSpPr>
        <p:spPr>
          <a:xfrm>
            <a:off x="838353" y="4972088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9" name="text" hidden="1">
            <a:extLst>
              <a:ext uri="{FF2B5EF4-FFF2-40B4-BE49-F238E27FC236}">
                <a16:creationId xmlns:a16="http://schemas.microsoft.com/office/drawing/2014/main" id="{80F92774-1257-B8A1-0080-977027D08360}"/>
              </a:ext>
            </a:extLst>
          </p:cNvPr>
          <p:cNvSpPr txBox="1"/>
          <p:nvPr/>
        </p:nvSpPr>
        <p:spPr>
          <a:xfrm>
            <a:off x="971528" y="4976503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login</a:t>
            </a:r>
          </a:p>
        </p:txBody>
      </p:sp>
      <p:sp>
        <p:nvSpPr>
          <p:cNvPr id="24" name="text-1" hidden="1">
            <a:extLst>
              <a:ext uri="{FF2B5EF4-FFF2-40B4-BE49-F238E27FC236}">
                <a16:creationId xmlns:a16="http://schemas.microsoft.com/office/drawing/2014/main" id="{61643A31-8547-B929-DF80-945657D681DB}"/>
              </a:ext>
            </a:extLst>
          </p:cNvPr>
          <p:cNvSpPr txBox="1"/>
          <p:nvPr/>
        </p:nvSpPr>
        <p:spPr>
          <a:xfrm>
            <a:off x="1521607" y="4974341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 hidden="1">
            <a:extLst>
              <a:ext uri="{FF2B5EF4-FFF2-40B4-BE49-F238E27FC236}">
                <a16:creationId xmlns:a16="http://schemas.microsoft.com/office/drawing/2014/main" id="{FFE45410-CAE9-3B14-7292-B2812D882B7D}"/>
              </a:ext>
            </a:extLst>
          </p:cNvPr>
          <p:cNvSpPr txBox="1"/>
          <p:nvPr/>
        </p:nvSpPr>
        <p:spPr>
          <a:xfrm>
            <a:off x="2222554" y="4968611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 hidden="1">
            <a:extLst>
              <a:ext uri="{FF2B5EF4-FFF2-40B4-BE49-F238E27FC236}">
                <a16:creationId xmlns:a16="http://schemas.microsoft.com/office/drawing/2014/main" id="{5970020C-3D3E-8962-04C4-5064E0E2314E}"/>
              </a:ext>
            </a:extLst>
          </p:cNvPr>
          <p:cNvSpPr txBox="1"/>
          <p:nvPr/>
        </p:nvSpPr>
        <p:spPr>
          <a:xfrm>
            <a:off x="656540" y="5280235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 hidden="1">
            <a:extLst>
              <a:ext uri="{FF2B5EF4-FFF2-40B4-BE49-F238E27FC236}">
                <a16:creationId xmlns:a16="http://schemas.microsoft.com/office/drawing/2014/main" id="{61BB7F31-71C7-7C66-499F-E79E3DF9044E}"/>
              </a:ext>
            </a:extLst>
          </p:cNvPr>
          <p:cNvSpPr txBox="1"/>
          <p:nvPr/>
        </p:nvSpPr>
        <p:spPr>
          <a:xfrm>
            <a:off x="444326" y="551284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 hidden="1">
            <a:extLst>
              <a:ext uri="{FF2B5EF4-FFF2-40B4-BE49-F238E27FC236}">
                <a16:creationId xmlns:a16="http://schemas.microsoft.com/office/drawing/2014/main" id="{D557B6E9-9272-9E34-8C04-D50DE7D239BE}"/>
              </a:ext>
            </a:extLst>
          </p:cNvPr>
          <p:cNvSpPr txBox="1"/>
          <p:nvPr/>
        </p:nvSpPr>
        <p:spPr>
          <a:xfrm>
            <a:off x="288734" y="591986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006453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67F56-04FC-D8E2-FC2D-7E5BB8CB7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4609CCD6-1742-F1F8-D864-DA9D19B56662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345478A-018F-B17A-64D7-D469B13F6552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536DC54A-C08D-F49E-0DE4-9F9A7794016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9584AB6-663D-90D9-7B0B-EFFE182F39B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FECE249-204A-C922-C651-C1A64CAC2538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11AE2B4-FB91-9BF3-7B62-1787FD65A28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3FD7539-B20C-2395-656F-23F31CC269B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61EE533-30A2-7DA5-621B-0FD8A4EE632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FACE645-02B6-EEF0-66F5-19A0B2C72C0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BE00D54-5125-CA49-AC2C-AC572E20A88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42D3C9C-9159-8F6F-14D7-94455F84330A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079CED3F-720C-53F0-6A75-33721EB2C41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888A7BC-5709-5DF7-0DA7-9AA0854F4A47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C6077E3-BC6A-67A8-88E8-6795843BBF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4B79036-A08F-BFF2-3F6F-08B7EC35CA8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B419C74-64DC-C09E-373F-C5B65D18DBB6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B714761-1C53-E3E0-7E57-C87361E8F70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3E1C612-FF6E-5BDA-D47C-854B7B86100E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D8E28A5-26ED-3984-FBC1-BCE3A5ED3FA8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D33F2-1B8F-5912-E587-3C1A72D74179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187747B0-73E4-AF50-0110-64518772EBD0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 hidden="1">
            <a:extLst>
              <a:ext uri="{FF2B5EF4-FFF2-40B4-BE49-F238E27FC236}">
                <a16:creationId xmlns:a16="http://schemas.microsoft.com/office/drawing/2014/main" id="{D20D2591-5989-F2A2-2E38-AE8C3F2F42D8}"/>
              </a:ext>
            </a:extLst>
          </p:cNvPr>
          <p:cNvSpPr txBox="1"/>
          <p:nvPr/>
        </p:nvSpPr>
        <p:spPr>
          <a:xfrm>
            <a:off x="2734687" y="1012723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 hidden="1">
            <a:extLst>
              <a:ext uri="{FF2B5EF4-FFF2-40B4-BE49-F238E27FC236}">
                <a16:creationId xmlns:a16="http://schemas.microsoft.com/office/drawing/2014/main" id="{1FD56A55-82B0-D157-84C4-B507DCEA300F}"/>
              </a:ext>
            </a:extLst>
          </p:cNvPr>
          <p:cNvSpPr txBox="1"/>
          <p:nvPr/>
        </p:nvSpPr>
        <p:spPr>
          <a:xfrm>
            <a:off x="2697370" y="987429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8F470EDE-DE68-2717-A2F1-0F51B3F08924}"/>
              </a:ext>
            </a:extLst>
          </p:cNvPr>
          <p:cNvSpPr txBox="1"/>
          <p:nvPr/>
        </p:nvSpPr>
        <p:spPr>
          <a:xfrm>
            <a:off x="2666150" y="1019544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5EDCF8A2-CC87-F471-08CB-72EAF6A10A37}"/>
              </a:ext>
            </a:extLst>
          </p:cNvPr>
          <p:cNvSpPr txBox="1"/>
          <p:nvPr/>
        </p:nvSpPr>
        <p:spPr>
          <a:xfrm>
            <a:off x="2464005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AAB30D8F-6D8F-97EE-88CB-95DC0E1107E1}"/>
              </a:ext>
            </a:extLst>
          </p:cNvPr>
          <p:cNvSpPr txBox="1"/>
          <p:nvPr/>
        </p:nvSpPr>
        <p:spPr>
          <a:xfrm>
            <a:off x="4048153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27CE7311-0747-E3D5-008C-E7851D188C9E}"/>
              </a:ext>
            </a:extLst>
          </p:cNvPr>
          <p:cNvSpPr txBox="1"/>
          <p:nvPr/>
        </p:nvSpPr>
        <p:spPr>
          <a:xfrm>
            <a:off x="4447557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>
            <a:extLst>
              <a:ext uri="{FF2B5EF4-FFF2-40B4-BE49-F238E27FC236}">
                <a16:creationId xmlns:a16="http://schemas.microsoft.com/office/drawing/2014/main" id="{8D6570F1-55ED-27FD-7EE8-7DBE4D63A0D7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>
            <a:extLst>
              <a:ext uri="{FF2B5EF4-FFF2-40B4-BE49-F238E27FC236}">
                <a16:creationId xmlns:a16="http://schemas.microsoft.com/office/drawing/2014/main" id="{F9BEA2D8-4DA7-3256-C2A1-6567B1F009E9}"/>
              </a:ext>
            </a:extLst>
          </p:cNvPr>
          <p:cNvSpPr txBox="1"/>
          <p:nvPr/>
        </p:nvSpPr>
        <p:spPr>
          <a:xfrm>
            <a:off x="255016" y="1671326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 hidden="1">
            <a:extLst>
              <a:ext uri="{FF2B5EF4-FFF2-40B4-BE49-F238E27FC236}">
                <a16:creationId xmlns:a16="http://schemas.microsoft.com/office/drawing/2014/main" id="{9912D3D2-7424-CD44-BAFD-8B8FDBD8D6DC}"/>
              </a:ext>
            </a:extLst>
          </p:cNvPr>
          <p:cNvSpPr txBox="1"/>
          <p:nvPr/>
        </p:nvSpPr>
        <p:spPr>
          <a:xfrm>
            <a:off x="422694" y="1846362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>
            <a:extLst>
              <a:ext uri="{FF2B5EF4-FFF2-40B4-BE49-F238E27FC236}">
                <a16:creationId xmlns:a16="http://schemas.microsoft.com/office/drawing/2014/main" id="{6F0E4939-229A-1E23-163D-97B677A207CA}"/>
              </a:ext>
            </a:extLst>
          </p:cNvPr>
          <p:cNvSpPr txBox="1"/>
          <p:nvPr/>
        </p:nvSpPr>
        <p:spPr>
          <a:xfrm>
            <a:off x="422695" y="2002612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>
            <a:extLst>
              <a:ext uri="{FF2B5EF4-FFF2-40B4-BE49-F238E27FC236}">
                <a16:creationId xmlns:a16="http://schemas.microsoft.com/office/drawing/2014/main" id="{07DD61C5-50FE-B60A-ECCC-1D173D123809}"/>
              </a:ext>
            </a:extLst>
          </p:cNvPr>
          <p:cNvSpPr txBox="1"/>
          <p:nvPr/>
        </p:nvSpPr>
        <p:spPr>
          <a:xfrm>
            <a:off x="570488" y="2306542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>
            <a:extLst>
              <a:ext uri="{FF2B5EF4-FFF2-40B4-BE49-F238E27FC236}">
                <a16:creationId xmlns:a16="http://schemas.microsoft.com/office/drawing/2014/main" id="{8D90F4FA-73EE-0CCD-00F8-ECD5885E61E7}"/>
              </a:ext>
            </a:extLst>
          </p:cNvPr>
          <p:cNvSpPr txBox="1"/>
          <p:nvPr/>
        </p:nvSpPr>
        <p:spPr>
          <a:xfrm>
            <a:off x="2055898" y="2326367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 hidden="1">
            <a:extLst>
              <a:ext uri="{FF2B5EF4-FFF2-40B4-BE49-F238E27FC236}">
                <a16:creationId xmlns:a16="http://schemas.microsoft.com/office/drawing/2014/main" id="{A1A1072C-1DAD-463B-1903-48575D52B6E9}"/>
              </a:ext>
            </a:extLst>
          </p:cNvPr>
          <p:cNvSpPr txBox="1"/>
          <p:nvPr/>
        </p:nvSpPr>
        <p:spPr>
          <a:xfrm>
            <a:off x="2128538" y="2431183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 hidden="1">
            <a:extLst>
              <a:ext uri="{FF2B5EF4-FFF2-40B4-BE49-F238E27FC236}">
                <a16:creationId xmlns:a16="http://schemas.microsoft.com/office/drawing/2014/main" id="{5684FBC4-2219-D2F6-9166-A478F601D83E}"/>
              </a:ext>
            </a:extLst>
          </p:cNvPr>
          <p:cNvSpPr txBox="1"/>
          <p:nvPr/>
        </p:nvSpPr>
        <p:spPr>
          <a:xfrm>
            <a:off x="805156" y="2740357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>
            <a:extLst>
              <a:ext uri="{FF2B5EF4-FFF2-40B4-BE49-F238E27FC236}">
                <a16:creationId xmlns:a16="http://schemas.microsoft.com/office/drawing/2014/main" id="{908210CF-9683-E01A-D755-69166FC9943D}"/>
              </a:ext>
            </a:extLst>
          </p:cNvPr>
          <p:cNvSpPr txBox="1"/>
          <p:nvPr/>
        </p:nvSpPr>
        <p:spPr>
          <a:xfrm>
            <a:off x="578423" y="2676918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>
            <a:extLst>
              <a:ext uri="{FF2B5EF4-FFF2-40B4-BE49-F238E27FC236}">
                <a16:creationId xmlns:a16="http://schemas.microsoft.com/office/drawing/2014/main" id="{7930437D-84F6-3C82-3CBD-E956F957796C}"/>
              </a:ext>
            </a:extLst>
          </p:cNvPr>
          <p:cNvSpPr txBox="1"/>
          <p:nvPr/>
        </p:nvSpPr>
        <p:spPr>
          <a:xfrm>
            <a:off x="406359" y="2910984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>
            <a:extLst>
              <a:ext uri="{FF2B5EF4-FFF2-40B4-BE49-F238E27FC236}">
                <a16:creationId xmlns:a16="http://schemas.microsoft.com/office/drawing/2014/main" id="{C76D910F-D33E-F207-90A1-FB1AFF03ED3F}"/>
              </a:ext>
            </a:extLst>
          </p:cNvPr>
          <p:cNvSpPr txBox="1"/>
          <p:nvPr/>
        </p:nvSpPr>
        <p:spPr>
          <a:xfrm>
            <a:off x="251749" y="3208259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 hidden="1">
            <a:extLst>
              <a:ext uri="{FF2B5EF4-FFF2-40B4-BE49-F238E27FC236}">
                <a16:creationId xmlns:a16="http://schemas.microsoft.com/office/drawing/2014/main" id="{E8E8EA87-23AB-EAAD-8D04-689AD61AACFD}"/>
              </a:ext>
            </a:extLst>
          </p:cNvPr>
          <p:cNvSpPr txBox="1"/>
          <p:nvPr/>
        </p:nvSpPr>
        <p:spPr>
          <a:xfrm>
            <a:off x="273013" y="3839660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0AEEB606-6C17-2329-2F18-E30C681E26F0}"/>
              </a:ext>
            </a:extLst>
          </p:cNvPr>
          <p:cNvSpPr txBox="1"/>
          <p:nvPr/>
        </p:nvSpPr>
        <p:spPr>
          <a:xfrm>
            <a:off x="372976" y="4133065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login =</a:t>
            </a:r>
          </a:p>
        </p:txBody>
      </p:sp>
      <p:sp>
        <p:nvSpPr>
          <p:cNvPr id="40" name="useContext" hidden="1">
            <a:extLst>
              <a:ext uri="{FF2B5EF4-FFF2-40B4-BE49-F238E27FC236}">
                <a16:creationId xmlns:a16="http://schemas.microsoft.com/office/drawing/2014/main" id="{75FC643F-6712-7D7F-BD73-47DE50CCC146}"/>
              </a:ext>
            </a:extLst>
          </p:cNvPr>
          <p:cNvSpPr txBox="1"/>
          <p:nvPr/>
        </p:nvSpPr>
        <p:spPr>
          <a:xfrm>
            <a:off x="1788346" y="4112730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9C77461E-F6A6-9620-FF0A-8AF83EDD9907}"/>
              </a:ext>
            </a:extLst>
          </p:cNvPr>
          <p:cNvSpPr txBox="1"/>
          <p:nvPr/>
        </p:nvSpPr>
        <p:spPr>
          <a:xfrm>
            <a:off x="3042197" y="4132616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 hidden="1">
            <a:extLst>
              <a:ext uri="{FF2B5EF4-FFF2-40B4-BE49-F238E27FC236}">
                <a16:creationId xmlns:a16="http://schemas.microsoft.com/office/drawing/2014/main" id="{4040F150-7E91-4813-E17F-169F31A27A70}"/>
              </a:ext>
            </a:extLst>
          </p:cNvPr>
          <p:cNvSpPr txBox="1"/>
          <p:nvPr/>
        </p:nvSpPr>
        <p:spPr>
          <a:xfrm>
            <a:off x="4392694" y="413261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 hidden="1">
            <a:extLst>
              <a:ext uri="{FF2B5EF4-FFF2-40B4-BE49-F238E27FC236}">
                <a16:creationId xmlns:a16="http://schemas.microsoft.com/office/drawing/2014/main" id="{09D2957D-68F5-C1C8-859B-CB06F44ADB1D}"/>
              </a:ext>
            </a:extLst>
          </p:cNvPr>
          <p:cNvSpPr txBox="1"/>
          <p:nvPr/>
        </p:nvSpPr>
        <p:spPr>
          <a:xfrm>
            <a:off x="372976" y="441747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 hidden="1">
            <a:extLst>
              <a:ext uri="{FF2B5EF4-FFF2-40B4-BE49-F238E27FC236}">
                <a16:creationId xmlns:a16="http://schemas.microsoft.com/office/drawing/2014/main" id="{1B758078-F096-BA4C-C132-6233253084FD}"/>
              </a:ext>
            </a:extLst>
          </p:cNvPr>
          <p:cNvSpPr txBox="1"/>
          <p:nvPr/>
        </p:nvSpPr>
        <p:spPr>
          <a:xfrm>
            <a:off x="599428" y="470234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 hidden="1">
            <a:extLst>
              <a:ext uri="{FF2B5EF4-FFF2-40B4-BE49-F238E27FC236}">
                <a16:creationId xmlns:a16="http://schemas.microsoft.com/office/drawing/2014/main" id="{D27BE1E7-6026-2A6F-767F-A1B04216BE73}"/>
              </a:ext>
            </a:extLst>
          </p:cNvPr>
          <p:cNvSpPr txBox="1"/>
          <p:nvPr/>
        </p:nvSpPr>
        <p:spPr>
          <a:xfrm>
            <a:off x="838353" y="4972088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9" name="text" hidden="1">
            <a:extLst>
              <a:ext uri="{FF2B5EF4-FFF2-40B4-BE49-F238E27FC236}">
                <a16:creationId xmlns:a16="http://schemas.microsoft.com/office/drawing/2014/main" id="{EBCBA4EF-9FCA-BA96-7723-3B3A19AC33C1}"/>
              </a:ext>
            </a:extLst>
          </p:cNvPr>
          <p:cNvSpPr txBox="1"/>
          <p:nvPr/>
        </p:nvSpPr>
        <p:spPr>
          <a:xfrm>
            <a:off x="971528" y="4976503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login</a:t>
            </a:r>
          </a:p>
        </p:txBody>
      </p:sp>
      <p:sp>
        <p:nvSpPr>
          <p:cNvPr id="24" name="text-1" hidden="1">
            <a:extLst>
              <a:ext uri="{FF2B5EF4-FFF2-40B4-BE49-F238E27FC236}">
                <a16:creationId xmlns:a16="http://schemas.microsoft.com/office/drawing/2014/main" id="{46D0A365-7BEA-FDC9-704D-87047533B979}"/>
              </a:ext>
            </a:extLst>
          </p:cNvPr>
          <p:cNvSpPr txBox="1"/>
          <p:nvPr/>
        </p:nvSpPr>
        <p:spPr>
          <a:xfrm>
            <a:off x="1521607" y="4974341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 hidden="1">
            <a:extLst>
              <a:ext uri="{FF2B5EF4-FFF2-40B4-BE49-F238E27FC236}">
                <a16:creationId xmlns:a16="http://schemas.microsoft.com/office/drawing/2014/main" id="{9C072A9F-1380-520B-47FD-8FA2F371E425}"/>
              </a:ext>
            </a:extLst>
          </p:cNvPr>
          <p:cNvSpPr txBox="1"/>
          <p:nvPr/>
        </p:nvSpPr>
        <p:spPr>
          <a:xfrm>
            <a:off x="2222554" y="4968611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 hidden="1">
            <a:extLst>
              <a:ext uri="{FF2B5EF4-FFF2-40B4-BE49-F238E27FC236}">
                <a16:creationId xmlns:a16="http://schemas.microsoft.com/office/drawing/2014/main" id="{7A0A7EC3-A223-045A-963A-194EA8AD94CE}"/>
              </a:ext>
            </a:extLst>
          </p:cNvPr>
          <p:cNvSpPr txBox="1"/>
          <p:nvPr/>
        </p:nvSpPr>
        <p:spPr>
          <a:xfrm>
            <a:off x="656540" y="5280235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 hidden="1">
            <a:extLst>
              <a:ext uri="{FF2B5EF4-FFF2-40B4-BE49-F238E27FC236}">
                <a16:creationId xmlns:a16="http://schemas.microsoft.com/office/drawing/2014/main" id="{27829D6C-5D4D-B66D-C449-FCFEDD23D6DD}"/>
              </a:ext>
            </a:extLst>
          </p:cNvPr>
          <p:cNvSpPr txBox="1"/>
          <p:nvPr/>
        </p:nvSpPr>
        <p:spPr>
          <a:xfrm>
            <a:off x="444326" y="551284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 hidden="1">
            <a:extLst>
              <a:ext uri="{FF2B5EF4-FFF2-40B4-BE49-F238E27FC236}">
                <a16:creationId xmlns:a16="http://schemas.microsoft.com/office/drawing/2014/main" id="{59D9306A-73B1-9EBF-CE33-D7D5266E6B39}"/>
              </a:ext>
            </a:extLst>
          </p:cNvPr>
          <p:cNvSpPr txBox="1"/>
          <p:nvPr/>
        </p:nvSpPr>
        <p:spPr>
          <a:xfrm>
            <a:off x="288734" y="591986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24638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68E37-C564-67A7-024F-D94551D5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048D4EE7-2256-7111-99F3-7D05A1847488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DF62A5-2936-74AC-6C43-1A2969DABE21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BF46526-6265-429D-B276-38B94FB48E4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A42FD75-A23D-3901-F820-617E4C306B3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FB5CF1C-45DF-BE2B-722C-19762DB0C2B9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5DDA971-409F-E0D5-9E97-DD1A1BB676F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3E6B700-93A8-FC14-C589-B5CA88B9C9CA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D94A26F-1C44-7FF5-E581-96FD3B1C97F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9005FDD-8B87-767D-943D-C57A8DA2F989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83EAFBC-7FB7-A27F-9F97-A89BA39D24FF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68BB991-24B0-71A8-20B4-F47B9D2A326A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68A7EE36-2772-B704-0BB9-E411B59E8856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71BE160-02D0-70E4-5326-BE6EBCAB5E89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A7C53E9-7EED-161F-063F-2AEA418DEC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F700B1F-9676-DB05-FD3D-F335B3B8E128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5B937C1-A944-4EE0-17AB-4D2E2A9C89C8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645C9709-4D53-8D6A-1755-1B291F790FC0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3F90E62-E311-6281-D352-6EB8AF0C41A4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D996593-20B4-2D7C-B946-8B10C919077D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AA802D-918C-ABFC-8C19-7A7AC3F98266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1F34C342-9B02-B18D-B981-A00C8A241C59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>
            <a:extLst>
              <a:ext uri="{FF2B5EF4-FFF2-40B4-BE49-F238E27FC236}">
                <a16:creationId xmlns:a16="http://schemas.microsoft.com/office/drawing/2014/main" id="{0F8C4D50-795A-D49D-B3A6-797DBE1BC908}"/>
              </a:ext>
            </a:extLst>
          </p:cNvPr>
          <p:cNvSpPr txBox="1"/>
          <p:nvPr/>
        </p:nvSpPr>
        <p:spPr>
          <a:xfrm>
            <a:off x="2734687" y="1012723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 hidden="1">
            <a:extLst>
              <a:ext uri="{FF2B5EF4-FFF2-40B4-BE49-F238E27FC236}">
                <a16:creationId xmlns:a16="http://schemas.microsoft.com/office/drawing/2014/main" id="{AA47A425-AA34-1B1D-0AF7-6B9B9AA91D40}"/>
              </a:ext>
            </a:extLst>
          </p:cNvPr>
          <p:cNvSpPr txBox="1"/>
          <p:nvPr/>
        </p:nvSpPr>
        <p:spPr>
          <a:xfrm>
            <a:off x="2697370" y="987429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2BF81577-DB4D-DA30-FC5B-8459A2B0AC11}"/>
              </a:ext>
            </a:extLst>
          </p:cNvPr>
          <p:cNvSpPr txBox="1"/>
          <p:nvPr/>
        </p:nvSpPr>
        <p:spPr>
          <a:xfrm>
            <a:off x="3761213" y="1030394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1697FCDE-9951-8D6D-0157-AE7B48CB8B8F}"/>
              </a:ext>
            </a:extLst>
          </p:cNvPr>
          <p:cNvSpPr txBox="1"/>
          <p:nvPr/>
        </p:nvSpPr>
        <p:spPr>
          <a:xfrm>
            <a:off x="2464005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2E4FFD81-1C86-DB5C-682A-9B91EC89C2B7}"/>
              </a:ext>
            </a:extLst>
          </p:cNvPr>
          <p:cNvSpPr txBox="1"/>
          <p:nvPr/>
        </p:nvSpPr>
        <p:spPr>
          <a:xfrm>
            <a:off x="4048153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F0128D71-2C7F-0A2F-6CB6-412E3B63247A}"/>
              </a:ext>
            </a:extLst>
          </p:cNvPr>
          <p:cNvSpPr txBox="1"/>
          <p:nvPr/>
        </p:nvSpPr>
        <p:spPr>
          <a:xfrm>
            <a:off x="4447557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>
            <a:extLst>
              <a:ext uri="{FF2B5EF4-FFF2-40B4-BE49-F238E27FC236}">
                <a16:creationId xmlns:a16="http://schemas.microsoft.com/office/drawing/2014/main" id="{05C6DC0D-2634-34C7-BB5D-03E8F54C9286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>
            <a:extLst>
              <a:ext uri="{FF2B5EF4-FFF2-40B4-BE49-F238E27FC236}">
                <a16:creationId xmlns:a16="http://schemas.microsoft.com/office/drawing/2014/main" id="{7C3663D0-8FB9-520D-4B5D-FC9801700AD2}"/>
              </a:ext>
            </a:extLst>
          </p:cNvPr>
          <p:cNvSpPr txBox="1"/>
          <p:nvPr/>
        </p:nvSpPr>
        <p:spPr>
          <a:xfrm>
            <a:off x="255016" y="1671326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 hidden="1">
            <a:extLst>
              <a:ext uri="{FF2B5EF4-FFF2-40B4-BE49-F238E27FC236}">
                <a16:creationId xmlns:a16="http://schemas.microsoft.com/office/drawing/2014/main" id="{D0CD0F08-61A7-2918-BADA-14B5CC917E4B}"/>
              </a:ext>
            </a:extLst>
          </p:cNvPr>
          <p:cNvSpPr txBox="1"/>
          <p:nvPr/>
        </p:nvSpPr>
        <p:spPr>
          <a:xfrm>
            <a:off x="422694" y="1846362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>
            <a:extLst>
              <a:ext uri="{FF2B5EF4-FFF2-40B4-BE49-F238E27FC236}">
                <a16:creationId xmlns:a16="http://schemas.microsoft.com/office/drawing/2014/main" id="{1A63AFA6-C057-AF0E-FAC4-21F61439203D}"/>
              </a:ext>
            </a:extLst>
          </p:cNvPr>
          <p:cNvSpPr txBox="1"/>
          <p:nvPr/>
        </p:nvSpPr>
        <p:spPr>
          <a:xfrm>
            <a:off x="422695" y="2002612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>
            <a:extLst>
              <a:ext uri="{FF2B5EF4-FFF2-40B4-BE49-F238E27FC236}">
                <a16:creationId xmlns:a16="http://schemas.microsoft.com/office/drawing/2014/main" id="{9ED9D012-71A4-E7CA-FD53-319DFD88880F}"/>
              </a:ext>
            </a:extLst>
          </p:cNvPr>
          <p:cNvSpPr txBox="1"/>
          <p:nvPr/>
        </p:nvSpPr>
        <p:spPr>
          <a:xfrm>
            <a:off x="570488" y="2306542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>
            <a:extLst>
              <a:ext uri="{FF2B5EF4-FFF2-40B4-BE49-F238E27FC236}">
                <a16:creationId xmlns:a16="http://schemas.microsoft.com/office/drawing/2014/main" id="{FB41F3F4-4367-F468-E5A1-6C5F56B317A4}"/>
              </a:ext>
            </a:extLst>
          </p:cNvPr>
          <p:cNvSpPr txBox="1"/>
          <p:nvPr/>
        </p:nvSpPr>
        <p:spPr>
          <a:xfrm>
            <a:off x="2055898" y="2326367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 hidden="1">
            <a:extLst>
              <a:ext uri="{FF2B5EF4-FFF2-40B4-BE49-F238E27FC236}">
                <a16:creationId xmlns:a16="http://schemas.microsoft.com/office/drawing/2014/main" id="{4F626C1F-D4B9-A296-37E6-0FF7177165ED}"/>
              </a:ext>
            </a:extLst>
          </p:cNvPr>
          <p:cNvSpPr txBox="1"/>
          <p:nvPr/>
        </p:nvSpPr>
        <p:spPr>
          <a:xfrm>
            <a:off x="2128538" y="2431183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 hidden="1">
            <a:extLst>
              <a:ext uri="{FF2B5EF4-FFF2-40B4-BE49-F238E27FC236}">
                <a16:creationId xmlns:a16="http://schemas.microsoft.com/office/drawing/2014/main" id="{D7A50EC1-9833-99E1-6B28-C3005F6CCA6A}"/>
              </a:ext>
            </a:extLst>
          </p:cNvPr>
          <p:cNvSpPr txBox="1"/>
          <p:nvPr/>
        </p:nvSpPr>
        <p:spPr>
          <a:xfrm>
            <a:off x="805156" y="2740357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>
            <a:extLst>
              <a:ext uri="{FF2B5EF4-FFF2-40B4-BE49-F238E27FC236}">
                <a16:creationId xmlns:a16="http://schemas.microsoft.com/office/drawing/2014/main" id="{28BD60F4-A5A0-06C7-B682-9562E01AE9A2}"/>
              </a:ext>
            </a:extLst>
          </p:cNvPr>
          <p:cNvSpPr txBox="1"/>
          <p:nvPr/>
        </p:nvSpPr>
        <p:spPr>
          <a:xfrm>
            <a:off x="578423" y="2676918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>
            <a:extLst>
              <a:ext uri="{FF2B5EF4-FFF2-40B4-BE49-F238E27FC236}">
                <a16:creationId xmlns:a16="http://schemas.microsoft.com/office/drawing/2014/main" id="{41F2EF25-79E6-009C-6F52-1BC75C8FF231}"/>
              </a:ext>
            </a:extLst>
          </p:cNvPr>
          <p:cNvSpPr txBox="1"/>
          <p:nvPr/>
        </p:nvSpPr>
        <p:spPr>
          <a:xfrm>
            <a:off x="406359" y="2910984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>
            <a:extLst>
              <a:ext uri="{FF2B5EF4-FFF2-40B4-BE49-F238E27FC236}">
                <a16:creationId xmlns:a16="http://schemas.microsoft.com/office/drawing/2014/main" id="{09DA2AAE-23EE-6764-4F89-244FB3C4D895}"/>
              </a:ext>
            </a:extLst>
          </p:cNvPr>
          <p:cNvSpPr txBox="1"/>
          <p:nvPr/>
        </p:nvSpPr>
        <p:spPr>
          <a:xfrm>
            <a:off x="251749" y="3208259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 hidden="1">
            <a:extLst>
              <a:ext uri="{FF2B5EF4-FFF2-40B4-BE49-F238E27FC236}">
                <a16:creationId xmlns:a16="http://schemas.microsoft.com/office/drawing/2014/main" id="{7EFF8DF1-2BC0-C595-7821-59BA9A80C054}"/>
              </a:ext>
            </a:extLst>
          </p:cNvPr>
          <p:cNvSpPr txBox="1"/>
          <p:nvPr/>
        </p:nvSpPr>
        <p:spPr>
          <a:xfrm>
            <a:off x="273013" y="3839660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5B5200DB-508A-EE33-8103-2406642A2558}"/>
              </a:ext>
            </a:extLst>
          </p:cNvPr>
          <p:cNvSpPr txBox="1"/>
          <p:nvPr/>
        </p:nvSpPr>
        <p:spPr>
          <a:xfrm>
            <a:off x="372976" y="4133065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login =</a:t>
            </a:r>
          </a:p>
        </p:txBody>
      </p:sp>
      <p:sp>
        <p:nvSpPr>
          <p:cNvPr id="40" name="useContext" hidden="1">
            <a:extLst>
              <a:ext uri="{FF2B5EF4-FFF2-40B4-BE49-F238E27FC236}">
                <a16:creationId xmlns:a16="http://schemas.microsoft.com/office/drawing/2014/main" id="{207CCE2C-E90A-3028-7E80-AE96EC94E424}"/>
              </a:ext>
            </a:extLst>
          </p:cNvPr>
          <p:cNvSpPr txBox="1"/>
          <p:nvPr/>
        </p:nvSpPr>
        <p:spPr>
          <a:xfrm>
            <a:off x="1788346" y="4112730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31E73647-8E96-5B38-AEE2-4388CC50D5D5}"/>
              </a:ext>
            </a:extLst>
          </p:cNvPr>
          <p:cNvSpPr txBox="1"/>
          <p:nvPr/>
        </p:nvSpPr>
        <p:spPr>
          <a:xfrm>
            <a:off x="3042197" y="4132616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 hidden="1">
            <a:extLst>
              <a:ext uri="{FF2B5EF4-FFF2-40B4-BE49-F238E27FC236}">
                <a16:creationId xmlns:a16="http://schemas.microsoft.com/office/drawing/2014/main" id="{5088ED02-0941-016B-45B7-04CADDF40AAD}"/>
              </a:ext>
            </a:extLst>
          </p:cNvPr>
          <p:cNvSpPr txBox="1"/>
          <p:nvPr/>
        </p:nvSpPr>
        <p:spPr>
          <a:xfrm>
            <a:off x="4392694" y="413261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 hidden="1">
            <a:extLst>
              <a:ext uri="{FF2B5EF4-FFF2-40B4-BE49-F238E27FC236}">
                <a16:creationId xmlns:a16="http://schemas.microsoft.com/office/drawing/2014/main" id="{1169B098-5D34-E9B7-D155-03C45B12DCDA}"/>
              </a:ext>
            </a:extLst>
          </p:cNvPr>
          <p:cNvSpPr txBox="1"/>
          <p:nvPr/>
        </p:nvSpPr>
        <p:spPr>
          <a:xfrm>
            <a:off x="372976" y="441747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 hidden="1">
            <a:extLst>
              <a:ext uri="{FF2B5EF4-FFF2-40B4-BE49-F238E27FC236}">
                <a16:creationId xmlns:a16="http://schemas.microsoft.com/office/drawing/2014/main" id="{18F1B3EA-0883-96A9-0F18-79CA15949CCA}"/>
              </a:ext>
            </a:extLst>
          </p:cNvPr>
          <p:cNvSpPr txBox="1"/>
          <p:nvPr/>
        </p:nvSpPr>
        <p:spPr>
          <a:xfrm>
            <a:off x="599428" y="470234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 hidden="1">
            <a:extLst>
              <a:ext uri="{FF2B5EF4-FFF2-40B4-BE49-F238E27FC236}">
                <a16:creationId xmlns:a16="http://schemas.microsoft.com/office/drawing/2014/main" id="{0E9D12F8-244E-9CD8-77AD-699FDD1959FE}"/>
              </a:ext>
            </a:extLst>
          </p:cNvPr>
          <p:cNvSpPr txBox="1"/>
          <p:nvPr/>
        </p:nvSpPr>
        <p:spPr>
          <a:xfrm>
            <a:off x="838353" y="4972088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9" name="text" hidden="1">
            <a:extLst>
              <a:ext uri="{FF2B5EF4-FFF2-40B4-BE49-F238E27FC236}">
                <a16:creationId xmlns:a16="http://schemas.microsoft.com/office/drawing/2014/main" id="{D9AC117E-27BC-9FB6-BD82-D5E3378A429A}"/>
              </a:ext>
            </a:extLst>
          </p:cNvPr>
          <p:cNvSpPr txBox="1"/>
          <p:nvPr/>
        </p:nvSpPr>
        <p:spPr>
          <a:xfrm>
            <a:off x="971528" y="4976503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login</a:t>
            </a:r>
          </a:p>
        </p:txBody>
      </p:sp>
      <p:sp>
        <p:nvSpPr>
          <p:cNvPr id="24" name="text-1" hidden="1">
            <a:extLst>
              <a:ext uri="{FF2B5EF4-FFF2-40B4-BE49-F238E27FC236}">
                <a16:creationId xmlns:a16="http://schemas.microsoft.com/office/drawing/2014/main" id="{04899E6D-BAFA-DEE3-30BB-A62DC5AD7F86}"/>
              </a:ext>
            </a:extLst>
          </p:cNvPr>
          <p:cNvSpPr txBox="1"/>
          <p:nvPr/>
        </p:nvSpPr>
        <p:spPr>
          <a:xfrm>
            <a:off x="1521607" y="4974341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 hidden="1">
            <a:extLst>
              <a:ext uri="{FF2B5EF4-FFF2-40B4-BE49-F238E27FC236}">
                <a16:creationId xmlns:a16="http://schemas.microsoft.com/office/drawing/2014/main" id="{456C4B00-9B40-1A46-0A0B-61AFFD66A0AE}"/>
              </a:ext>
            </a:extLst>
          </p:cNvPr>
          <p:cNvSpPr txBox="1"/>
          <p:nvPr/>
        </p:nvSpPr>
        <p:spPr>
          <a:xfrm>
            <a:off x="2222554" y="4968611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 hidden="1">
            <a:extLst>
              <a:ext uri="{FF2B5EF4-FFF2-40B4-BE49-F238E27FC236}">
                <a16:creationId xmlns:a16="http://schemas.microsoft.com/office/drawing/2014/main" id="{85C517CF-FC72-D4CD-858D-D8D409884E84}"/>
              </a:ext>
            </a:extLst>
          </p:cNvPr>
          <p:cNvSpPr txBox="1"/>
          <p:nvPr/>
        </p:nvSpPr>
        <p:spPr>
          <a:xfrm>
            <a:off x="656540" y="5280235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 hidden="1">
            <a:extLst>
              <a:ext uri="{FF2B5EF4-FFF2-40B4-BE49-F238E27FC236}">
                <a16:creationId xmlns:a16="http://schemas.microsoft.com/office/drawing/2014/main" id="{8F924269-CB1B-DC6A-7A6E-58A82603E5D2}"/>
              </a:ext>
            </a:extLst>
          </p:cNvPr>
          <p:cNvSpPr txBox="1"/>
          <p:nvPr/>
        </p:nvSpPr>
        <p:spPr>
          <a:xfrm>
            <a:off x="444326" y="551284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 hidden="1">
            <a:extLst>
              <a:ext uri="{FF2B5EF4-FFF2-40B4-BE49-F238E27FC236}">
                <a16:creationId xmlns:a16="http://schemas.microsoft.com/office/drawing/2014/main" id="{FF484EDB-42E9-9D08-1CFA-7A2650BD5610}"/>
              </a:ext>
            </a:extLst>
          </p:cNvPr>
          <p:cNvSpPr txBox="1"/>
          <p:nvPr/>
        </p:nvSpPr>
        <p:spPr>
          <a:xfrm>
            <a:off x="288734" y="591986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250655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2AFFA-C0B2-7154-2B06-1D178D17D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02EE0062-06AB-60C3-3DEC-AFD3A348F83B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A5BDAF3-E0AF-F76C-EC63-68798D7FD03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FB49D33-2046-ECA0-4B74-7007E0BF98CF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02AD734-92E8-7EB1-0491-1B527FC21147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975F20E-96E1-7D5A-A026-7C234C00672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113E6FC-810D-E1E2-6D9A-A52265CA1ED5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A3CB317-82F8-FB92-B2F8-BEB62FF0406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64B63A-4615-6B91-312F-C50156962F3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3AB4AD1-13D3-3822-B745-24DF126C9FB5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1745A9F-5F2D-7950-7AA0-073620EF023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BD369A5E-CCE5-5339-C6E9-8B07CC6CC6E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795F07C2-861F-D485-500B-EAC4F364215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ACFF76A-05EA-271C-38CE-063BCC4BCE79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A838583-724F-E8BC-61D8-4F2743299A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0FB359BA-407D-BFE9-67AC-D91E98E9F4B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0F3A7AF-07EA-EF49-A45E-278A102DCFB9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98AB780-F904-6203-3BC4-F74E108E0992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083CD2C-9800-B5B0-981E-723CF78E857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3A40048-2C04-9548-84F5-F89BEE56E177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CEEA00-C8CA-3FAA-7A8C-2C0826BBD525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608930B1-1A00-71AF-1EDE-30C8AF3C6FE2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>
            <a:extLst>
              <a:ext uri="{FF2B5EF4-FFF2-40B4-BE49-F238E27FC236}">
                <a16:creationId xmlns:a16="http://schemas.microsoft.com/office/drawing/2014/main" id="{82A107A8-3FBF-F857-A38E-980BFED7472F}"/>
              </a:ext>
            </a:extLst>
          </p:cNvPr>
          <p:cNvSpPr txBox="1"/>
          <p:nvPr/>
        </p:nvSpPr>
        <p:spPr>
          <a:xfrm>
            <a:off x="2734687" y="1012723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 hidden="1">
            <a:extLst>
              <a:ext uri="{FF2B5EF4-FFF2-40B4-BE49-F238E27FC236}">
                <a16:creationId xmlns:a16="http://schemas.microsoft.com/office/drawing/2014/main" id="{D811F018-A98B-A5A8-6148-35647F9BDA83}"/>
              </a:ext>
            </a:extLst>
          </p:cNvPr>
          <p:cNvSpPr txBox="1"/>
          <p:nvPr/>
        </p:nvSpPr>
        <p:spPr>
          <a:xfrm>
            <a:off x="2697370" y="987429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18875B5D-59B1-9F40-F963-B089592CD990}"/>
              </a:ext>
            </a:extLst>
          </p:cNvPr>
          <p:cNvSpPr txBox="1"/>
          <p:nvPr/>
        </p:nvSpPr>
        <p:spPr>
          <a:xfrm>
            <a:off x="3761213" y="1030394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40EF94C1-8FA7-AD96-AAF7-FF1043E64705}"/>
              </a:ext>
            </a:extLst>
          </p:cNvPr>
          <p:cNvSpPr txBox="1"/>
          <p:nvPr/>
        </p:nvSpPr>
        <p:spPr>
          <a:xfrm>
            <a:off x="2464005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50E3636B-9FE4-D257-5CCF-11446AEBD1C9}"/>
              </a:ext>
            </a:extLst>
          </p:cNvPr>
          <p:cNvSpPr txBox="1"/>
          <p:nvPr/>
        </p:nvSpPr>
        <p:spPr>
          <a:xfrm>
            <a:off x="4048153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9545E9B5-8E16-7743-6432-A21694C49D75}"/>
              </a:ext>
            </a:extLst>
          </p:cNvPr>
          <p:cNvSpPr txBox="1"/>
          <p:nvPr/>
        </p:nvSpPr>
        <p:spPr>
          <a:xfrm>
            <a:off x="4447557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>
            <a:extLst>
              <a:ext uri="{FF2B5EF4-FFF2-40B4-BE49-F238E27FC236}">
                <a16:creationId xmlns:a16="http://schemas.microsoft.com/office/drawing/2014/main" id="{B14DF470-6348-F011-843B-87B5350E9F54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>
            <a:extLst>
              <a:ext uri="{FF2B5EF4-FFF2-40B4-BE49-F238E27FC236}">
                <a16:creationId xmlns:a16="http://schemas.microsoft.com/office/drawing/2014/main" id="{0793F042-EC8A-2F80-D80F-BD8CE2DCDA69}"/>
              </a:ext>
            </a:extLst>
          </p:cNvPr>
          <p:cNvSpPr txBox="1"/>
          <p:nvPr/>
        </p:nvSpPr>
        <p:spPr>
          <a:xfrm>
            <a:off x="255016" y="1671326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>
            <a:extLst>
              <a:ext uri="{FF2B5EF4-FFF2-40B4-BE49-F238E27FC236}">
                <a16:creationId xmlns:a16="http://schemas.microsoft.com/office/drawing/2014/main" id="{9694BF2C-7F5E-3CE4-9F61-61C0AA13A453}"/>
              </a:ext>
            </a:extLst>
          </p:cNvPr>
          <p:cNvSpPr txBox="1"/>
          <p:nvPr/>
        </p:nvSpPr>
        <p:spPr>
          <a:xfrm>
            <a:off x="403030" y="1954516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>
            <a:extLst>
              <a:ext uri="{FF2B5EF4-FFF2-40B4-BE49-F238E27FC236}">
                <a16:creationId xmlns:a16="http://schemas.microsoft.com/office/drawing/2014/main" id="{8880A9CE-F948-C13A-4F23-F5A77FB81C0A}"/>
              </a:ext>
            </a:extLst>
          </p:cNvPr>
          <p:cNvSpPr txBox="1"/>
          <p:nvPr/>
        </p:nvSpPr>
        <p:spPr>
          <a:xfrm>
            <a:off x="412863" y="2258251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>
            <a:extLst>
              <a:ext uri="{FF2B5EF4-FFF2-40B4-BE49-F238E27FC236}">
                <a16:creationId xmlns:a16="http://schemas.microsoft.com/office/drawing/2014/main" id="{200D4B41-14BC-B016-E24B-EFE04EE51389}"/>
              </a:ext>
            </a:extLst>
          </p:cNvPr>
          <p:cNvSpPr txBox="1"/>
          <p:nvPr/>
        </p:nvSpPr>
        <p:spPr>
          <a:xfrm>
            <a:off x="560656" y="2562181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>
            <a:extLst>
              <a:ext uri="{FF2B5EF4-FFF2-40B4-BE49-F238E27FC236}">
                <a16:creationId xmlns:a16="http://schemas.microsoft.com/office/drawing/2014/main" id="{480270B5-855F-DEFE-2207-89A58F9D2F91}"/>
              </a:ext>
            </a:extLst>
          </p:cNvPr>
          <p:cNvSpPr txBox="1"/>
          <p:nvPr/>
        </p:nvSpPr>
        <p:spPr>
          <a:xfrm>
            <a:off x="2055898" y="2542678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 hidden="1">
            <a:extLst>
              <a:ext uri="{FF2B5EF4-FFF2-40B4-BE49-F238E27FC236}">
                <a16:creationId xmlns:a16="http://schemas.microsoft.com/office/drawing/2014/main" id="{01EBD328-FB2A-0078-F933-4D5B9CA57BDB}"/>
              </a:ext>
            </a:extLst>
          </p:cNvPr>
          <p:cNvSpPr txBox="1"/>
          <p:nvPr/>
        </p:nvSpPr>
        <p:spPr>
          <a:xfrm>
            <a:off x="2128538" y="2431183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 hidden="1">
            <a:extLst>
              <a:ext uri="{FF2B5EF4-FFF2-40B4-BE49-F238E27FC236}">
                <a16:creationId xmlns:a16="http://schemas.microsoft.com/office/drawing/2014/main" id="{D06144D1-CD63-6607-46C5-7C95F9BC38C7}"/>
              </a:ext>
            </a:extLst>
          </p:cNvPr>
          <p:cNvSpPr txBox="1"/>
          <p:nvPr/>
        </p:nvSpPr>
        <p:spPr>
          <a:xfrm>
            <a:off x="805156" y="2740357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>
            <a:extLst>
              <a:ext uri="{FF2B5EF4-FFF2-40B4-BE49-F238E27FC236}">
                <a16:creationId xmlns:a16="http://schemas.microsoft.com/office/drawing/2014/main" id="{2D2E8641-FB3D-7EFF-718B-1AF2A86E441A}"/>
              </a:ext>
            </a:extLst>
          </p:cNvPr>
          <p:cNvSpPr txBox="1"/>
          <p:nvPr/>
        </p:nvSpPr>
        <p:spPr>
          <a:xfrm>
            <a:off x="568591" y="2932557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>
            <a:extLst>
              <a:ext uri="{FF2B5EF4-FFF2-40B4-BE49-F238E27FC236}">
                <a16:creationId xmlns:a16="http://schemas.microsoft.com/office/drawing/2014/main" id="{BA567428-8D75-F2BE-E897-61801DE04BF6}"/>
              </a:ext>
            </a:extLst>
          </p:cNvPr>
          <p:cNvSpPr txBox="1"/>
          <p:nvPr/>
        </p:nvSpPr>
        <p:spPr>
          <a:xfrm>
            <a:off x="396527" y="3166623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>
            <a:extLst>
              <a:ext uri="{FF2B5EF4-FFF2-40B4-BE49-F238E27FC236}">
                <a16:creationId xmlns:a16="http://schemas.microsoft.com/office/drawing/2014/main" id="{E0377F04-4E1E-D2EC-2B1C-87D2CB696CAC}"/>
              </a:ext>
            </a:extLst>
          </p:cNvPr>
          <p:cNvSpPr txBox="1"/>
          <p:nvPr/>
        </p:nvSpPr>
        <p:spPr>
          <a:xfrm>
            <a:off x="241917" y="3463898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 hidden="1">
            <a:extLst>
              <a:ext uri="{FF2B5EF4-FFF2-40B4-BE49-F238E27FC236}">
                <a16:creationId xmlns:a16="http://schemas.microsoft.com/office/drawing/2014/main" id="{936FF59F-4832-6719-14B9-BBF3F4272B8B}"/>
              </a:ext>
            </a:extLst>
          </p:cNvPr>
          <p:cNvSpPr txBox="1"/>
          <p:nvPr/>
        </p:nvSpPr>
        <p:spPr>
          <a:xfrm>
            <a:off x="273013" y="3839660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711F4752-8319-EE7D-7996-C8BF8472524D}"/>
              </a:ext>
            </a:extLst>
          </p:cNvPr>
          <p:cNvSpPr txBox="1"/>
          <p:nvPr/>
        </p:nvSpPr>
        <p:spPr>
          <a:xfrm>
            <a:off x="372976" y="4133065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login =</a:t>
            </a:r>
          </a:p>
        </p:txBody>
      </p:sp>
      <p:sp>
        <p:nvSpPr>
          <p:cNvPr id="40" name="useContext" hidden="1">
            <a:extLst>
              <a:ext uri="{FF2B5EF4-FFF2-40B4-BE49-F238E27FC236}">
                <a16:creationId xmlns:a16="http://schemas.microsoft.com/office/drawing/2014/main" id="{3AD6F1F0-62F4-B08B-ABFF-CFBBDD0F6B69}"/>
              </a:ext>
            </a:extLst>
          </p:cNvPr>
          <p:cNvSpPr txBox="1"/>
          <p:nvPr/>
        </p:nvSpPr>
        <p:spPr>
          <a:xfrm>
            <a:off x="1788346" y="4112730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4B5D1E97-6B35-7869-A148-E970C59F099F}"/>
              </a:ext>
            </a:extLst>
          </p:cNvPr>
          <p:cNvSpPr txBox="1"/>
          <p:nvPr/>
        </p:nvSpPr>
        <p:spPr>
          <a:xfrm>
            <a:off x="3042197" y="4132616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 hidden="1">
            <a:extLst>
              <a:ext uri="{FF2B5EF4-FFF2-40B4-BE49-F238E27FC236}">
                <a16:creationId xmlns:a16="http://schemas.microsoft.com/office/drawing/2014/main" id="{99F2516E-F075-7B91-F7D1-40CD0AAECAD6}"/>
              </a:ext>
            </a:extLst>
          </p:cNvPr>
          <p:cNvSpPr txBox="1"/>
          <p:nvPr/>
        </p:nvSpPr>
        <p:spPr>
          <a:xfrm>
            <a:off x="4392694" y="413261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 hidden="1">
            <a:extLst>
              <a:ext uri="{FF2B5EF4-FFF2-40B4-BE49-F238E27FC236}">
                <a16:creationId xmlns:a16="http://schemas.microsoft.com/office/drawing/2014/main" id="{ADAB2736-9306-8B39-E9B1-98C513AF28CA}"/>
              </a:ext>
            </a:extLst>
          </p:cNvPr>
          <p:cNvSpPr txBox="1"/>
          <p:nvPr/>
        </p:nvSpPr>
        <p:spPr>
          <a:xfrm>
            <a:off x="372976" y="441747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 hidden="1">
            <a:extLst>
              <a:ext uri="{FF2B5EF4-FFF2-40B4-BE49-F238E27FC236}">
                <a16:creationId xmlns:a16="http://schemas.microsoft.com/office/drawing/2014/main" id="{D25BF20D-9D35-561F-CD3B-3C1F2F1EB7F2}"/>
              </a:ext>
            </a:extLst>
          </p:cNvPr>
          <p:cNvSpPr txBox="1"/>
          <p:nvPr/>
        </p:nvSpPr>
        <p:spPr>
          <a:xfrm>
            <a:off x="599428" y="470234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 hidden="1">
            <a:extLst>
              <a:ext uri="{FF2B5EF4-FFF2-40B4-BE49-F238E27FC236}">
                <a16:creationId xmlns:a16="http://schemas.microsoft.com/office/drawing/2014/main" id="{31BC45AE-5B47-238A-73DA-40171300692B}"/>
              </a:ext>
            </a:extLst>
          </p:cNvPr>
          <p:cNvSpPr txBox="1"/>
          <p:nvPr/>
        </p:nvSpPr>
        <p:spPr>
          <a:xfrm>
            <a:off x="838353" y="4972088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9" name="text" hidden="1">
            <a:extLst>
              <a:ext uri="{FF2B5EF4-FFF2-40B4-BE49-F238E27FC236}">
                <a16:creationId xmlns:a16="http://schemas.microsoft.com/office/drawing/2014/main" id="{7E03DE06-3D93-7FC1-75FB-075F96108BAB}"/>
              </a:ext>
            </a:extLst>
          </p:cNvPr>
          <p:cNvSpPr txBox="1"/>
          <p:nvPr/>
        </p:nvSpPr>
        <p:spPr>
          <a:xfrm>
            <a:off x="971528" y="4976503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login</a:t>
            </a:r>
          </a:p>
        </p:txBody>
      </p:sp>
      <p:sp>
        <p:nvSpPr>
          <p:cNvPr id="24" name="text-1" hidden="1">
            <a:extLst>
              <a:ext uri="{FF2B5EF4-FFF2-40B4-BE49-F238E27FC236}">
                <a16:creationId xmlns:a16="http://schemas.microsoft.com/office/drawing/2014/main" id="{413DD55D-95C7-D4EF-A3F7-ED0D05C0C298}"/>
              </a:ext>
            </a:extLst>
          </p:cNvPr>
          <p:cNvSpPr txBox="1"/>
          <p:nvPr/>
        </p:nvSpPr>
        <p:spPr>
          <a:xfrm>
            <a:off x="1521607" y="4974341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 hidden="1">
            <a:extLst>
              <a:ext uri="{FF2B5EF4-FFF2-40B4-BE49-F238E27FC236}">
                <a16:creationId xmlns:a16="http://schemas.microsoft.com/office/drawing/2014/main" id="{C714B359-76EF-ED74-472D-C13A5118CC72}"/>
              </a:ext>
            </a:extLst>
          </p:cNvPr>
          <p:cNvSpPr txBox="1"/>
          <p:nvPr/>
        </p:nvSpPr>
        <p:spPr>
          <a:xfrm>
            <a:off x="2222554" y="4968611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 hidden="1">
            <a:extLst>
              <a:ext uri="{FF2B5EF4-FFF2-40B4-BE49-F238E27FC236}">
                <a16:creationId xmlns:a16="http://schemas.microsoft.com/office/drawing/2014/main" id="{4F2E42EA-C4D5-37C8-7971-78F1406A39C0}"/>
              </a:ext>
            </a:extLst>
          </p:cNvPr>
          <p:cNvSpPr txBox="1"/>
          <p:nvPr/>
        </p:nvSpPr>
        <p:spPr>
          <a:xfrm>
            <a:off x="656540" y="5280235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 hidden="1">
            <a:extLst>
              <a:ext uri="{FF2B5EF4-FFF2-40B4-BE49-F238E27FC236}">
                <a16:creationId xmlns:a16="http://schemas.microsoft.com/office/drawing/2014/main" id="{47052608-81F0-D655-BD59-C556417BF090}"/>
              </a:ext>
            </a:extLst>
          </p:cNvPr>
          <p:cNvSpPr txBox="1"/>
          <p:nvPr/>
        </p:nvSpPr>
        <p:spPr>
          <a:xfrm>
            <a:off x="444326" y="551284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 hidden="1">
            <a:extLst>
              <a:ext uri="{FF2B5EF4-FFF2-40B4-BE49-F238E27FC236}">
                <a16:creationId xmlns:a16="http://schemas.microsoft.com/office/drawing/2014/main" id="{F099DCE0-FDCC-5BEE-94A7-B6E08DBE18D2}"/>
              </a:ext>
            </a:extLst>
          </p:cNvPr>
          <p:cNvSpPr txBox="1"/>
          <p:nvPr/>
        </p:nvSpPr>
        <p:spPr>
          <a:xfrm>
            <a:off x="288734" y="591986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84579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0A7D1-7DD1-971D-20DC-DDF3E5EB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0B1D780C-0BE4-AFB8-162F-88D220BDA8ED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5697083-629D-F9EB-932B-0F299030572E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4CFCE23-A4A2-9C85-9D0F-8598EAD2FEE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E87E80E-CD06-1B26-259C-997DFEB8C56A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A158D99-7541-041E-09FA-CCF07B61118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A75D731-70D6-A519-CA75-40247775E210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0FB331D-0A9D-0CB1-27A3-1C767B5A4B25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3E173C4-CB07-33D6-E3D4-E900BBA06B7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3020D28-B22A-D135-961D-6246F9FDFFB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F9EB568-CC3A-6099-1345-D28F0E9FCB6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8CDBABC-D2E6-ACE0-E2BC-71CD099F293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48AFCB5-ADB9-FDCC-5477-6B6142777759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F46F061-5CA4-2B48-9B3C-356509F090D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EDB1D07-C55E-8203-EEFA-8E5F740A9E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635A3CF7-166E-49FA-82D4-CD4F0BECD721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9BC3824-0D55-0A3F-7291-8E8F0D20A297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17FBFE5-CFFA-E82C-F5C2-B1553F3E82E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B53575CD-E860-CA63-941D-844F8529482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7E6E389-E052-7CA1-9ECD-1488F7BCD4CE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2C870-D76F-CCD6-ABB7-6E9C6EF7CA72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26998373-4C89-0424-02FE-0961CBD16FF3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>
            <a:extLst>
              <a:ext uri="{FF2B5EF4-FFF2-40B4-BE49-F238E27FC236}">
                <a16:creationId xmlns:a16="http://schemas.microsoft.com/office/drawing/2014/main" id="{90C5E89D-67D1-8A24-2A89-1936CD29011D}"/>
              </a:ext>
            </a:extLst>
          </p:cNvPr>
          <p:cNvSpPr txBox="1"/>
          <p:nvPr/>
        </p:nvSpPr>
        <p:spPr>
          <a:xfrm>
            <a:off x="2734687" y="1012723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 hidden="1">
            <a:extLst>
              <a:ext uri="{FF2B5EF4-FFF2-40B4-BE49-F238E27FC236}">
                <a16:creationId xmlns:a16="http://schemas.microsoft.com/office/drawing/2014/main" id="{257D83A8-7C93-CC80-7C24-E47C236D39E7}"/>
              </a:ext>
            </a:extLst>
          </p:cNvPr>
          <p:cNvSpPr txBox="1"/>
          <p:nvPr/>
        </p:nvSpPr>
        <p:spPr>
          <a:xfrm>
            <a:off x="2697370" y="987429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A30597FA-F17A-59D2-E20B-20B2EB83EB02}"/>
              </a:ext>
            </a:extLst>
          </p:cNvPr>
          <p:cNvSpPr txBox="1"/>
          <p:nvPr/>
        </p:nvSpPr>
        <p:spPr>
          <a:xfrm>
            <a:off x="3761213" y="1030394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CDBBEA6B-F6CA-97F5-0FD6-F0F3EC5EC5BC}"/>
              </a:ext>
            </a:extLst>
          </p:cNvPr>
          <p:cNvSpPr txBox="1"/>
          <p:nvPr/>
        </p:nvSpPr>
        <p:spPr>
          <a:xfrm>
            <a:off x="2464005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4D4953CF-7382-2B0A-01A8-713311073EC8}"/>
              </a:ext>
            </a:extLst>
          </p:cNvPr>
          <p:cNvSpPr txBox="1"/>
          <p:nvPr/>
        </p:nvSpPr>
        <p:spPr>
          <a:xfrm>
            <a:off x="4048153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A2CECFB7-3F26-20E2-40CA-F0FE5DA95184}"/>
              </a:ext>
            </a:extLst>
          </p:cNvPr>
          <p:cNvSpPr txBox="1"/>
          <p:nvPr/>
        </p:nvSpPr>
        <p:spPr>
          <a:xfrm>
            <a:off x="4447557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>
            <a:extLst>
              <a:ext uri="{FF2B5EF4-FFF2-40B4-BE49-F238E27FC236}">
                <a16:creationId xmlns:a16="http://schemas.microsoft.com/office/drawing/2014/main" id="{3AB851D2-FE3C-1AFC-334A-1CFB09A250DF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>
            <a:extLst>
              <a:ext uri="{FF2B5EF4-FFF2-40B4-BE49-F238E27FC236}">
                <a16:creationId xmlns:a16="http://schemas.microsoft.com/office/drawing/2014/main" id="{1A9EEBD9-6C7F-B993-DB45-DACC41B58B26}"/>
              </a:ext>
            </a:extLst>
          </p:cNvPr>
          <p:cNvSpPr txBox="1"/>
          <p:nvPr/>
        </p:nvSpPr>
        <p:spPr>
          <a:xfrm>
            <a:off x="255016" y="1671326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>
            <a:extLst>
              <a:ext uri="{FF2B5EF4-FFF2-40B4-BE49-F238E27FC236}">
                <a16:creationId xmlns:a16="http://schemas.microsoft.com/office/drawing/2014/main" id="{2A1E3144-E9CE-C77B-A327-07C2ACD97F4B}"/>
              </a:ext>
            </a:extLst>
          </p:cNvPr>
          <p:cNvSpPr txBox="1"/>
          <p:nvPr/>
        </p:nvSpPr>
        <p:spPr>
          <a:xfrm>
            <a:off x="403030" y="1954516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>
            <a:extLst>
              <a:ext uri="{FF2B5EF4-FFF2-40B4-BE49-F238E27FC236}">
                <a16:creationId xmlns:a16="http://schemas.microsoft.com/office/drawing/2014/main" id="{F8262288-7397-7FEC-1B17-B5028BB38957}"/>
              </a:ext>
            </a:extLst>
          </p:cNvPr>
          <p:cNvSpPr txBox="1"/>
          <p:nvPr/>
        </p:nvSpPr>
        <p:spPr>
          <a:xfrm>
            <a:off x="412863" y="2258251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>
            <a:extLst>
              <a:ext uri="{FF2B5EF4-FFF2-40B4-BE49-F238E27FC236}">
                <a16:creationId xmlns:a16="http://schemas.microsoft.com/office/drawing/2014/main" id="{56A860FF-19F6-7FB3-FD38-E957CD2330F5}"/>
              </a:ext>
            </a:extLst>
          </p:cNvPr>
          <p:cNvSpPr txBox="1"/>
          <p:nvPr/>
        </p:nvSpPr>
        <p:spPr>
          <a:xfrm>
            <a:off x="560656" y="2562181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>
            <a:extLst>
              <a:ext uri="{FF2B5EF4-FFF2-40B4-BE49-F238E27FC236}">
                <a16:creationId xmlns:a16="http://schemas.microsoft.com/office/drawing/2014/main" id="{16AEADF8-7F76-84FF-B443-C5FE73D9D34D}"/>
              </a:ext>
            </a:extLst>
          </p:cNvPr>
          <p:cNvSpPr txBox="1"/>
          <p:nvPr/>
        </p:nvSpPr>
        <p:spPr>
          <a:xfrm>
            <a:off x="4220856" y="2562181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>
            <a:extLst>
              <a:ext uri="{FF2B5EF4-FFF2-40B4-BE49-F238E27FC236}">
                <a16:creationId xmlns:a16="http://schemas.microsoft.com/office/drawing/2014/main" id="{D820C0D4-41AC-A387-B03E-E2501056CFE9}"/>
              </a:ext>
            </a:extLst>
          </p:cNvPr>
          <p:cNvSpPr txBox="1"/>
          <p:nvPr/>
        </p:nvSpPr>
        <p:spPr>
          <a:xfrm>
            <a:off x="2060415" y="2547314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 hidden="1">
            <a:extLst>
              <a:ext uri="{FF2B5EF4-FFF2-40B4-BE49-F238E27FC236}">
                <a16:creationId xmlns:a16="http://schemas.microsoft.com/office/drawing/2014/main" id="{BE326209-A326-FBA2-074D-419BBB4297EB}"/>
              </a:ext>
            </a:extLst>
          </p:cNvPr>
          <p:cNvSpPr txBox="1"/>
          <p:nvPr/>
        </p:nvSpPr>
        <p:spPr>
          <a:xfrm>
            <a:off x="805156" y="2740357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>
            <a:extLst>
              <a:ext uri="{FF2B5EF4-FFF2-40B4-BE49-F238E27FC236}">
                <a16:creationId xmlns:a16="http://schemas.microsoft.com/office/drawing/2014/main" id="{448FF0E3-EBBE-66C8-1E81-B0187921B5F5}"/>
              </a:ext>
            </a:extLst>
          </p:cNvPr>
          <p:cNvSpPr txBox="1"/>
          <p:nvPr/>
        </p:nvSpPr>
        <p:spPr>
          <a:xfrm>
            <a:off x="568591" y="2932557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>
            <a:extLst>
              <a:ext uri="{FF2B5EF4-FFF2-40B4-BE49-F238E27FC236}">
                <a16:creationId xmlns:a16="http://schemas.microsoft.com/office/drawing/2014/main" id="{654F23FE-0839-5082-2543-0FDAFE268F19}"/>
              </a:ext>
            </a:extLst>
          </p:cNvPr>
          <p:cNvSpPr txBox="1"/>
          <p:nvPr/>
        </p:nvSpPr>
        <p:spPr>
          <a:xfrm>
            <a:off x="396527" y="3166623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>
            <a:extLst>
              <a:ext uri="{FF2B5EF4-FFF2-40B4-BE49-F238E27FC236}">
                <a16:creationId xmlns:a16="http://schemas.microsoft.com/office/drawing/2014/main" id="{B19D9A06-EDF9-7EDA-B1EA-3FA79EA754BF}"/>
              </a:ext>
            </a:extLst>
          </p:cNvPr>
          <p:cNvSpPr txBox="1"/>
          <p:nvPr/>
        </p:nvSpPr>
        <p:spPr>
          <a:xfrm>
            <a:off x="241917" y="3463898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 hidden="1">
            <a:extLst>
              <a:ext uri="{FF2B5EF4-FFF2-40B4-BE49-F238E27FC236}">
                <a16:creationId xmlns:a16="http://schemas.microsoft.com/office/drawing/2014/main" id="{C3B5A2C2-0F27-AF1C-B187-0892492D59ED}"/>
              </a:ext>
            </a:extLst>
          </p:cNvPr>
          <p:cNvSpPr txBox="1"/>
          <p:nvPr/>
        </p:nvSpPr>
        <p:spPr>
          <a:xfrm>
            <a:off x="273013" y="3839660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AB1F7D37-6F5A-00F9-1AC8-EF1E2F8AFE1C}"/>
              </a:ext>
            </a:extLst>
          </p:cNvPr>
          <p:cNvSpPr txBox="1"/>
          <p:nvPr/>
        </p:nvSpPr>
        <p:spPr>
          <a:xfrm>
            <a:off x="372976" y="4133065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login =</a:t>
            </a:r>
          </a:p>
        </p:txBody>
      </p:sp>
      <p:sp>
        <p:nvSpPr>
          <p:cNvPr id="40" name="useContext" hidden="1">
            <a:extLst>
              <a:ext uri="{FF2B5EF4-FFF2-40B4-BE49-F238E27FC236}">
                <a16:creationId xmlns:a16="http://schemas.microsoft.com/office/drawing/2014/main" id="{339CD2BD-D0E7-A989-9E4E-DCDEF69BE206}"/>
              </a:ext>
            </a:extLst>
          </p:cNvPr>
          <p:cNvSpPr txBox="1"/>
          <p:nvPr/>
        </p:nvSpPr>
        <p:spPr>
          <a:xfrm>
            <a:off x="1788346" y="4112730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78F7D0AC-ECAD-B1B1-4D21-E85BEC446932}"/>
              </a:ext>
            </a:extLst>
          </p:cNvPr>
          <p:cNvSpPr txBox="1"/>
          <p:nvPr/>
        </p:nvSpPr>
        <p:spPr>
          <a:xfrm>
            <a:off x="3042197" y="4132616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 hidden="1">
            <a:extLst>
              <a:ext uri="{FF2B5EF4-FFF2-40B4-BE49-F238E27FC236}">
                <a16:creationId xmlns:a16="http://schemas.microsoft.com/office/drawing/2014/main" id="{3D9A4D2F-04D2-3A4A-6BB8-920588712C68}"/>
              </a:ext>
            </a:extLst>
          </p:cNvPr>
          <p:cNvSpPr txBox="1"/>
          <p:nvPr/>
        </p:nvSpPr>
        <p:spPr>
          <a:xfrm>
            <a:off x="4392694" y="413261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 hidden="1">
            <a:extLst>
              <a:ext uri="{FF2B5EF4-FFF2-40B4-BE49-F238E27FC236}">
                <a16:creationId xmlns:a16="http://schemas.microsoft.com/office/drawing/2014/main" id="{72E970E0-029A-D453-BAE1-2E4FEF455DEF}"/>
              </a:ext>
            </a:extLst>
          </p:cNvPr>
          <p:cNvSpPr txBox="1"/>
          <p:nvPr/>
        </p:nvSpPr>
        <p:spPr>
          <a:xfrm>
            <a:off x="372976" y="441747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 hidden="1">
            <a:extLst>
              <a:ext uri="{FF2B5EF4-FFF2-40B4-BE49-F238E27FC236}">
                <a16:creationId xmlns:a16="http://schemas.microsoft.com/office/drawing/2014/main" id="{A482FFE9-8EA5-D68A-C8DA-5F9AA96AA96D}"/>
              </a:ext>
            </a:extLst>
          </p:cNvPr>
          <p:cNvSpPr txBox="1"/>
          <p:nvPr/>
        </p:nvSpPr>
        <p:spPr>
          <a:xfrm>
            <a:off x="599428" y="470234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 hidden="1">
            <a:extLst>
              <a:ext uri="{FF2B5EF4-FFF2-40B4-BE49-F238E27FC236}">
                <a16:creationId xmlns:a16="http://schemas.microsoft.com/office/drawing/2014/main" id="{06BA9A81-7AB5-28C7-6859-175A23B0B729}"/>
              </a:ext>
            </a:extLst>
          </p:cNvPr>
          <p:cNvSpPr txBox="1"/>
          <p:nvPr/>
        </p:nvSpPr>
        <p:spPr>
          <a:xfrm>
            <a:off x="838353" y="4972088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{</a:t>
            </a:r>
          </a:p>
        </p:txBody>
      </p:sp>
      <p:sp>
        <p:nvSpPr>
          <p:cNvPr id="39" name="text" hidden="1">
            <a:extLst>
              <a:ext uri="{FF2B5EF4-FFF2-40B4-BE49-F238E27FC236}">
                <a16:creationId xmlns:a16="http://schemas.microsoft.com/office/drawing/2014/main" id="{A60977E3-C0F6-5EE2-991F-76B86DAD66C0}"/>
              </a:ext>
            </a:extLst>
          </p:cNvPr>
          <p:cNvSpPr txBox="1"/>
          <p:nvPr/>
        </p:nvSpPr>
        <p:spPr>
          <a:xfrm>
            <a:off x="971528" y="4976503"/>
            <a:ext cx="73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login</a:t>
            </a:r>
          </a:p>
        </p:txBody>
      </p:sp>
      <p:sp>
        <p:nvSpPr>
          <p:cNvPr id="24" name="text-1" hidden="1">
            <a:extLst>
              <a:ext uri="{FF2B5EF4-FFF2-40B4-BE49-F238E27FC236}">
                <a16:creationId xmlns:a16="http://schemas.microsoft.com/office/drawing/2014/main" id="{E492010F-8E18-5F13-3AB0-28662A91963C}"/>
              </a:ext>
            </a:extLst>
          </p:cNvPr>
          <p:cNvSpPr txBox="1"/>
          <p:nvPr/>
        </p:nvSpPr>
        <p:spPr>
          <a:xfrm>
            <a:off x="1521607" y="4974341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 hidden="1">
            <a:extLst>
              <a:ext uri="{FF2B5EF4-FFF2-40B4-BE49-F238E27FC236}">
                <a16:creationId xmlns:a16="http://schemas.microsoft.com/office/drawing/2014/main" id="{F5D8D3BC-F53C-0B1C-AD8D-EDA3FB1DA038}"/>
              </a:ext>
            </a:extLst>
          </p:cNvPr>
          <p:cNvSpPr txBox="1"/>
          <p:nvPr/>
        </p:nvSpPr>
        <p:spPr>
          <a:xfrm>
            <a:off x="2222554" y="4968611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 hidden="1">
            <a:extLst>
              <a:ext uri="{FF2B5EF4-FFF2-40B4-BE49-F238E27FC236}">
                <a16:creationId xmlns:a16="http://schemas.microsoft.com/office/drawing/2014/main" id="{CBE86ECD-1B99-6345-1FED-53AC81E85C8B}"/>
              </a:ext>
            </a:extLst>
          </p:cNvPr>
          <p:cNvSpPr txBox="1"/>
          <p:nvPr/>
        </p:nvSpPr>
        <p:spPr>
          <a:xfrm>
            <a:off x="656540" y="5280235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 hidden="1">
            <a:extLst>
              <a:ext uri="{FF2B5EF4-FFF2-40B4-BE49-F238E27FC236}">
                <a16:creationId xmlns:a16="http://schemas.microsoft.com/office/drawing/2014/main" id="{0C2BACB3-4BB8-95BA-8BB7-6B8C09AFCB18}"/>
              </a:ext>
            </a:extLst>
          </p:cNvPr>
          <p:cNvSpPr txBox="1"/>
          <p:nvPr/>
        </p:nvSpPr>
        <p:spPr>
          <a:xfrm>
            <a:off x="444326" y="551284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 hidden="1">
            <a:extLst>
              <a:ext uri="{FF2B5EF4-FFF2-40B4-BE49-F238E27FC236}">
                <a16:creationId xmlns:a16="http://schemas.microsoft.com/office/drawing/2014/main" id="{FA548B1E-0182-B5FC-E97C-76875A247CA3}"/>
              </a:ext>
            </a:extLst>
          </p:cNvPr>
          <p:cNvSpPr txBox="1"/>
          <p:nvPr/>
        </p:nvSpPr>
        <p:spPr>
          <a:xfrm>
            <a:off x="288734" y="591986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06617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E820A-A6E0-983F-8327-8D60F7607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9CC9F83C-A0DD-F76D-E56B-41DFBA70CB9E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8530AD-6AA6-772A-F663-4923825050A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5B8EF10-807D-D103-73EA-BC85CABC335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71BE8FD-6BA2-1965-6D3B-B875DECFB4B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FE4BB18B-6AA0-4B2D-F36F-CAC5F0746D2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129B2FD-0799-33F6-C3AD-7A80B6A175AA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23E449E-725B-C0C6-8198-C21057E6856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BDBA323-084B-BB6F-07BE-DC0E9578D95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8AE603C-1BCC-D4A9-39B3-FA792425E994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DEEBA44-624D-4031-AA2F-1436603F7DEA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7216845-F11B-E49E-5472-31822C8633AD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AD684CBB-5F35-68C5-F06F-E8FAC2F2F3B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8A567FE-2EE5-77A6-46E4-2B70DAFC87B8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12812B54-0C8C-F3BE-E561-63DE3A3F5F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8EADF8F-A38A-C3EB-C83A-9D27D9D61FC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BC4D2A5-07CF-3F31-CD5C-95B65C17194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C020B42-4F6E-D841-46C0-39E20C4DEDE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F40C717-AFE7-87DE-4FF2-1B2EBA7B9ED8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36F974F-B725-B009-9911-176C9D558BD3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F2229A-0E7F-547C-2C47-6BD392B900B4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F28A7CB0-6974-1F19-26BE-3D60650B1EBF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>
            <a:extLst>
              <a:ext uri="{FF2B5EF4-FFF2-40B4-BE49-F238E27FC236}">
                <a16:creationId xmlns:a16="http://schemas.microsoft.com/office/drawing/2014/main" id="{4E98047A-7B0F-9F64-2E16-AFAEB47579BC}"/>
              </a:ext>
            </a:extLst>
          </p:cNvPr>
          <p:cNvSpPr txBox="1"/>
          <p:nvPr/>
        </p:nvSpPr>
        <p:spPr>
          <a:xfrm>
            <a:off x="2752367" y="1003179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 hidden="1">
            <a:extLst>
              <a:ext uri="{FF2B5EF4-FFF2-40B4-BE49-F238E27FC236}">
                <a16:creationId xmlns:a16="http://schemas.microsoft.com/office/drawing/2014/main" id="{1198FDDA-40A6-261F-6099-012ED09E7EF6}"/>
              </a:ext>
            </a:extLst>
          </p:cNvPr>
          <p:cNvSpPr txBox="1"/>
          <p:nvPr/>
        </p:nvSpPr>
        <p:spPr>
          <a:xfrm>
            <a:off x="2732441" y="1009237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79C05775-47C1-D0F7-DDC3-CA4B081D1C08}"/>
              </a:ext>
            </a:extLst>
          </p:cNvPr>
          <p:cNvSpPr txBox="1"/>
          <p:nvPr/>
        </p:nvSpPr>
        <p:spPr>
          <a:xfrm>
            <a:off x="3778893" y="1020850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E4728980-8655-BA2D-1DB4-AA80010E118F}"/>
              </a:ext>
            </a:extLst>
          </p:cNvPr>
          <p:cNvSpPr txBox="1"/>
          <p:nvPr/>
        </p:nvSpPr>
        <p:spPr>
          <a:xfrm>
            <a:off x="2464005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16D5166B-2C67-2B2C-D6B4-FE3F4EC8696D}"/>
              </a:ext>
            </a:extLst>
          </p:cNvPr>
          <p:cNvSpPr txBox="1"/>
          <p:nvPr/>
        </p:nvSpPr>
        <p:spPr>
          <a:xfrm>
            <a:off x="4048153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44A5F3E1-73A3-DF7A-B7AE-5D4F43E25C5E}"/>
              </a:ext>
            </a:extLst>
          </p:cNvPr>
          <p:cNvSpPr txBox="1"/>
          <p:nvPr/>
        </p:nvSpPr>
        <p:spPr>
          <a:xfrm>
            <a:off x="4447557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>
            <a:extLst>
              <a:ext uri="{FF2B5EF4-FFF2-40B4-BE49-F238E27FC236}">
                <a16:creationId xmlns:a16="http://schemas.microsoft.com/office/drawing/2014/main" id="{5FF5A278-CE9B-F64D-A9A9-631B4AD7AACA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>
            <a:extLst>
              <a:ext uri="{FF2B5EF4-FFF2-40B4-BE49-F238E27FC236}">
                <a16:creationId xmlns:a16="http://schemas.microsoft.com/office/drawing/2014/main" id="{7C8B8051-8555-BA87-02FF-1F238F5BF966}"/>
              </a:ext>
            </a:extLst>
          </p:cNvPr>
          <p:cNvSpPr txBox="1"/>
          <p:nvPr/>
        </p:nvSpPr>
        <p:spPr>
          <a:xfrm>
            <a:off x="255016" y="1671326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>
            <a:extLst>
              <a:ext uri="{FF2B5EF4-FFF2-40B4-BE49-F238E27FC236}">
                <a16:creationId xmlns:a16="http://schemas.microsoft.com/office/drawing/2014/main" id="{1F462175-FFAE-5E6F-60D4-4C9ECF9ADF07}"/>
              </a:ext>
            </a:extLst>
          </p:cNvPr>
          <p:cNvSpPr txBox="1"/>
          <p:nvPr/>
        </p:nvSpPr>
        <p:spPr>
          <a:xfrm>
            <a:off x="403030" y="1954516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>
            <a:extLst>
              <a:ext uri="{FF2B5EF4-FFF2-40B4-BE49-F238E27FC236}">
                <a16:creationId xmlns:a16="http://schemas.microsoft.com/office/drawing/2014/main" id="{5E8F74E2-F8C9-8345-7CE3-D3293236EBED}"/>
              </a:ext>
            </a:extLst>
          </p:cNvPr>
          <p:cNvSpPr txBox="1"/>
          <p:nvPr/>
        </p:nvSpPr>
        <p:spPr>
          <a:xfrm>
            <a:off x="412863" y="2258251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>
            <a:extLst>
              <a:ext uri="{FF2B5EF4-FFF2-40B4-BE49-F238E27FC236}">
                <a16:creationId xmlns:a16="http://schemas.microsoft.com/office/drawing/2014/main" id="{0F35DFF3-7A65-3419-B578-2D8825BE1D5F}"/>
              </a:ext>
            </a:extLst>
          </p:cNvPr>
          <p:cNvSpPr txBox="1"/>
          <p:nvPr/>
        </p:nvSpPr>
        <p:spPr>
          <a:xfrm>
            <a:off x="560656" y="2562181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>
            <a:extLst>
              <a:ext uri="{FF2B5EF4-FFF2-40B4-BE49-F238E27FC236}">
                <a16:creationId xmlns:a16="http://schemas.microsoft.com/office/drawing/2014/main" id="{05EAB2F2-CA98-2F82-9107-93341BF6A777}"/>
              </a:ext>
            </a:extLst>
          </p:cNvPr>
          <p:cNvSpPr txBox="1"/>
          <p:nvPr/>
        </p:nvSpPr>
        <p:spPr>
          <a:xfrm>
            <a:off x="4220856" y="2562181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>
            <a:extLst>
              <a:ext uri="{FF2B5EF4-FFF2-40B4-BE49-F238E27FC236}">
                <a16:creationId xmlns:a16="http://schemas.microsoft.com/office/drawing/2014/main" id="{D5324C7E-D88D-7015-737E-94C3D5DAE662}"/>
              </a:ext>
            </a:extLst>
          </p:cNvPr>
          <p:cNvSpPr txBox="1"/>
          <p:nvPr/>
        </p:nvSpPr>
        <p:spPr>
          <a:xfrm>
            <a:off x="2060415" y="2547314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>
            <a:extLst>
              <a:ext uri="{FF2B5EF4-FFF2-40B4-BE49-F238E27FC236}">
                <a16:creationId xmlns:a16="http://schemas.microsoft.com/office/drawing/2014/main" id="{67402674-D67C-0582-76D1-43E184C341A8}"/>
              </a:ext>
            </a:extLst>
          </p:cNvPr>
          <p:cNvSpPr txBox="1"/>
          <p:nvPr/>
        </p:nvSpPr>
        <p:spPr>
          <a:xfrm>
            <a:off x="805156" y="2858341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>
            <a:extLst>
              <a:ext uri="{FF2B5EF4-FFF2-40B4-BE49-F238E27FC236}">
                <a16:creationId xmlns:a16="http://schemas.microsoft.com/office/drawing/2014/main" id="{0134331F-EED6-853C-31FE-19113A4B2122}"/>
              </a:ext>
            </a:extLst>
          </p:cNvPr>
          <p:cNvSpPr txBox="1"/>
          <p:nvPr/>
        </p:nvSpPr>
        <p:spPr>
          <a:xfrm>
            <a:off x="568591" y="3139031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>
            <a:extLst>
              <a:ext uri="{FF2B5EF4-FFF2-40B4-BE49-F238E27FC236}">
                <a16:creationId xmlns:a16="http://schemas.microsoft.com/office/drawing/2014/main" id="{CDD1CACF-86C9-49FF-909F-229E886F8FD3}"/>
              </a:ext>
            </a:extLst>
          </p:cNvPr>
          <p:cNvSpPr txBox="1"/>
          <p:nvPr/>
        </p:nvSpPr>
        <p:spPr>
          <a:xfrm>
            <a:off x="396527" y="3373097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>
            <a:extLst>
              <a:ext uri="{FF2B5EF4-FFF2-40B4-BE49-F238E27FC236}">
                <a16:creationId xmlns:a16="http://schemas.microsoft.com/office/drawing/2014/main" id="{FB798C99-205B-7ABD-E83A-27E97F515075}"/>
              </a:ext>
            </a:extLst>
          </p:cNvPr>
          <p:cNvSpPr txBox="1"/>
          <p:nvPr/>
        </p:nvSpPr>
        <p:spPr>
          <a:xfrm>
            <a:off x="241917" y="3670372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>
            <a:extLst>
              <a:ext uri="{FF2B5EF4-FFF2-40B4-BE49-F238E27FC236}">
                <a16:creationId xmlns:a16="http://schemas.microsoft.com/office/drawing/2014/main" id="{998CEA6E-2058-5111-6B9B-4DC511DFCF65}"/>
              </a:ext>
            </a:extLst>
          </p:cNvPr>
          <p:cNvSpPr txBox="1"/>
          <p:nvPr/>
        </p:nvSpPr>
        <p:spPr>
          <a:xfrm>
            <a:off x="228507" y="3939806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D5F8ACE2-9C9E-DF38-D83F-9AF60A24AA9E}"/>
              </a:ext>
            </a:extLst>
          </p:cNvPr>
          <p:cNvSpPr txBox="1"/>
          <p:nvPr/>
        </p:nvSpPr>
        <p:spPr>
          <a:xfrm>
            <a:off x="328733" y="4241871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 =</a:t>
            </a:r>
          </a:p>
        </p:txBody>
      </p:sp>
      <p:sp>
        <p:nvSpPr>
          <p:cNvPr id="40" name="useContext" hidden="1">
            <a:extLst>
              <a:ext uri="{FF2B5EF4-FFF2-40B4-BE49-F238E27FC236}">
                <a16:creationId xmlns:a16="http://schemas.microsoft.com/office/drawing/2014/main" id="{30DA4540-7815-24B1-0044-4E50FEE51641}"/>
              </a:ext>
            </a:extLst>
          </p:cNvPr>
          <p:cNvSpPr txBox="1"/>
          <p:nvPr/>
        </p:nvSpPr>
        <p:spPr>
          <a:xfrm>
            <a:off x="2354242" y="4221811"/>
            <a:ext cx="1944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ECF7D6A0-052C-A19A-5045-AEA6F6335B1C}"/>
              </a:ext>
            </a:extLst>
          </p:cNvPr>
          <p:cNvSpPr txBox="1"/>
          <p:nvPr/>
        </p:nvSpPr>
        <p:spPr>
          <a:xfrm>
            <a:off x="3674135" y="4243221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 hidden="1">
            <a:extLst>
              <a:ext uri="{FF2B5EF4-FFF2-40B4-BE49-F238E27FC236}">
                <a16:creationId xmlns:a16="http://schemas.microsoft.com/office/drawing/2014/main" id="{36AFB646-E0F0-6B1E-4A12-610AEDF2E226}"/>
              </a:ext>
            </a:extLst>
          </p:cNvPr>
          <p:cNvSpPr txBox="1"/>
          <p:nvPr/>
        </p:nvSpPr>
        <p:spPr>
          <a:xfrm>
            <a:off x="5037545" y="423731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>
            <a:extLst>
              <a:ext uri="{FF2B5EF4-FFF2-40B4-BE49-F238E27FC236}">
                <a16:creationId xmlns:a16="http://schemas.microsoft.com/office/drawing/2014/main" id="{5871E7CB-D18C-E427-5842-78D59BA6E1DC}"/>
              </a:ext>
            </a:extLst>
          </p:cNvPr>
          <p:cNvSpPr txBox="1"/>
          <p:nvPr/>
        </p:nvSpPr>
        <p:spPr>
          <a:xfrm>
            <a:off x="341979" y="4201827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>
            <a:extLst>
              <a:ext uri="{FF2B5EF4-FFF2-40B4-BE49-F238E27FC236}">
                <a16:creationId xmlns:a16="http://schemas.microsoft.com/office/drawing/2014/main" id="{0126D29D-F319-5796-D55F-DFFD89866FB5}"/>
              </a:ext>
            </a:extLst>
          </p:cNvPr>
          <p:cNvSpPr txBox="1"/>
          <p:nvPr/>
        </p:nvSpPr>
        <p:spPr>
          <a:xfrm>
            <a:off x="476540" y="4493343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>
            <a:extLst>
              <a:ext uri="{FF2B5EF4-FFF2-40B4-BE49-F238E27FC236}">
                <a16:creationId xmlns:a16="http://schemas.microsoft.com/office/drawing/2014/main" id="{F3355B7F-51B3-C2DF-ABC2-C946E51FB39C}"/>
              </a:ext>
            </a:extLst>
          </p:cNvPr>
          <p:cNvSpPr txBox="1"/>
          <p:nvPr/>
        </p:nvSpPr>
        <p:spPr>
          <a:xfrm>
            <a:off x="910055" y="4707361"/>
            <a:ext cx="160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Welcome {</a:t>
            </a: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0832C96E-E5F4-E01C-818C-787E68866998}"/>
              </a:ext>
            </a:extLst>
          </p:cNvPr>
          <p:cNvSpPr txBox="1"/>
          <p:nvPr/>
        </p:nvSpPr>
        <p:spPr>
          <a:xfrm>
            <a:off x="2063610" y="4720491"/>
            <a:ext cx="142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4" name="text-1">
            <a:extLst>
              <a:ext uri="{FF2B5EF4-FFF2-40B4-BE49-F238E27FC236}">
                <a16:creationId xmlns:a16="http://schemas.microsoft.com/office/drawing/2014/main" id="{67FC7351-9BDE-CBA2-FE7E-74E2049C134B}"/>
              </a:ext>
            </a:extLst>
          </p:cNvPr>
          <p:cNvSpPr txBox="1"/>
          <p:nvPr/>
        </p:nvSpPr>
        <p:spPr>
          <a:xfrm>
            <a:off x="3257734" y="4727424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>
            <a:extLst>
              <a:ext uri="{FF2B5EF4-FFF2-40B4-BE49-F238E27FC236}">
                <a16:creationId xmlns:a16="http://schemas.microsoft.com/office/drawing/2014/main" id="{893811F8-FB86-CE01-A725-3272A2A9B43D}"/>
              </a:ext>
            </a:extLst>
          </p:cNvPr>
          <p:cNvSpPr txBox="1"/>
          <p:nvPr/>
        </p:nvSpPr>
        <p:spPr>
          <a:xfrm>
            <a:off x="4001809" y="4727424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>
            <a:extLst>
              <a:ext uri="{FF2B5EF4-FFF2-40B4-BE49-F238E27FC236}">
                <a16:creationId xmlns:a16="http://schemas.microsoft.com/office/drawing/2014/main" id="{BB327A90-CC75-3890-7B7F-89C7CCC1B5FB}"/>
              </a:ext>
            </a:extLst>
          </p:cNvPr>
          <p:cNvSpPr txBox="1"/>
          <p:nvPr/>
        </p:nvSpPr>
        <p:spPr>
          <a:xfrm>
            <a:off x="470161" y="5015166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>
            <a:extLst>
              <a:ext uri="{FF2B5EF4-FFF2-40B4-BE49-F238E27FC236}">
                <a16:creationId xmlns:a16="http://schemas.microsoft.com/office/drawing/2014/main" id="{F4A52045-A463-54A9-5698-0EDF705B1170}"/>
              </a:ext>
            </a:extLst>
          </p:cNvPr>
          <p:cNvSpPr txBox="1"/>
          <p:nvPr/>
        </p:nvSpPr>
        <p:spPr>
          <a:xfrm>
            <a:off x="362960" y="5254866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>
            <a:extLst>
              <a:ext uri="{FF2B5EF4-FFF2-40B4-BE49-F238E27FC236}">
                <a16:creationId xmlns:a16="http://schemas.microsoft.com/office/drawing/2014/main" id="{E62EBAF7-BE3E-B74C-BF9E-84C9F1636B35}"/>
              </a:ext>
            </a:extLst>
          </p:cNvPr>
          <p:cNvSpPr txBox="1"/>
          <p:nvPr/>
        </p:nvSpPr>
        <p:spPr>
          <a:xfrm>
            <a:off x="207150" y="5536674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98972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7CEC0-B127-D31E-5119-8D96D3AD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A3948119-4BBA-55FF-AF61-B36F1E18C7E8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92B3A35-CE87-22E6-DD12-E54688EE523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2E0F3B8-7AE8-3972-CED3-6E66E44B04B1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1C363C0-E5D2-935A-5EB3-C852E43D65C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BF370FF-9170-C66F-538E-824D01CB5C52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3E9CF95A-EF20-EE70-CC26-C220419629EF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C718910-0D6A-8297-9BBB-289797C66AF4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321FDAA-9855-F456-C6BD-7D6A2444366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D25EB6B-DA45-121A-2DAF-40E8570EC2B6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5867C98-28CA-86F3-D170-5FD1781A323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DCFAA09E-919D-5507-C3D7-5C6C9E8B31C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F831B69-8D62-378E-A410-9EED109BB67C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17AECD7-FBB7-B059-6F83-2916DB70BD6F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248DA60-B0D2-16CC-1C9D-F028D2D133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EAD0CA7-C92C-E980-B066-0BEBDCD64DF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D19128A-B0A3-61BE-AE2E-05D410C23E6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F7BA9CE-BDEC-19A7-D9BE-EC435E3F208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CE554B5-E2B4-D5EA-0C10-739C8168C87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DC21A0E-2EC0-B312-64C7-A2B587AD709B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551A6E-1C64-9D14-8A96-30DEA9FBAA5B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50E60B82-34EF-9FCC-5B50-738BC3DDFE4E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>
            <a:extLst>
              <a:ext uri="{FF2B5EF4-FFF2-40B4-BE49-F238E27FC236}">
                <a16:creationId xmlns:a16="http://schemas.microsoft.com/office/drawing/2014/main" id="{5CFF925F-676B-D2B9-C2EC-4D30BD4F5530}"/>
              </a:ext>
            </a:extLst>
          </p:cNvPr>
          <p:cNvSpPr txBox="1"/>
          <p:nvPr/>
        </p:nvSpPr>
        <p:spPr>
          <a:xfrm>
            <a:off x="4013485" y="1021062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>
            <a:extLst>
              <a:ext uri="{FF2B5EF4-FFF2-40B4-BE49-F238E27FC236}">
                <a16:creationId xmlns:a16="http://schemas.microsoft.com/office/drawing/2014/main" id="{0A19437D-D394-F3ED-E606-CFCA7249E171}"/>
              </a:ext>
            </a:extLst>
          </p:cNvPr>
          <p:cNvSpPr txBox="1"/>
          <p:nvPr/>
        </p:nvSpPr>
        <p:spPr>
          <a:xfrm>
            <a:off x="2732441" y="1009237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FDD259D6-57A8-EA96-9BC3-F779DB4D8D18}"/>
              </a:ext>
            </a:extLst>
          </p:cNvPr>
          <p:cNvSpPr txBox="1"/>
          <p:nvPr/>
        </p:nvSpPr>
        <p:spPr>
          <a:xfrm>
            <a:off x="5013919" y="1029401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F664189D-D52B-4AA5-6691-7FD7DA77E9FB}"/>
              </a:ext>
            </a:extLst>
          </p:cNvPr>
          <p:cNvSpPr txBox="1"/>
          <p:nvPr/>
        </p:nvSpPr>
        <p:spPr>
          <a:xfrm>
            <a:off x="2464005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C8AD6459-5A8A-F917-BE55-9D612A86E8E7}"/>
              </a:ext>
            </a:extLst>
          </p:cNvPr>
          <p:cNvSpPr txBox="1"/>
          <p:nvPr/>
        </p:nvSpPr>
        <p:spPr>
          <a:xfrm>
            <a:off x="4048153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2D8C35FC-EE96-C1A0-4A74-AAD31D7E5382}"/>
              </a:ext>
            </a:extLst>
          </p:cNvPr>
          <p:cNvSpPr txBox="1"/>
          <p:nvPr/>
        </p:nvSpPr>
        <p:spPr>
          <a:xfrm>
            <a:off x="4447557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>
            <a:extLst>
              <a:ext uri="{FF2B5EF4-FFF2-40B4-BE49-F238E27FC236}">
                <a16:creationId xmlns:a16="http://schemas.microsoft.com/office/drawing/2014/main" id="{5571C6A9-A493-EA53-90A0-F254F561AFD8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>
            <a:extLst>
              <a:ext uri="{FF2B5EF4-FFF2-40B4-BE49-F238E27FC236}">
                <a16:creationId xmlns:a16="http://schemas.microsoft.com/office/drawing/2014/main" id="{C48EA3C4-BAFB-54D5-D53C-9AC1CB456B09}"/>
              </a:ext>
            </a:extLst>
          </p:cNvPr>
          <p:cNvSpPr txBox="1"/>
          <p:nvPr/>
        </p:nvSpPr>
        <p:spPr>
          <a:xfrm>
            <a:off x="255016" y="1671326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>
            <a:extLst>
              <a:ext uri="{FF2B5EF4-FFF2-40B4-BE49-F238E27FC236}">
                <a16:creationId xmlns:a16="http://schemas.microsoft.com/office/drawing/2014/main" id="{3A51E4E6-2A10-1865-5031-A6D2EF8C2C57}"/>
              </a:ext>
            </a:extLst>
          </p:cNvPr>
          <p:cNvSpPr txBox="1"/>
          <p:nvPr/>
        </p:nvSpPr>
        <p:spPr>
          <a:xfrm>
            <a:off x="403030" y="1954516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>
            <a:extLst>
              <a:ext uri="{FF2B5EF4-FFF2-40B4-BE49-F238E27FC236}">
                <a16:creationId xmlns:a16="http://schemas.microsoft.com/office/drawing/2014/main" id="{6599A07F-AE62-5BB3-BCD5-A7A5D0896603}"/>
              </a:ext>
            </a:extLst>
          </p:cNvPr>
          <p:cNvSpPr txBox="1"/>
          <p:nvPr/>
        </p:nvSpPr>
        <p:spPr>
          <a:xfrm>
            <a:off x="412863" y="2258251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>
            <a:extLst>
              <a:ext uri="{FF2B5EF4-FFF2-40B4-BE49-F238E27FC236}">
                <a16:creationId xmlns:a16="http://schemas.microsoft.com/office/drawing/2014/main" id="{53D96AF3-2D69-DE56-CAC2-8201EEDA053F}"/>
              </a:ext>
            </a:extLst>
          </p:cNvPr>
          <p:cNvSpPr txBox="1"/>
          <p:nvPr/>
        </p:nvSpPr>
        <p:spPr>
          <a:xfrm>
            <a:off x="560656" y="2562181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>
            <a:extLst>
              <a:ext uri="{FF2B5EF4-FFF2-40B4-BE49-F238E27FC236}">
                <a16:creationId xmlns:a16="http://schemas.microsoft.com/office/drawing/2014/main" id="{D361CA32-FA08-B913-8A1B-9F7FA7C732D0}"/>
              </a:ext>
            </a:extLst>
          </p:cNvPr>
          <p:cNvSpPr txBox="1"/>
          <p:nvPr/>
        </p:nvSpPr>
        <p:spPr>
          <a:xfrm>
            <a:off x="4220856" y="2562181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>
            <a:extLst>
              <a:ext uri="{FF2B5EF4-FFF2-40B4-BE49-F238E27FC236}">
                <a16:creationId xmlns:a16="http://schemas.microsoft.com/office/drawing/2014/main" id="{0EB06AAB-097A-EE07-0486-1A79353AE610}"/>
              </a:ext>
            </a:extLst>
          </p:cNvPr>
          <p:cNvSpPr txBox="1"/>
          <p:nvPr/>
        </p:nvSpPr>
        <p:spPr>
          <a:xfrm>
            <a:off x="2060415" y="2547314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>
            <a:extLst>
              <a:ext uri="{FF2B5EF4-FFF2-40B4-BE49-F238E27FC236}">
                <a16:creationId xmlns:a16="http://schemas.microsoft.com/office/drawing/2014/main" id="{8FFDECAA-2489-2FE9-F085-ABC14EB42960}"/>
              </a:ext>
            </a:extLst>
          </p:cNvPr>
          <p:cNvSpPr txBox="1"/>
          <p:nvPr/>
        </p:nvSpPr>
        <p:spPr>
          <a:xfrm>
            <a:off x="805156" y="2858341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>
            <a:extLst>
              <a:ext uri="{FF2B5EF4-FFF2-40B4-BE49-F238E27FC236}">
                <a16:creationId xmlns:a16="http://schemas.microsoft.com/office/drawing/2014/main" id="{1B459626-6443-A3DC-08B1-1CEA700BE8C7}"/>
              </a:ext>
            </a:extLst>
          </p:cNvPr>
          <p:cNvSpPr txBox="1"/>
          <p:nvPr/>
        </p:nvSpPr>
        <p:spPr>
          <a:xfrm>
            <a:off x="568591" y="3139031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>
            <a:extLst>
              <a:ext uri="{FF2B5EF4-FFF2-40B4-BE49-F238E27FC236}">
                <a16:creationId xmlns:a16="http://schemas.microsoft.com/office/drawing/2014/main" id="{203BF733-F7A9-1668-45A1-A12028FC86F7}"/>
              </a:ext>
            </a:extLst>
          </p:cNvPr>
          <p:cNvSpPr txBox="1"/>
          <p:nvPr/>
        </p:nvSpPr>
        <p:spPr>
          <a:xfrm>
            <a:off x="396527" y="3373097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>
            <a:extLst>
              <a:ext uri="{FF2B5EF4-FFF2-40B4-BE49-F238E27FC236}">
                <a16:creationId xmlns:a16="http://schemas.microsoft.com/office/drawing/2014/main" id="{01BB235C-B179-6135-E8A6-9F21AE59F92F}"/>
              </a:ext>
            </a:extLst>
          </p:cNvPr>
          <p:cNvSpPr txBox="1"/>
          <p:nvPr/>
        </p:nvSpPr>
        <p:spPr>
          <a:xfrm>
            <a:off x="241917" y="3670372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>
            <a:extLst>
              <a:ext uri="{FF2B5EF4-FFF2-40B4-BE49-F238E27FC236}">
                <a16:creationId xmlns:a16="http://schemas.microsoft.com/office/drawing/2014/main" id="{72C577AE-92CA-FC0B-379C-D4BF90A0A807}"/>
              </a:ext>
            </a:extLst>
          </p:cNvPr>
          <p:cNvSpPr txBox="1"/>
          <p:nvPr/>
        </p:nvSpPr>
        <p:spPr>
          <a:xfrm>
            <a:off x="228507" y="3939806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DF428F5D-3117-7806-8DB6-8EC7D40EF19C}"/>
              </a:ext>
            </a:extLst>
          </p:cNvPr>
          <p:cNvSpPr txBox="1"/>
          <p:nvPr/>
        </p:nvSpPr>
        <p:spPr>
          <a:xfrm>
            <a:off x="328733" y="4241871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 =</a:t>
            </a:r>
          </a:p>
        </p:txBody>
      </p:sp>
      <p:sp>
        <p:nvSpPr>
          <p:cNvPr id="40" name="useContext" hidden="1">
            <a:extLst>
              <a:ext uri="{FF2B5EF4-FFF2-40B4-BE49-F238E27FC236}">
                <a16:creationId xmlns:a16="http://schemas.microsoft.com/office/drawing/2014/main" id="{CCEA4CAD-5D6C-C568-617B-3C857B587996}"/>
              </a:ext>
            </a:extLst>
          </p:cNvPr>
          <p:cNvSpPr txBox="1"/>
          <p:nvPr/>
        </p:nvSpPr>
        <p:spPr>
          <a:xfrm>
            <a:off x="2354242" y="4221811"/>
            <a:ext cx="1944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53A2C8E5-B258-3808-2380-A8A1F2D38E5D}"/>
              </a:ext>
            </a:extLst>
          </p:cNvPr>
          <p:cNvSpPr txBox="1"/>
          <p:nvPr/>
        </p:nvSpPr>
        <p:spPr>
          <a:xfrm>
            <a:off x="3674135" y="4243221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 hidden="1">
            <a:extLst>
              <a:ext uri="{FF2B5EF4-FFF2-40B4-BE49-F238E27FC236}">
                <a16:creationId xmlns:a16="http://schemas.microsoft.com/office/drawing/2014/main" id="{277EF93E-5A81-6817-7561-30AD7C4A0699}"/>
              </a:ext>
            </a:extLst>
          </p:cNvPr>
          <p:cNvSpPr txBox="1"/>
          <p:nvPr/>
        </p:nvSpPr>
        <p:spPr>
          <a:xfrm>
            <a:off x="5037545" y="423731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>
            <a:extLst>
              <a:ext uri="{FF2B5EF4-FFF2-40B4-BE49-F238E27FC236}">
                <a16:creationId xmlns:a16="http://schemas.microsoft.com/office/drawing/2014/main" id="{F215A102-521D-E81C-50D1-DA302A918283}"/>
              </a:ext>
            </a:extLst>
          </p:cNvPr>
          <p:cNvSpPr txBox="1"/>
          <p:nvPr/>
        </p:nvSpPr>
        <p:spPr>
          <a:xfrm>
            <a:off x="341979" y="4201827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>
            <a:extLst>
              <a:ext uri="{FF2B5EF4-FFF2-40B4-BE49-F238E27FC236}">
                <a16:creationId xmlns:a16="http://schemas.microsoft.com/office/drawing/2014/main" id="{053B6015-E35F-B64C-3DDE-EEBD42C387BB}"/>
              </a:ext>
            </a:extLst>
          </p:cNvPr>
          <p:cNvSpPr txBox="1"/>
          <p:nvPr/>
        </p:nvSpPr>
        <p:spPr>
          <a:xfrm>
            <a:off x="476540" y="4493343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>
            <a:extLst>
              <a:ext uri="{FF2B5EF4-FFF2-40B4-BE49-F238E27FC236}">
                <a16:creationId xmlns:a16="http://schemas.microsoft.com/office/drawing/2014/main" id="{8800890E-65C1-DCA8-7913-29F943A57682}"/>
              </a:ext>
            </a:extLst>
          </p:cNvPr>
          <p:cNvSpPr txBox="1"/>
          <p:nvPr/>
        </p:nvSpPr>
        <p:spPr>
          <a:xfrm>
            <a:off x="910055" y="4707361"/>
            <a:ext cx="160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Welcome {</a:t>
            </a: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70D4C2BD-5D7B-29C3-D504-31ED9D7839BC}"/>
              </a:ext>
            </a:extLst>
          </p:cNvPr>
          <p:cNvSpPr txBox="1"/>
          <p:nvPr/>
        </p:nvSpPr>
        <p:spPr>
          <a:xfrm>
            <a:off x="2063610" y="4720491"/>
            <a:ext cx="142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4" name="text-1">
            <a:extLst>
              <a:ext uri="{FF2B5EF4-FFF2-40B4-BE49-F238E27FC236}">
                <a16:creationId xmlns:a16="http://schemas.microsoft.com/office/drawing/2014/main" id="{E27ADCD2-6C1A-C53A-6A56-3E4745C94D3A}"/>
              </a:ext>
            </a:extLst>
          </p:cNvPr>
          <p:cNvSpPr txBox="1"/>
          <p:nvPr/>
        </p:nvSpPr>
        <p:spPr>
          <a:xfrm>
            <a:off x="3257734" y="4727424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>
            <a:extLst>
              <a:ext uri="{FF2B5EF4-FFF2-40B4-BE49-F238E27FC236}">
                <a16:creationId xmlns:a16="http://schemas.microsoft.com/office/drawing/2014/main" id="{515F4561-3FB5-F3CF-B0A4-44AE310159BD}"/>
              </a:ext>
            </a:extLst>
          </p:cNvPr>
          <p:cNvSpPr txBox="1"/>
          <p:nvPr/>
        </p:nvSpPr>
        <p:spPr>
          <a:xfrm>
            <a:off x="4001809" y="4727424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>
            <a:extLst>
              <a:ext uri="{FF2B5EF4-FFF2-40B4-BE49-F238E27FC236}">
                <a16:creationId xmlns:a16="http://schemas.microsoft.com/office/drawing/2014/main" id="{8253E4E9-C37D-D15B-AD84-6769BEAA998F}"/>
              </a:ext>
            </a:extLst>
          </p:cNvPr>
          <p:cNvSpPr txBox="1"/>
          <p:nvPr/>
        </p:nvSpPr>
        <p:spPr>
          <a:xfrm>
            <a:off x="470161" y="5015166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>
            <a:extLst>
              <a:ext uri="{FF2B5EF4-FFF2-40B4-BE49-F238E27FC236}">
                <a16:creationId xmlns:a16="http://schemas.microsoft.com/office/drawing/2014/main" id="{A6147CE8-B58C-9E98-94EE-FFB4B16D5B09}"/>
              </a:ext>
            </a:extLst>
          </p:cNvPr>
          <p:cNvSpPr txBox="1"/>
          <p:nvPr/>
        </p:nvSpPr>
        <p:spPr>
          <a:xfrm>
            <a:off x="362960" y="5254866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>
            <a:extLst>
              <a:ext uri="{FF2B5EF4-FFF2-40B4-BE49-F238E27FC236}">
                <a16:creationId xmlns:a16="http://schemas.microsoft.com/office/drawing/2014/main" id="{E35DDD16-C5C7-141A-9C0A-F392A80CFF24}"/>
              </a:ext>
            </a:extLst>
          </p:cNvPr>
          <p:cNvSpPr txBox="1"/>
          <p:nvPr/>
        </p:nvSpPr>
        <p:spPr>
          <a:xfrm>
            <a:off x="207150" y="5536674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09142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95292-BB60-2B85-5AFB-B4E006488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E60D8D46-92AE-E586-17A8-A484ED588843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20C5FB1-B131-D2DC-81AC-B3C3D5122352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E6F4F94-1EA3-6CED-595C-F5EFE87527EE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0AD8D3F-2767-82B3-39E1-108CA416D9B7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2E8F286-4897-42DB-0746-187A09FCCD7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81C311F-D619-B8F0-6FE8-87B6AE135D5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E42A329-451F-27A0-A81A-3273495B096A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E087254-4465-2E26-B4D9-100442463DE3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4DB3174-55F2-160D-75C7-FE57AC83BEB7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6C27327-AA53-FC08-8F9F-8B8AD167464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DC61B49-2F02-170C-4695-320CC12D9DFF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7CD751E-D2A1-56DC-DF41-275639814E9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677100B-4AE9-24FC-C652-1C76380329C4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78634407-9629-62C6-6BD1-87989CD398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B7409C8-F9BB-AD03-3CE3-129CFEDBAAF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B8F6A09-69B7-2CD5-943A-C9EBF2D3BC2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E66E257-3ABD-2C2B-D9F2-CD37D4685E4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E371140-E6B7-8EC7-A742-CC326F22CA5C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65E29D6-EF23-44CC-1227-E49679A80312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D3A918-9886-EA32-A61B-379B1A90A660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22666673-E563-7ECC-79BB-7AA6505F48E7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>
            <a:extLst>
              <a:ext uri="{FF2B5EF4-FFF2-40B4-BE49-F238E27FC236}">
                <a16:creationId xmlns:a16="http://schemas.microsoft.com/office/drawing/2014/main" id="{BD88265A-CF60-2A58-78F0-D5BFB3193D16}"/>
              </a:ext>
            </a:extLst>
          </p:cNvPr>
          <p:cNvSpPr txBox="1"/>
          <p:nvPr/>
        </p:nvSpPr>
        <p:spPr>
          <a:xfrm>
            <a:off x="4013485" y="1021062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>
            <a:extLst>
              <a:ext uri="{FF2B5EF4-FFF2-40B4-BE49-F238E27FC236}">
                <a16:creationId xmlns:a16="http://schemas.microsoft.com/office/drawing/2014/main" id="{72CA8AD4-E80D-DB04-5EC3-5CA7EBB18C24}"/>
              </a:ext>
            </a:extLst>
          </p:cNvPr>
          <p:cNvSpPr txBox="1"/>
          <p:nvPr/>
        </p:nvSpPr>
        <p:spPr>
          <a:xfrm>
            <a:off x="2732441" y="1009237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FF217E50-955A-FF8E-C703-13287BD710FD}"/>
              </a:ext>
            </a:extLst>
          </p:cNvPr>
          <p:cNvSpPr txBox="1"/>
          <p:nvPr/>
        </p:nvSpPr>
        <p:spPr>
          <a:xfrm>
            <a:off x="5013919" y="1029401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2142FEC8-81AA-657E-7A77-6DD36C23C2F7}"/>
              </a:ext>
            </a:extLst>
          </p:cNvPr>
          <p:cNvSpPr txBox="1"/>
          <p:nvPr/>
        </p:nvSpPr>
        <p:spPr>
          <a:xfrm>
            <a:off x="2464005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7A042616-4A81-1543-F84F-D44F7FA5537A}"/>
              </a:ext>
            </a:extLst>
          </p:cNvPr>
          <p:cNvSpPr txBox="1"/>
          <p:nvPr/>
        </p:nvSpPr>
        <p:spPr>
          <a:xfrm>
            <a:off x="4048153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89AE6902-432D-B814-23C3-60A449569855}"/>
              </a:ext>
            </a:extLst>
          </p:cNvPr>
          <p:cNvSpPr txBox="1"/>
          <p:nvPr/>
        </p:nvSpPr>
        <p:spPr>
          <a:xfrm>
            <a:off x="4447557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>
            <a:extLst>
              <a:ext uri="{FF2B5EF4-FFF2-40B4-BE49-F238E27FC236}">
                <a16:creationId xmlns:a16="http://schemas.microsoft.com/office/drawing/2014/main" id="{A8161DB6-60DE-7DF9-FFFC-358583FCA278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>
            <a:extLst>
              <a:ext uri="{FF2B5EF4-FFF2-40B4-BE49-F238E27FC236}">
                <a16:creationId xmlns:a16="http://schemas.microsoft.com/office/drawing/2014/main" id="{64BBCAE9-5F59-56C5-65F1-2E3F1145EC8D}"/>
              </a:ext>
            </a:extLst>
          </p:cNvPr>
          <p:cNvSpPr txBox="1"/>
          <p:nvPr/>
        </p:nvSpPr>
        <p:spPr>
          <a:xfrm>
            <a:off x="255016" y="1671326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>
            <a:extLst>
              <a:ext uri="{FF2B5EF4-FFF2-40B4-BE49-F238E27FC236}">
                <a16:creationId xmlns:a16="http://schemas.microsoft.com/office/drawing/2014/main" id="{F33D7EC8-8EBE-E1A3-DE94-514F5BB77BFC}"/>
              </a:ext>
            </a:extLst>
          </p:cNvPr>
          <p:cNvSpPr txBox="1"/>
          <p:nvPr/>
        </p:nvSpPr>
        <p:spPr>
          <a:xfrm>
            <a:off x="403030" y="1954516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>
            <a:extLst>
              <a:ext uri="{FF2B5EF4-FFF2-40B4-BE49-F238E27FC236}">
                <a16:creationId xmlns:a16="http://schemas.microsoft.com/office/drawing/2014/main" id="{9E6AA954-5446-AC17-A850-2CF76331CB52}"/>
              </a:ext>
            </a:extLst>
          </p:cNvPr>
          <p:cNvSpPr txBox="1"/>
          <p:nvPr/>
        </p:nvSpPr>
        <p:spPr>
          <a:xfrm>
            <a:off x="412863" y="2258251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>
            <a:extLst>
              <a:ext uri="{FF2B5EF4-FFF2-40B4-BE49-F238E27FC236}">
                <a16:creationId xmlns:a16="http://schemas.microsoft.com/office/drawing/2014/main" id="{A4920494-4D4B-100B-6067-C093DA92B2AA}"/>
              </a:ext>
            </a:extLst>
          </p:cNvPr>
          <p:cNvSpPr txBox="1"/>
          <p:nvPr/>
        </p:nvSpPr>
        <p:spPr>
          <a:xfrm>
            <a:off x="560656" y="2562181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>
            <a:extLst>
              <a:ext uri="{FF2B5EF4-FFF2-40B4-BE49-F238E27FC236}">
                <a16:creationId xmlns:a16="http://schemas.microsoft.com/office/drawing/2014/main" id="{591E4E67-BBC9-798D-595F-2FEDF01F1C2C}"/>
              </a:ext>
            </a:extLst>
          </p:cNvPr>
          <p:cNvSpPr txBox="1"/>
          <p:nvPr/>
        </p:nvSpPr>
        <p:spPr>
          <a:xfrm>
            <a:off x="4220856" y="2562181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>
            <a:extLst>
              <a:ext uri="{FF2B5EF4-FFF2-40B4-BE49-F238E27FC236}">
                <a16:creationId xmlns:a16="http://schemas.microsoft.com/office/drawing/2014/main" id="{635C60F2-DC51-43B9-A9B7-E0B35CCEFBF7}"/>
              </a:ext>
            </a:extLst>
          </p:cNvPr>
          <p:cNvSpPr txBox="1"/>
          <p:nvPr/>
        </p:nvSpPr>
        <p:spPr>
          <a:xfrm>
            <a:off x="2060415" y="2547314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>
            <a:extLst>
              <a:ext uri="{FF2B5EF4-FFF2-40B4-BE49-F238E27FC236}">
                <a16:creationId xmlns:a16="http://schemas.microsoft.com/office/drawing/2014/main" id="{FCB19777-A0E2-4913-1AFB-FEFC0AEC74B6}"/>
              </a:ext>
            </a:extLst>
          </p:cNvPr>
          <p:cNvSpPr txBox="1"/>
          <p:nvPr/>
        </p:nvSpPr>
        <p:spPr>
          <a:xfrm>
            <a:off x="805156" y="2858341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>
            <a:extLst>
              <a:ext uri="{FF2B5EF4-FFF2-40B4-BE49-F238E27FC236}">
                <a16:creationId xmlns:a16="http://schemas.microsoft.com/office/drawing/2014/main" id="{84D6F2C6-FB61-38ED-A3BD-6626FEDCB4C1}"/>
              </a:ext>
            </a:extLst>
          </p:cNvPr>
          <p:cNvSpPr txBox="1"/>
          <p:nvPr/>
        </p:nvSpPr>
        <p:spPr>
          <a:xfrm>
            <a:off x="568591" y="3139031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>
            <a:extLst>
              <a:ext uri="{FF2B5EF4-FFF2-40B4-BE49-F238E27FC236}">
                <a16:creationId xmlns:a16="http://schemas.microsoft.com/office/drawing/2014/main" id="{BC17D029-61C5-2CA9-8C82-6538B0C294BB}"/>
              </a:ext>
            </a:extLst>
          </p:cNvPr>
          <p:cNvSpPr txBox="1"/>
          <p:nvPr/>
        </p:nvSpPr>
        <p:spPr>
          <a:xfrm>
            <a:off x="396527" y="3373097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>
            <a:extLst>
              <a:ext uri="{FF2B5EF4-FFF2-40B4-BE49-F238E27FC236}">
                <a16:creationId xmlns:a16="http://schemas.microsoft.com/office/drawing/2014/main" id="{1C1A8AAA-BE94-D4E5-D74D-508BCA2C691C}"/>
              </a:ext>
            </a:extLst>
          </p:cNvPr>
          <p:cNvSpPr txBox="1"/>
          <p:nvPr/>
        </p:nvSpPr>
        <p:spPr>
          <a:xfrm>
            <a:off x="241917" y="3670372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>
            <a:extLst>
              <a:ext uri="{FF2B5EF4-FFF2-40B4-BE49-F238E27FC236}">
                <a16:creationId xmlns:a16="http://schemas.microsoft.com/office/drawing/2014/main" id="{E20C84B1-187F-7AB5-65B1-CA2BAAEE1DBB}"/>
              </a:ext>
            </a:extLst>
          </p:cNvPr>
          <p:cNvSpPr txBox="1"/>
          <p:nvPr/>
        </p:nvSpPr>
        <p:spPr>
          <a:xfrm>
            <a:off x="228507" y="3939806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35281D7D-3FC8-2754-EA89-F217B7B4254B}"/>
              </a:ext>
            </a:extLst>
          </p:cNvPr>
          <p:cNvSpPr txBox="1"/>
          <p:nvPr/>
        </p:nvSpPr>
        <p:spPr>
          <a:xfrm>
            <a:off x="328733" y="4241871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 =</a:t>
            </a:r>
          </a:p>
        </p:txBody>
      </p:sp>
      <p:sp>
        <p:nvSpPr>
          <p:cNvPr id="40" name="useContext">
            <a:extLst>
              <a:ext uri="{FF2B5EF4-FFF2-40B4-BE49-F238E27FC236}">
                <a16:creationId xmlns:a16="http://schemas.microsoft.com/office/drawing/2014/main" id="{E6CE1B1B-E1D5-C450-1600-B59593CB39A0}"/>
              </a:ext>
            </a:extLst>
          </p:cNvPr>
          <p:cNvSpPr txBox="1"/>
          <p:nvPr/>
        </p:nvSpPr>
        <p:spPr>
          <a:xfrm>
            <a:off x="311011" y="4211280"/>
            <a:ext cx="1944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 hidden="1">
            <a:extLst>
              <a:ext uri="{FF2B5EF4-FFF2-40B4-BE49-F238E27FC236}">
                <a16:creationId xmlns:a16="http://schemas.microsoft.com/office/drawing/2014/main" id="{B030F9AC-23AA-F4C6-6D8C-1F687C77AD3C}"/>
              </a:ext>
            </a:extLst>
          </p:cNvPr>
          <p:cNvSpPr txBox="1"/>
          <p:nvPr/>
        </p:nvSpPr>
        <p:spPr>
          <a:xfrm>
            <a:off x="3674135" y="4243221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>
            <a:extLst>
              <a:ext uri="{FF2B5EF4-FFF2-40B4-BE49-F238E27FC236}">
                <a16:creationId xmlns:a16="http://schemas.microsoft.com/office/drawing/2014/main" id="{2DF44208-613F-D1C6-E6C7-E6C5E52A8893}"/>
              </a:ext>
            </a:extLst>
          </p:cNvPr>
          <p:cNvSpPr txBox="1"/>
          <p:nvPr/>
        </p:nvSpPr>
        <p:spPr>
          <a:xfrm>
            <a:off x="1625919" y="4215589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>
            <a:extLst>
              <a:ext uri="{FF2B5EF4-FFF2-40B4-BE49-F238E27FC236}">
                <a16:creationId xmlns:a16="http://schemas.microsoft.com/office/drawing/2014/main" id="{4B311D5D-8E3F-528E-9B8A-B0B37EF67404}"/>
              </a:ext>
            </a:extLst>
          </p:cNvPr>
          <p:cNvSpPr txBox="1"/>
          <p:nvPr/>
        </p:nvSpPr>
        <p:spPr>
          <a:xfrm>
            <a:off x="386578" y="453152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>
            <a:extLst>
              <a:ext uri="{FF2B5EF4-FFF2-40B4-BE49-F238E27FC236}">
                <a16:creationId xmlns:a16="http://schemas.microsoft.com/office/drawing/2014/main" id="{04EF2042-2C34-2404-711F-BC3F3FE051BA}"/>
              </a:ext>
            </a:extLst>
          </p:cNvPr>
          <p:cNvSpPr txBox="1"/>
          <p:nvPr/>
        </p:nvSpPr>
        <p:spPr>
          <a:xfrm>
            <a:off x="521139" y="482303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>
            <a:extLst>
              <a:ext uri="{FF2B5EF4-FFF2-40B4-BE49-F238E27FC236}">
                <a16:creationId xmlns:a16="http://schemas.microsoft.com/office/drawing/2014/main" id="{30EE21A5-F1E0-B477-5989-934AFC49FA5B}"/>
              </a:ext>
            </a:extLst>
          </p:cNvPr>
          <p:cNvSpPr txBox="1"/>
          <p:nvPr/>
        </p:nvSpPr>
        <p:spPr>
          <a:xfrm>
            <a:off x="954654" y="5037057"/>
            <a:ext cx="160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Welcome {</a:t>
            </a: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264AA927-D365-01C4-FA28-4FD846460712}"/>
              </a:ext>
            </a:extLst>
          </p:cNvPr>
          <p:cNvSpPr txBox="1"/>
          <p:nvPr/>
        </p:nvSpPr>
        <p:spPr>
          <a:xfrm>
            <a:off x="2108209" y="5050187"/>
            <a:ext cx="142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4" name="text-1">
            <a:extLst>
              <a:ext uri="{FF2B5EF4-FFF2-40B4-BE49-F238E27FC236}">
                <a16:creationId xmlns:a16="http://schemas.microsoft.com/office/drawing/2014/main" id="{D8CEBB79-DD39-7025-F2D7-8E4DF8A2C70A}"/>
              </a:ext>
            </a:extLst>
          </p:cNvPr>
          <p:cNvSpPr txBox="1"/>
          <p:nvPr/>
        </p:nvSpPr>
        <p:spPr>
          <a:xfrm>
            <a:off x="3302333" y="5057120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>
            <a:extLst>
              <a:ext uri="{FF2B5EF4-FFF2-40B4-BE49-F238E27FC236}">
                <a16:creationId xmlns:a16="http://schemas.microsoft.com/office/drawing/2014/main" id="{0C98ACCA-3C31-B146-0D82-00AB42BECD35}"/>
              </a:ext>
            </a:extLst>
          </p:cNvPr>
          <p:cNvSpPr txBox="1"/>
          <p:nvPr/>
        </p:nvSpPr>
        <p:spPr>
          <a:xfrm>
            <a:off x="4046408" y="5057120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>
            <a:extLst>
              <a:ext uri="{FF2B5EF4-FFF2-40B4-BE49-F238E27FC236}">
                <a16:creationId xmlns:a16="http://schemas.microsoft.com/office/drawing/2014/main" id="{F0864624-C510-3E42-158C-61B5988EF1A0}"/>
              </a:ext>
            </a:extLst>
          </p:cNvPr>
          <p:cNvSpPr txBox="1"/>
          <p:nvPr/>
        </p:nvSpPr>
        <p:spPr>
          <a:xfrm>
            <a:off x="514760" y="5344862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>
            <a:extLst>
              <a:ext uri="{FF2B5EF4-FFF2-40B4-BE49-F238E27FC236}">
                <a16:creationId xmlns:a16="http://schemas.microsoft.com/office/drawing/2014/main" id="{F024C83D-94DC-1C85-945A-E757971129AC}"/>
              </a:ext>
            </a:extLst>
          </p:cNvPr>
          <p:cNvSpPr txBox="1"/>
          <p:nvPr/>
        </p:nvSpPr>
        <p:spPr>
          <a:xfrm>
            <a:off x="407559" y="558456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>
            <a:extLst>
              <a:ext uri="{FF2B5EF4-FFF2-40B4-BE49-F238E27FC236}">
                <a16:creationId xmlns:a16="http://schemas.microsoft.com/office/drawing/2014/main" id="{BEBC03BE-D8DB-B8A3-E203-138700933F4F}"/>
              </a:ext>
            </a:extLst>
          </p:cNvPr>
          <p:cNvSpPr txBox="1"/>
          <p:nvPr/>
        </p:nvSpPr>
        <p:spPr>
          <a:xfrm>
            <a:off x="251749" y="586637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79883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85266-9800-4A2E-CA0B-ECDA1E86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1D4372EF-800F-8701-978E-7EA8DFB53735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725D71F-5655-F494-954A-83EF6704E98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E75ABA5-1FA0-00BC-1110-C466657F8184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9B920BE-A85B-833A-03C0-56EA6112272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0B926C4-FDA0-C25D-DEEC-3BABA67D90C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2CFEFF9-0CA2-0A49-3F1F-F83F10C65A7C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FC798563-5754-330E-4CB4-8BD870ED000D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46619F0-BEA4-23B2-BE27-3D5AC1832B4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FA2EB6D-BE0A-045E-17AA-5BC9446EF01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CC360F4-3BC8-C5A6-1924-CBC5E37CDBB0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CBE5BE4-98D8-D700-77B5-B8B0706C66DC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94EED256-B783-37CE-1C72-6D42E5F2B92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F626145-303D-58AF-B8CB-B01FD34E67D8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C320536-44A0-B8A2-0487-61A41104D5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1B09EA4-298E-8E2B-9F7E-14AA7BB5335F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10EE79A-0A9F-F5E9-BC50-37B9F72B5B3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B3D6A48-5128-7238-56E6-526625538455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4E84E405-2520-1313-DE4D-694C75A02FA7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8F87E7D-75E5-1D1F-B34D-0BA68F094C50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1C0675-BA1F-25D2-3CDA-BEEE7B6F5E39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5CB7A330-DF80-8DD7-CD08-E66976B31D5B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>
            <a:extLst>
              <a:ext uri="{FF2B5EF4-FFF2-40B4-BE49-F238E27FC236}">
                <a16:creationId xmlns:a16="http://schemas.microsoft.com/office/drawing/2014/main" id="{78683C68-B673-17DC-AF33-24E50B511C78}"/>
              </a:ext>
            </a:extLst>
          </p:cNvPr>
          <p:cNvSpPr txBox="1"/>
          <p:nvPr/>
        </p:nvSpPr>
        <p:spPr>
          <a:xfrm>
            <a:off x="4013485" y="1021062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>
            <a:extLst>
              <a:ext uri="{FF2B5EF4-FFF2-40B4-BE49-F238E27FC236}">
                <a16:creationId xmlns:a16="http://schemas.microsoft.com/office/drawing/2014/main" id="{FC755489-0432-6B28-F5CE-29A5AE26E57F}"/>
              </a:ext>
            </a:extLst>
          </p:cNvPr>
          <p:cNvSpPr txBox="1"/>
          <p:nvPr/>
        </p:nvSpPr>
        <p:spPr>
          <a:xfrm>
            <a:off x="2732441" y="1009237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BD31AD4D-5528-B3E5-7CA9-9989DE723B75}"/>
              </a:ext>
            </a:extLst>
          </p:cNvPr>
          <p:cNvSpPr txBox="1"/>
          <p:nvPr/>
        </p:nvSpPr>
        <p:spPr>
          <a:xfrm>
            <a:off x="5013919" y="1029401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2487ADE9-C35C-834B-A9F0-962E5D574787}"/>
              </a:ext>
            </a:extLst>
          </p:cNvPr>
          <p:cNvSpPr txBox="1"/>
          <p:nvPr/>
        </p:nvSpPr>
        <p:spPr>
          <a:xfrm>
            <a:off x="2464005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FADD212A-CC1F-42BC-3308-D5B98CC14912}"/>
              </a:ext>
            </a:extLst>
          </p:cNvPr>
          <p:cNvSpPr txBox="1"/>
          <p:nvPr/>
        </p:nvSpPr>
        <p:spPr>
          <a:xfrm>
            <a:off x="4048153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B7E61916-0459-D03B-B1B8-FAA79D5E9B71}"/>
              </a:ext>
            </a:extLst>
          </p:cNvPr>
          <p:cNvSpPr txBox="1"/>
          <p:nvPr/>
        </p:nvSpPr>
        <p:spPr>
          <a:xfrm>
            <a:off x="4447557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>
            <a:extLst>
              <a:ext uri="{FF2B5EF4-FFF2-40B4-BE49-F238E27FC236}">
                <a16:creationId xmlns:a16="http://schemas.microsoft.com/office/drawing/2014/main" id="{14FB5B07-99D7-C521-A7B7-37F7EAF277D2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>
            <a:extLst>
              <a:ext uri="{FF2B5EF4-FFF2-40B4-BE49-F238E27FC236}">
                <a16:creationId xmlns:a16="http://schemas.microsoft.com/office/drawing/2014/main" id="{D2EC8101-BF62-D47C-56D9-281D9EB738E2}"/>
              </a:ext>
            </a:extLst>
          </p:cNvPr>
          <p:cNvSpPr txBox="1"/>
          <p:nvPr/>
        </p:nvSpPr>
        <p:spPr>
          <a:xfrm>
            <a:off x="255016" y="1671326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>
            <a:extLst>
              <a:ext uri="{FF2B5EF4-FFF2-40B4-BE49-F238E27FC236}">
                <a16:creationId xmlns:a16="http://schemas.microsoft.com/office/drawing/2014/main" id="{35CABB96-98CD-06CD-CF9D-E295C2C09306}"/>
              </a:ext>
            </a:extLst>
          </p:cNvPr>
          <p:cNvSpPr txBox="1"/>
          <p:nvPr/>
        </p:nvSpPr>
        <p:spPr>
          <a:xfrm>
            <a:off x="403030" y="1954516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>
            <a:extLst>
              <a:ext uri="{FF2B5EF4-FFF2-40B4-BE49-F238E27FC236}">
                <a16:creationId xmlns:a16="http://schemas.microsoft.com/office/drawing/2014/main" id="{7A2682B4-8424-EA2D-3E24-FF43041C1B38}"/>
              </a:ext>
            </a:extLst>
          </p:cNvPr>
          <p:cNvSpPr txBox="1"/>
          <p:nvPr/>
        </p:nvSpPr>
        <p:spPr>
          <a:xfrm>
            <a:off x="412863" y="2258251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>
            <a:extLst>
              <a:ext uri="{FF2B5EF4-FFF2-40B4-BE49-F238E27FC236}">
                <a16:creationId xmlns:a16="http://schemas.microsoft.com/office/drawing/2014/main" id="{5453AA62-1D3A-B933-55B4-52E1C3AEE034}"/>
              </a:ext>
            </a:extLst>
          </p:cNvPr>
          <p:cNvSpPr txBox="1"/>
          <p:nvPr/>
        </p:nvSpPr>
        <p:spPr>
          <a:xfrm>
            <a:off x="560656" y="2562181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>
            <a:extLst>
              <a:ext uri="{FF2B5EF4-FFF2-40B4-BE49-F238E27FC236}">
                <a16:creationId xmlns:a16="http://schemas.microsoft.com/office/drawing/2014/main" id="{7770F1DA-580D-9D8C-E540-4267DFCE65DB}"/>
              </a:ext>
            </a:extLst>
          </p:cNvPr>
          <p:cNvSpPr txBox="1"/>
          <p:nvPr/>
        </p:nvSpPr>
        <p:spPr>
          <a:xfrm>
            <a:off x="4220856" y="2562181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>
            <a:extLst>
              <a:ext uri="{FF2B5EF4-FFF2-40B4-BE49-F238E27FC236}">
                <a16:creationId xmlns:a16="http://schemas.microsoft.com/office/drawing/2014/main" id="{4148D55B-83AF-927D-16D2-4869073AA95F}"/>
              </a:ext>
            </a:extLst>
          </p:cNvPr>
          <p:cNvSpPr txBox="1"/>
          <p:nvPr/>
        </p:nvSpPr>
        <p:spPr>
          <a:xfrm>
            <a:off x="2060415" y="2547314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>
            <a:extLst>
              <a:ext uri="{FF2B5EF4-FFF2-40B4-BE49-F238E27FC236}">
                <a16:creationId xmlns:a16="http://schemas.microsoft.com/office/drawing/2014/main" id="{7CFAC9B1-D3C3-7DF9-285A-BEAE11535F94}"/>
              </a:ext>
            </a:extLst>
          </p:cNvPr>
          <p:cNvSpPr txBox="1"/>
          <p:nvPr/>
        </p:nvSpPr>
        <p:spPr>
          <a:xfrm>
            <a:off x="805156" y="2858341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>
            <a:extLst>
              <a:ext uri="{FF2B5EF4-FFF2-40B4-BE49-F238E27FC236}">
                <a16:creationId xmlns:a16="http://schemas.microsoft.com/office/drawing/2014/main" id="{B123AD87-EEEB-D887-D63B-6EBA1602DA31}"/>
              </a:ext>
            </a:extLst>
          </p:cNvPr>
          <p:cNvSpPr txBox="1"/>
          <p:nvPr/>
        </p:nvSpPr>
        <p:spPr>
          <a:xfrm>
            <a:off x="568591" y="3139031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>
            <a:extLst>
              <a:ext uri="{FF2B5EF4-FFF2-40B4-BE49-F238E27FC236}">
                <a16:creationId xmlns:a16="http://schemas.microsoft.com/office/drawing/2014/main" id="{417379D1-A1A8-1580-527D-1CF74B1025D4}"/>
              </a:ext>
            </a:extLst>
          </p:cNvPr>
          <p:cNvSpPr txBox="1"/>
          <p:nvPr/>
        </p:nvSpPr>
        <p:spPr>
          <a:xfrm>
            <a:off x="396527" y="3373097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>
            <a:extLst>
              <a:ext uri="{FF2B5EF4-FFF2-40B4-BE49-F238E27FC236}">
                <a16:creationId xmlns:a16="http://schemas.microsoft.com/office/drawing/2014/main" id="{9AB0D146-D4FF-8785-B123-3CAD7E9932FB}"/>
              </a:ext>
            </a:extLst>
          </p:cNvPr>
          <p:cNvSpPr txBox="1"/>
          <p:nvPr/>
        </p:nvSpPr>
        <p:spPr>
          <a:xfrm>
            <a:off x="241917" y="3670372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>
            <a:extLst>
              <a:ext uri="{FF2B5EF4-FFF2-40B4-BE49-F238E27FC236}">
                <a16:creationId xmlns:a16="http://schemas.microsoft.com/office/drawing/2014/main" id="{0930D029-62EE-ABB2-365F-B1CF7AF5C733}"/>
              </a:ext>
            </a:extLst>
          </p:cNvPr>
          <p:cNvSpPr txBox="1"/>
          <p:nvPr/>
        </p:nvSpPr>
        <p:spPr>
          <a:xfrm>
            <a:off x="228507" y="3939806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 hidden="1">
            <a:extLst>
              <a:ext uri="{FF2B5EF4-FFF2-40B4-BE49-F238E27FC236}">
                <a16:creationId xmlns:a16="http://schemas.microsoft.com/office/drawing/2014/main" id="{1D72B388-3756-6815-AD25-6490FA3887BF}"/>
              </a:ext>
            </a:extLst>
          </p:cNvPr>
          <p:cNvSpPr txBox="1"/>
          <p:nvPr/>
        </p:nvSpPr>
        <p:spPr>
          <a:xfrm>
            <a:off x="328733" y="4241871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 =</a:t>
            </a:r>
          </a:p>
        </p:txBody>
      </p:sp>
      <p:sp>
        <p:nvSpPr>
          <p:cNvPr id="40" name="useContext">
            <a:extLst>
              <a:ext uri="{FF2B5EF4-FFF2-40B4-BE49-F238E27FC236}">
                <a16:creationId xmlns:a16="http://schemas.microsoft.com/office/drawing/2014/main" id="{377EEDC7-C757-FB10-AF3A-5A8A71276938}"/>
              </a:ext>
            </a:extLst>
          </p:cNvPr>
          <p:cNvSpPr txBox="1"/>
          <p:nvPr/>
        </p:nvSpPr>
        <p:spPr>
          <a:xfrm>
            <a:off x="311011" y="4211280"/>
            <a:ext cx="1944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>
            <a:extLst>
              <a:ext uri="{FF2B5EF4-FFF2-40B4-BE49-F238E27FC236}">
                <a16:creationId xmlns:a16="http://schemas.microsoft.com/office/drawing/2014/main" id="{0FE483FD-D6E7-9FD0-46C9-B44E26D8E5D5}"/>
              </a:ext>
            </a:extLst>
          </p:cNvPr>
          <p:cNvSpPr txBox="1"/>
          <p:nvPr/>
        </p:nvSpPr>
        <p:spPr>
          <a:xfrm>
            <a:off x="1650163" y="4224410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>
            <a:extLst>
              <a:ext uri="{FF2B5EF4-FFF2-40B4-BE49-F238E27FC236}">
                <a16:creationId xmlns:a16="http://schemas.microsoft.com/office/drawing/2014/main" id="{D5D41271-7524-1D5E-D6AD-2F23E0077DF0}"/>
              </a:ext>
            </a:extLst>
          </p:cNvPr>
          <p:cNvSpPr txBox="1"/>
          <p:nvPr/>
        </p:nvSpPr>
        <p:spPr>
          <a:xfrm>
            <a:off x="3027899" y="423862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>
            <a:extLst>
              <a:ext uri="{FF2B5EF4-FFF2-40B4-BE49-F238E27FC236}">
                <a16:creationId xmlns:a16="http://schemas.microsoft.com/office/drawing/2014/main" id="{E76FC7D0-6ED2-A844-93BB-949914FD7F29}"/>
              </a:ext>
            </a:extLst>
          </p:cNvPr>
          <p:cNvSpPr txBox="1"/>
          <p:nvPr/>
        </p:nvSpPr>
        <p:spPr>
          <a:xfrm>
            <a:off x="386578" y="453152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>
            <a:extLst>
              <a:ext uri="{FF2B5EF4-FFF2-40B4-BE49-F238E27FC236}">
                <a16:creationId xmlns:a16="http://schemas.microsoft.com/office/drawing/2014/main" id="{A85D0014-C85D-B6F2-4DF1-064E47219E2A}"/>
              </a:ext>
            </a:extLst>
          </p:cNvPr>
          <p:cNvSpPr txBox="1"/>
          <p:nvPr/>
        </p:nvSpPr>
        <p:spPr>
          <a:xfrm>
            <a:off x="521139" y="482303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>
            <a:extLst>
              <a:ext uri="{FF2B5EF4-FFF2-40B4-BE49-F238E27FC236}">
                <a16:creationId xmlns:a16="http://schemas.microsoft.com/office/drawing/2014/main" id="{ACE244BD-9896-5604-DC57-935CEA4E876E}"/>
              </a:ext>
            </a:extLst>
          </p:cNvPr>
          <p:cNvSpPr txBox="1"/>
          <p:nvPr/>
        </p:nvSpPr>
        <p:spPr>
          <a:xfrm>
            <a:off x="954654" y="5037057"/>
            <a:ext cx="160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Welcome {</a:t>
            </a: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EB783E53-075F-35D9-AA82-AF9DE16FF29E}"/>
              </a:ext>
            </a:extLst>
          </p:cNvPr>
          <p:cNvSpPr txBox="1"/>
          <p:nvPr/>
        </p:nvSpPr>
        <p:spPr>
          <a:xfrm>
            <a:off x="2108209" y="5050187"/>
            <a:ext cx="142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4" name="text-1">
            <a:extLst>
              <a:ext uri="{FF2B5EF4-FFF2-40B4-BE49-F238E27FC236}">
                <a16:creationId xmlns:a16="http://schemas.microsoft.com/office/drawing/2014/main" id="{CB61DF76-CF63-81B8-BF3F-EFE1BFF8CD60}"/>
              </a:ext>
            </a:extLst>
          </p:cNvPr>
          <p:cNvSpPr txBox="1"/>
          <p:nvPr/>
        </p:nvSpPr>
        <p:spPr>
          <a:xfrm>
            <a:off x="3302333" y="5057120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>
            <a:extLst>
              <a:ext uri="{FF2B5EF4-FFF2-40B4-BE49-F238E27FC236}">
                <a16:creationId xmlns:a16="http://schemas.microsoft.com/office/drawing/2014/main" id="{B3FE09A6-2BEF-3CB5-EA22-EE61A3A501E3}"/>
              </a:ext>
            </a:extLst>
          </p:cNvPr>
          <p:cNvSpPr txBox="1"/>
          <p:nvPr/>
        </p:nvSpPr>
        <p:spPr>
          <a:xfrm>
            <a:off x="4046408" y="5057120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>
            <a:extLst>
              <a:ext uri="{FF2B5EF4-FFF2-40B4-BE49-F238E27FC236}">
                <a16:creationId xmlns:a16="http://schemas.microsoft.com/office/drawing/2014/main" id="{42CC7D73-EF97-DA7B-D1A6-942E41CCFB45}"/>
              </a:ext>
            </a:extLst>
          </p:cNvPr>
          <p:cNvSpPr txBox="1"/>
          <p:nvPr/>
        </p:nvSpPr>
        <p:spPr>
          <a:xfrm>
            <a:off x="514760" y="5344862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>
            <a:extLst>
              <a:ext uri="{FF2B5EF4-FFF2-40B4-BE49-F238E27FC236}">
                <a16:creationId xmlns:a16="http://schemas.microsoft.com/office/drawing/2014/main" id="{59C82F5B-4DE5-EE0C-C3AB-D4EC35C9CC0A}"/>
              </a:ext>
            </a:extLst>
          </p:cNvPr>
          <p:cNvSpPr txBox="1"/>
          <p:nvPr/>
        </p:nvSpPr>
        <p:spPr>
          <a:xfrm>
            <a:off x="407559" y="558456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>
            <a:extLst>
              <a:ext uri="{FF2B5EF4-FFF2-40B4-BE49-F238E27FC236}">
                <a16:creationId xmlns:a16="http://schemas.microsoft.com/office/drawing/2014/main" id="{28608AE8-5F11-6452-9339-B7C9E6FD438E}"/>
              </a:ext>
            </a:extLst>
          </p:cNvPr>
          <p:cNvSpPr txBox="1"/>
          <p:nvPr/>
        </p:nvSpPr>
        <p:spPr>
          <a:xfrm>
            <a:off x="251749" y="586637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7253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0AF5E-5733-FF0F-3AC9-BDA441238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B845D793-6CFE-EC3C-1F5B-C7D578316CB7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D566F02-FC6C-B6C6-962A-73FDB1052C6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46A9AB7-7D98-4B66-1248-9B9AF35CC8C3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85502A3-7C0A-CA5B-58E0-51DE6A10444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BE1E69B4-66D4-71CA-300B-2524B60FD49B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B4574EE-81FF-4450-53C9-F40DDDA9B6F4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FDEDAE4-0DFE-00BA-408D-F024C2E5117C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D3B0611-169C-FEA0-E6BE-60B587B8083A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1EDA4E7-2475-CCAC-5DEA-41D2D5539B8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A7470E6-C424-3681-693F-E78259ED9F28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6A28233D-BDDA-C9AD-873E-981D246D9A37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2344AA9-9D1D-2566-3530-AC9556C83D7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E3DE0A2-339E-58FC-5739-A0405141D27B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26FF527-700B-41C6-974D-A51B1350C8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935C3B0-6A03-FEF8-B06D-E4E24E43397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1BE16C8-76C7-43CC-F427-044E763050A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6234E97-5D3A-58E5-7449-52E81B82B242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2E2D920A-463A-50B1-58A0-1CA68240469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6BFA78A-2F6B-9B37-0B39-50B389F04F7A}"/>
              </a:ext>
            </a:extLst>
          </p:cNvPr>
          <p:cNvSpPr/>
          <p:nvPr/>
        </p:nvSpPr>
        <p:spPr>
          <a:xfrm>
            <a:off x="4479167" y="188655"/>
            <a:ext cx="4295392" cy="493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send data globally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DF304E-73D8-8C87-E083-17C1965D8904}"/>
              </a:ext>
            </a:extLst>
          </p:cNvPr>
          <p:cNvSpPr/>
          <p:nvPr/>
        </p:nvSpPr>
        <p:spPr>
          <a:xfrm>
            <a:off x="251750" y="1012723"/>
            <a:ext cx="8468613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import">
            <a:extLst>
              <a:ext uri="{FF2B5EF4-FFF2-40B4-BE49-F238E27FC236}">
                <a16:creationId xmlns:a16="http://schemas.microsoft.com/office/drawing/2014/main" id="{E41C5708-0E86-09CD-791A-135CF5C8745D}"/>
              </a:ext>
            </a:extLst>
          </p:cNvPr>
          <p:cNvSpPr txBox="1"/>
          <p:nvPr/>
        </p:nvSpPr>
        <p:spPr>
          <a:xfrm>
            <a:off x="251751" y="1012723"/>
            <a:ext cx="2612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 </a:t>
            </a:r>
          </a:p>
        </p:txBody>
      </p:sp>
      <p:sp>
        <p:nvSpPr>
          <p:cNvPr id="23" name="import-2">
            <a:extLst>
              <a:ext uri="{FF2B5EF4-FFF2-40B4-BE49-F238E27FC236}">
                <a16:creationId xmlns:a16="http://schemas.microsoft.com/office/drawing/2014/main" id="{EDD35894-9B41-CE1B-F535-D5E4AB0FB1B0}"/>
              </a:ext>
            </a:extLst>
          </p:cNvPr>
          <p:cNvSpPr txBox="1"/>
          <p:nvPr/>
        </p:nvSpPr>
        <p:spPr>
          <a:xfrm>
            <a:off x="4013485" y="1021062"/>
            <a:ext cx="1295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1" name="import-3">
            <a:extLst>
              <a:ext uri="{FF2B5EF4-FFF2-40B4-BE49-F238E27FC236}">
                <a16:creationId xmlns:a16="http://schemas.microsoft.com/office/drawing/2014/main" id="{6AF82A85-3290-2E27-130A-DFDC9BC84F54}"/>
              </a:ext>
            </a:extLst>
          </p:cNvPr>
          <p:cNvSpPr txBox="1"/>
          <p:nvPr/>
        </p:nvSpPr>
        <p:spPr>
          <a:xfrm>
            <a:off x="2732441" y="1009237"/>
            <a:ext cx="1604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,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4" name="import-1">
            <a:extLst>
              <a:ext uri="{FF2B5EF4-FFF2-40B4-BE49-F238E27FC236}">
                <a16:creationId xmlns:a16="http://schemas.microsoft.com/office/drawing/2014/main" id="{9581E8D9-47CE-91D4-31E1-4841F0020440}"/>
              </a:ext>
            </a:extLst>
          </p:cNvPr>
          <p:cNvSpPr txBox="1"/>
          <p:nvPr/>
        </p:nvSpPr>
        <p:spPr>
          <a:xfrm>
            <a:off x="5013919" y="1029401"/>
            <a:ext cx="1719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  <a:endParaRPr lang="en-US" sz="2000" dirty="0"/>
          </a:p>
        </p:txBody>
      </p:sp>
      <p:sp>
        <p:nvSpPr>
          <p:cNvPr id="22" name="createContext">
            <a:extLst>
              <a:ext uri="{FF2B5EF4-FFF2-40B4-BE49-F238E27FC236}">
                <a16:creationId xmlns:a16="http://schemas.microsoft.com/office/drawing/2014/main" id="{45F6F23B-F351-F3A5-05E8-318A2A4A331F}"/>
              </a:ext>
            </a:extLst>
          </p:cNvPr>
          <p:cNvSpPr txBox="1"/>
          <p:nvPr/>
        </p:nvSpPr>
        <p:spPr>
          <a:xfrm>
            <a:off x="2464005" y="1344009"/>
            <a:ext cx="1756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createContext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  <a:endParaRPr lang="en-US" sz="2000" dirty="0"/>
          </a:p>
        </p:txBody>
      </p:sp>
      <p:sp>
        <p:nvSpPr>
          <p:cNvPr id="8" name="initState">
            <a:extLst>
              <a:ext uri="{FF2B5EF4-FFF2-40B4-BE49-F238E27FC236}">
                <a16:creationId xmlns:a16="http://schemas.microsoft.com/office/drawing/2014/main" id="{CAD1E6B0-18F6-7343-BE7D-9BA21E59FB4D}"/>
              </a:ext>
            </a:extLst>
          </p:cNvPr>
          <p:cNvSpPr txBox="1"/>
          <p:nvPr/>
        </p:nvSpPr>
        <p:spPr>
          <a:xfrm>
            <a:off x="4048153" y="1357651"/>
            <a:ext cx="630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null</a:t>
            </a:r>
            <a:endParaRPr lang="en-US" sz="2000" dirty="0"/>
          </a:p>
        </p:txBody>
      </p:sp>
      <p:sp>
        <p:nvSpPr>
          <p:cNvPr id="7" name="createContext-1">
            <a:extLst>
              <a:ext uri="{FF2B5EF4-FFF2-40B4-BE49-F238E27FC236}">
                <a16:creationId xmlns:a16="http://schemas.microsoft.com/office/drawing/2014/main" id="{1D81592D-CF9C-4D74-60E0-9E5A975F3B6D}"/>
              </a:ext>
            </a:extLst>
          </p:cNvPr>
          <p:cNvSpPr txBox="1"/>
          <p:nvPr/>
        </p:nvSpPr>
        <p:spPr>
          <a:xfrm>
            <a:off x="4447557" y="1344009"/>
            <a:ext cx="346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0" name="authContext">
            <a:extLst>
              <a:ext uri="{FF2B5EF4-FFF2-40B4-BE49-F238E27FC236}">
                <a16:creationId xmlns:a16="http://schemas.microsoft.com/office/drawing/2014/main" id="{549A2067-252D-B77C-F6A7-6D00329D108C}"/>
              </a:ext>
            </a:extLst>
          </p:cNvPr>
          <p:cNvSpPr txBox="1"/>
          <p:nvPr/>
        </p:nvSpPr>
        <p:spPr>
          <a:xfrm>
            <a:off x="255016" y="1344009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 = </a:t>
            </a:r>
          </a:p>
        </p:txBody>
      </p:sp>
      <p:sp>
        <p:nvSpPr>
          <p:cNvPr id="11" name="app">
            <a:extLst>
              <a:ext uri="{FF2B5EF4-FFF2-40B4-BE49-F238E27FC236}">
                <a16:creationId xmlns:a16="http://schemas.microsoft.com/office/drawing/2014/main" id="{5F05725B-7BBD-FF1D-30D7-09348B4794FC}"/>
              </a:ext>
            </a:extLst>
          </p:cNvPr>
          <p:cNvSpPr txBox="1"/>
          <p:nvPr/>
        </p:nvSpPr>
        <p:spPr>
          <a:xfrm>
            <a:off x="255016" y="1671326"/>
            <a:ext cx="23182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App = () =&gt; {</a:t>
            </a:r>
          </a:p>
        </p:txBody>
      </p:sp>
      <p:sp>
        <p:nvSpPr>
          <p:cNvPr id="26" name="useState">
            <a:extLst>
              <a:ext uri="{FF2B5EF4-FFF2-40B4-BE49-F238E27FC236}">
                <a16:creationId xmlns:a16="http://schemas.microsoft.com/office/drawing/2014/main" id="{16B5863A-CC1F-9855-2D40-F5B9FF35CBE4}"/>
              </a:ext>
            </a:extLst>
          </p:cNvPr>
          <p:cNvSpPr txBox="1"/>
          <p:nvPr/>
        </p:nvSpPr>
        <p:spPr>
          <a:xfrm>
            <a:off x="403030" y="1954516"/>
            <a:ext cx="7049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[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, </a:t>
            </a:r>
            <a:r>
              <a:rPr lang="en-US" sz="2000" dirty="0" err="1">
                <a:latin typeface="Berlin Sans FB" panose="020E0602020502020306" pitchFamily="34" charset="0"/>
              </a:rPr>
              <a:t>setCurrentUser</a:t>
            </a:r>
            <a:r>
              <a:rPr lang="en-US" sz="2000" dirty="0">
                <a:latin typeface="Berlin Sans FB" panose="020E0602020502020306" pitchFamily="34" charset="0"/>
              </a:rPr>
              <a:t> ] = </a:t>
            </a:r>
            <a:r>
              <a:rPr lang="en-US" sz="2000" dirty="0" err="1">
                <a:latin typeface="Berlin Sans FB" panose="020E0602020502020306" pitchFamily="34" charset="0"/>
              </a:rPr>
              <a:t>useState</a:t>
            </a:r>
            <a:r>
              <a:rPr lang="en-US" sz="2000" dirty="0">
                <a:latin typeface="Berlin Sans FB" panose="020E0602020502020306" pitchFamily="34" charset="0"/>
              </a:rPr>
              <a:t>({name: ”</a:t>
            </a:r>
            <a:r>
              <a:rPr lang="en-US" sz="2000" dirty="0" err="1">
                <a:latin typeface="Berlin Sans FB" panose="020E0602020502020306" pitchFamily="34" charset="0"/>
              </a:rPr>
              <a:t>josse</a:t>
            </a:r>
            <a:r>
              <a:rPr lang="en-US" sz="2000" dirty="0">
                <a:latin typeface="Berlin Sans FB" panose="020E0602020502020306" pitchFamily="34" charset="0"/>
              </a:rPr>
              <a:t>”})</a:t>
            </a:r>
          </a:p>
        </p:txBody>
      </p:sp>
      <p:sp>
        <p:nvSpPr>
          <p:cNvPr id="13" name="return">
            <a:extLst>
              <a:ext uri="{FF2B5EF4-FFF2-40B4-BE49-F238E27FC236}">
                <a16:creationId xmlns:a16="http://schemas.microsoft.com/office/drawing/2014/main" id="{D0E70F1C-028C-6BDF-34EB-7D332504EFB7}"/>
              </a:ext>
            </a:extLst>
          </p:cNvPr>
          <p:cNvSpPr txBox="1"/>
          <p:nvPr/>
        </p:nvSpPr>
        <p:spPr>
          <a:xfrm>
            <a:off x="412863" y="2258251"/>
            <a:ext cx="1084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9" name="wrapper">
            <a:extLst>
              <a:ext uri="{FF2B5EF4-FFF2-40B4-BE49-F238E27FC236}">
                <a16:creationId xmlns:a16="http://schemas.microsoft.com/office/drawing/2014/main" id="{B2650650-1E59-9B40-8A41-E8D1C4B28FD1}"/>
              </a:ext>
            </a:extLst>
          </p:cNvPr>
          <p:cNvSpPr txBox="1"/>
          <p:nvPr/>
        </p:nvSpPr>
        <p:spPr>
          <a:xfrm>
            <a:off x="560656" y="2562181"/>
            <a:ext cx="1864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/>
          </a:p>
        </p:txBody>
      </p:sp>
      <p:sp>
        <p:nvSpPr>
          <p:cNvPr id="28" name="wrapper-2">
            <a:extLst>
              <a:ext uri="{FF2B5EF4-FFF2-40B4-BE49-F238E27FC236}">
                <a16:creationId xmlns:a16="http://schemas.microsoft.com/office/drawing/2014/main" id="{277703A4-9389-1706-390E-A50C4BD85482}"/>
              </a:ext>
            </a:extLst>
          </p:cNvPr>
          <p:cNvSpPr txBox="1"/>
          <p:nvPr/>
        </p:nvSpPr>
        <p:spPr>
          <a:xfrm>
            <a:off x="4220856" y="2562181"/>
            <a:ext cx="14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9" name="value">
            <a:extLst>
              <a:ext uri="{FF2B5EF4-FFF2-40B4-BE49-F238E27FC236}">
                <a16:creationId xmlns:a16="http://schemas.microsoft.com/office/drawing/2014/main" id="{F438D17E-1291-D575-C695-BBB8DF6E2A81}"/>
              </a:ext>
            </a:extLst>
          </p:cNvPr>
          <p:cNvSpPr txBox="1"/>
          <p:nvPr/>
        </p:nvSpPr>
        <p:spPr>
          <a:xfrm>
            <a:off x="2060415" y="2547314"/>
            <a:ext cx="22701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value={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8" name="component">
            <a:extLst>
              <a:ext uri="{FF2B5EF4-FFF2-40B4-BE49-F238E27FC236}">
                <a16:creationId xmlns:a16="http://schemas.microsoft.com/office/drawing/2014/main" id="{F7BE2E09-EDEF-87F9-A742-F5DDCF63FEDD}"/>
              </a:ext>
            </a:extLst>
          </p:cNvPr>
          <p:cNvSpPr txBox="1"/>
          <p:nvPr/>
        </p:nvSpPr>
        <p:spPr>
          <a:xfrm>
            <a:off x="805156" y="2858341"/>
            <a:ext cx="18336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&lt;</a:t>
            </a:r>
            <a:r>
              <a:rPr lang="en-US" sz="2000" dirty="0">
                <a:latin typeface="Berlin Sans FB" panose="020E0602020502020306" pitchFamily="34" charset="0"/>
              </a:rPr>
              <a:t>Component /&gt;</a:t>
            </a:r>
            <a:endParaRPr lang="en-US" sz="2000" dirty="0"/>
          </a:p>
        </p:txBody>
      </p:sp>
      <p:sp>
        <p:nvSpPr>
          <p:cNvPr id="20" name="wrapper-1">
            <a:extLst>
              <a:ext uri="{FF2B5EF4-FFF2-40B4-BE49-F238E27FC236}">
                <a16:creationId xmlns:a16="http://schemas.microsoft.com/office/drawing/2014/main" id="{A36DB048-BC47-6426-F586-4C31E4FC00B9}"/>
              </a:ext>
            </a:extLst>
          </p:cNvPr>
          <p:cNvSpPr txBox="1"/>
          <p:nvPr/>
        </p:nvSpPr>
        <p:spPr>
          <a:xfrm>
            <a:off x="568591" y="3139031"/>
            <a:ext cx="18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</a:t>
            </a:r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7" name="return-1">
            <a:extLst>
              <a:ext uri="{FF2B5EF4-FFF2-40B4-BE49-F238E27FC236}">
                <a16:creationId xmlns:a16="http://schemas.microsoft.com/office/drawing/2014/main" id="{51AF56F2-1C09-2411-CDD1-E6DCF0234D3F}"/>
              </a:ext>
            </a:extLst>
          </p:cNvPr>
          <p:cNvSpPr txBox="1"/>
          <p:nvPr/>
        </p:nvSpPr>
        <p:spPr>
          <a:xfrm>
            <a:off x="396527" y="3373097"/>
            <a:ext cx="344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  <a:endParaRPr lang="en-US" sz="2000" dirty="0"/>
          </a:p>
        </p:txBody>
      </p:sp>
      <p:sp>
        <p:nvSpPr>
          <p:cNvPr id="12" name="app-1">
            <a:extLst>
              <a:ext uri="{FF2B5EF4-FFF2-40B4-BE49-F238E27FC236}">
                <a16:creationId xmlns:a16="http://schemas.microsoft.com/office/drawing/2014/main" id="{A9E92CE5-1EA1-A924-38DD-A8ECABA15DD3}"/>
              </a:ext>
            </a:extLst>
          </p:cNvPr>
          <p:cNvSpPr txBox="1"/>
          <p:nvPr/>
        </p:nvSpPr>
        <p:spPr>
          <a:xfrm>
            <a:off x="241917" y="3670372"/>
            <a:ext cx="344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sp>
        <p:nvSpPr>
          <p:cNvPr id="30" name="component">
            <a:extLst>
              <a:ext uri="{FF2B5EF4-FFF2-40B4-BE49-F238E27FC236}">
                <a16:creationId xmlns:a16="http://schemas.microsoft.com/office/drawing/2014/main" id="{2EF3EAE5-8C2A-3F04-3C6E-12F6BA47E869}"/>
              </a:ext>
            </a:extLst>
          </p:cNvPr>
          <p:cNvSpPr txBox="1"/>
          <p:nvPr/>
        </p:nvSpPr>
        <p:spPr>
          <a:xfrm>
            <a:off x="228507" y="3939806"/>
            <a:ext cx="2892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component = () =&gt; { </a:t>
            </a:r>
          </a:p>
        </p:txBody>
      </p:sp>
      <p:sp>
        <p:nvSpPr>
          <p:cNvPr id="21" name="const">
            <a:extLst>
              <a:ext uri="{FF2B5EF4-FFF2-40B4-BE49-F238E27FC236}">
                <a16:creationId xmlns:a16="http://schemas.microsoft.com/office/drawing/2014/main" id="{DF6682EA-CF7E-7BA0-E648-3D22460A7CBA}"/>
              </a:ext>
            </a:extLst>
          </p:cNvPr>
          <p:cNvSpPr txBox="1"/>
          <p:nvPr/>
        </p:nvSpPr>
        <p:spPr>
          <a:xfrm>
            <a:off x="328733" y="4241871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r>
              <a:rPr lang="en-US" sz="2000" dirty="0">
                <a:latin typeface="Berlin Sans FB" panose="020E0602020502020306" pitchFamily="34" charset="0"/>
              </a:rPr>
              <a:t>  =</a:t>
            </a:r>
          </a:p>
        </p:txBody>
      </p:sp>
      <p:sp>
        <p:nvSpPr>
          <p:cNvPr id="40" name="useContext">
            <a:extLst>
              <a:ext uri="{FF2B5EF4-FFF2-40B4-BE49-F238E27FC236}">
                <a16:creationId xmlns:a16="http://schemas.microsoft.com/office/drawing/2014/main" id="{CA92B8FC-346F-E8B3-20D3-E6358211C457}"/>
              </a:ext>
            </a:extLst>
          </p:cNvPr>
          <p:cNvSpPr txBox="1"/>
          <p:nvPr/>
        </p:nvSpPr>
        <p:spPr>
          <a:xfrm>
            <a:off x="2432613" y="4222067"/>
            <a:ext cx="1944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 </a:t>
            </a:r>
            <a:r>
              <a:rPr lang="en-US" sz="2000" dirty="0" err="1">
                <a:latin typeface="Berlin Sans FB" panose="020E0602020502020306" pitchFamily="34" charset="0"/>
              </a:rPr>
              <a:t>useContext</a:t>
            </a:r>
            <a:r>
              <a:rPr lang="en-US" sz="2000" dirty="0">
                <a:latin typeface="Berlin Sans FB" panose="020E0602020502020306" pitchFamily="34" charset="0"/>
              </a:rPr>
              <a:t>(</a:t>
            </a:r>
          </a:p>
        </p:txBody>
      </p:sp>
      <p:sp>
        <p:nvSpPr>
          <p:cNvPr id="16" name="useContext-1">
            <a:extLst>
              <a:ext uri="{FF2B5EF4-FFF2-40B4-BE49-F238E27FC236}">
                <a16:creationId xmlns:a16="http://schemas.microsoft.com/office/drawing/2014/main" id="{8F4E4AA2-D07A-B270-C641-53660E810AFE}"/>
              </a:ext>
            </a:extLst>
          </p:cNvPr>
          <p:cNvSpPr txBox="1"/>
          <p:nvPr/>
        </p:nvSpPr>
        <p:spPr>
          <a:xfrm>
            <a:off x="3771765" y="4235197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AuthContext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" name="useContext-2">
            <a:extLst>
              <a:ext uri="{FF2B5EF4-FFF2-40B4-BE49-F238E27FC236}">
                <a16:creationId xmlns:a16="http://schemas.microsoft.com/office/drawing/2014/main" id="{7E8C7806-1223-ACA2-F4B7-B1C141FC8663}"/>
              </a:ext>
            </a:extLst>
          </p:cNvPr>
          <p:cNvSpPr txBox="1"/>
          <p:nvPr/>
        </p:nvSpPr>
        <p:spPr>
          <a:xfrm>
            <a:off x="5149501" y="4249412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2" name="return">
            <a:extLst>
              <a:ext uri="{FF2B5EF4-FFF2-40B4-BE49-F238E27FC236}">
                <a16:creationId xmlns:a16="http://schemas.microsoft.com/office/drawing/2014/main" id="{F9B76F16-3194-232D-A358-54B152A1ED69}"/>
              </a:ext>
            </a:extLst>
          </p:cNvPr>
          <p:cNvSpPr txBox="1"/>
          <p:nvPr/>
        </p:nvSpPr>
        <p:spPr>
          <a:xfrm>
            <a:off x="386578" y="4531523"/>
            <a:ext cx="2157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36" name="div">
            <a:extLst>
              <a:ext uri="{FF2B5EF4-FFF2-40B4-BE49-F238E27FC236}">
                <a16:creationId xmlns:a16="http://schemas.microsoft.com/office/drawing/2014/main" id="{FEA191B1-3430-186E-D35F-1D63E9752969}"/>
              </a:ext>
            </a:extLst>
          </p:cNvPr>
          <p:cNvSpPr txBox="1"/>
          <p:nvPr/>
        </p:nvSpPr>
        <p:spPr>
          <a:xfrm>
            <a:off x="521139" y="4823039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25" name="curly-braces">
            <a:extLst>
              <a:ext uri="{FF2B5EF4-FFF2-40B4-BE49-F238E27FC236}">
                <a16:creationId xmlns:a16="http://schemas.microsoft.com/office/drawing/2014/main" id="{A954672E-7878-B731-AF35-491194006C29}"/>
              </a:ext>
            </a:extLst>
          </p:cNvPr>
          <p:cNvSpPr txBox="1"/>
          <p:nvPr/>
        </p:nvSpPr>
        <p:spPr>
          <a:xfrm>
            <a:off x="954654" y="5037057"/>
            <a:ext cx="160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Welcome {</a:t>
            </a: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465804E6-7FBD-CA91-4053-C713D3CF4C07}"/>
              </a:ext>
            </a:extLst>
          </p:cNvPr>
          <p:cNvSpPr txBox="1"/>
          <p:nvPr/>
        </p:nvSpPr>
        <p:spPr>
          <a:xfrm>
            <a:off x="2108209" y="5050187"/>
            <a:ext cx="142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currentUser</a:t>
            </a:r>
            <a:endParaRPr lang="en-US" sz="2000" dirty="0">
              <a:latin typeface="Berlin Sans FB" panose="020E0602020502020306" pitchFamily="34" charset="0"/>
            </a:endParaRPr>
          </a:p>
        </p:txBody>
      </p:sp>
      <p:sp>
        <p:nvSpPr>
          <p:cNvPr id="24" name="text-1">
            <a:extLst>
              <a:ext uri="{FF2B5EF4-FFF2-40B4-BE49-F238E27FC236}">
                <a16:creationId xmlns:a16="http://schemas.microsoft.com/office/drawing/2014/main" id="{0B3E4E91-84F6-24F3-7083-AE73B943D90D}"/>
              </a:ext>
            </a:extLst>
          </p:cNvPr>
          <p:cNvSpPr txBox="1"/>
          <p:nvPr/>
        </p:nvSpPr>
        <p:spPr>
          <a:xfrm>
            <a:off x="3302333" y="5057120"/>
            <a:ext cx="96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.name</a:t>
            </a:r>
          </a:p>
        </p:txBody>
      </p:sp>
      <p:sp>
        <p:nvSpPr>
          <p:cNvPr id="27" name="curly-braces-1">
            <a:extLst>
              <a:ext uri="{FF2B5EF4-FFF2-40B4-BE49-F238E27FC236}">
                <a16:creationId xmlns:a16="http://schemas.microsoft.com/office/drawing/2014/main" id="{15285709-8782-2AF2-CC5D-6E03DBA918AD}"/>
              </a:ext>
            </a:extLst>
          </p:cNvPr>
          <p:cNvSpPr txBox="1"/>
          <p:nvPr/>
        </p:nvSpPr>
        <p:spPr>
          <a:xfrm>
            <a:off x="4046408" y="5057120"/>
            <a:ext cx="264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sp>
        <p:nvSpPr>
          <p:cNvPr id="38" name="div-1">
            <a:extLst>
              <a:ext uri="{FF2B5EF4-FFF2-40B4-BE49-F238E27FC236}">
                <a16:creationId xmlns:a16="http://schemas.microsoft.com/office/drawing/2014/main" id="{D8239954-A76F-1842-1C3D-13DAE4A0E637}"/>
              </a:ext>
            </a:extLst>
          </p:cNvPr>
          <p:cNvSpPr txBox="1"/>
          <p:nvPr/>
        </p:nvSpPr>
        <p:spPr>
          <a:xfrm>
            <a:off x="514760" y="5344862"/>
            <a:ext cx="764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33" name="return-1">
            <a:extLst>
              <a:ext uri="{FF2B5EF4-FFF2-40B4-BE49-F238E27FC236}">
                <a16:creationId xmlns:a16="http://schemas.microsoft.com/office/drawing/2014/main" id="{DC6A51CC-CA65-19E5-6E9A-625A0E5F21CB}"/>
              </a:ext>
            </a:extLst>
          </p:cNvPr>
          <p:cNvSpPr txBox="1"/>
          <p:nvPr/>
        </p:nvSpPr>
        <p:spPr>
          <a:xfrm>
            <a:off x="407559" y="5584562"/>
            <a:ext cx="290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31" name="component-1">
            <a:extLst>
              <a:ext uri="{FF2B5EF4-FFF2-40B4-BE49-F238E27FC236}">
                <a16:creationId xmlns:a16="http://schemas.microsoft.com/office/drawing/2014/main" id="{F5615A1F-D630-8992-FD4F-4426837F8449}"/>
              </a:ext>
            </a:extLst>
          </p:cNvPr>
          <p:cNvSpPr txBox="1"/>
          <p:nvPr/>
        </p:nvSpPr>
        <p:spPr>
          <a:xfrm>
            <a:off x="251749" y="5866370"/>
            <a:ext cx="366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};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9BF84BD-C8EC-0E5F-5B4C-C692636F0F6A}"/>
              </a:ext>
            </a:extLst>
          </p:cNvPr>
          <p:cNvCxnSpPr>
            <a:cxnSpLocks/>
          </p:cNvCxnSpPr>
          <p:nvPr/>
        </p:nvCxnSpPr>
        <p:spPr>
          <a:xfrm>
            <a:off x="1809135" y="4635307"/>
            <a:ext cx="786608" cy="4879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379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2D040-567D-D072-812B-6F7A82D2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836CCC1E-1959-FF3E-089D-F5324E3A57E5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7AF91A0-1A90-5E8A-2CF4-37AA8F1BBDA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95939D3-2408-36CF-6DC1-5D7CD13E9F2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432419E-1BD9-6E4D-2C5E-55F92A30698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4190236-5239-659F-AF16-E28DE72DC620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1F4316E-84C6-09D3-5461-E078043F06C9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6EF551E-91D2-4BE8-FCBA-82A336C8FDA7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D783EA6-DEC5-3F12-AC76-B68EC19F3EEC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EDD640E-10FF-2B44-CFBE-DCAB67441DE2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E756E0D-699E-CF79-B1C0-6A431DA7EB8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6913BC26-26DC-16E9-C9C6-13B4DF88D25E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48E25AD7-C705-FB3A-F417-5B37575D4E1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E90911A-A862-9CCA-339A-3C3D2A0A31DD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75917CF-4166-077A-8484-ED1B6E0DB0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7C6FCBD-B772-CB7E-6B4C-E35F01A0507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8224833-08EE-76D7-3C80-4F822259FE2C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E6F0DEF-1B50-5EDE-41E5-A53919196F2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F08F860-E3D3-A4C0-CD91-65C68DFFAC72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048BCA8-B729-5A9D-4C45-D85A36B301A6}"/>
              </a:ext>
            </a:extLst>
          </p:cNvPr>
          <p:cNvSpPr/>
          <p:nvPr/>
        </p:nvSpPr>
        <p:spPr>
          <a:xfrm>
            <a:off x="251750" y="1012723"/>
            <a:ext cx="8548121" cy="5586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E303853-FBC8-5D17-A068-3D0AF3D0CE19}"/>
              </a:ext>
            </a:extLst>
          </p:cNvPr>
          <p:cNvSpPr/>
          <p:nvPr/>
        </p:nvSpPr>
        <p:spPr>
          <a:xfrm>
            <a:off x="658204" y="1253289"/>
            <a:ext cx="2871576" cy="63448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without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352BF0-68CD-ED50-F3F8-DE506CC1B1AE}"/>
              </a:ext>
            </a:extLst>
          </p:cNvPr>
          <p:cNvSpPr/>
          <p:nvPr/>
        </p:nvSpPr>
        <p:spPr>
          <a:xfrm>
            <a:off x="5361693" y="1233647"/>
            <a:ext cx="2871576" cy="63448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with </a:t>
            </a:r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CEF6C36-E45C-1632-E50B-455035A5A569}"/>
              </a:ext>
            </a:extLst>
          </p:cNvPr>
          <p:cNvSpPr/>
          <p:nvPr/>
        </p:nvSpPr>
        <p:spPr>
          <a:xfrm rot="16200000" flipV="1">
            <a:off x="2946353" y="3727198"/>
            <a:ext cx="2871576" cy="4599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Berlin Sans FB" panose="020E0602020502020306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91BFEDA-7453-0867-C234-283119EDA375}"/>
              </a:ext>
            </a:extLst>
          </p:cNvPr>
          <p:cNvSpPr/>
          <p:nvPr/>
        </p:nvSpPr>
        <p:spPr>
          <a:xfrm>
            <a:off x="1196308" y="2591440"/>
            <a:ext cx="72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6920C6-E908-F263-B60C-2EF237E407C8}"/>
              </a:ext>
            </a:extLst>
          </p:cNvPr>
          <p:cNvSpPr/>
          <p:nvPr/>
        </p:nvSpPr>
        <p:spPr>
          <a:xfrm>
            <a:off x="1196308" y="3481513"/>
            <a:ext cx="72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B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7BB406A-ED19-F444-852F-C203790D44EF}"/>
              </a:ext>
            </a:extLst>
          </p:cNvPr>
          <p:cNvSpPr/>
          <p:nvPr/>
        </p:nvSpPr>
        <p:spPr>
          <a:xfrm>
            <a:off x="1196072" y="4428341"/>
            <a:ext cx="72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47E713D-D350-8801-A534-1755A9DB75A3}"/>
              </a:ext>
            </a:extLst>
          </p:cNvPr>
          <p:cNvSpPr/>
          <p:nvPr/>
        </p:nvSpPr>
        <p:spPr>
          <a:xfrm>
            <a:off x="4625162" y="2623161"/>
            <a:ext cx="72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5307F4-5E68-552C-BD54-60FAC3F3729D}"/>
              </a:ext>
            </a:extLst>
          </p:cNvPr>
          <p:cNvSpPr/>
          <p:nvPr/>
        </p:nvSpPr>
        <p:spPr>
          <a:xfrm>
            <a:off x="4649357" y="3601162"/>
            <a:ext cx="72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B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C9F655A-645B-62B8-C7D5-A9042514AA58}"/>
              </a:ext>
            </a:extLst>
          </p:cNvPr>
          <p:cNvSpPr/>
          <p:nvPr/>
        </p:nvSpPr>
        <p:spPr>
          <a:xfrm>
            <a:off x="4641693" y="4606347"/>
            <a:ext cx="720000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C</a:t>
            </a:r>
          </a:p>
        </p:txBody>
      </p:sp>
      <p:sp>
        <p:nvSpPr>
          <p:cNvPr id="64" name="Arrow: Curved Left 63">
            <a:extLst>
              <a:ext uri="{FF2B5EF4-FFF2-40B4-BE49-F238E27FC236}">
                <a16:creationId xmlns:a16="http://schemas.microsoft.com/office/drawing/2014/main" id="{78062221-77FB-CDAA-2938-0BBA1B5F499D}"/>
              </a:ext>
            </a:extLst>
          </p:cNvPr>
          <p:cNvSpPr/>
          <p:nvPr/>
        </p:nvSpPr>
        <p:spPr>
          <a:xfrm>
            <a:off x="1939687" y="2870750"/>
            <a:ext cx="731520" cy="96182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Arrow: Curved Left 64">
            <a:extLst>
              <a:ext uri="{FF2B5EF4-FFF2-40B4-BE49-F238E27FC236}">
                <a16:creationId xmlns:a16="http://schemas.microsoft.com/office/drawing/2014/main" id="{779909AB-0890-8CDB-23F7-168584F7B118}"/>
              </a:ext>
            </a:extLst>
          </p:cNvPr>
          <p:cNvSpPr/>
          <p:nvPr/>
        </p:nvSpPr>
        <p:spPr>
          <a:xfrm>
            <a:off x="1939687" y="3932189"/>
            <a:ext cx="731520" cy="103415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AB8B976-2B8E-F4E9-5B43-4593875DFE22}"/>
              </a:ext>
            </a:extLst>
          </p:cNvPr>
          <p:cNvSpPr/>
          <p:nvPr/>
        </p:nvSpPr>
        <p:spPr>
          <a:xfrm>
            <a:off x="6538481" y="3632911"/>
            <a:ext cx="2071426" cy="72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useContext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()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940CFBD-AA51-E436-B45F-D0273C9148D1}"/>
              </a:ext>
            </a:extLst>
          </p:cNvPr>
          <p:cNvCxnSpPr>
            <a:cxnSpLocks/>
          </p:cNvCxnSpPr>
          <p:nvPr/>
        </p:nvCxnSpPr>
        <p:spPr>
          <a:xfrm flipH="1">
            <a:off x="5361693" y="4333247"/>
            <a:ext cx="1176788" cy="6134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721ACE-728F-CBEC-A1F1-EBE310563660}"/>
              </a:ext>
            </a:extLst>
          </p:cNvPr>
          <p:cNvGrpSpPr/>
          <p:nvPr/>
        </p:nvGrpSpPr>
        <p:grpSpPr>
          <a:xfrm>
            <a:off x="7209070" y="4043434"/>
            <a:ext cx="1068327" cy="1432770"/>
            <a:chOff x="6402811" y="4874539"/>
            <a:chExt cx="1068327" cy="1432770"/>
          </a:xfrm>
          <a:solidFill>
            <a:srgbClr val="92D050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E43594-7F01-CD81-7146-5112F04BD385}"/>
                </a:ext>
              </a:extLst>
            </p:cNvPr>
            <p:cNvSpPr/>
            <p:nvPr/>
          </p:nvSpPr>
          <p:spPr>
            <a:xfrm rot="18506648">
              <a:off x="6583197" y="5488182"/>
              <a:ext cx="314509" cy="67528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29990F-542D-0128-1856-9B1DDF761E85}"/>
                </a:ext>
              </a:extLst>
            </p:cNvPr>
            <p:cNvSpPr/>
            <p:nvPr/>
          </p:nvSpPr>
          <p:spPr>
            <a:xfrm rot="2484251">
              <a:off x="7207311" y="4874539"/>
              <a:ext cx="263827" cy="143277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306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BB5DF4-D964-14FA-DA60-D80156DEC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8B3F20BA-125D-8276-9BA5-7B0671C20FB1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121B1C2-9FA6-3DBB-33A5-C2159845CE67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5848F2B-5429-9268-FF2B-6F36E6BA3F2B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2EC1691-F76D-8A92-2F5B-A6B832C55DA1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3AFCEA53-E837-C36E-C8E8-0F0D14B19E1F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B33D0B0-B4DF-DACE-905D-3F0D162773A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220F2B0-087F-C004-C968-32F5AC8E78F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0CD0F65-FCCC-390A-3EB2-03C21502AD5D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469516D-E0FE-416E-0B51-8A8D88B00034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5FF7559-1222-AE59-5677-CCE72B18C567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58B4A1A-00A3-2C9D-F8B6-28CF1111B05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0CD57FB1-8F17-BFB5-017D-F596F0ED4E6E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C51E72C-91A0-CAA8-1DD1-86E4E41C36A2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16507743-0464-2AD2-7C17-E49DC80BD1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2C1B746-5867-4FF8-BDF2-251FFB79950E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E8163F8-78BB-3D88-37AD-6D042F85648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9A050C3-F8F5-40AD-5845-C8ADA779C9C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FD707CC-DB2C-36CB-48B5-195FB370B53B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1E11F7D-F67D-F930-156D-5116F370D19A}"/>
              </a:ext>
            </a:extLst>
          </p:cNvPr>
          <p:cNvSpPr/>
          <p:nvPr/>
        </p:nvSpPr>
        <p:spPr>
          <a:xfrm>
            <a:off x="304243" y="1046833"/>
            <a:ext cx="3285655" cy="63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2E2321-2C26-917C-9BA9-9B0E86589629}"/>
              </a:ext>
            </a:extLst>
          </p:cNvPr>
          <p:cNvSpPr/>
          <p:nvPr/>
        </p:nvSpPr>
        <p:spPr>
          <a:xfrm>
            <a:off x="304243" y="1840309"/>
            <a:ext cx="8495628" cy="475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mport" hidden="1">
            <a:extLst>
              <a:ext uri="{FF2B5EF4-FFF2-40B4-BE49-F238E27FC236}">
                <a16:creationId xmlns:a16="http://schemas.microsoft.com/office/drawing/2014/main" id="{7C6F8A2A-B9E5-B3EE-0AB4-36D15EA60D27}"/>
              </a:ext>
            </a:extLst>
          </p:cNvPr>
          <p:cNvSpPr txBox="1"/>
          <p:nvPr/>
        </p:nvSpPr>
        <p:spPr>
          <a:xfrm>
            <a:off x="302127" y="1949066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7" name="app">
            <a:extLst>
              <a:ext uri="{FF2B5EF4-FFF2-40B4-BE49-F238E27FC236}">
                <a16:creationId xmlns:a16="http://schemas.microsoft.com/office/drawing/2014/main" id="{ABAA05B1-0B43-1FAB-2824-E6F02F74782C}"/>
              </a:ext>
            </a:extLst>
          </p:cNvPr>
          <p:cNvSpPr txBox="1"/>
          <p:nvPr/>
        </p:nvSpPr>
        <p:spPr>
          <a:xfrm>
            <a:off x="296712" y="1980788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 App = ()  =&gt; {</a:t>
            </a:r>
          </a:p>
        </p:txBody>
      </p:sp>
      <p:sp>
        <p:nvSpPr>
          <p:cNvPr id="23" name="useRef" hidden="1">
            <a:extLst>
              <a:ext uri="{FF2B5EF4-FFF2-40B4-BE49-F238E27FC236}">
                <a16:creationId xmlns:a16="http://schemas.microsoft.com/office/drawing/2014/main" id="{187F71C8-94E2-5494-6421-926846762A5A}"/>
              </a:ext>
            </a:extLst>
          </p:cNvPr>
          <p:cNvSpPr txBox="1"/>
          <p:nvPr/>
        </p:nvSpPr>
        <p:spPr>
          <a:xfrm>
            <a:off x="522223" y="2744127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r>
              <a:rPr lang="en-US" sz="2000" dirty="0"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24" name="useRef-1" hidden="1">
            <a:extLst>
              <a:ext uri="{FF2B5EF4-FFF2-40B4-BE49-F238E27FC236}">
                <a16:creationId xmlns:a16="http://schemas.microsoft.com/office/drawing/2014/main" id="{EDA5065E-FD6C-80FD-0BF9-04B935E7DF15}"/>
              </a:ext>
            </a:extLst>
          </p:cNvPr>
          <p:cNvSpPr txBox="1"/>
          <p:nvPr/>
        </p:nvSpPr>
        <p:spPr>
          <a:xfrm>
            <a:off x="2247948" y="2749267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(null)</a:t>
            </a:r>
          </a:p>
        </p:txBody>
      </p:sp>
      <p:sp>
        <p:nvSpPr>
          <p:cNvPr id="11" name="return">
            <a:extLst>
              <a:ext uri="{FF2B5EF4-FFF2-40B4-BE49-F238E27FC236}">
                <a16:creationId xmlns:a16="http://schemas.microsoft.com/office/drawing/2014/main" id="{01B221B1-985A-F96C-17F2-42AEC50F5AE7}"/>
              </a:ext>
            </a:extLst>
          </p:cNvPr>
          <p:cNvSpPr txBox="1"/>
          <p:nvPr/>
        </p:nvSpPr>
        <p:spPr>
          <a:xfrm>
            <a:off x="518197" y="2310203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2" name="div'">
            <a:extLst>
              <a:ext uri="{FF2B5EF4-FFF2-40B4-BE49-F238E27FC236}">
                <a16:creationId xmlns:a16="http://schemas.microsoft.com/office/drawing/2014/main" id="{D34053D4-9815-3465-6F5D-CE319C7F1805}"/>
              </a:ext>
            </a:extLst>
          </p:cNvPr>
          <p:cNvSpPr txBox="1"/>
          <p:nvPr/>
        </p:nvSpPr>
        <p:spPr>
          <a:xfrm>
            <a:off x="655984" y="2626359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415001F3-38DE-D75E-920D-648BF9893058}"/>
              </a:ext>
            </a:extLst>
          </p:cNvPr>
          <p:cNvSpPr txBox="1"/>
          <p:nvPr/>
        </p:nvSpPr>
        <p:spPr>
          <a:xfrm>
            <a:off x="967126" y="2962864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16" name="button-1">
            <a:extLst>
              <a:ext uri="{FF2B5EF4-FFF2-40B4-BE49-F238E27FC236}">
                <a16:creationId xmlns:a16="http://schemas.microsoft.com/office/drawing/2014/main" id="{1CDDC321-7F13-486C-7559-5F7BA94B7838}"/>
              </a:ext>
            </a:extLst>
          </p:cNvPr>
          <p:cNvSpPr txBox="1"/>
          <p:nvPr/>
        </p:nvSpPr>
        <p:spPr>
          <a:xfrm>
            <a:off x="1771263" y="2972696"/>
            <a:ext cx="232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5" name="onClick" hidden="1">
            <a:extLst>
              <a:ext uri="{FF2B5EF4-FFF2-40B4-BE49-F238E27FC236}">
                <a16:creationId xmlns:a16="http://schemas.microsoft.com/office/drawing/2014/main" id="{D9DE3B3F-508F-D4EF-7E35-FDEE1EB344F2}"/>
              </a:ext>
            </a:extLst>
          </p:cNvPr>
          <p:cNvSpPr txBox="1"/>
          <p:nvPr/>
        </p:nvSpPr>
        <p:spPr>
          <a:xfrm>
            <a:off x="1999216" y="3666554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onClick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29" name="arrow-function" hidden="1">
            <a:extLst>
              <a:ext uri="{FF2B5EF4-FFF2-40B4-BE49-F238E27FC236}">
                <a16:creationId xmlns:a16="http://schemas.microsoft.com/office/drawing/2014/main" id="{A182BC88-3F28-D63D-C2CA-E883A2CDD091}"/>
              </a:ext>
            </a:extLst>
          </p:cNvPr>
          <p:cNvSpPr txBox="1"/>
          <p:nvPr/>
        </p:nvSpPr>
        <p:spPr>
          <a:xfrm>
            <a:off x="2971488" y="3693342"/>
            <a:ext cx="579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()=&gt;</a:t>
            </a:r>
            <a:endParaRPr lang="en-US" sz="2000" dirty="0"/>
          </a:p>
        </p:txBody>
      </p:sp>
      <p:sp>
        <p:nvSpPr>
          <p:cNvPr id="30" name="arrow-function-1" hidden="1">
            <a:extLst>
              <a:ext uri="{FF2B5EF4-FFF2-40B4-BE49-F238E27FC236}">
                <a16:creationId xmlns:a16="http://schemas.microsoft.com/office/drawing/2014/main" id="{54E38F7D-8D0A-9AA7-235D-02756FEFAF7E}"/>
              </a:ext>
            </a:extLst>
          </p:cNvPr>
          <p:cNvSpPr txBox="1"/>
          <p:nvPr/>
        </p:nvSpPr>
        <p:spPr>
          <a:xfrm>
            <a:off x="3406374" y="3667887"/>
            <a:ext cx="1195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2" name="arrow-function-2" hidden="1">
            <a:extLst>
              <a:ext uri="{FF2B5EF4-FFF2-40B4-BE49-F238E27FC236}">
                <a16:creationId xmlns:a16="http://schemas.microsoft.com/office/drawing/2014/main" id="{B43A93F2-CBB7-1B5E-E6CC-71A894F3E684}"/>
              </a:ext>
            </a:extLst>
          </p:cNvPr>
          <p:cNvSpPr txBox="1"/>
          <p:nvPr/>
        </p:nvSpPr>
        <p:spPr>
          <a:xfrm>
            <a:off x="4319730" y="3687935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</a:t>
            </a:r>
            <a:r>
              <a:rPr lang="en-US" sz="2000" dirty="0" err="1">
                <a:latin typeface="Berlin Sans FB" panose="020E0602020502020306" pitchFamily="34" charset="0"/>
              </a:rPr>
              <a:t>current.focus</a:t>
            </a:r>
            <a:r>
              <a:rPr lang="en-US" sz="2000" dirty="0">
                <a:latin typeface="Berlin Sans FB" panose="020E0602020502020306" pitchFamily="34" charset="0"/>
              </a:rPr>
              <a:t>()</a:t>
            </a:r>
            <a:endParaRPr lang="en-US" sz="2000" dirty="0"/>
          </a:p>
        </p:txBody>
      </p:sp>
      <p:sp>
        <p:nvSpPr>
          <p:cNvPr id="27" name="onClick-1" hidden="1">
            <a:extLst>
              <a:ext uri="{FF2B5EF4-FFF2-40B4-BE49-F238E27FC236}">
                <a16:creationId xmlns:a16="http://schemas.microsoft.com/office/drawing/2014/main" id="{7FB96388-9CA3-3878-CE1A-43CB0129E38F}"/>
              </a:ext>
            </a:extLst>
          </p:cNvPr>
          <p:cNvSpPr txBox="1"/>
          <p:nvPr/>
        </p:nvSpPr>
        <p:spPr>
          <a:xfrm>
            <a:off x="5883520" y="3681943"/>
            <a:ext cx="32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18" name="button-2">
            <a:extLst>
              <a:ext uri="{FF2B5EF4-FFF2-40B4-BE49-F238E27FC236}">
                <a16:creationId xmlns:a16="http://schemas.microsoft.com/office/drawing/2014/main" id="{5B0B6F48-CAE9-C48A-3078-92628C955F01}"/>
              </a:ext>
            </a:extLst>
          </p:cNvPr>
          <p:cNvSpPr txBox="1"/>
          <p:nvPr/>
        </p:nvSpPr>
        <p:spPr>
          <a:xfrm>
            <a:off x="1222706" y="3267763"/>
            <a:ext cx="1298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Click Me !</a:t>
            </a:r>
            <a:endParaRPr lang="en-US" sz="2000" dirty="0"/>
          </a:p>
        </p:txBody>
      </p:sp>
      <p:sp>
        <p:nvSpPr>
          <p:cNvPr id="17" name="button-3">
            <a:extLst>
              <a:ext uri="{FF2B5EF4-FFF2-40B4-BE49-F238E27FC236}">
                <a16:creationId xmlns:a16="http://schemas.microsoft.com/office/drawing/2014/main" id="{715A77F2-D7E6-356E-9360-CE28F045EF3A}"/>
              </a:ext>
            </a:extLst>
          </p:cNvPr>
          <p:cNvSpPr txBox="1"/>
          <p:nvPr/>
        </p:nvSpPr>
        <p:spPr>
          <a:xfrm>
            <a:off x="967126" y="3575426"/>
            <a:ext cx="116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&lt;/button&gt;</a:t>
            </a:r>
            <a:endParaRPr lang="en-US" sz="2000" dirty="0"/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66001474-94BD-335B-92EE-02338F4412C8}"/>
              </a:ext>
            </a:extLst>
          </p:cNvPr>
          <p:cNvSpPr txBox="1"/>
          <p:nvPr/>
        </p:nvSpPr>
        <p:spPr>
          <a:xfrm>
            <a:off x="978548" y="3863707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&lt;input</a:t>
            </a:r>
            <a:endParaRPr lang="en-US" sz="2000" dirty="0"/>
          </a:p>
        </p:txBody>
      </p:sp>
      <p:sp>
        <p:nvSpPr>
          <p:cNvPr id="33" name="ref" hidden="1">
            <a:extLst>
              <a:ext uri="{FF2B5EF4-FFF2-40B4-BE49-F238E27FC236}">
                <a16:creationId xmlns:a16="http://schemas.microsoft.com/office/drawing/2014/main" id="{68428BB6-58C9-62EE-6492-FDFCE40B932B}"/>
              </a:ext>
            </a:extLst>
          </p:cNvPr>
          <p:cNvSpPr txBox="1"/>
          <p:nvPr/>
        </p:nvSpPr>
        <p:spPr>
          <a:xfrm>
            <a:off x="1807243" y="4686887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ref={</a:t>
            </a:r>
            <a:endParaRPr lang="en-US" sz="2000" dirty="0"/>
          </a:p>
        </p:txBody>
      </p:sp>
      <p:sp>
        <p:nvSpPr>
          <p:cNvPr id="39" name="inputRef" hidden="1">
            <a:extLst>
              <a:ext uri="{FF2B5EF4-FFF2-40B4-BE49-F238E27FC236}">
                <a16:creationId xmlns:a16="http://schemas.microsoft.com/office/drawing/2014/main" id="{2FFA4645-DE35-D12C-8B26-5148611980F0}"/>
              </a:ext>
            </a:extLst>
          </p:cNvPr>
          <p:cNvSpPr txBox="1"/>
          <p:nvPr/>
        </p:nvSpPr>
        <p:spPr>
          <a:xfrm>
            <a:off x="2294662" y="4686887"/>
            <a:ext cx="111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8" name="ref-1" hidden="1">
            <a:extLst>
              <a:ext uri="{FF2B5EF4-FFF2-40B4-BE49-F238E27FC236}">
                <a16:creationId xmlns:a16="http://schemas.microsoft.com/office/drawing/2014/main" id="{41C7729C-4A90-5A07-0946-406B547539BC}"/>
              </a:ext>
            </a:extLst>
          </p:cNvPr>
          <p:cNvSpPr txBox="1"/>
          <p:nvPr/>
        </p:nvSpPr>
        <p:spPr>
          <a:xfrm>
            <a:off x="3241063" y="4700904"/>
            <a:ext cx="157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21" name="input-1">
            <a:extLst>
              <a:ext uri="{FF2B5EF4-FFF2-40B4-BE49-F238E27FC236}">
                <a16:creationId xmlns:a16="http://schemas.microsoft.com/office/drawing/2014/main" id="{8842E141-7F98-A8FC-1414-05064B246FD9}"/>
              </a:ext>
            </a:extLst>
          </p:cNvPr>
          <p:cNvSpPr txBox="1"/>
          <p:nvPr/>
        </p:nvSpPr>
        <p:spPr>
          <a:xfrm>
            <a:off x="1691418" y="3863707"/>
            <a:ext cx="462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  <a:endParaRPr lang="en-US" sz="2000" dirty="0"/>
          </a:p>
        </p:txBody>
      </p:sp>
      <p:sp>
        <p:nvSpPr>
          <p:cNvPr id="13" name="div-1">
            <a:extLst>
              <a:ext uri="{FF2B5EF4-FFF2-40B4-BE49-F238E27FC236}">
                <a16:creationId xmlns:a16="http://schemas.microsoft.com/office/drawing/2014/main" id="{D1500DB0-733A-65FB-B055-EC0CA9E67F24}"/>
              </a:ext>
            </a:extLst>
          </p:cNvPr>
          <p:cNvSpPr txBox="1"/>
          <p:nvPr/>
        </p:nvSpPr>
        <p:spPr>
          <a:xfrm>
            <a:off x="547635" y="4217171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0" name="return-1">
            <a:extLst>
              <a:ext uri="{FF2B5EF4-FFF2-40B4-BE49-F238E27FC236}">
                <a16:creationId xmlns:a16="http://schemas.microsoft.com/office/drawing/2014/main" id="{EA22633E-5744-9ABC-4474-E3F0BB046BA5}"/>
              </a:ext>
            </a:extLst>
          </p:cNvPr>
          <p:cNvSpPr txBox="1"/>
          <p:nvPr/>
        </p:nvSpPr>
        <p:spPr>
          <a:xfrm>
            <a:off x="512678" y="4586807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app-1">
            <a:extLst>
              <a:ext uri="{FF2B5EF4-FFF2-40B4-BE49-F238E27FC236}">
                <a16:creationId xmlns:a16="http://schemas.microsoft.com/office/drawing/2014/main" id="{50792BCE-4E4C-B227-C781-2E99435CEDDD}"/>
              </a:ext>
            </a:extLst>
          </p:cNvPr>
          <p:cNvSpPr txBox="1"/>
          <p:nvPr/>
        </p:nvSpPr>
        <p:spPr>
          <a:xfrm>
            <a:off x="282257" y="4910816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6076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1" grpId="0"/>
      <p:bldP spid="12" grpId="0"/>
      <p:bldP spid="14" grpId="0"/>
      <p:bldP spid="16" grpId="0"/>
      <p:bldP spid="18" grpId="0"/>
      <p:bldP spid="17" grpId="0"/>
      <p:bldP spid="19" grpId="0"/>
      <p:bldP spid="21" grpId="0"/>
      <p:bldP spid="13" grpId="0"/>
      <p:bldP spid="10" grpId="0"/>
      <p:bldP spid="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64B40-A538-BEBD-50BC-24649597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5C419605-F3C5-3382-A8C8-16C94294DC3D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4F6D2A7-7D46-9366-6440-8174318422C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4A582B5-2978-D272-3954-E5D6C479C111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00681883-1EDA-2424-50E4-072F2EF5D3E9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B70C9F0-730C-FF8A-B756-9CB724FF7E77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BED6849-1234-7C24-5980-9EF9D60D1E6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5AD3FA3-9913-687E-41A4-8FB9F48ECE5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F904C66-7147-CDBC-DE94-5CE5446ACCE6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FEAE138-7348-AA86-6143-D0F5D10E917B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16B7BC5-1ACE-205B-A9E1-E0203A10B3FD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3A8A8D51-D4DA-1C45-3554-D2B2B823F137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D49145DA-A63F-93CD-08B5-EDFCC1409135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BF4F896-D019-0EDD-4CE1-DC42051C4CA1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FE590543-691B-302C-759A-F560F468A2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5193708-06A0-96F5-6D8F-AFEC5275D409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AD8A358-7D9B-19C5-A246-9221C65D3772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C78DA7AC-A826-DF4F-1E5A-A156137DD9C4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54E810B-9321-7F31-CC0F-5842FF18C5AD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CE66B34-6410-F158-49BA-1BBC1FAF30BE}"/>
              </a:ext>
            </a:extLst>
          </p:cNvPr>
          <p:cNvSpPr/>
          <p:nvPr/>
        </p:nvSpPr>
        <p:spPr>
          <a:xfrm>
            <a:off x="304243" y="1046833"/>
            <a:ext cx="3285655" cy="63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157A6D-1996-4563-FFA4-1FEE8B804B3E}"/>
              </a:ext>
            </a:extLst>
          </p:cNvPr>
          <p:cNvSpPr/>
          <p:nvPr/>
        </p:nvSpPr>
        <p:spPr>
          <a:xfrm>
            <a:off x="304243" y="1840309"/>
            <a:ext cx="8495628" cy="475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mport">
            <a:extLst>
              <a:ext uri="{FF2B5EF4-FFF2-40B4-BE49-F238E27FC236}">
                <a16:creationId xmlns:a16="http://schemas.microsoft.com/office/drawing/2014/main" id="{ED93D2BE-C9A8-E73C-28A5-B284E8A3E07E}"/>
              </a:ext>
            </a:extLst>
          </p:cNvPr>
          <p:cNvSpPr txBox="1"/>
          <p:nvPr/>
        </p:nvSpPr>
        <p:spPr>
          <a:xfrm>
            <a:off x="302127" y="1949066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7" name="app">
            <a:extLst>
              <a:ext uri="{FF2B5EF4-FFF2-40B4-BE49-F238E27FC236}">
                <a16:creationId xmlns:a16="http://schemas.microsoft.com/office/drawing/2014/main" id="{F785CB2B-B1B3-6994-3409-DF8C3D414666}"/>
              </a:ext>
            </a:extLst>
          </p:cNvPr>
          <p:cNvSpPr txBox="1"/>
          <p:nvPr/>
        </p:nvSpPr>
        <p:spPr>
          <a:xfrm>
            <a:off x="316582" y="2349176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 App = ()  =&gt; {</a:t>
            </a:r>
          </a:p>
        </p:txBody>
      </p:sp>
      <p:sp>
        <p:nvSpPr>
          <p:cNvPr id="23" name="useRef" hidden="1">
            <a:extLst>
              <a:ext uri="{FF2B5EF4-FFF2-40B4-BE49-F238E27FC236}">
                <a16:creationId xmlns:a16="http://schemas.microsoft.com/office/drawing/2014/main" id="{DDE9815C-E5A4-4406-D765-2ADAD6447B48}"/>
              </a:ext>
            </a:extLst>
          </p:cNvPr>
          <p:cNvSpPr txBox="1"/>
          <p:nvPr/>
        </p:nvSpPr>
        <p:spPr>
          <a:xfrm>
            <a:off x="522223" y="2744127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r>
              <a:rPr lang="en-US" sz="2000" dirty="0"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24" name="useRef-1" hidden="1">
            <a:extLst>
              <a:ext uri="{FF2B5EF4-FFF2-40B4-BE49-F238E27FC236}">
                <a16:creationId xmlns:a16="http://schemas.microsoft.com/office/drawing/2014/main" id="{016FF2C4-8670-FF80-B4B0-A6085FB94769}"/>
              </a:ext>
            </a:extLst>
          </p:cNvPr>
          <p:cNvSpPr txBox="1"/>
          <p:nvPr/>
        </p:nvSpPr>
        <p:spPr>
          <a:xfrm>
            <a:off x="2247948" y="2749267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(null)</a:t>
            </a:r>
          </a:p>
        </p:txBody>
      </p:sp>
      <p:sp>
        <p:nvSpPr>
          <p:cNvPr id="11" name="return">
            <a:extLst>
              <a:ext uri="{FF2B5EF4-FFF2-40B4-BE49-F238E27FC236}">
                <a16:creationId xmlns:a16="http://schemas.microsoft.com/office/drawing/2014/main" id="{E455D106-DC26-2C9B-F664-76EB5358C5D1}"/>
              </a:ext>
            </a:extLst>
          </p:cNvPr>
          <p:cNvSpPr txBox="1"/>
          <p:nvPr/>
        </p:nvSpPr>
        <p:spPr>
          <a:xfrm>
            <a:off x="538067" y="2678591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2" name="div'">
            <a:extLst>
              <a:ext uri="{FF2B5EF4-FFF2-40B4-BE49-F238E27FC236}">
                <a16:creationId xmlns:a16="http://schemas.microsoft.com/office/drawing/2014/main" id="{BC3803AA-AE30-54CD-17B3-70C7FC45BA06}"/>
              </a:ext>
            </a:extLst>
          </p:cNvPr>
          <p:cNvSpPr txBox="1"/>
          <p:nvPr/>
        </p:nvSpPr>
        <p:spPr>
          <a:xfrm>
            <a:off x="675854" y="2994747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CB6D10E7-E258-47F0-3638-20C35BEE1DEB}"/>
              </a:ext>
            </a:extLst>
          </p:cNvPr>
          <p:cNvSpPr txBox="1"/>
          <p:nvPr/>
        </p:nvSpPr>
        <p:spPr>
          <a:xfrm>
            <a:off x="986996" y="3331252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16" name="button-1">
            <a:extLst>
              <a:ext uri="{FF2B5EF4-FFF2-40B4-BE49-F238E27FC236}">
                <a16:creationId xmlns:a16="http://schemas.microsoft.com/office/drawing/2014/main" id="{9FD90595-DE76-5AFD-59B4-EF40DA082013}"/>
              </a:ext>
            </a:extLst>
          </p:cNvPr>
          <p:cNvSpPr txBox="1"/>
          <p:nvPr/>
        </p:nvSpPr>
        <p:spPr>
          <a:xfrm>
            <a:off x="1791133" y="3341084"/>
            <a:ext cx="232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5" name="onClick" hidden="1">
            <a:extLst>
              <a:ext uri="{FF2B5EF4-FFF2-40B4-BE49-F238E27FC236}">
                <a16:creationId xmlns:a16="http://schemas.microsoft.com/office/drawing/2014/main" id="{F040F6F9-4DEF-960D-AA01-5AEB223C0658}"/>
              </a:ext>
            </a:extLst>
          </p:cNvPr>
          <p:cNvSpPr txBox="1"/>
          <p:nvPr/>
        </p:nvSpPr>
        <p:spPr>
          <a:xfrm>
            <a:off x="1999216" y="3666554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onClick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29" name="arrow-function" hidden="1">
            <a:extLst>
              <a:ext uri="{FF2B5EF4-FFF2-40B4-BE49-F238E27FC236}">
                <a16:creationId xmlns:a16="http://schemas.microsoft.com/office/drawing/2014/main" id="{E7B08CE4-A535-B76B-FABE-8362358DDFA6}"/>
              </a:ext>
            </a:extLst>
          </p:cNvPr>
          <p:cNvSpPr txBox="1"/>
          <p:nvPr/>
        </p:nvSpPr>
        <p:spPr>
          <a:xfrm>
            <a:off x="2971488" y="3693342"/>
            <a:ext cx="579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()=&gt;</a:t>
            </a:r>
            <a:endParaRPr lang="en-US" sz="2000" dirty="0"/>
          </a:p>
        </p:txBody>
      </p:sp>
      <p:sp>
        <p:nvSpPr>
          <p:cNvPr id="30" name="arrow-function-1" hidden="1">
            <a:extLst>
              <a:ext uri="{FF2B5EF4-FFF2-40B4-BE49-F238E27FC236}">
                <a16:creationId xmlns:a16="http://schemas.microsoft.com/office/drawing/2014/main" id="{A458B38C-595C-AF63-B22D-45B7310D3078}"/>
              </a:ext>
            </a:extLst>
          </p:cNvPr>
          <p:cNvSpPr txBox="1"/>
          <p:nvPr/>
        </p:nvSpPr>
        <p:spPr>
          <a:xfrm>
            <a:off x="3406374" y="3667887"/>
            <a:ext cx="1195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2" name="arrow-function-2" hidden="1">
            <a:extLst>
              <a:ext uri="{FF2B5EF4-FFF2-40B4-BE49-F238E27FC236}">
                <a16:creationId xmlns:a16="http://schemas.microsoft.com/office/drawing/2014/main" id="{EEEF25F9-2E99-0184-FCB6-DD437C073CD3}"/>
              </a:ext>
            </a:extLst>
          </p:cNvPr>
          <p:cNvSpPr txBox="1"/>
          <p:nvPr/>
        </p:nvSpPr>
        <p:spPr>
          <a:xfrm>
            <a:off x="4319730" y="3687935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</a:t>
            </a:r>
            <a:r>
              <a:rPr lang="en-US" sz="2000" dirty="0" err="1">
                <a:latin typeface="Berlin Sans FB" panose="020E0602020502020306" pitchFamily="34" charset="0"/>
              </a:rPr>
              <a:t>current.focus</a:t>
            </a:r>
            <a:r>
              <a:rPr lang="en-US" sz="2000" dirty="0">
                <a:latin typeface="Berlin Sans FB" panose="020E0602020502020306" pitchFamily="34" charset="0"/>
              </a:rPr>
              <a:t>()</a:t>
            </a:r>
            <a:endParaRPr lang="en-US" sz="2000" dirty="0"/>
          </a:p>
        </p:txBody>
      </p:sp>
      <p:sp>
        <p:nvSpPr>
          <p:cNvPr id="27" name="onClick-1" hidden="1">
            <a:extLst>
              <a:ext uri="{FF2B5EF4-FFF2-40B4-BE49-F238E27FC236}">
                <a16:creationId xmlns:a16="http://schemas.microsoft.com/office/drawing/2014/main" id="{BE794FF2-2F14-0808-FEA4-F052977E7C0A}"/>
              </a:ext>
            </a:extLst>
          </p:cNvPr>
          <p:cNvSpPr txBox="1"/>
          <p:nvPr/>
        </p:nvSpPr>
        <p:spPr>
          <a:xfrm>
            <a:off x="5883520" y="3681943"/>
            <a:ext cx="32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18" name="button-2">
            <a:extLst>
              <a:ext uri="{FF2B5EF4-FFF2-40B4-BE49-F238E27FC236}">
                <a16:creationId xmlns:a16="http://schemas.microsoft.com/office/drawing/2014/main" id="{43B04A34-A952-567A-F8C7-A4595C1BC476}"/>
              </a:ext>
            </a:extLst>
          </p:cNvPr>
          <p:cNvSpPr txBox="1"/>
          <p:nvPr/>
        </p:nvSpPr>
        <p:spPr>
          <a:xfrm>
            <a:off x="1242576" y="3636151"/>
            <a:ext cx="1298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Click Me !</a:t>
            </a:r>
            <a:endParaRPr lang="en-US" sz="2000" dirty="0"/>
          </a:p>
        </p:txBody>
      </p:sp>
      <p:sp>
        <p:nvSpPr>
          <p:cNvPr id="17" name="button-3">
            <a:extLst>
              <a:ext uri="{FF2B5EF4-FFF2-40B4-BE49-F238E27FC236}">
                <a16:creationId xmlns:a16="http://schemas.microsoft.com/office/drawing/2014/main" id="{6B403263-5470-7BA6-E046-6E77C4A5F324}"/>
              </a:ext>
            </a:extLst>
          </p:cNvPr>
          <p:cNvSpPr txBox="1"/>
          <p:nvPr/>
        </p:nvSpPr>
        <p:spPr>
          <a:xfrm>
            <a:off x="986996" y="3943814"/>
            <a:ext cx="116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&lt;/button&gt;</a:t>
            </a:r>
            <a:endParaRPr lang="en-US" sz="2000" dirty="0"/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69F09050-946D-95F2-7D51-BE6868AEF85F}"/>
              </a:ext>
            </a:extLst>
          </p:cNvPr>
          <p:cNvSpPr txBox="1"/>
          <p:nvPr/>
        </p:nvSpPr>
        <p:spPr>
          <a:xfrm>
            <a:off x="998418" y="4232095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&lt;input</a:t>
            </a:r>
            <a:endParaRPr lang="en-US" sz="2000" dirty="0"/>
          </a:p>
        </p:txBody>
      </p:sp>
      <p:sp>
        <p:nvSpPr>
          <p:cNvPr id="33" name="ref" hidden="1">
            <a:extLst>
              <a:ext uri="{FF2B5EF4-FFF2-40B4-BE49-F238E27FC236}">
                <a16:creationId xmlns:a16="http://schemas.microsoft.com/office/drawing/2014/main" id="{76574AF8-E271-A902-0AB4-48FE5B064F9D}"/>
              </a:ext>
            </a:extLst>
          </p:cNvPr>
          <p:cNvSpPr txBox="1"/>
          <p:nvPr/>
        </p:nvSpPr>
        <p:spPr>
          <a:xfrm>
            <a:off x="1807243" y="4686887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ref={</a:t>
            </a:r>
            <a:endParaRPr lang="en-US" sz="2000" dirty="0"/>
          </a:p>
        </p:txBody>
      </p:sp>
      <p:sp>
        <p:nvSpPr>
          <p:cNvPr id="39" name="inputRef" hidden="1">
            <a:extLst>
              <a:ext uri="{FF2B5EF4-FFF2-40B4-BE49-F238E27FC236}">
                <a16:creationId xmlns:a16="http://schemas.microsoft.com/office/drawing/2014/main" id="{251140AE-7006-C3A2-AD40-42B5005996AE}"/>
              </a:ext>
            </a:extLst>
          </p:cNvPr>
          <p:cNvSpPr txBox="1"/>
          <p:nvPr/>
        </p:nvSpPr>
        <p:spPr>
          <a:xfrm>
            <a:off x="2294662" y="4686887"/>
            <a:ext cx="111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8" name="ref-1" hidden="1">
            <a:extLst>
              <a:ext uri="{FF2B5EF4-FFF2-40B4-BE49-F238E27FC236}">
                <a16:creationId xmlns:a16="http://schemas.microsoft.com/office/drawing/2014/main" id="{4B2B99ED-DF57-B70C-8B8A-2D66D11B5EFA}"/>
              </a:ext>
            </a:extLst>
          </p:cNvPr>
          <p:cNvSpPr txBox="1"/>
          <p:nvPr/>
        </p:nvSpPr>
        <p:spPr>
          <a:xfrm>
            <a:off x="3241063" y="4700904"/>
            <a:ext cx="157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21" name="input-1">
            <a:extLst>
              <a:ext uri="{FF2B5EF4-FFF2-40B4-BE49-F238E27FC236}">
                <a16:creationId xmlns:a16="http://schemas.microsoft.com/office/drawing/2014/main" id="{4907D8DF-EDD6-5472-8A83-A0A1CEC67BAC}"/>
              </a:ext>
            </a:extLst>
          </p:cNvPr>
          <p:cNvSpPr txBox="1"/>
          <p:nvPr/>
        </p:nvSpPr>
        <p:spPr>
          <a:xfrm>
            <a:off x="1711288" y="4232095"/>
            <a:ext cx="462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  <a:endParaRPr lang="en-US" sz="2000" dirty="0"/>
          </a:p>
        </p:txBody>
      </p:sp>
      <p:sp>
        <p:nvSpPr>
          <p:cNvPr id="13" name="div-1">
            <a:extLst>
              <a:ext uri="{FF2B5EF4-FFF2-40B4-BE49-F238E27FC236}">
                <a16:creationId xmlns:a16="http://schemas.microsoft.com/office/drawing/2014/main" id="{8BB06686-026A-A9AD-E7A5-615564AFD18A}"/>
              </a:ext>
            </a:extLst>
          </p:cNvPr>
          <p:cNvSpPr txBox="1"/>
          <p:nvPr/>
        </p:nvSpPr>
        <p:spPr>
          <a:xfrm>
            <a:off x="567505" y="4585559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0" name="return-1">
            <a:extLst>
              <a:ext uri="{FF2B5EF4-FFF2-40B4-BE49-F238E27FC236}">
                <a16:creationId xmlns:a16="http://schemas.microsoft.com/office/drawing/2014/main" id="{F8B25B76-F4F0-3D75-B496-4CE2CFB627C2}"/>
              </a:ext>
            </a:extLst>
          </p:cNvPr>
          <p:cNvSpPr txBox="1"/>
          <p:nvPr/>
        </p:nvSpPr>
        <p:spPr>
          <a:xfrm>
            <a:off x="532548" y="495519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app-1">
            <a:extLst>
              <a:ext uri="{FF2B5EF4-FFF2-40B4-BE49-F238E27FC236}">
                <a16:creationId xmlns:a16="http://schemas.microsoft.com/office/drawing/2014/main" id="{41EDB91D-D251-3EAA-470A-1B20E1CE60DA}"/>
              </a:ext>
            </a:extLst>
          </p:cNvPr>
          <p:cNvSpPr txBox="1"/>
          <p:nvPr/>
        </p:nvSpPr>
        <p:spPr>
          <a:xfrm>
            <a:off x="302127" y="5279204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9820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D3651-3498-4187-2F69-272B8370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4D88B8AC-A939-A911-9FC1-E37D9DE5F6C0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4D5F4EC-2C6B-8E26-CB44-6B75972E7930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3848B80-5D7F-6D1C-C4ED-32428E54508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3132FAC-D096-A9C4-5FEE-1BCCB704F1AD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62959A7-72D8-D720-14C7-566EFC828F4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FA85C01-4598-7A3B-6B9B-5E9D085756F3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B556C08-9A5D-459A-32F5-14AAAEB7E10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80E9ED2-ABD3-5890-68D5-BD8227BED020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D105BF8-6226-4122-8889-554987393D6A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6F116BB-5396-5015-C507-27613700C69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A423EC02-DD58-96CE-EA31-DEF68DB065D6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38CDC76-6215-9651-87C7-CFC99C1013F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E2123A4-6409-E040-2B03-1F410D704E5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FDB835D-0D6C-D7DC-A851-51F57DF58E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128DC33-C22E-280E-AAF1-4CF93491319D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343FBF4-9356-86E5-C16C-174FDA8D0BC3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AAAE468B-03EA-E9E6-F66E-CC5B9BA4216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9009292E-3BE5-932E-4DAE-4D7985E564B0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C3DEB8F-6119-053B-612E-CB91C64EFFB6}"/>
              </a:ext>
            </a:extLst>
          </p:cNvPr>
          <p:cNvSpPr/>
          <p:nvPr/>
        </p:nvSpPr>
        <p:spPr>
          <a:xfrm>
            <a:off x="304243" y="1046833"/>
            <a:ext cx="3285655" cy="63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A6E57-307B-2875-CCF7-0028261A5F66}"/>
              </a:ext>
            </a:extLst>
          </p:cNvPr>
          <p:cNvSpPr/>
          <p:nvPr/>
        </p:nvSpPr>
        <p:spPr>
          <a:xfrm>
            <a:off x="304243" y="1840309"/>
            <a:ext cx="8495628" cy="475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mport">
            <a:extLst>
              <a:ext uri="{FF2B5EF4-FFF2-40B4-BE49-F238E27FC236}">
                <a16:creationId xmlns:a16="http://schemas.microsoft.com/office/drawing/2014/main" id="{EF728706-17AD-60B4-ADC8-9AD0B224BEB7}"/>
              </a:ext>
            </a:extLst>
          </p:cNvPr>
          <p:cNvSpPr txBox="1"/>
          <p:nvPr/>
        </p:nvSpPr>
        <p:spPr>
          <a:xfrm>
            <a:off x="302127" y="1949066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7" name="app">
            <a:extLst>
              <a:ext uri="{FF2B5EF4-FFF2-40B4-BE49-F238E27FC236}">
                <a16:creationId xmlns:a16="http://schemas.microsoft.com/office/drawing/2014/main" id="{F0EDF0C4-5B15-2B16-976A-7348F7D8F478}"/>
              </a:ext>
            </a:extLst>
          </p:cNvPr>
          <p:cNvSpPr txBox="1"/>
          <p:nvPr/>
        </p:nvSpPr>
        <p:spPr>
          <a:xfrm>
            <a:off x="316582" y="2349176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 App = ()  =&gt; {</a:t>
            </a:r>
          </a:p>
        </p:txBody>
      </p:sp>
      <p:sp>
        <p:nvSpPr>
          <p:cNvPr id="23" name="useRef" hidden="1">
            <a:extLst>
              <a:ext uri="{FF2B5EF4-FFF2-40B4-BE49-F238E27FC236}">
                <a16:creationId xmlns:a16="http://schemas.microsoft.com/office/drawing/2014/main" id="{9EC26424-7A2E-A58E-C8BE-C3DFB9C7F88A}"/>
              </a:ext>
            </a:extLst>
          </p:cNvPr>
          <p:cNvSpPr txBox="1"/>
          <p:nvPr/>
        </p:nvSpPr>
        <p:spPr>
          <a:xfrm>
            <a:off x="522223" y="2744127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r>
              <a:rPr lang="en-US" sz="2000" dirty="0"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24" name="useRef-1">
            <a:extLst>
              <a:ext uri="{FF2B5EF4-FFF2-40B4-BE49-F238E27FC236}">
                <a16:creationId xmlns:a16="http://schemas.microsoft.com/office/drawing/2014/main" id="{22CD63B8-1486-F232-0A34-106783FE57C6}"/>
              </a:ext>
            </a:extLst>
          </p:cNvPr>
          <p:cNvSpPr txBox="1"/>
          <p:nvPr/>
        </p:nvSpPr>
        <p:spPr>
          <a:xfrm>
            <a:off x="514427" y="2702495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(null)</a:t>
            </a:r>
          </a:p>
        </p:txBody>
      </p:sp>
      <p:sp>
        <p:nvSpPr>
          <p:cNvPr id="11" name="return">
            <a:extLst>
              <a:ext uri="{FF2B5EF4-FFF2-40B4-BE49-F238E27FC236}">
                <a16:creationId xmlns:a16="http://schemas.microsoft.com/office/drawing/2014/main" id="{E7BEC533-EC9C-6027-469A-9DEA14324392}"/>
              </a:ext>
            </a:extLst>
          </p:cNvPr>
          <p:cNvSpPr txBox="1"/>
          <p:nvPr/>
        </p:nvSpPr>
        <p:spPr>
          <a:xfrm>
            <a:off x="540088" y="3050236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2" name="div'">
            <a:extLst>
              <a:ext uri="{FF2B5EF4-FFF2-40B4-BE49-F238E27FC236}">
                <a16:creationId xmlns:a16="http://schemas.microsoft.com/office/drawing/2014/main" id="{52A8C250-15F0-63E5-9E27-052AFA8F1CBB}"/>
              </a:ext>
            </a:extLst>
          </p:cNvPr>
          <p:cNvSpPr txBox="1"/>
          <p:nvPr/>
        </p:nvSpPr>
        <p:spPr>
          <a:xfrm>
            <a:off x="677875" y="3366392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B6DC9EA9-0341-A77E-FF80-B05842614D30}"/>
              </a:ext>
            </a:extLst>
          </p:cNvPr>
          <p:cNvSpPr txBox="1"/>
          <p:nvPr/>
        </p:nvSpPr>
        <p:spPr>
          <a:xfrm>
            <a:off x="989017" y="3702897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16" name="button-1">
            <a:extLst>
              <a:ext uri="{FF2B5EF4-FFF2-40B4-BE49-F238E27FC236}">
                <a16:creationId xmlns:a16="http://schemas.microsoft.com/office/drawing/2014/main" id="{23875ED7-B13B-4F21-00BF-D864086EC390}"/>
              </a:ext>
            </a:extLst>
          </p:cNvPr>
          <p:cNvSpPr txBox="1"/>
          <p:nvPr/>
        </p:nvSpPr>
        <p:spPr>
          <a:xfrm>
            <a:off x="1793154" y="3712729"/>
            <a:ext cx="232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5" name="onClick" hidden="1">
            <a:extLst>
              <a:ext uri="{FF2B5EF4-FFF2-40B4-BE49-F238E27FC236}">
                <a16:creationId xmlns:a16="http://schemas.microsoft.com/office/drawing/2014/main" id="{952E8401-A574-485D-DF45-C8DDCF7565B3}"/>
              </a:ext>
            </a:extLst>
          </p:cNvPr>
          <p:cNvSpPr txBox="1"/>
          <p:nvPr/>
        </p:nvSpPr>
        <p:spPr>
          <a:xfrm>
            <a:off x="1999216" y="3666554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onClick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29" name="arrow-function" hidden="1">
            <a:extLst>
              <a:ext uri="{FF2B5EF4-FFF2-40B4-BE49-F238E27FC236}">
                <a16:creationId xmlns:a16="http://schemas.microsoft.com/office/drawing/2014/main" id="{7C0BE385-C5EF-9623-1F24-AAD2951B9D36}"/>
              </a:ext>
            </a:extLst>
          </p:cNvPr>
          <p:cNvSpPr txBox="1"/>
          <p:nvPr/>
        </p:nvSpPr>
        <p:spPr>
          <a:xfrm>
            <a:off x="2971488" y="3693342"/>
            <a:ext cx="579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()=&gt;</a:t>
            </a:r>
            <a:endParaRPr lang="en-US" sz="2000" dirty="0"/>
          </a:p>
        </p:txBody>
      </p:sp>
      <p:sp>
        <p:nvSpPr>
          <p:cNvPr id="30" name="arrow-function-1" hidden="1">
            <a:extLst>
              <a:ext uri="{FF2B5EF4-FFF2-40B4-BE49-F238E27FC236}">
                <a16:creationId xmlns:a16="http://schemas.microsoft.com/office/drawing/2014/main" id="{A83E59CB-F9DB-0F2F-728E-0F0FA01BE0B0}"/>
              </a:ext>
            </a:extLst>
          </p:cNvPr>
          <p:cNvSpPr txBox="1"/>
          <p:nvPr/>
        </p:nvSpPr>
        <p:spPr>
          <a:xfrm>
            <a:off x="3406374" y="3667887"/>
            <a:ext cx="1195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2" name="arrow-function-2" hidden="1">
            <a:extLst>
              <a:ext uri="{FF2B5EF4-FFF2-40B4-BE49-F238E27FC236}">
                <a16:creationId xmlns:a16="http://schemas.microsoft.com/office/drawing/2014/main" id="{04FE3EAD-1FAF-E96C-95C1-19C13A1A36B5}"/>
              </a:ext>
            </a:extLst>
          </p:cNvPr>
          <p:cNvSpPr txBox="1"/>
          <p:nvPr/>
        </p:nvSpPr>
        <p:spPr>
          <a:xfrm>
            <a:off x="4319730" y="3687935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</a:t>
            </a:r>
            <a:r>
              <a:rPr lang="en-US" sz="2000" dirty="0" err="1">
                <a:latin typeface="Berlin Sans FB" panose="020E0602020502020306" pitchFamily="34" charset="0"/>
              </a:rPr>
              <a:t>current.focus</a:t>
            </a:r>
            <a:r>
              <a:rPr lang="en-US" sz="2000" dirty="0">
                <a:latin typeface="Berlin Sans FB" panose="020E0602020502020306" pitchFamily="34" charset="0"/>
              </a:rPr>
              <a:t>()</a:t>
            </a:r>
            <a:endParaRPr lang="en-US" sz="2000" dirty="0"/>
          </a:p>
        </p:txBody>
      </p:sp>
      <p:sp>
        <p:nvSpPr>
          <p:cNvPr id="27" name="onClick-1" hidden="1">
            <a:extLst>
              <a:ext uri="{FF2B5EF4-FFF2-40B4-BE49-F238E27FC236}">
                <a16:creationId xmlns:a16="http://schemas.microsoft.com/office/drawing/2014/main" id="{A937ED7D-325F-DA5E-C5FD-74B51E1079AF}"/>
              </a:ext>
            </a:extLst>
          </p:cNvPr>
          <p:cNvSpPr txBox="1"/>
          <p:nvPr/>
        </p:nvSpPr>
        <p:spPr>
          <a:xfrm>
            <a:off x="5883520" y="3681943"/>
            <a:ext cx="32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18" name="button-2">
            <a:extLst>
              <a:ext uri="{FF2B5EF4-FFF2-40B4-BE49-F238E27FC236}">
                <a16:creationId xmlns:a16="http://schemas.microsoft.com/office/drawing/2014/main" id="{A3DAD417-D6D9-AC87-0779-6853A843C56C}"/>
              </a:ext>
            </a:extLst>
          </p:cNvPr>
          <p:cNvSpPr txBox="1"/>
          <p:nvPr/>
        </p:nvSpPr>
        <p:spPr>
          <a:xfrm>
            <a:off x="1244597" y="4007796"/>
            <a:ext cx="1298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Click Me !</a:t>
            </a:r>
            <a:endParaRPr lang="en-US" sz="2000" dirty="0"/>
          </a:p>
        </p:txBody>
      </p:sp>
      <p:sp>
        <p:nvSpPr>
          <p:cNvPr id="17" name="button-3">
            <a:extLst>
              <a:ext uri="{FF2B5EF4-FFF2-40B4-BE49-F238E27FC236}">
                <a16:creationId xmlns:a16="http://schemas.microsoft.com/office/drawing/2014/main" id="{04836621-A4F5-56CB-0894-34A87E9D3EB9}"/>
              </a:ext>
            </a:extLst>
          </p:cNvPr>
          <p:cNvSpPr txBox="1"/>
          <p:nvPr/>
        </p:nvSpPr>
        <p:spPr>
          <a:xfrm>
            <a:off x="989017" y="4315459"/>
            <a:ext cx="116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&lt;/button&gt;</a:t>
            </a:r>
            <a:endParaRPr lang="en-US" sz="2000" dirty="0"/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716D26DB-E8F2-B4AA-D080-980061D62C63}"/>
              </a:ext>
            </a:extLst>
          </p:cNvPr>
          <p:cNvSpPr txBox="1"/>
          <p:nvPr/>
        </p:nvSpPr>
        <p:spPr>
          <a:xfrm>
            <a:off x="1000439" y="4603740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&lt;input</a:t>
            </a:r>
            <a:endParaRPr lang="en-US" sz="2000" dirty="0"/>
          </a:p>
        </p:txBody>
      </p:sp>
      <p:sp>
        <p:nvSpPr>
          <p:cNvPr id="33" name="ref" hidden="1">
            <a:extLst>
              <a:ext uri="{FF2B5EF4-FFF2-40B4-BE49-F238E27FC236}">
                <a16:creationId xmlns:a16="http://schemas.microsoft.com/office/drawing/2014/main" id="{724678E1-E1C5-0289-2A04-575804C57B98}"/>
              </a:ext>
            </a:extLst>
          </p:cNvPr>
          <p:cNvSpPr txBox="1"/>
          <p:nvPr/>
        </p:nvSpPr>
        <p:spPr>
          <a:xfrm>
            <a:off x="1807243" y="4686887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ref={</a:t>
            </a:r>
            <a:endParaRPr lang="en-US" sz="2000" dirty="0"/>
          </a:p>
        </p:txBody>
      </p:sp>
      <p:sp>
        <p:nvSpPr>
          <p:cNvPr id="39" name="inputRef" hidden="1">
            <a:extLst>
              <a:ext uri="{FF2B5EF4-FFF2-40B4-BE49-F238E27FC236}">
                <a16:creationId xmlns:a16="http://schemas.microsoft.com/office/drawing/2014/main" id="{53F26971-E244-0633-C66A-142A6D1F4DE0}"/>
              </a:ext>
            </a:extLst>
          </p:cNvPr>
          <p:cNvSpPr txBox="1"/>
          <p:nvPr/>
        </p:nvSpPr>
        <p:spPr>
          <a:xfrm>
            <a:off x="2294662" y="4686887"/>
            <a:ext cx="111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8" name="ref-1" hidden="1">
            <a:extLst>
              <a:ext uri="{FF2B5EF4-FFF2-40B4-BE49-F238E27FC236}">
                <a16:creationId xmlns:a16="http://schemas.microsoft.com/office/drawing/2014/main" id="{6DD191FF-A866-9F57-396C-C9E112D367DA}"/>
              </a:ext>
            </a:extLst>
          </p:cNvPr>
          <p:cNvSpPr txBox="1"/>
          <p:nvPr/>
        </p:nvSpPr>
        <p:spPr>
          <a:xfrm>
            <a:off x="3241063" y="4700904"/>
            <a:ext cx="157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21" name="input-1">
            <a:extLst>
              <a:ext uri="{FF2B5EF4-FFF2-40B4-BE49-F238E27FC236}">
                <a16:creationId xmlns:a16="http://schemas.microsoft.com/office/drawing/2014/main" id="{40BCABF3-B6D8-DE35-1F81-57E26DBA9E6A}"/>
              </a:ext>
            </a:extLst>
          </p:cNvPr>
          <p:cNvSpPr txBox="1"/>
          <p:nvPr/>
        </p:nvSpPr>
        <p:spPr>
          <a:xfrm>
            <a:off x="1713309" y="4603740"/>
            <a:ext cx="462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  <a:endParaRPr lang="en-US" sz="2000" dirty="0"/>
          </a:p>
        </p:txBody>
      </p:sp>
      <p:sp>
        <p:nvSpPr>
          <p:cNvPr id="13" name="div-1">
            <a:extLst>
              <a:ext uri="{FF2B5EF4-FFF2-40B4-BE49-F238E27FC236}">
                <a16:creationId xmlns:a16="http://schemas.microsoft.com/office/drawing/2014/main" id="{47864C6A-7E6A-6AF4-0753-E1F0ABA50B3E}"/>
              </a:ext>
            </a:extLst>
          </p:cNvPr>
          <p:cNvSpPr txBox="1"/>
          <p:nvPr/>
        </p:nvSpPr>
        <p:spPr>
          <a:xfrm>
            <a:off x="569526" y="4957204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0" name="return-1">
            <a:extLst>
              <a:ext uri="{FF2B5EF4-FFF2-40B4-BE49-F238E27FC236}">
                <a16:creationId xmlns:a16="http://schemas.microsoft.com/office/drawing/2014/main" id="{75B52F2A-5598-8BF6-D47E-F66433235DC3}"/>
              </a:ext>
            </a:extLst>
          </p:cNvPr>
          <p:cNvSpPr txBox="1"/>
          <p:nvPr/>
        </p:nvSpPr>
        <p:spPr>
          <a:xfrm>
            <a:off x="534569" y="5326840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app-1">
            <a:extLst>
              <a:ext uri="{FF2B5EF4-FFF2-40B4-BE49-F238E27FC236}">
                <a16:creationId xmlns:a16="http://schemas.microsoft.com/office/drawing/2014/main" id="{1742227D-F325-62A9-167E-222C44F1FD68}"/>
              </a:ext>
            </a:extLst>
          </p:cNvPr>
          <p:cNvSpPr txBox="1"/>
          <p:nvPr/>
        </p:nvSpPr>
        <p:spPr>
          <a:xfrm>
            <a:off x="304148" y="5650849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4833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161965-8F3B-2065-5DDA-55291FF2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3A518693-BCE2-1161-C2B5-AD620D8685E5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CBEC17E-3051-D340-5A8F-FD83D848E9AD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FC10C7E-C4D2-67F3-44A4-16FA6FCAEF69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BA0BE74-94EB-6BB0-1BB9-CAA21EEE91B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51CB246-9088-7F61-A59C-6F961FE4CF23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CD885AE-B1D1-2407-013D-FAEBEBFB305A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C5BDF140-AE28-FFC5-030D-F7871E91D636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51D6A2B-5E32-40EE-FF65-F8D352E34CB9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1FA8A12-8A79-DE0B-BB06-68E4D1604C3F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332EDB4-3536-C1C6-0434-942986D9C592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0A76C0E-B146-E971-4400-A27B80FDE2A6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F461C4C-32AF-B498-36E7-3D41DDE3BBD3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5FB3AC0-395E-4566-139A-A3222D29BD80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6AD19CA4-C427-D76C-902C-404E44D5C3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8374557D-7F27-DEF3-924B-47F1049BE695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6D1B55A-8D75-4D88-60CC-43C47C016B5F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4BF0462-B803-6EDC-5EE7-597CB1DA879E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62CE4E5-7D65-FFAD-7312-1FCC5B75AB2F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5BB1C71-938F-0D27-6CB8-15C629AC4C8E}"/>
              </a:ext>
            </a:extLst>
          </p:cNvPr>
          <p:cNvSpPr/>
          <p:nvPr/>
        </p:nvSpPr>
        <p:spPr>
          <a:xfrm>
            <a:off x="304243" y="1046833"/>
            <a:ext cx="3285655" cy="63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5614A9-99FD-76F0-2F42-66DDDF3E1C3A}"/>
              </a:ext>
            </a:extLst>
          </p:cNvPr>
          <p:cNvSpPr/>
          <p:nvPr/>
        </p:nvSpPr>
        <p:spPr>
          <a:xfrm>
            <a:off x="304243" y="1840309"/>
            <a:ext cx="8495628" cy="475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mport">
            <a:extLst>
              <a:ext uri="{FF2B5EF4-FFF2-40B4-BE49-F238E27FC236}">
                <a16:creationId xmlns:a16="http://schemas.microsoft.com/office/drawing/2014/main" id="{ACD4AADA-3DF0-6BC5-D13E-C3C9CB7152AB}"/>
              </a:ext>
            </a:extLst>
          </p:cNvPr>
          <p:cNvSpPr txBox="1"/>
          <p:nvPr/>
        </p:nvSpPr>
        <p:spPr>
          <a:xfrm>
            <a:off x="302127" y="1949066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7" name="app">
            <a:extLst>
              <a:ext uri="{FF2B5EF4-FFF2-40B4-BE49-F238E27FC236}">
                <a16:creationId xmlns:a16="http://schemas.microsoft.com/office/drawing/2014/main" id="{45F3B7F1-D48C-FD09-292B-433B258F9AC7}"/>
              </a:ext>
            </a:extLst>
          </p:cNvPr>
          <p:cNvSpPr txBox="1"/>
          <p:nvPr/>
        </p:nvSpPr>
        <p:spPr>
          <a:xfrm>
            <a:off x="316582" y="2349176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 App = ()  =&gt; {</a:t>
            </a:r>
          </a:p>
        </p:txBody>
      </p:sp>
      <p:sp>
        <p:nvSpPr>
          <p:cNvPr id="23" name="useRef">
            <a:extLst>
              <a:ext uri="{FF2B5EF4-FFF2-40B4-BE49-F238E27FC236}">
                <a16:creationId xmlns:a16="http://schemas.microsoft.com/office/drawing/2014/main" id="{74595987-4BCD-474D-6513-421A0985B0F0}"/>
              </a:ext>
            </a:extLst>
          </p:cNvPr>
          <p:cNvSpPr txBox="1"/>
          <p:nvPr/>
        </p:nvSpPr>
        <p:spPr>
          <a:xfrm>
            <a:off x="521983" y="2654478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r>
              <a:rPr lang="en-US" sz="2000" dirty="0"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24" name="useRef-1">
            <a:extLst>
              <a:ext uri="{FF2B5EF4-FFF2-40B4-BE49-F238E27FC236}">
                <a16:creationId xmlns:a16="http://schemas.microsoft.com/office/drawing/2014/main" id="{A73041F2-8FE9-3604-BDC3-2C1C5D367AC3}"/>
              </a:ext>
            </a:extLst>
          </p:cNvPr>
          <p:cNvSpPr txBox="1"/>
          <p:nvPr/>
        </p:nvSpPr>
        <p:spPr>
          <a:xfrm>
            <a:off x="2248736" y="2661575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(null)</a:t>
            </a:r>
          </a:p>
        </p:txBody>
      </p:sp>
      <p:sp>
        <p:nvSpPr>
          <p:cNvPr id="11" name="return">
            <a:extLst>
              <a:ext uri="{FF2B5EF4-FFF2-40B4-BE49-F238E27FC236}">
                <a16:creationId xmlns:a16="http://schemas.microsoft.com/office/drawing/2014/main" id="{7DF110EB-019B-8A1E-60AD-219E660CB472}"/>
              </a:ext>
            </a:extLst>
          </p:cNvPr>
          <p:cNvSpPr txBox="1"/>
          <p:nvPr/>
        </p:nvSpPr>
        <p:spPr>
          <a:xfrm>
            <a:off x="552522" y="2973974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2" name="div'">
            <a:extLst>
              <a:ext uri="{FF2B5EF4-FFF2-40B4-BE49-F238E27FC236}">
                <a16:creationId xmlns:a16="http://schemas.microsoft.com/office/drawing/2014/main" id="{789C2D57-97FD-69C4-E04C-A93B8A396478}"/>
              </a:ext>
            </a:extLst>
          </p:cNvPr>
          <p:cNvSpPr txBox="1"/>
          <p:nvPr/>
        </p:nvSpPr>
        <p:spPr>
          <a:xfrm>
            <a:off x="690309" y="329013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0898964C-3198-3BAB-2A90-B553E8AD2D45}"/>
              </a:ext>
            </a:extLst>
          </p:cNvPr>
          <p:cNvSpPr txBox="1"/>
          <p:nvPr/>
        </p:nvSpPr>
        <p:spPr>
          <a:xfrm>
            <a:off x="1001451" y="3626635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16" name="button-1">
            <a:extLst>
              <a:ext uri="{FF2B5EF4-FFF2-40B4-BE49-F238E27FC236}">
                <a16:creationId xmlns:a16="http://schemas.microsoft.com/office/drawing/2014/main" id="{F6042667-0810-7B7D-55CF-CA5188AEDAFE}"/>
              </a:ext>
            </a:extLst>
          </p:cNvPr>
          <p:cNvSpPr txBox="1"/>
          <p:nvPr/>
        </p:nvSpPr>
        <p:spPr>
          <a:xfrm>
            <a:off x="1805588" y="3636467"/>
            <a:ext cx="232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5" name="onClick" hidden="1">
            <a:extLst>
              <a:ext uri="{FF2B5EF4-FFF2-40B4-BE49-F238E27FC236}">
                <a16:creationId xmlns:a16="http://schemas.microsoft.com/office/drawing/2014/main" id="{F3829FCF-422B-4594-2D1B-F1FC16621AD7}"/>
              </a:ext>
            </a:extLst>
          </p:cNvPr>
          <p:cNvSpPr txBox="1"/>
          <p:nvPr/>
        </p:nvSpPr>
        <p:spPr>
          <a:xfrm>
            <a:off x="1999216" y="3666554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onClick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29" name="arrow-function" hidden="1">
            <a:extLst>
              <a:ext uri="{FF2B5EF4-FFF2-40B4-BE49-F238E27FC236}">
                <a16:creationId xmlns:a16="http://schemas.microsoft.com/office/drawing/2014/main" id="{A2644AD6-5695-4296-98CF-7C82B4CA6D96}"/>
              </a:ext>
            </a:extLst>
          </p:cNvPr>
          <p:cNvSpPr txBox="1"/>
          <p:nvPr/>
        </p:nvSpPr>
        <p:spPr>
          <a:xfrm>
            <a:off x="2971488" y="3693342"/>
            <a:ext cx="579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()=&gt;</a:t>
            </a:r>
            <a:endParaRPr lang="en-US" sz="2000" dirty="0"/>
          </a:p>
        </p:txBody>
      </p:sp>
      <p:sp>
        <p:nvSpPr>
          <p:cNvPr id="30" name="arrow-function-1" hidden="1">
            <a:extLst>
              <a:ext uri="{FF2B5EF4-FFF2-40B4-BE49-F238E27FC236}">
                <a16:creationId xmlns:a16="http://schemas.microsoft.com/office/drawing/2014/main" id="{38B1F380-BDE4-E325-AFDF-166E1BB1F72A}"/>
              </a:ext>
            </a:extLst>
          </p:cNvPr>
          <p:cNvSpPr txBox="1"/>
          <p:nvPr/>
        </p:nvSpPr>
        <p:spPr>
          <a:xfrm>
            <a:off x="3406374" y="3667887"/>
            <a:ext cx="1195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2" name="arrow-function-2" hidden="1">
            <a:extLst>
              <a:ext uri="{FF2B5EF4-FFF2-40B4-BE49-F238E27FC236}">
                <a16:creationId xmlns:a16="http://schemas.microsoft.com/office/drawing/2014/main" id="{AD98C868-5A82-718E-7946-BF418C3D0AE1}"/>
              </a:ext>
            </a:extLst>
          </p:cNvPr>
          <p:cNvSpPr txBox="1"/>
          <p:nvPr/>
        </p:nvSpPr>
        <p:spPr>
          <a:xfrm>
            <a:off x="4319730" y="3687935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</a:t>
            </a:r>
            <a:r>
              <a:rPr lang="en-US" sz="2000" dirty="0" err="1">
                <a:latin typeface="Berlin Sans FB" panose="020E0602020502020306" pitchFamily="34" charset="0"/>
              </a:rPr>
              <a:t>current.focus</a:t>
            </a:r>
            <a:r>
              <a:rPr lang="en-US" sz="2000" dirty="0">
                <a:latin typeface="Berlin Sans FB" panose="020E0602020502020306" pitchFamily="34" charset="0"/>
              </a:rPr>
              <a:t>()</a:t>
            </a:r>
            <a:endParaRPr lang="en-US" sz="2000" dirty="0"/>
          </a:p>
        </p:txBody>
      </p:sp>
      <p:sp>
        <p:nvSpPr>
          <p:cNvPr id="27" name="onClick-1" hidden="1">
            <a:extLst>
              <a:ext uri="{FF2B5EF4-FFF2-40B4-BE49-F238E27FC236}">
                <a16:creationId xmlns:a16="http://schemas.microsoft.com/office/drawing/2014/main" id="{F0CDADCA-D8E5-D13E-63FD-B933A7AF2E5E}"/>
              </a:ext>
            </a:extLst>
          </p:cNvPr>
          <p:cNvSpPr txBox="1"/>
          <p:nvPr/>
        </p:nvSpPr>
        <p:spPr>
          <a:xfrm>
            <a:off x="5883520" y="3681943"/>
            <a:ext cx="32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18" name="button-2">
            <a:extLst>
              <a:ext uri="{FF2B5EF4-FFF2-40B4-BE49-F238E27FC236}">
                <a16:creationId xmlns:a16="http://schemas.microsoft.com/office/drawing/2014/main" id="{A4176914-37F3-5888-DEF1-6B5497984722}"/>
              </a:ext>
            </a:extLst>
          </p:cNvPr>
          <p:cNvSpPr txBox="1"/>
          <p:nvPr/>
        </p:nvSpPr>
        <p:spPr>
          <a:xfrm>
            <a:off x="1257031" y="3931534"/>
            <a:ext cx="1298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Click Me !</a:t>
            </a:r>
            <a:endParaRPr lang="en-US" sz="2000" dirty="0"/>
          </a:p>
        </p:txBody>
      </p:sp>
      <p:sp>
        <p:nvSpPr>
          <p:cNvPr id="17" name="button-3">
            <a:extLst>
              <a:ext uri="{FF2B5EF4-FFF2-40B4-BE49-F238E27FC236}">
                <a16:creationId xmlns:a16="http://schemas.microsoft.com/office/drawing/2014/main" id="{0AC43CD1-511C-29A5-04CC-F0640F9CC385}"/>
              </a:ext>
            </a:extLst>
          </p:cNvPr>
          <p:cNvSpPr txBox="1"/>
          <p:nvPr/>
        </p:nvSpPr>
        <p:spPr>
          <a:xfrm>
            <a:off x="1001451" y="4239197"/>
            <a:ext cx="116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&lt;/button&gt;</a:t>
            </a:r>
            <a:endParaRPr lang="en-US" sz="2000" dirty="0"/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F45B8B8B-FDC9-C7D4-2A0C-42705F104881}"/>
              </a:ext>
            </a:extLst>
          </p:cNvPr>
          <p:cNvSpPr txBox="1"/>
          <p:nvPr/>
        </p:nvSpPr>
        <p:spPr>
          <a:xfrm>
            <a:off x="1012873" y="4527478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&lt;input</a:t>
            </a:r>
            <a:endParaRPr lang="en-US" sz="2000" dirty="0"/>
          </a:p>
        </p:txBody>
      </p:sp>
      <p:sp>
        <p:nvSpPr>
          <p:cNvPr id="33" name="ref" hidden="1">
            <a:extLst>
              <a:ext uri="{FF2B5EF4-FFF2-40B4-BE49-F238E27FC236}">
                <a16:creationId xmlns:a16="http://schemas.microsoft.com/office/drawing/2014/main" id="{B21F7811-095E-33AB-64D1-A456A931535C}"/>
              </a:ext>
            </a:extLst>
          </p:cNvPr>
          <p:cNvSpPr txBox="1"/>
          <p:nvPr/>
        </p:nvSpPr>
        <p:spPr>
          <a:xfrm>
            <a:off x="1807243" y="4686887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ref={</a:t>
            </a:r>
            <a:endParaRPr lang="en-US" sz="2000" dirty="0"/>
          </a:p>
        </p:txBody>
      </p:sp>
      <p:sp>
        <p:nvSpPr>
          <p:cNvPr id="39" name="inputRef" hidden="1">
            <a:extLst>
              <a:ext uri="{FF2B5EF4-FFF2-40B4-BE49-F238E27FC236}">
                <a16:creationId xmlns:a16="http://schemas.microsoft.com/office/drawing/2014/main" id="{3CF0EFCC-324E-23F8-55D6-2B15FDBA00B5}"/>
              </a:ext>
            </a:extLst>
          </p:cNvPr>
          <p:cNvSpPr txBox="1"/>
          <p:nvPr/>
        </p:nvSpPr>
        <p:spPr>
          <a:xfrm>
            <a:off x="2294662" y="4686887"/>
            <a:ext cx="111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8" name="ref-1" hidden="1">
            <a:extLst>
              <a:ext uri="{FF2B5EF4-FFF2-40B4-BE49-F238E27FC236}">
                <a16:creationId xmlns:a16="http://schemas.microsoft.com/office/drawing/2014/main" id="{C7B526BE-7395-C292-74FC-12B54A601064}"/>
              </a:ext>
            </a:extLst>
          </p:cNvPr>
          <p:cNvSpPr txBox="1"/>
          <p:nvPr/>
        </p:nvSpPr>
        <p:spPr>
          <a:xfrm>
            <a:off x="3241063" y="4700904"/>
            <a:ext cx="157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21" name="input-1">
            <a:extLst>
              <a:ext uri="{FF2B5EF4-FFF2-40B4-BE49-F238E27FC236}">
                <a16:creationId xmlns:a16="http://schemas.microsoft.com/office/drawing/2014/main" id="{65A379FD-2314-2CA7-09CD-AF70CE6FDEDA}"/>
              </a:ext>
            </a:extLst>
          </p:cNvPr>
          <p:cNvSpPr txBox="1"/>
          <p:nvPr/>
        </p:nvSpPr>
        <p:spPr>
          <a:xfrm>
            <a:off x="1725743" y="4527478"/>
            <a:ext cx="462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  <a:endParaRPr lang="en-US" sz="2000" dirty="0"/>
          </a:p>
        </p:txBody>
      </p:sp>
      <p:sp>
        <p:nvSpPr>
          <p:cNvPr id="13" name="div-1">
            <a:extLst>
              <a:ext uri="{FF2B5EF4-FFF2-40B4-BE49-F238E27FC236}">
                <a16:creationId xmlns:a16="http://schemas.microsoft.com/office/drawing/2014/main" id="{D164C6ED-F982-9E41-69B0-5BA34432FAC1}"/>
              </a:ext>
            </a:extLst>
          </p:cNvPr>
          <p:cNvSpPr txBox="1"/>
          <p:nvPr/>
        </p:nvSpPr>
        <p:spPr>
          <a:xfrm>
            <a:off x="581960" y="4880942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0" name="return-1">
            <a:extLst>
              <a:ext uri="{FF2B5EF4-FFF2-40B4-BE49-F238E27FC236}">
                <a16:creationId xmlns:a16="http://schemas.microsoft.com/office/drawing/2014/main" id="{90C860EB-BE48-4090-0704-BFAF047D06A9}"/>
              </a:ext>
            </a:extLst>
          </p:cNvPr>
          <p:cNvSpPr txBox="1"/>
          <p:nvPr/>
        </p:nvSpPr>
        <p:spPr>
          <a:xfrm>
            <a:off x="547003" y="525057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app-1">
            <a:extLst>
              <a:ext uri="{FF2B5EF4-FFF2-40B4-BE49-F238E27FC236}">
                <a16:creationId xmlns:a16="http://schemas.microsoft.com/office/drawing/2014/main" id="{3317C399-5AF2-6BC4-0105-0C25E1B984AF}"/>
              </a:ext>
            </a:extLst>
          </p:cNvPr>
          <p:cNvSpPr txBox="1"/>
          <p:nvPr/>
        </p:nvSpPr>
        <p:spPr>
          <a:xfrm>
            <a:off x="316582" y="5574587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9830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1FE34-E0F5-B3BC-2E52-D20EFD55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8F3A4555-82D5-B142-D858-2C004C4AF04A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5962A79-85BC-2B8C-A2AD-9A6157BDA918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BDC1D70-E14C-BCF5-46C2-4E6C3B705505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CB2105BE-7676-310B-5689-B3EDFF6E6718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1E20525F-B43F-91EE-3A6F-15AA2852BF3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6987811-831C-AA6A-86C2-E5720AD70701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00E8988C-4EE3-6326-28E6-6F55923BA239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236BFE-F98B-A7BC-F555-9A188356396F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7AA0A6A-8FD6-FCC7-63D3-AE1338244814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57345FB-5E51-A8E8-DF75-41473F39AB4C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262A2971-2AB8-B36C-16C4-C466DE75AC38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E002EEE7-8E19-377B-D636-8C5CADD14579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53044297-1902-64EE-09E4-7623677FB31E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178F7BE-2BF2-FAB7-ED18-6F2B861D57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C1D388F-4B1B-0287-FF25-E3CA308C915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C9CB6B4-BF49-3133-896F-3CC1DAD93D9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B271BF2-0E83-2D74-38CF-DE3B4F4DD99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FFF9A53-1B92-937B-E82A-458D8021491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05EC400-0E16-C0F3-14AF-A056CFA908E5}"/>
              </a:ext>
            </a:extLst>
          </p:cNvPr>
          <p:cNvSpPr/>
          <p:nvPr/>
        </p:nvSpPr>
        <p:spPr>
          <a:xfrm>
            <a:off x="304243" y="1046833"/>
            <a:ext cx="3285655" cy="63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29C8BC-031B-34B3-2EE4-8A97E2DC83D9}"/>
              </a:ext>
            </a:extLst>
          </p:cNvPr>
          <p:cNvSpPr/>
          <p:nvPr/>
        </p:nvSpPr>
        <p:spPr>
          <a:xfrm>
            <a:off x="304243" y="1840309"/>
            <a:ext cx="8495628" cy="475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mport">
            <a:extLst>
              <a:ext uri="{FF2B5EF4-FFF2-40B4-BE49-F238E27FC236}">
                <a16:creationId xmlns:a16="http://schemas.microsoft.com/office/drawing/2014/main" id="{7D3E2B1A-1846-3DF5-47B2-997EAEB0048C}"/>
              </a:ext>
            </a:extLst>
          </p:cNvPr>
          <p:cNvSpPr txBox="1"/>
          <p:nvPr/>
        </p:nvSpPr>
        <p:spPr>
          <a:xfrm>
            <a:off x="302127" y="1949066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7" name="app">
            <a:extLst>
              <a:ext uri="{FF2B5EF4-FFF2-40B4-BE49-F238E27FC236}">
                <a16:creationId xmlns:a16="http://schemas.microsoft.com/office/drawing/2014/main" id="{239431E2-9F4E-7AA0-1291-BBE7D1C6B9B2}"/>
              </a:ext>
            </a:extLst>
          </p:cNvPr>
          <p:cNvSpPr txBox="1"/>
          <p:nvPr/>
        </p:nvSpPr>
        <p:spPr>
          <a:xfrm>
            <a:off x="316582" y="2349176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 App = ()  =&gt; {</a:t>
            </a:r>
          </a:p>
        </p:txBody>
      </p:sp>
      <p:sp>
        <p:nvSpPr>
          <p:cNvPr id="23" name="useRef">
            <a:extLst>
              <a:ext uri="{FF2B5EF4-FFF2-40B4-BE49-F238E27FC236}">
                <a16:creationId xmlns:a16="http://schemas.microsoft.com/office/drawing/2014/main" id="{56DDAA07-C685-191F-9389-C78E81F24740}"/>
              </a:ext>
            </a:extLst>
          </p:cNvPr>
          <p:cNvSpPr txBox="1"/>
          <p:nvPr/>
        </p:nvSpPr>
        <p:spPr>
          <a:xfrm>
            <a:off x="521983" y="2654478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r>
              <a:rPr lang="en-US" sz="2000" dirty="0"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24" name="useRef-1">
            <a:extLst>
              <a:ext uri="{FF2B5EF4-FFF2-40B4-BE49-F238E27FC236}">
                <a16:creationId xmlns:a16="http://schemas.microsoft.com/office/drawing/2014/main" id="{45E8B83B-81C6-12F9-25BA-D66AA0D7B20A}"/>
              </a:ext>
            </a:extLst>
          </p:cNvPr>
          <p:cNvSpPr txBox="1"/>
          <p:nvPr/>
        </p:nvSpPr>
        <p:spPr>
          <a:xfrm>
            <a:off x="2248736" y="2661575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(null)</a:t>
            </a:r>
          </a:p>
        </p:txBody>
      </p:sp>
      <p:sp>
        <p:nvSpPr>
          <p:cNvPr id="11" name="return">
            <a:extLst>
              <a:ext uri="{FF2B5EF4-FFF2-40B4-BE49-F238E27FC236}">
                <a16:creationId xmlns:a16="http://schemas.microsoft.com/office/drawing/2014/main" id="{87A9893E-F1CD-AB69-BF03-3E36F7C59149}"/>
              </a:ext>
            </a:extLst>
          </p:cNvPr>
          <p:cNvSpPr txBox="1"/>
          <p:nvPr/>
        </p:nvSpPr>
        <p:spPr>
          <a:xfrm>
            <a:off x="552522" y="2973974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2" name="div'">
            <a:extLst>
              <a:ext uri="{FF2B5EF4-FFF2-40B4-BE49-F238E27FC236}">
                <a16:creationId xmlns:a16="http://schemas.microsoft.com/office/drawing/2014/main" id="{638F5567-437F-588C-6BA9-4E233E847CA3}"/>
              </a:ext>
            </a:extLst>
          </p:cNvPr>
          <p:cNvSpPr txBox="1"/>
          <p:nvPr/>
        </p:nvSpPr>
        <p:spPr>
          <a:xfrm>
            <a:off x="690309" y="329013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C3795D37-CA92-A1BC-1C6E-FD40D9E7BD8C}"/>
              </a:ext>
            </a:extLst>
          </p:cNvPr>
          <p:cNvSpPr txBox="1"/>
          <p:nvPr/>
        </p:nvSpPr>
        <p:spPr>
          <a:xfrm>
            <a:off x="1001451" y="3626635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16" name="button-1">
            <a:extLst>
              <a:ext uri="{FF2B5EF4-FFF2-40B4-BE49-F238E27FC236}">
                <a16:creationId xmlns:a16="http://schemas.microsoft.com/office/drawing/2014/main" id="{E2CDAB82-4970-A48E-CFCD-68DABC286C4A}"/>
              </a:ext>
            </a:extLst>
          </p:cNvPr>
          <p:cNvSpPr txBox="1"/>
          <p:nvPr/>
        </p:nvSpPr>
        <p:spPr>
          <a:xfrm>
            <a:off x="1805588" y="3636467"/>
            <a:ext cx="232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5" name="onClick" hidden="1">
            <a:extLst>
              <a:ext uri="{FF2B5EF4-FFF2-40B4-BE49-F238E27FC236}">
                <a16:creationId xmlns:a16="http://schemas.microsoft.com/office/drawing/2014/main" id="{FFEB8BF9-48F3-098B-6D5F-31B0DBBBDFDB}"/>
              </a:ext>
            </a:extLst>
          </p:cNvPr>
          <p:cNvSpPr txBox="1"/>
          <p:nvPr/>
        </p:nvSpPr>
        <p:spPr>
          <a:xfrm>
            <a:off x="1999216" y="3666554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onClick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29" name="arrow-function" hidden="1">
            <a:extLst>
              <a:ext uri="{FF2B5EF4-FFF2-40B4-BE49-F238E27FC236}">
                <a16:creationId xmlns:a16="http://schemas.microsoft.com/office/drawing/2014/main" id="{E1F9B7DF-A070-745A-2B63-9C4752CD8BF6}"/>
              </a:ext>
            </a:extLst>
          </p:cNvPr>
          <p:cNvSpPr txBox="1"/>
          <p:nvPr/>
        </p:nvSpPr>
        <p:spPr>
          <a:xfrm>
            <a:off x="2971488" y="3693342"/>
            <a:ext cx="579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()=&gt;</a:t>
            </a:r>
            <a:endParaRPr lang="en-US" sz="2000" dirty="0"/>
          </a:p>
        </p:txBody>
      </p:sp>
      <p:sp>
        <p:nvSpPr>
          <p:cNvPr id="30" name="arrow-function-1" hidden="1">
            <a:extLst>
              <a:ext uri="{FF2B5EF4-FFF2-40B4-BE49-F238E27FC236}">
                <a16:creationId xmlns:a16="http://schemas.microsoft.com/office/drawing/2014/main" id="{DE017997-11D9-4714-59F1-554A56D81B21}"/>
              </a:ext>
            </a:extLst>
          </p:cNvPr>
          <p:cNvSpPr txBox="1"/>
          <p:nvPr/>
        </p:nvSpPr>
        <p:spPr>
          <a:xfrm>
            <a:off x="3406374" y="3667887"/>
            <a:ext cx="1195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2" name="arrow-function-2" hidden="1">
            <a:extLst>
              <a:ext uri="{FF2B5EF4-FFF2-40B4-BE49-F238E27FC236}">
                <a16:creationId xmlns:a16="http://schemas.microsoft.com/office/drawing/2014/main" id="{61761E89-E2CE-5810-DB5B-9A83F5158DD2}"/>
              </a:ext>
            </a:extLst>
          </p:cNvPr>
          <p:cNvSpPr txBox="1"/>
          <p:nvPr/>
        </p:nvSpPr>
        <p:spPr>
          <a:xfrm>
            <a:off x="4319730" y="3687935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</a:t>
            </a:r>
            <a:r>
              <a:rPr lang="en-US" sz="2000" dirty="0" err="1">
                <a:latin typeface="Berlin Sans FB" panose="020E0602020502020306" pitchFamily="34" charset="0"/>
              </a:rPr>
              <a:t>current.focus</a:t>
            </a:r>
            <a:r>
              <a:rPr lang="en-US" sz="2000" dirty="0">
                <a:latin typeface="Berlin Sans FB" panose="020E0602020502020306" pitchFamily="34" charset="0"/>
              </a:rPr>
              <a:t>()</a:t>
            </a:r>
            <a:endParaRPr lang="en-US" sz="2000" dirty="0"/>
          </a:p>
        </p:txBody>
      </p:sp>
      <p:sp>
        <p:nvSpPr>
          <p:cNvPr id="27" name="onClick-1" hidden="1">
            <a:extLst>
              <a:ext uri="{FF2B5EF4-FFF2-40B4-BE49-F238E27FC236}">
                <a16:creationId xmlns:a16="http://schemas.microsoft.com/office/drawing/2014/main" id="{3E0FC96D-019B-AD52-4884-B496A1938C7C}"/>
              </a:ext>
            </a:extLst>
          </p:cNvPr>
          <p:cNvSpPr txBox="1"/>
          <p:nvPr/>
        </p:nvSpPr>
        <p:spPr>
          <a:xfrm>
            <a:off x="5883520" y="3681943"/>
            <a:ext cx="32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18" name="button-2">
            <a:extLst>
              <a:ext uri="{FF2B5EF4-FFF2-40B4-BE49-F238E27FC236}">
                <a16:creationId xmlns:a16="http://schemas.microsoft.com/office/drawing/2014/main" id="{AA7CFD59-1E46-EB76-A8F3-7C3264715AC8}"/>
              </a:ext>
            </a:extLst>
          </p:cNvPr>
          <p:cNvSpPr txBox="1"/>
          <p:nvPr/>
        </p:nvSpPr>
        <p:spPr>
          <a:xfrm>
            <a:off x="1257031" y="3931534"/>
            <a:ext cx="1298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Click Me !</a:t>
            </a:r>
            <a:endParaRPr lang="en-US" sz="2000" dirty="0"/>
          </a:p>
        </p:txBody>
      </p:sp>
      <p:sp>
        <p:nvSpPr>
          <p:cNvPr id="17" name="button-3">
            <a:extLst>
              <a:ext uri="{FF2B5EF4-FFF2-40B4-BE49-F238E27FC236}">
                <a16:creationId xmlns:a16="http://schemas.microsoft.com/office/drawing/2014/main" id="{44D42763-EE90-007A-5207-9C4D8D1BBA7A}"/>
              </a:ext>
            </a:extLst>
          </p:cNvPr>
          <p:cNvSpPr txBox="1"/>
          <p:nvPr/>
        </p:nvSpPr>
        <p:spPr>
          <a:xfrm>
            <a:off x="1001451" y="4239197"/>
            <a:ext cx="116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&lt;/button&gt;</a:t>
            </a:r>
            <a:endParaRPr lang="en-US" sz="2000" dirty="0"/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1C28E331-D264-A799-604F-2D85394824AA}"/>
              </a:ext>
            </a:extLst>
          </p:cNvPr>
          <p:cNvSpPr txBox="1"/>
          <p:nvPr/>
        </p:nvSpPr>
        <p:spPr>
          <a:xfrm>
            <a:off x="1012873" y="4527478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&lt;input</a:t>
            </a:r>
            <a:endParaRPr lang="en-US" sz="2000" dirty="0"/>
          </a:p>
        </p:txBody>
      </p:sp>
      <p:sp>
        <p:nvSpPr>
          <p:cNvPr id="33" name="ref">
            <a:extLst>
              <a:ext uri="{FF2B5EF4-FFF2-40B4-BE49-F238E27FC236}">
                <a16:creationId xmlns:a16="http://schemas.microsoft.com/office/drawing/2014/main" id="{8AA934CB-38FF-8E81-497A-C78E1C598D4C}"/>
              </a:ext>
            </a:extLst>
          </p:cNvPr>
          <p:cNvSpPr txBox="1"/>
          <p:nvPr/>
        </p:nvSpPr>
        <p:spPr>
          <a:xfrm>
            <a:off x="1782492" y="4517991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ref={</a:t>
            </a:r>
            <a:endParaRPr lang="en-US" sz="2000" dirty="0"/>
          </a:p>
        </p:txBody>
      </p:sp>
      <p:sp>
        <p:nvSpPr>
          <p:cNvPr id="39" name="inputRef" hidden="1">
            <a:extLst>
              <a:ext uri="{FF2B5EF4-FFF2-40B4-BE49-F238E27FC236}">
                <a16:creationId xmlns:a16="http://schemas.microsoft.com/office/drawing/2014/main" id="{F65D677D-1724-9291-6A44-162E1E15656C}"/>
              </a:ext>
            </a:extLst>
          </p:cNvPr>
          <p:cNvSpPr txBox="1"/>
          <p:nvPr/>
        </p:nvSpPr>
        <p:spPr>
          <a:xfrm>
            <a:off x="2294662" y="4686887"/>
            <a:ext cx="111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8" name="ref-1">
            <a:extLst>
              <a:ext uri="{FF2B5EF4-FFF2-40B4-BE49-F238E27FC236}">
                <a16:creationId xmlns:a16="http://schemas.microsoft.com/office/drawing/2014/main" id="{6BEDD6EB-F074-B579-8792-171FA908B80A}"/>
              </a:ext>
            </a:extLst>
          </p:cNvPr>
          <p:cNvSpPr txBox="1"/>
          <p:nvPr/>
        </p:nvSpPr>
        <p:spPr>
          <a:xfrm>
            <a:off x="2265633" y="4512657"/>
            <a:ext cx="157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21" name="input-1">
            <a:extLst>
              <a:ext uri="{FF2B5EF4-FFF2-40B4-BE49-F238E27FC236}">
                <a16:creationId xmlns:a16="http://schemas.microsoft.com/office/drawing/2014/main" id="{CE520457-4F02-2426-67AF-AF08AE77C3E2}"/>
              </a:ext>
            </a:extLst>
          </p:cNvPr>
          <p:cNvSpPr txBox="1"/>
          <p:nvPr/>
        </p:nvSpPr>
        <p:spPr>
          <a:xfrm>
            <a:off x="2414737" y="4537171"/>
            <a:ext cx="462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  <a:endParaRPr lang="en-US" sz="2000" dirty="0"/>
          </a:p>
        </p:txBody>
      </p:sp>
      <p:sp>
        <p:nvSpPr>
          <p:cNvPr id="13" name="div-1">
            <a:extLst>
              <a:ext uri="{FF2B5EF4-FFF2-40B4-BE49-F238E27FC236}">
                <a16:creationId xmlns:a16="http://schemas.microsoft.com/office/drawing/2014/main" id="{7FD19CF9-06AE-DC71-54E4-BFED89B03AF9}"/>
              </a:ext>
            </a:extLst>
          </p:cNvPr>
          <p:cNvSpPr txBox="1"/>
          <p:nvPr/>
        </p:nvSpPr>
        <p:spPr>
          <a:xfrm>
            <a:off x="581960" y="4880942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0" name="return-1">
            <a:extLst>
              <a:ext uri="{FF2B5EF4-FFF2-40B4-BE49-F238E27FC236}">
                <a16:creationId xmlns:a16="http://schemas.microsoft.com/office/drawing/2014/main" id="{4BA3591D-00AC-D312-E142-42C7D3B2D114}"/>
              </a:ext>
            </a:extLst>
          </p:cNvPr>
          <p:cNvSpPr txBox="1"/>
          <p:nvPr/>
        </p:nvSpPr>
        <p:spPr>
          <a:xfrm>
            <a:off x="547003" y="525057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app-1">
            <a:extLst>
              <a:ext uri="{FF2B5EF4-FFF2-40B4-BE49-F238E27FC236}">
                <a16:creationId xmlns:a16="http://schemas.microsoft.com/office/drawing/2014/main" id="{EECCF844-10BE-B359-B08C-859FC17651A3}"/>
              </a:ext>
            </a:extLst>
          </p:cNvPr>
          <p:cNvSpPr txBox="1"/>
          <p:nvPr/>
        </p:nvSpPr>
        <p:spPr>
          <a:xfrm>
            <a:off x="316582" y="5574587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6513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6FF96-D7F5-638D-D583-FE7B7491D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4FEA1228-6478-C99D-0A83-C16A7BA2DB2A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1852499-DD05-B68C-80D1-8C8AEC4239E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B5A0E10-18DB-2936-678F-F5839CE21254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8883F65-CF4C-CB20-CEF2-10CC38216076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1644C89-0732-56C1-C56B-41C80377B1F6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1FCF894-A849-0FF1-439E-3450C8904DFE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5063C62-8616-3D4B-A457-BA63A99E29B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2265035-AB54-BAAA-93CF-D065429C3F85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BB15406-57B2-2DE6-EAD7-6F5F7C0D7573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5E0D46A-78FF-AD76-03CD-B0DF42CE4359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E4B2625-94D0-7A74-E8D7-26A35271224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194B8006-5855-E3D1-BACC-0406CF70BF24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ABA2F79-B3AE-A757-AD27-01898264A3CF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E6C55F0F-AF5A-7AA0-ADC1-3636F05379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B7BC0EA-873D-7E83-99EF-1C0AB91E3DBB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502D784-92B4-993D-AB5E-C751B90CCDC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998B5A1-0FA6-82A1-5608-A83A3FA95162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C4EB9B1-80C4-0FB8-3B1F-86D7091056E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DEFE146-0BEF-9DDA-6105-F02EAFF76880}"/>
              </a:ext>
            </a:extLst>
          </p:cNvPr>
          <p:cNvSpPr/>
          <p:nvPr/>
        </p:nvSpPr>
        <p:spPr>
          <a:xfrm>
            <a:off x="304243" y="1046833"/>
            <a:ext cx="3285655" cy="63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BA2262-093F-DEE0-1380-4391890578A0}"/>
              </a:ext>
            </a:extLst>
          </p:cNvPr>
          <p:cNvSpPr/>
          <p:nvPr/>
        </p:nvSpPr>
        <p:spPr>
          <a:xfrm>
            <a:off x="304243" y="1840309"/>
            <a:ext cx="8495628" cy="475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mport">
            <a:extLst>
              <a:ext uri="{FF2B5EF4-FFF2-40B4-BE49-F238E27FC236}">
                <a16:creationId xmlns:a16="http://schemas.microsoft.com/office/drawing/2014/main" id="{25611A69-86F5-B241-3258-78401BB3C552}"/>
              </a:ext>
            </a:extLst>
          </p:cNvPr>
          <p:cNvSpPr txBox="1"/>
          <p:nvPr/>
        </p:nvSpPr>
        <p:spPr>
          <a:xfrm>
            <a:off x="302127" y="1949066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7" name="app">
            <a:extLst>
              <a:ext uri="{FF2B5EF4-FFF2-40B4-BE49-F238E27FC236}">
                <a16:creationId xmlns:a16="http://schemas.microsoft.com/office/drawing/2014/main" id="{0E4EC4F4-D708-9B29-6023-189319D87C0D}"/>
              </a:ext>
            </a:extLst>
          </p:cNvPr>
          <p:cNvSpPr txBox="1"/>
          <p:nvPr/>
        </p:nvSpPr>
        <p:spPr>
          <a:xfrm>
            <a:off x="316582" y="2349176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 App = ()  =&gt; {</a:t>
            </a:r>
          </a:p>
        </p:txBody>
      </p:sp>
      <p:sp>
        <p:nvSpPr>
          <p:cNvPr id="23" name="useRef">
            <a:extLst>
              <a:ext uri="{FF2B5EF4-FFF2-40B4-BE49-F238E27FC236}">
                <a16:creationId xmlns:a16="http://schemas.microsoft.com/office/drawing/2014/main" id="{02D23575-A005-2014-0B43-157A6FD03660}"/>
              </a:ext>
            </a:extLst>
          </p:cNvPr>
          <p:cNvSpPr txBox="1"/>
          <p:nvPr/>
        </p:nvSpPr>
        <p:spPr>
          <a:xfrm>
            <a:off x="521983" y="2654478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r>
              <a:rPr lang="en-US" sz="2000" dirty="0"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24" name="useRef-1">
            <a:extLst>
              <a:ext uri="{FF2B5EF4-FFF2-40B4-BE49-F238E27FC236}">
                <a16:creationId xmlns:a16="http://schemas.microsoft.com/office/drawing/2014/main" id="{5BF47D73-D89E-9BC3-2E9F-90608C9D6153}"/>
              </a:ext>
            </a:extLst>
          </p:cNvPr>
          <p:cNvSpPr txBox="1"/>
          <p:nvPr/>
        </p:nvSpPr>
        <p:spPr>
          <a:xfrm>
            <a:off x="2248736" y="2661575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(null)</a:t>
            </a:r>
          </a:p>
        </p:txBody>
      </p:sp>
      <p:sp>
        <p:nvSpPr>
          <p:cNvPr id="11" name="return">
            <a:extLst>
              <a:ext uri="{FF2B5EF4-FFF2-40B4-BE49-F238E27FC236}">
                <a16:creationId xmlns:a16="http://schemas.microsoft.com/office/drawing/2014/main" id="{CB6589C9-1F1C-6AFB-EDF8-BA2B5DFE5242}"/>
              </a:ext>
            </a:extLst>
          </p:cNvPr>
          <p:cNvSpPr txBox="1"/>
          <p:nvPr/>
        </p:nvSpPr>
        <p:spPr>
          <a:xfrm>
            <a:off x="552522" y="2973974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2" name="div'">
            <a:extLst>
              <a:ext uri="{FF2B5EF4-FFF2-40B4-BE49-F238E27FC236}">
                <a16:creationId xmlns:a16="http://schemas.microsoft.com/office/drawing/2014/main" id="{A936F09B-3F31-C879-C309-543D5A474571}"/>
              </a:ext>
            </a:extLst>
          </p:cNvPr>
          <p:cNvSpPr txBox="1"/>
          <p:nvPr/>
        </p:nvSpPr>
        <p:spPr>
          <a:xfrm>
            <a:off x="690309" y="329013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266E4E96-95C2-EDB9-41F1-2EC16322A254}"/>
              </a:ext>
            </a:extLst>
          </p:cNvPr>
          <p:cNvSpPr txBox="1"/>
          <p:nvPr/>
        </p:nvSpPr>
        <p:spPr>
          <a:xfrm>
            <a:off x="1001451" y="3626635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16" name="button-1">
            <a:extLst>
              <a:ext uri="{FF2B5EF4-FFF2-40B4-BE49-F238E27FC236}">
                <a16:creationId xmlns:a16="http://schemas.microsoft.com/office/drawing/2014/main" id="{0F33643E-D7C7-F1F2-022B-5BBFDDCE1E6A}"/>
              </a:ext>
            </a:extLst>
          </p:cNvPr>
          <p:cNvSpPr txBox="1"/>
          <p:nvPr/>
        </p:nvSpPr>
        <p:spPr>
          <a:xfrm>
            <a:off x="1805588" y="3636467"/>
            <a:ext cx="232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25" name="onClick" hidden="1">
            <a:extLst>
              <a:ext uri="{FF2B5EF4-FFF2-40B4-BE49-F238E27FC236}">
                <a16:creationId xmlns:a16="http://schemas.microsoft.com/office/drawing/2014/main" id="{4DF09B4B-015B-6C86-921A-F46BD0181726}"/>
              </a:ext>
            </a:extLst>
          </p:cNvPr>
          <p:cNvSpPr txBox="1"/>
          <p:nvPr/>
        </p:nvSpPr>
        <p:spPr>
          <a:xfrm>
            <a:off x="1999216" y="3666554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onClick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29" name="arrow-function" hidden="1">
            <a:extLst>
              <a:ext uri="{FF2B5EF4-FFF2-40B4-BE49-F238E27FC236}">
                <a16:creationId xmlns:a16="http://schemas.microsoft.com/office/drawing/2014/main" id="{2D15F9DD-20A4-F860-E998-D17198B82D1D}"/>
              </a:ext>
            </a:extLst>
          </p:cNvPr>
          <p:cNvSpPr txBox="1"/>
          <p:nvPr/>
        </p:nvSpPr>
        <p:spPr>
          <a:xfrm>
            <a:off x="2971488" y="3693342"/>
            <a:ext cx="579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()=&gt;</a:t>
            </a:r>
            <a:endParaRPr lang="en-US" sz="2000" dirty="0"/>
          </a:p>
        </p:txBody>
      </p:sp>
      <p:sp>
        <p:nvSpPr>
          <p:cNvPr id="30" name="arrow-function-1" hidden="1">
            <a:extLst>
              <a:ext uri="{FF2B5EF4-FFF2-40B4-BE49-F238E27FC236}">
                <a16:creationId xmlns:a16="http://schemas.microsoft.com/office/drawing/2014/main" id="{4BE4A257-601A-23B2-D412-95131D8421B8}"/>
              </a:ext>
            </a:extLst>
          </p:cNvPr>
          <p:cNvSpPr txBox="1"/>
          <p:nvPr/>
        </p:nvSpPr>
        <p:spPr>
          <a:xfrm>
            <a:off x="3406374" y="3667887"/>
            <a:ext cx="1195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2" name="arrow-function-2" hidden="1">
            <a:extLst>
              <a:ext uri="{FF2B5EF4-FFF2-40B4-BE49-F238E27FC236}">
                <a16:creationId xmlns:a16="http://schemas.microsoft.com/office/drawing/2014/main" id="{D066C942-B92E-B93C-A251-0CF836E5732A}"/>
              </a:ext>
            </a:extLst>
          </p:cNvPr>
          <p:cNvSpPr txBox="1"/>
          <p:nvPr/>
        </p:nvSpPr>
        <p:spPr>
          <a:xfrm>
            <a:off x="4319730" y="3687935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</a:t>
            </a:r>
            <a:r>
              <a:rPr lang="en-US" sz="2000" dirty="0" err="1">
                <a:latin typeface="Berlin Sans FB" panose="020E0602020502020306" pitchFamily="34" charset="0"/>
              </a:rPr>
              <a:t>current.focus</a:t>
            </a:r>
            <a:r>
              <a:rPr lang="en-US" sz="2000" dirty="0">
                <a:latin typeface="Berlin Sans FB" panose="020E0602020502020306" pitchFamily="34" charset="0"/>
              </a:rPr>
              <a:t>()</a:t>
            </a:r>
            <a:endParaRPr lang="en-US" sz="2000" dirty="0"/>
          </a:p>
        </p:txBody>
      </p:sp>
      <p:sp>
        <p:nvSpPr>
          <p:cNvPr id="27" name="onClick-1" hidden="1">
            <a:extLst>
              <a:ext uri="{FF2B5EF4-FFF2-40B4-BE49-F238E27FC236}">
                <a16:creationId xmlns:a16="http://schemas.microsoft.com/office/drawing/2014/main" id="{E78DB356-C79C-83E7-FA69-E30C8028A860}"/>
              </a:ext>
            </a:extLst>
          </p:cNvPr>
          <p:cNvSpPr txBox="1"/>
          <p:nvPr/>
        </p:nvSpPr>
        <p:spPr>
          <a:xfrm>
            <a:off x="5883520" y="3681943"/>
            <a:ext cx="32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Berlin Sans FB" panose="020E0602020502020306" pitchFamily="34" charset="0"/>
              </a:rPr>
              <a:t>}</a:t>
            </a:r>
            <a:endParaRPr lang="en-US" dirty="0"/>
          </a:p>
        </p:txBody>
      </p:sp>
      <p:sp>
        <p:nvSpPr>
          <p:cNvPr id="18" name="button-2">
            <a:extLst>
              <a:ext uri="{FF2B5EF4-FFF2-40B4-BE49-F238E27FC236}">
                <a16:creationId xmlns:a16="http://schemas.microsoft.com/office/drawing/2014/main" id="{3F6BC763-A1DC-42D7-922B-F5534B133176}"/>
              </a:ext>
            </a:extLst>
          </p:cNvPr>
          <p:cNvSpPr txBox="1"/>
          <p:nvPr/>
        </p:nvSpPr>
        <p:spPr>
          <a:xfrm>
            <a:off x="1257031" y="3931534"/>
            <a:ext cx="1298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Click Me !</a:t>
            </a:r>
            <a:endParaRPr lang="en-US" sz="2000" dirty="0"/>
          </a:p>
        </p:txBody>
      </p:sp>
      <p:sp>
        <p:nvSpPr>
          <p:cNvPr id="17" name="button-3">
            <a:extLst>
              <a:ext uri="{FF2B5EF4-FFF2-40B4-BE49-F238E27FC236}">
                <a16:creationId xmlns:a16="http://schemas.microsoft.com/office/drawing/2014/main" id="{848CE739-5AE2-09F0-7AE4-E4AB5FBAE6D9}"/>
              </a:ext>
            </a:extLst>
          </p:cNvPr>
          <p:cNvSpPr txBox="1"/>
          <p:nvPr/>
        </p:nvSpPr>
        <p:spPr>
          <a:xfrm>
            <a:off x="1001451" y="4239197"/>
            <a:ext cx="116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&lt;/button&gt;</a:t>
            </a:r>
            <a:endParaRPr lang="en-US" sz="2000" dirty="0"/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781CC9C8-F101-4928-21F5-BBBC66444D9B}"/>
              </a:ext>
            </a:extLst>
          </p:cNvPr>
          <p:cNvSpPr txBox="1"/>
          <p:nvPr/>
        </p:nvSpPr>
        <p:spPr>
          <a:xfrm>
            <a:off x="1012873" y="4527478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&lt;input</a:t>
            </a:r>
            <a:endParaRPr lang="en-US" sz="2000" dirty="0"/>
          </a:p>
        </p:txBody>
      </p:sp>
      <p:sp>
        <p:nvSpPr>
          <p:cNvPr id="33" name="ref">
            <a:extLst>
              <a:ext uri="{FF2B5EF4-FFF2-40B4-BE49-F238E27FC236}">
                <a16:creationId xmlns:a16="http://schemas.microsoft.com/office/drawing/2014/main" id="{B9F6492F-2660-B9F4-741B-EE3CF0CCBA4C}"/>
              </a:ext>
            </a:extLst>
          </p:cNvPr>
          <p:cNvSpPr txBox="1"/>
          <p:nvPr/>
        </p:nvSpPr>
        <p:spPr>
          <a:xfrm>
            <a:off x="1782492" y="4517991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ref={</a:t>
            </a:r>
            <a:endParaRPr lang="en-US" sz="2000" dirty="0"/>
          </a:p>
        </p:txBody>
      </p:sp>
      <p:sp>
        <p:nvSpPr>
          <p:cNvPr id="39" name="inputRef">
            <a:extLst>
              <a:ext uri="{FF2B5EF4-FFF2-40B4-BE49-F238E27FC236}">
                <a16:creationId xmlns:a16="http://schemas.microsoft.com/office/drawing/2014/main" id="{D006CFB6-6551-9352-E332-F562D37BC3CA}"/>
              </a:ext>
            </a:extLst>
          </p:cNvPr>
          <p:cNvSpPr txBox="1"/>
          <p:nvPr/>
        </p:nvSpPr>
        <p:spPr>
          <a:xfrm>
            <a:off x="2264073" y="4530558"/>
            <a:ext cx="111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8" name="ref-1">
            <a:extLst>
              <a:ext uri="{FF2B5EF4-FFF2-40B4-BE49-F238E27FC236}">
                <a16:creationId xmlns:a16="http://schemas.microsoft.com/office/drawing/2014/main" id="{ED2EFE59-F8F4-A7CA-BF11-378319A3ED1A}"/>
              </a:ext>
            </a:extLst>
          </p:cNvPr>
          <p:cNvSpPr txBox="1"/>
          <p:nvPr/>
        </p:nvSpPr>
        <p:spPr>
          <a:xfrm>
            <a:off x="3209736" y="4502964"/>
            <a:ext cx="157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21" name="input-1">
            <a:extLst>
              <a:ext uri="{FF2B5EF4-FFF2-40B4-BE49-F238E27FC236}">
                <a16:creationId xmlns:a16="http://schemas.microsoft.com/office/drawing/2014/main" id="{3539A411-585D-E97C-77A4-B3B41F5FC3C6}"/>
              </a:ext>
            </a:extLst>
          </p:cNvPr>
          <p:cNvSpPr txBox="1"/>
          <p:nvPr/>
        </p:nvSpPr>
        <p:spPr>
          <a:xfrm>
            <a:off x="3358840" y="4527478"/>
            <a:ext cx="462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  <a:endParaRPr lang="en-US" sz="2000" dirty="0"/>
          </a:p>
        </p:txBody>
      </p:sp>
      <p:sp>
        <p:nvSpPr>
          <p:cNvPr id="13" name="div-1">
            <a:extLst>
              <a:ext uri="{FF2B5EF4-FFF2-40B4-BE49-F238E27FC236}">
                <a16:creationId xmlns:a16="http://schemas.microsoft.com/office/drawing/2014/main" id="{F5DBA8D8-D136-FB67-7218-9EE39D5803BE}"/>
              </a:ext>
            </a:extLst>
          </p:cNvPr>
          <p:cNvSpPr txBox="1"/>
          <p:nvPr/>
        </p:nvSpPr>
        <p:spPr>
          <a:xfrm>
            <a:off x="581960" y="4880942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0" name="return-1">
            <a:extLst>
              <a:ext uri="{FF2B5EF4-FFF2-40B4-BE49-F238E27FC236}">
                <a16:creationId xmlns:a16="http://schemas.microsoft.com/office/drawing/2014/main" id="{8F0657B4-FD44-87BF-52C0-7AC40489CB0E}"/>
              </a:ext>
            </a:extLst>
          </p:cNvPr>
          <p:cNvSpPr txBox="1"/>
          <p:nvPr/>
        </p:nvSpPr>
        <p:spPr>
          <a:xfrm>
            <a:off x="547003" y="525057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app-1">
            <a:extLst>
              <a:ext uri="{FF2B5EF4-FFF2-40B4-BE49-F238E27FC236}">
                <a16:creationId xmlns:a16="http://schemas.microsoft.com/office/drawing/2014/main" id="{66F666DF-E1D4-2486-CD28-0BEC356DD813}"/>
              </a:ext>
            </a:extLst>
          </p:cNvPr>
          <p:cNvSpPr txBox="1"/>
          <p:nvPr/>
        </p:nvSpPr>
        <p:spPr>
          <a:xfrm>
            <a:off x="316582" y="5574587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0700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33A5B-7CB9-5F1A-8023-D813B425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477128F4-6C17-1DDE-93D5-DDC3E4C4BB53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36D6D3B-B366-C740-7423-E01988B38472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20B12BA-6CA3-A4E8-BC86-A9FABBD60738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10497C7-07E7-3B8C-1773-5A6D98D5E99F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AD7B7AA-EED9-A9BD-51CA-59717F60C047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F8D0855-0C55-B528-4467-07FC517AD207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010B37A-2D5D-83D7-A4F1-3083A9A1D0F8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A33AAED-12D0-AC46-3CDF-B59DA998A3AB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F30E62-7A4D-C70C-AD97-8225293EBAB1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F018308-4ED9-9D79-C14B-71FC70D98E9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069F9275-FC89-D9EA-9FBB-C2C9EE4CD32A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FDB93661-818B-82E2-3E1D-E2263CC1316A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88B4AAD-98A2-F054-9B17-6744317F523F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9B2F52FE-9129-CEDF-37A9-056D504437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3981AB2-6D1D-B93B-56C8-8C16B6CB8002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15295BD-6036-065B-4EF9-2ACE102C9C6A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A161011-F163-9AFC-CF8A-5DE95FCB24EA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D262CBC-3C86-FE57-5316-71ECC3702249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4BF5CF9-E7B2-0BB6-A559-6C0E601B0A8F}"/>
              </a:ext>
            </a:extLst>
          </p:cNvPr>
          <p:cNvSpPr/>
          <p:nvPr/>
        </p:nvSpPr>
        <p:spPr>
          <a:xfrm>
            <a:off x="304243" y="1046833"/>
            <a:ext cx="3285655" cy="63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DAFEB-A93F-9DAB-8B67-A378B7CEE03C}"/>
              </a:ext>
            </a:extLst>
          </p:cNvPr>
          <p:cNvSpPr/>
          <p:nvPr/>
        </p:nvSpPr>
        <p:spPr>
          <a:xfrm>
            <a:off x="304243" y="1840309"/>
            <a:ext cx="8495628" cy="475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mport">
            <a:extLst>
              <a:ext uri="{FF2B5EF4-FFF2-40B4-BE49-F238E27FC236}">
                <a16:creationId xmlns:a16="http://schemas.microsoft.com/office/drawing/2014/main" id="{0BE4E8FB-D515-A8F7-D202-96872815F7FC}"/>
              </a:ext>
            </a:extLst>
          </p:cNvPr>
          <p:cNvSpPr txBox="1"/>
          <p:nvPr/>
        </p:nvSpPr>
        <p:spPr>
          <a:xfrm>
            <a:off x="302127" y="1949066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7" name="app">
            <a:extLst>
              <a:ext uri="{FF2B5EF4-FFF2-40B4-BE49-F238E27FC236}">
                <a16:creationId xmlns:a16="http://schemas.microsoft.com/office/drawing/2014/main" id="{1F533D3C-5F6B-EBEA-519A-06223421F8FF}"/>
              </a:ext>
            </a:extLst>
          </p:cNvPr>
          <p:cNvSpPr txBox="1"/>
          <p:nvPr/>
        </p:nvSpPr>
        <p:spPr>
          <a:xfrm>
            <a:off x="316582" y="2349176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 App = ()  =&gt; {</a:t>
            </a:r>
          </a:p>
        </p:txBody>
      </p:sp>
      <p:sp>
        <p:nvSpPr>
          <p:cNvPr id="23" name="useRef">
            <a:extLst>
              <a:ext uri="{FF2B5EF4-FFF2-40B4-BE49-F238E27FC236}">
                <a16:creationId xmlns:a16="http://schemas.microsoft.com/office/drawing/2014/main" id="{6D8B280F-9381-D049-D8FB-DF57FA5959FD}"/>
              </a:ext>
            </a:extLst>
          </p:cNvPr>
          <p:cNvSpPr txBox="1"/>
          <p:nvPr/>
        </p:nvSpPr>
        <p:spPr>
          <a:xfrm>
            <a:off x="521983" y="2654478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r>
              <a:rPr lang="en-US" sz="2000" dirty="0"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24" name="useRef-1">
            <a:extLst>
              <a:ext uri="{FF2B5EF4-FFF2-40B4-BE49-F238E27FC236}">
                <a16:creationId xmlns:a16="http://schemas.microsoft.com/office/drawing/2014/main" id="{C2C34949-73A2-03FB-ED36-8941EFBEE9C3}"/>
              </a:ext>
            </a:extLst>
          </p:cNvPr>
          <p:cNvSpPr txBox="1"/>
          <p:nvPr/>
        </p:nvSpPr>
        <p:spPr>
          <a:xfrm>
            <a:off x="2248736" y="2661575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(null)</a:t>
            </a:r>
          </a:p>
        </p:txBody>
      </p:sp>
      <p:sp>
        <p:nvSpPr>
          <p:cNvPr id="11" name="return">
            <a:extLst>
              <a:ext uri="{FF2B5EF4-FFF2-40B4-BE49-F238E27FC236}">
                <a16:creationId xmlns:a16="http://schemas.microsoft.com/office/drawing/2014/main" id="{B268EDCB-CD97-8725-4DAF-03170D35061A}"/>
              </a:ext>
            </a:extLst>
          </p:cNvPr>
          <p:cNvSpPr txBox="1"/>
          <p:nvPr/>
        </p:nvSpPr>
        <p:spPr>
          <a:xfrm>
            <a:off x="552522" y="2973974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2" name="div'">
            <a:extLst>
              <a:ext uri="{FF2B5EF4-FFF2-40B4-BE49-F238E27FC236}">
                <a16:creationId xmlns:a16="http://schemas.microsoft.com/office/drawing/2014/main" id="{B861B9B6-03C9-6E9F-1AE2-AB15DD7F4F79}"/>
              </a:ext>
            </a:extLst>
          </p:cNvPr>
          <p:cNvSpPr txBox="1"/>
          <p:nvPr/>
        </p:nvSpPr>
        <p:spPr>
          <a:xfrm>
            <a:off x="690309" y="329013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3032FCA2-D24E-3B6C-D6F4-4F855E326E80}"/>
              </a:ext>
            </a:extLst>
          </p:cNvPr>
          <p:cNvSpPr txBox="1"/>
          <p:nvPr/>
        </p:nvSpPr>
        <p:spPr>
          <a:xfrm>
            <a:off x="1001451" y="3626635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25" name="onClick">
            <a:extLst>
              <a:ext uri="{FF2B5EF4-FFF2-40B4-BE49-F238E27FC236}">
                <a16:creationId xmlns:a16="http://schemas.microsoft.com/office/drawing/2014/main" id="{4E3959AA-DFC3-AE67-4BC0-AC146E914E95}"/>
              </a:ext>
            </a:extLst>
          </p:cNvPr>
          <p:cNvSpPr txBox="1"/>
          <p:nvPr/>
        </p:nvSpPr>
        <p:spPr>
          <a:xfrm>
            <a:off x="1866535" y="3638056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onClick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29" name="arrow-function" hidden="1">
            <a:extLst>
              <a:ext uri="{FF2B5EF4-FFF2-40B4-BE49-F238E27FC236}">
                <a16:creationId xmlns:a16="http://schemas.microsoft.com/office/drawing/2014/main" id="{329856A8-ACAA-584B-1DA8-4D7F0C5E42A0}"/>
              </a:ext>
            </a:extLst>
          </p:cNvPr>
          <p:cNvSpPr txBox="1"/>
          <p:nvPr/>
        </p:nvSpPr>
        <p:spPr>
          <a:xfrm>
            <a:off x="2971488" y="3693342"/>
            <a:ext cx="579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()=&gt;</a:t>
            </a:r>
            <a:endParaRPr lang="en-US" sz="2000" dirty="0"/>
          </a:p>
        </p:txBody>
      </p:sp>
      <p:sp>
        <p:nvSpPr>
          <p:cNvPr id="30" name="arrow-function-1" hidden="1">
            <a:extLst>
              <a:ext uri="{FF2B5EF4-FFF2-40B4-BE49-F238E27FC236}">
                <a16:creationId xmlns:a16="http://schemas.microsoft.com/office/drawing/2014/main" id="{921EA62A-A6D5-29CD-46C6-95D86CB4B2E2}"/>
              </a:ext>
            </a:extLst>
          </p:cNvPr>
          <p:cNvSpPr txBox="1"/>
          <p:nvPr/>
        </p:nvSpPr>
        <p:spPr>
          <a:xfrm>
            <a:off x="3406374" y="3667887"/>
            <a:ext cx="1195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2" name="arrow-function-2" hidden="1">
            <a:extLst>
              <a:ext uri="{FF2B5EF4-FFF2-40B4-BE49-F238E27FC236}">
                <a16:creationId xmlns:a16="http://schemas.microsoft.com/office/drawing/2014/main" id="{D060CCEB-0A44-96EB-7D74-B34C1FB6E87B}"/>
              </a:ext>
            </a:extLst>
          </p:cNvPr>
          <p:cNvSpPr txBox="1"/>
          <p:nvPr/>
        </p:nvSpPr>
        <p:spPr>
          <a:xfrm>
            <a:off x="4319730" y="3687935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</a:t>
            </a:r>
            <a:r>
              <a:rPr lang="en-US" sz="2000" dirty="0" err="1">
                <a:latin typeface="Berlin Sans FB" panose="020E0602020502020306" pitchFamily="34" charset="0"/>
              </a:rPr>
              <a:t>current.focus</a:t>
            </a:r>
            <a:r>
              <a:rPr lang="en-US" sz="2000" dirty="0">
                <a:latin typeface="Berlin Sans FB" panose="020E0602020502020306" pitchFamily="34" charset="0"/>
              </a:rPr>
              <a:t>()</a:t>
            </a:r>
            <a:endParaRPr lang="en-US" sz="2000" dirty="0"/>
          </a:p>
        </p:txBody>
      </p:sp>
      <p:sp>
        <p:nvSpPr>
          <p:cNvPr id="27" name="onClick-1">
            <a:extLst>
              <a:ext uri="{FF2B5EF4-FFF2-40B4-BE49-F238E27FC236}">
                <a16:creationId xmlns:a16="http://schemas.microsoft.com/office/drawing/2014/main" id="{91AEA6D5-F1E1-E966-DB31-DBB6AB5B38B9}"/>
              </a:ext>
            </a:extLst>
          </p:cNvPr>
          <p:cNvSpPr txBox="1"/>
          <p:nvPr/>
        </p:nvSpPr>
        <p:spPr>
          <a:xfrm>
            <a:off x="2829404" y="3653445"/>
            <a:ext cx="32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6" name="button-1">
            <a:extLst>
              <a:ext uri="{FF2B5EF4-FFF2-40B4-BE49-F238E27FC236}">
                <a16:creationId xmlns:a16="http://schemas.microsoft.com/office/drawing/2014/main" id="{8F086864-B3F4-432C-DDC1-0B97C1667738}"/>
              </a:ext>
            </a:extLst>
          </p:cNvPr>
          <p:cNvSpPr txBox="1"/>
          <p:nvPr/>
        </p:nvSpPr>
        <p:spPr>
          <a:xfrm>
            <a:off x="2977442" y="3665650"/>
            <a:ext cx="232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8" name="button-2">
            <a:extLst>
              <a:ext uri="{FF2B5EF4-FFF2-40B4-BE49-F238E27FC236}">
                <a16:creationId xmlns:a16="http://schemas.microsoft.com/office/drawing/2014/main" id="{D4216AEB-4BD7-2800-37F9-FD515B2EFD15}"/>
              </a:ext>
            </a:extLst>
          </p:cNvPr>
          <p:cNvSpPr txBox="1"/>
          <p:nvPr/>
        </p:nvSpPr>
        <p:spPr>
          <a:xfrm>
            <a:off x="1257031" y="3931534"/>
            <a:ext cx="1298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Click Me !</a:t>
            </a:r>
            <a:endParaRPr lang="en-US" sz="2000" dirty="0"/>
          </a:p>
        </p:txBody>
      </p:sp>
      <p:sp>
        <p:nvSpPr>
          <p:cNvPr id="17" name="button-3">
            <a:extLst>
              <a:ext uri="{FF2B5EF4-FFF2-40B4-BE49-F238E27FC236}">
                <a16:creationId xmlns:a16="http://schemas.microsoft.com/office/drawing/2014/main" id="{DF3E853D-1D08-6BA7-1ECC-3B94F01C2F34}"/>
              </a:ext>
            </a:extLst>
          </p:cNvPr>
          <p:cNvSpPr txBox="1"/>
          <p:nvPr/>
        </p:nvSpPr>
        <p:spPr>
          <a:xfrm>
            <a:off x="1001451" y="4239197"/>
            <a:ext cx="116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&lt;/button&gt;</a:t>
            </a:r>
            <a:endParaRPr lang="en-US" sz="2000" dirty="0"/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5C58526D-3B33-CF9E-F455-0644F24E2F48}"/>
              </a:ext>
            </a:extLst>
          </p:cNvPr>
          <p:cNvSpPr txBox="1"/>
          <p:nvPr/>
        </p:nvSpPr>
        <p:spPr>
          <a:xfrm>
            <a:off x="1012873" y="4527478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&lt;input</a:t>
            </a:r>
            <a:endParaRPr lang="en-US" sz="2000" dirty="0"/>
          </a:p>
        </p:txBody>
      </p:sp>
      <p:sp>
        <p:nvSpPr>
          <p:cNvPr id="33" name="ref">
            <a:extLst>
              <a:ext uri="{FF2B5EF4-FFF2-40B4-BE49-F238E27FC236}">
                <a16:creationId xmlns:a16="http://schemas.microsoft.com/office/drawing/2014/main" id="{8F87EA8C-4A11-6EF2-44AE-026ED21B7FDD}"/>
              </a:ext>
            </a:extLst>
          </p:cNvPr>
          <p:cNvSpPr txBox="1"/>
          <p:nvPr/>
        </p:nvSpPr>
        <p:spPr>
          <a:xfrm>
            <a:off x="1782492" y="4517991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ref={</a:t>
            </a:r>
            <a:endParaRPr lang="en-US" sz="2000" dirty="0"/>
          </a:p>
        </p:txBody>
      </p:sp>
      <p:sp>
        <p:nvSpPr>
          <p:cNvPr id="39" name="inputRef">
            <a:extLst>
              <a:ext uri="{FF2B5EF4-FFF2-40B4-BE49-F238E27FC236}">
                <a16:creationId xmlns:a16="http://schemas.microsoft.com/office/drawing/2014/main" id="{CBD8CA54-A860-E44C-C3E7-BDA65F069786}"/>
              </a:ext>
            </a:extLst>
          </p:cNvPr>
          <p:cNvSpPr txBox="1"/>
          <p:nvPr/>
        </p:nvSpPr>
        <p:spPr>
          <a:xfrm>
            <a:off x="2264073" y="4530558"/>
            <a:ext cx="111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8" name="ref-1">
            <a:extLst>
              <a:ext uri="{FF2B5EF4-FFF2-40B4-BE49-F238E27FC236}">
                <a16:creationId xmlns:a16="http://schemas.microsoft.com/office/drawing/2014/main" id="{02552BE9-9193-7A6F-382B-96BFBF38D02C}"/>
              </a:ext>
            </a:extLst>
          </p:cNvPr>
          <p:cNvSpPr txBox="1"/>
          <p:nvPr/>
        </p:nvSpPr>
        <p:spPr>
          <a:xfrm>
            <a:off x="3209736" y="4502964"/>
            <a:ext cx="157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21" name="input-1">
            <a:extLst>
              <a:ext uri="{FF2B5EF4-FFF2-40B4-BE49-F238E27FC236}">
                <a16:creationId xmlns:a16="http://schemas.microsoft.com/office/drawing/2014/main" id="{7A9E0361-B05A-BA60-4001-1F7D6BA32536}"/>
              </a:ext>
            </a:extLst>
          </p:cNvPr>
          <p:cNvSpPr txBox="1"/>
          <p:nvPr/>
        </p:nvSpPr>
        <p:spPr>
          <a:xfrm>
            <a:off x="3358840" y="4527478"/>
            <a:ext cx="462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  <a:endParaRPr lang="en-US" sz="2000" dirty="0"/>
          </a:p>
        </p:txBody>
      </p:sp>
      <p:sp>
        <p:nvSpPr>
          <p:cNvPr id="13" name="div-1">
            <a:extLst>
              <a:ext uri="{FF2B5EF4-FFF2-40B4-BE49-F238E27FC236}">
                <a16:creationId xmlns:a16="http://schemas.microsoft.com/office/drawing/2014/main" id="{6A1907DC-7B86-47DB-9348-E1450ABBB94A}"/>
              </a:ext>
            </a:extLst>
          </p:cNvPr>
          <p:cNvSpPr txBox="1"/>
          <p:nvPr/>
        </p:nvSpPr>
        <p:spPr>
          <a:xfrm>
            <a:off x="581960" y="4880942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0" name="return-1">
            <a:extLst>
              <a:ext uri="{FF2B5EF4-FFF2-40B4-BE49-F238E27FC236}">
                <a16:creationId xmlns:a16="http://schemas.microsoft.com/office/drawing/2014/main" id="{8387E582-0BB9-79A3-FA4B-7DCC830E8350}"/>
              </a:ext>
            </a:extLst>
          </p:cNvPr>
          <p:cNvSpPr txBox="1"/>
          <p:nvPr/>
        </p:nvSpPr>
        <p:spPr>
          <a:xfrm>
            <a:off x="547003" y="525057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app-1">
            <a:extLst>
              <a:ext uri="{FF2B5EF4-FFF2-40B4-BE49-F238E27FC236}">
                <a16:creationId xmlns:a16="http://schemas.microsoft.com/office/drawing/2014/main" id="{A6AD4A75-37D5-B56B-8CD1-8112DEDFDE8C}"/>
              </a:ext>
            </a:extLst>
          </p:cNvPr>
          <p:cNvSpPr txBox="1"/>
          <p:nvPr/>
        </p:nvSpPr>
        <p:spPr>
          <a:xfrm>
            <a:off x="316582" y="5574587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8715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34ACF-2906-E4B9-805A-192A0C958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61169F96-7B15-3BFC-C10B-FC2D3E76DD00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86DF676-2586-1B8A-9743-E8950DC45123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53F2ADC-1018-D6BE-07FE-EC1C7ED9BF72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85B6269-2CFA-982A-BFFA-E601D5E2A802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6738945-3257-647B-D2F1-08AE6EA1222D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758BEC11-0958-03A1-911C-CA14917997A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BFD5617-E1B0-2660-9146-4F028C3605E3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BA907BD-EA4D-B838-7FFC-6D6EBA45C1ED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40A4F9-3401-59C1-4E68-836E7DE9A880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EAEA4E0A-C50A-D0D3-422B-A0B102F4C67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805EAF32-B011-BF7A-893F-7C4D10A7DBF5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FFE7F90E-016F-98C6-386B-64DFE637F540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F33D5DC-8A6A-146D-9A9B-CE37F1242D43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2DE42C16-3B61-0197-DEE1-BA5EC86528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C6797E0E-EB64-C154-D13E-22C5E19B97BA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52EE393-920A-9C9D-A8F4-FF237C509ED5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7B2C480A-6399-F4E9-E8D0-84B51B3D8DF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41DCCEB-E6B7-480F-BBF9-FA76193DECF5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48C60F5-6C57-00C2-CC61-58233C77899F}"/>
              </a:ext>
            </a:extLst>
          </p:cNvPr>
          <p:cNvSpPr/>
          <p:nvPr/>
        </p:nvSpPr>
        <p:spPr>
          <a:xfrm>
            <a:off x="304243" y="1046833"/>
            <a:ext cx="3285655" cy="63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13615C-C5B9-B43E-159D-54239ECE2533}"/>
              </a:ext>
            </a:extLst>
          </p:cNvPr>
          <p:cNvSpPr/>
          <p:nvPr/>
        </p:nvSpPr>
        <p:spPr>
          <a:xfrm>
            <a:off x="304243" y="1840309"/>
            <a:ext cx="8495628" cy="475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mport">
            <a:extLst>
              <a:ext uri="{FF2B5EF4-FFF2-40B4-BE49-F238E27FC236}">
                <a16:creationId xmlns:a16="http://schemas.microsoft.com/office/drawing/2014/main" id="{8BB10AF1-5277-CAC0-DA73-9F8BE5E784F4}"/>
              </a:ext>
            </a:extLst>
          </p:cNvPr>
          <p:cNvSpPr txBox="1"/>
          <p:nvPr/>
        </p:nvSpPr>
        <p:spPr>
          <a:xfrm>
            <a:off x="302127" y="1949066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7" name="app">
            <a:extLst>
              <a:ext uri="{FF2B5EF4-FFF2-40B4-BE49-F238E27FC236}">
                <a16:creationId xmlns:a16="http://schemas.microsoft.com/office/drawing/2014/main" id="{1B54B57C-AD1A-17A1-4B58-BB06F9728980}"/>
              </a:ext>
            </a:extLst>
          </p:cNvPr>
          <p:cNvSpPr txBox="1"/>
          <p:nvPr/>
        </p:nvSpPr>
        <p:spPr>
          <a:xfrm>
            <a:off x="316582" y="2349176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 App = ()  =&gt; {</a:t>
            </a:r>
          </a:p>
        </p:txBody>
      </p:sp>
      <p:sp>
        <p:nvSpPr>
          <p:cNvPr id="23" name="useRef">
            <a:extLst>
              <a:ext uri="{FF2B5EF4-FFF2-40B4-BE49-F238E27FC236}">
                <a16:creationId xmlns:a16="http://schemas.microsoft.com/office/drawing/2014/main" id="{D39F1204-51C0-FB5D-537F-041BF2EF4B55}"/>
              </a:ext>
            </a:extLst>
          </p:cNvPr>
          <p:cNvSpPr txBox="1"/>
          <p:nvPr/>
        </p:nvSpPr>
        <p:spPr>
          <a:xfrm>
            <a:off x="521983" y="2654478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r>
              <a:rPr lang="en-US" sz="2000" dirty="0"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24" name="useRef-1">
            <a:extLst>
              <a:ext uri="{FF2B5EF4-FFF2-40B4-BE49-F238E27FC236}">
                <a16:creationId xmlns:a16="http://schemas.microsoft.com/office/drawing/2014/main" id="{AA8E135D-3DDA-6BB9-483F-787901A1F4E1}"/>
              </a:ext>
            </a:extLst>
          </p:cNvPr>
          <p:cNvSpPr txBox="1"/>
          <p:nvPr/>
        </p:nvSpPr>
        <p:spPr>
          <a:xfrm>
            <a:off x="2248736" y="2661575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(null)</a:t>
            </a:r>
          </a:p>
        </p:txBody>
      </p:sp>
      <p:sp>
        <p:nvSpPr>
          <p:cNvPr id="11" name="return">
            <a:extLst>
              <a:ext uri="{FF2B5EF4-FFF2-40B4-BE49-F238E27FC236}">
                <a16:creationId xmlns:a16="http://schemas.microsoft.com/office/drawing/2014/main" id="{CBAAFE33-3F1E-30F3-F66F-C14D5ACEB602}"/>
              </a:ext>
            </a:extLst>
          </p:cNvPr>
          <p:cNvSpPr txBox="1"/>
          <p:nvPr/>
        </p:nvSpPr>
        <p:spPr>
          <a:xfrm>
            <a:off x="552522" y="2973974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2" name="div'">
            <a:extLst>
              <a:ext uri="{FF2B5EF4-FFF2-40B4-BE49-F238E27FC236}">
                <a16:creationId xmlns:a16="http://schemas.microsoft.com/office/drawing/2014/main" id="{8C5B4B9A-00AD-83A5-42CF-E6903EC45362}"/>
              </a:ext>
            </a:extLst>
          </p:cNvPr>
          <p:cNvSpPr txBox="1"/>
          <p:nvPr/>
        </p:nvSpPr>
        <p:spPr>
          <a:xfrm>
            <a:off x="690309" y="329013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7B045902-9A7B-E38D-FA56-FEA25B07238F}"/>
              </a:ext>
            </a:extLst>
          </p:cNvPr>
          <p:cNvSpPr txBox="1"/>
          <p:nvPr/>
        </p:nvSpPr>
        <p:spPr>
          <a:xfrm>
            <a:off x="1001451" y="3626635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25" name="onClick">
            <a:extLst>
              <a:ext uri="{FF2B5EF4-FFF2-40B4-BE49-F238E27FC236}">
                <a16:creationId xmlns:a16="http://schemas.microsoft.com/office/drawing/2014/main" id="{16CC2C76-335E-E24D-1492-92A117544F0E}"/>
              </a:ext>
            </a:extLst>
          </p:cNvPr>
          <p:cNvSpPr txBox="1"/>
          <p:nvPr/>
        </p:nvSpPr>
        <p:spPr>
          <a:xfrm>
            <a:off x="1866535" y="3638056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onClick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29" name="arrow-function">
            <a:extLst>
              <a:ext uri="{FF2B5EF4-FFF2-40B4-BE49-F238E27FC236}">
                <a16:creationId xmlns:a16="http://schemas.microsoft.com/office/drawing/2014/main" id="{746A2B73-B5D8-CDB8-048A-546C7BB52AF3}"/>
              </a:ext>
            </a:extLst>
          </p:cNvPr>
          <p:cNvSpPr txBox="1"/>
          <p:nvPr/>
        </p:nvSpPr>
        <p:spPr>
          <a:xfrm>
            <a:off x="2843169" y="3655363"/>
            <a:ext cx="579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()=&gt;</a:t>
            </a:r>
            <a:endParaRPr lang="en-US" sz="2000" dirty="0"/>
          </a:p>
        </p:txBody>
      </p:sp>
      <p:sp>
        <p:nvSpPr>
          <p:cNvPr id="30" name="arrow-function-1" hidden="1">
            <a:extLst>
              <a:ext uri="{FF2B5EF4-FFF2-40B4-BE49-F238E27FC236}">
                <a16:creationId xmlns:a16="http://schemas.microsoft.com/office/drawing/2014/main" id="{8DB07851-43AF-247D-BF5D-939E24167CDD}"/>
              </a:ext>
            </a:extLst>
          </p:cNvPr>
          <p:cNvSpPr txBox="1"/>
          <p:nvPr/>
        </p:nvSpPr>
        <p:spPr>
          <a:xfrm>
            <a:off x="3406374" y="3667887"/>
            <a:ext cx="1195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2" name="arrow-function-2" hidden="1">
            <a:extLst>
              <a:ext uri="{FF2B5EF4-FFF2-40B4-BE49-F238E27FC236}">
                <a16:creationId xmlns:a16="http://schemas.microsoft.com/office/drawing/2014/main" id="{44C057CA-27B0-6129-161F-2F4966FCA816}"/>
              </a:ext>
            </a:extLst>
          </p:cNvPr>
          <p:cNvSpPr txBox="1"/>
          <p:nvPr/>
        </p:nvSpPr>
        <p:spPr>
          <a:xfrm>
            <a:off x="4319730" y="3687935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</a:t>
            </a:r>
            <a:r>
              <a:rPr lang="en-US" sz="2000" dirty="0" err="1">
                <a:latin typeface="Berlin Sans FB" panose="020E0602020502020306" pitchFamily="34" charset="0"/>
              </a:rPr>
              <a:t>current.focus</a:t>
            </a:r>
            <a:r>
              <a:rPr lang="en-US" sz="2000" dirty="0">
                <a:latin typeface="Berlin Sans FB" panose="020E0602020502020306" pitchFamily="34" charset="0"/>
              </a:rPr>
              <a:t>()</a:t>
            </a:r>
            <a:endParaRPr lang="en-US" sz="2000" dirty="0"/>
          </a:p>
        </p:txBody>
      </p:sp>
      <p:sp>
        <p:nvSpPr>
          <p:cNvPr id="27" name="onClick-1">
            <a:extLst>
              <a:ext uri="{FF2B5EF4-FFF2-40B4-BE49-F238E27FC236}">
                <a16:creationId xmlns:a16="http://schemas.microsoft.com/office/drawing/2014/main" id="{778D56FB-F0C1-DAB7-B471-08E9390B61BA}"/>
              </a:ext>
            </a:extLst>
          </p:cNvPr>
          <p:cNvSpPr txBox="1"/>
          <p:nvPr/>
        </p:nvSpPr>
        <p:spPr>
          <a:xfrm>
            <a:off x="3296630" y="3650195"/>
            <a:ext cx="32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6" name="button-1">
            <a:extLst>
              <a:ext uri="{FF2B5EF4-FFF2-40B4-BE49-F238E27FC236}">
                <a16:creationId xmlns:a16="http://schemas.microsoft.com/office/drawing/2014/main" id="{C8E84D71-5734-2095-80C0-B452DA5D4188}"/>
              </a:ext>
            </a:extLst>
          </p:cNvPr>
          <p:cNvSpPr txBox="1"/>
          <p:nvPr/>
        </p:nvSpPr>
        <p:spPr>
          <a:xfrm>
            <a:off x="3444668" y="3662400"/>
            <a:ext cx="232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8" name="button-2">
            <a:extLst>
              <a:ext uri="{FF2B5EF4-FFF2-40B4-BE49-F238E27FC236}">
                <a16:creationId xmlns:a16="http://schemas.microsoft.com/office/drawing/2014/main" id="{504CCB6E-11B9-CECC-3EF4-443884E0D13D}"/>
              </a:ext>
            </a:extLst>
          </p:cNvPr>
          <p:cNvSpPr txBox="1"/>
          <p:nvPr/>
        </p:nvSpPr>
        <p:spPr>
          <a:xfrm>
            <a:off x="1257031" y="3931534"/>
            <a:ext cx="1298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Click Me !</a:t>
            </a:r>
            <a:endParaRPr lang="en-US" sz="2000" dirty="0"/>
          </a:p>
        </p:txBody>
      </p:sp>
      <p:sp>
        <p:nvSpPr>
          <p:cNvPr id="17" name="button-3">
            <a:extLst>
              <a:ext uri="{FF2B5EF4-FFF2-40B4-BE49-F238E27FC236}">
                <a16:creationId xmlns:a16="http://schemas.microsoft.com/office/drawing/2014/main" id="{F74FE311-0E7B-A3BF-B2A6-7F1F2C2506D5}"/>
              </a:ext>
            </a:extLst>
          </p:cNvPr>
          <p:cNvSpPr txBox="1"/>
          <p:nvPr/>
        </p:nvSpPr>
        <p:spPr>
          <a:xfrm>
            <a:off x="1001451" y="4239197"/>
            <a:ext cx="116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&lt;/button&gt;</a:t>
            </a:r>
            <a:endParaRPr lang="en-US" sz="2000" dirty="0"/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A1F5D866-CE23-D7FA-7A2D-3BD72ECA7BD8}"/>
              </a:ext>
            </a:extLst>
          </p:cNvPr>
          <p:cNvSpPr txBox="1"/>
          <p:nvPr/>
        </p:nvSpPr>
        <p:spPr>
          <a:xfrm>
            <a:off x="1012873" y="4527478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&lt;input</a:t>
            </a:r>
            <a:endParaRPr lang="en-US" sz="2000" dirty="0"/>
          </a:p>
        </p:txBody>
      </p:sp>
      <p:sp>
        <p:nvSpPr>
          <p:cNvPr id="33" name="ref">
            <a:extLst>
              <a:ext uri="{FF2B5EF4-FFF2-40B4-BE49-F238E27FC236}">
                <a16:creationId xmlns:a16="http://schemas.microsoft.com/office/drawing/2014/main" id="{742F4A53-41B1-ECCE-8158-47999DA541DC}"/>
              </a:ext>
            </a:extLst>
          </p:cNvPr>
          <p:cNvSpPr txBox="1"/>
          <p:nvPr/>
        </p:nvSpPr>
        <p:spPr>
          <a:xfrm>
            <a:off x="1782492" y="4517991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ref={</a:t>
            </a:r>
            <a:endParaRPr lang="en-US" sz="2000" dirty="0"/>
          </a:p>
        </p:txBody>
      </p:sp>
      <p:sp>
        <p:nvSpPr>
          <p:cNvPr id="39" name="inputRef">
            <a:extLst>
              <a:ext uri="{FF2B5EF4-FFF2-40B4-BE49-F238E27FC236}">
                <a16:creationId xmlns:a16="http://schemas.microsoft.com/office/drawing/2014/main" id="{A3A50F6C-C943-000F-70D7-E517A4CF9082}"/>
              </a:ext>
            </a:extLst>
          </p:cNvPr>
          <p:cNvSpPr txBox="1"/>
          <p:nvPr/>
        </p:nvSpPr>
        <p:spPr>
          <a:xfrm>
            <a:off x="2264073" y="4530558"/>
            <a:ext cx="111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8" name="ref-1">
            <a:extLst>
              <a:ext uri="{FF2B5EF4-FFF2-40B4-BE49-F238E27FC236}">
                <a16:creationId xmlns:a16="http://schemas.microsoft.com/office/drawing/2014/main" id="{17D7E7D6-87BE-A20B-D046-99173B066A5D}"/>
              </a:ext>
            </a:extLst>
          </p:cNvPr>
          <p:cNvSpPr txBox="1"/>
          <p:nvPr/>
        </p:nvSpPr>
        <p:spPr>
          <a:xfrm>
            <a:off x="3209736" y="4502964"/>
            <a:ext cx="157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21" name="input-1">
            <a:extLst>
              <a:ext uri="{FF2B5EF4-FFF2-40B4-BE49-F238E27FC236}">
                <a16:creationId xmlns:a16="http://schemas.microsoft.com/office/drawing/2014/main" id="{E02DA347-1866-5100-EEC4-F495DB332CFA}"/>
              </a:ext>
            </a:extLst>
          </p:cNvPr>
          <p:cNvSpPr txBox="1"/>
          <p:nvPr/>
        </p:nvSpPr>
        <p:spPr>
          <a:xfrm>
            <a:off x="3358840" y="4527478"/>
            <a:ext cx="462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  <a:endParaRPr lang="en-US" sz="2000" dirty="0"/>
          </a:p>
        </p:txBody>
      </p:sp>
      <p:sp>
        <p:nvSpPr>
          <p:cNvPr id="13" name="div-1">
            <a:extLst>
              <a:ext uri="{FF2B5EF4-FFF2-40B4-BE49-F238E27FC236}">
                <a16:creationId xmlns:a16="http://schemas.microsoft.com/office/drawing/2014/main" id="{4E4741F3-A658-9378-BCE9-902318A1612F}"/>
              </a:ext>
            </a:extLst>
          </p:cNvPr>
          <p:cNvSpPr txBox="1"/>
          <p:nvPr/>
        </p:nvSpPr>
        <p:spPr>
          <a:xfrm>
            <a:off x="581960" y="4880942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0" name="return-1">
            <a:extLst>
              <a:ext uri="{FF2B5EF4-FFF2-40B4-BE49-F238E27FC236}">
                <a16:creationId xmlns:a16="http://schemas.microsoft.com/office/drawing/2014/main" id="{C8A99C1D-57BE-4F49-25F4-48866AAF3CFE}"/>
              </a:ext>
            </a:extLst>
          </p:cNvPr>
          <p:cNvSpPr txBox="1"/>
          <p:nvPr/>
        </p:nvSpPr>
        <p:spPr>
          <a:xfrm>
            <a:off x="547003" y="525057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app-1">
            <a:extLst>
              <a:ext uri="{FF2B5EF4-FFF2-40B4-BE49-F238E27FC236}">
                <a16:creationId xmlns:a16="http://schemas.microsoft.com/office/drawing/2014/main" id="{8BEE71E4-2DF6-488F-89DB-C0280D5C03CF}"/>
              </a:ext>
            </a:extLst>
          </p:cNvPr>
          <p:cNvSpPr txBox="1"/>
          <p:nvPr/>
        </p:nvSpPr>
        <p:spPr>
          <a:xfrm>
            <a:off x="316582" y="5574587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98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3FCA2D-E93E-FD64-0D62-974CC4E71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31882C05-65B5-F3FE-F9BD-C37BAE26260D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A0B9781-5865-1919-761D-37D79E8C465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348570B-1FA9-0194-BD57-64BE16064390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EBB5750-73FF-2C29-485E-E5F5E32FA8FE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AF1D6746-1AA4-B61A-9492-F862D63A1275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1A9567B-04BA-3A1D-FB0A-D1DA246C33C2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A917BF2F-2012-05CB-E7F7-8AC0628CF40E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D9E9A73-8590-51AA-123E-B53C8684E71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566520D-FF50-AF6F-11B7-92CEB691F9F6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F5E39E1-3F32-8ABE-0FA7-5128A37FD3A4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C84F59D4-B5A5-40C7-CDA2-4256DFEBC124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273C3B68-E3A2-FFCE-E717-936FE30BB2EB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FA323A1-AB95-A2BB-33B3-B533943FB2E5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F7511D6-F6AB-66B9-B2A9-8E32A52883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7376670A-B9E1-329D-6D49-0AABE660B68C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3A178F94-7F05-B1C1-D000-299186132020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5F9B29FB-F558-3E4C-FC4D-25E81C4C8971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5421ABC-B44A-C23C-F3DE-1F0612F5D33E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7ACA4AC-874D-5E40-D4C2-420C8B0DCD19}"/>
              </a:ext>
            </a:extLst>
          </p:cNvPr>
          <p:cNvSpPr/>
          <p:nvPr/>
        </p:nvSpPr>
        <p:spPr>
          <a:xfrm>
            <a:off x="304243" y="1046833"/>
            <a:ext cx="3285655" cy="63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6017AA-185E-2EFC-6D89-500A5207995D}"/>
              </a:ext>
            </a:extLst>
          </p:cNvPr>
          <p:cNvSpPr/>
          <p:nvPr/>
        </p:nvSpPr>
        <p:spPr>
          <a:xfrm>
            <a:off x="304243" y="1840309"/>
            <a:ext cx="8495628" cy="475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mport">
            <a:extLst>
              <a:ext uri="{FF2B5EF4-FFF2-40B4-BE49-F238E27FC236}">
                <a16:creationId xmlns:a16="http://schemas.microsoft.com/office/drawing/2014/main" id="{5A5656CC-FF08-822D-7E32-90438BEE8152}"/>
              </a:ext>
            </a:extLst>
          </p:cNvPr>
          <p:cNvSpPr txBox="1"/>
          <p:nvPr/>
        </p:nvSpPr>
        <p:spPr>
          <a:xfrm>
            <a:off x="302127" y="1949066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7" name="app">
            <a:extLst>
              <a:ext uri="{FF2B5EF4-FFF2-40B4-BE49-F238E27FC236}">
                <a16:creationId xmlns:a16="http://schemas.microsoft.com/office/drawing/2014/main" id="{DE883A00-C62E-BA29-AFB6-BCB9A8DBFB8C}"/>
              </a:ext>
            </a:extLst>
          </p:cNvPr>
          <p:cNvSpPr txBox="1"/>
          <p:nvPr/>
        </p:nvSpPr>
        <p:spPr>
          <a:xfrm>
            <a:off x="316582" y="2349176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 App = ()  =&gt; {</a:t>
            </a:r>
          </a:p>
        </p:txBody>
      </p:sp>
      <p:sp>
        <p:nvSpPr>
          <p:cNvPr id="23" name="useRef">
            <a:extLst>
              <a:ext uri="{FF2B5EF4-FFF2-40B4-BE49-F238E27FC236}">
                <a16:creationId xmlns:a16="http://schemas.microsoft.com/office/drawing/2014/main" id="{F802AF58-3F02-5D25-F0F5-EA983AE9C38A}"/>
              </a:ext>
            </a:extLst>
          </p:cNvPr>
          <p:cNvSpPr txBox="1"/>
          <p:nvPr/>
        </p:nvSpPr>
        <p:spPr>
          <a:xfrm>
            <a:off x="521983" y="2654478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r>
              <a:rPr lang="en-US" sz="2000" dirty="0"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24" name="useRef-1">
            <a:extLst>
              <a:ext uri="{FF2B5EF4-FFF2-40B4-BE49-F238E27FC236}">
                <a16:creationId xmlns:a16="http://schemas.microsoft.com/office/drawing/2014/main" id="{5672B9B8-8D86-6D98-C63A-8876F2D91462}"/>
              </a:ext>
            </a:extLst>
          </p:cNvPr>
          <p:cNvSpPr txBox="1"/>
          <p:nvPr/>
        </p:nvSpPr>
        <p:spPr>
          <a:xfrm>
            <a:off x="2248736" y="2661575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(null)</a:t>
            </a:r>
          </a:p>
        </p:txBody>
      </p:sp>
      <p:sp>
        <p:nvSpPr>
          <p:cNvPr id="11" name="return">
            <a:extLst>
              <a:ext uri="{FF2B5EF4-FFF2-40B4-BE49-F238E27FC236}">
                <a16:creationId xmlns:a16="http://schemas.microsoft.com/office/drawing/2014/main" id="{2BEDC556-7B63-0F2A-BE8D-D26DB047C6A6}"/>
              </a:ext>
            </a:extLst>
          </p:cNvPr>
          <p:cNvSpPr txBox="1"/>
          <p:nvPr/>
        </p:nvSpPr>
        <p:spPr>
          <a:xfrm>
            <a:off x="552522" y="2973974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2" name="div'">
            <a:extLst>
              <a:ext uri="{FF2B5EF4-FFF2-40B4-BE49-F238E27FC236}">
                <a16:creationId xmlns:a16="http://schemas.microsoft.com/office/drawing/2014/main" id="{9C69A00E-470B-EEBE-972A-66D300B8EDE3}"/>
              </a:ext>
            </a:extLst>
          </p:cNvPr>
          <p:cNvSpPr txBox="1"/>
          <p:nvPr/>
        </p:nvSpPr>
        <p:spPr>
          <a:xfrm>
            <a:off x="690309" y="329013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38C06F5D-5603-5154-C794-D6463C108086}"/>
              </a:ext>
            </a:extLst>
          </p:cNvPr>
          <p:cNvSpPr txBox="1"/>
          <p:nvPr/>
        </p:nvSpPr>
        <p:spPr>
          <a:xfrm>
            <a:off x="1001451" y="3626635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25" name="onClick">
            <a:extLst>
              <a:ext uri="{FF2B5EF4-FFF2-40B4-BE49-F238E27FC236}">
                <a16:creationId xmlns:a16="http://schemas.microsoft.com/office/drawing/2014/main" id="{4FCBC09C-6B9F-74E7-4D36-C6A0E53CE053}"/>
              </a:ext>
            </a:extLst>
          </p:cNvPr>
          <p:cNvSpPr txBox="1"/>
          <p:nvPr/>
        </p:nvSpPr>
        <p:spPr>
          <a:xfrm>
            <a:off x="1866535" y="3638056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onClick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29" name="arrow-function">
            <a:extLst>
              <a:ext uri="{FF2B5EF4-FFF2-40B4-BE49-F238E27FC236}">
                <a16:creationId xmlns:a16="http://schemas.microsoft.com/office/drawing/2014/main" id="{0DE1AB97-F77B-6B76-E3B3-94DFB1E64748}"/>
              </a:ext>
            </a:extLst>
          </p:cNvPr>
          <p:cNvSpPr txBox="1"/>
          <p:nvPr/>
        </p:nvSpPr>
        <p:spPr>
          <a:xfrm>
            <a:off x="2843169" y="3655363"/>
            <a:ext cx="579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()=&gt;</a:t>
            </a:r>
            <a:endParaRPr lang="en-US" sz="2000" dirty="0"/>
          </a:p>
        </p:txBody>
      </p:sp>
      <p:sp>
        <p:nvSpPr>
          <p:cNvPr id="30" name="arrow-function-1">
            <a:extLst>
              <a:ext uri="{FF2B5EF4-FFF2-40B4-BE49-F238E27FC236}">
                <a16:creationId xmlns:a16="http://schemas.microsoft.com/office/drawing/2014/main" id="{51B527DC-0AF0-9C96-BFC3-5469E82F633E}"/>
              </a:ext>
            </a:extLst>
          </p:cNvPr>
          <p:cNvSpPr txBox="1"/>
          <p:nvPr/>
        </p:nvSpPr>
        <p:spPr>
          <a:xfrm>
            <a:off x="3277508" y="3649477"/>
            <a:ext cx="1195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2" name="arrow-function-2" hidden="1">
            <a:extLst>
              <a:ext uri="{FF2B5EF4-FFF2-40B4-BE49-F238E27FC236}">
                <a16:creationId xmlns:a16="http://schemas.microsoft.com/office/drawing/2014/main" id="{51E07315-05F2-1034-F62B-F7D0A04A73F3}"/>
              </a:ext>
            </a:extLst>
          </p:cNvPr>
          <p:cNvSpPr txBox="1"/>
          <p:nvPr/>
        </p:nvSpPr>
        <p:spPr>
          <a:xfrm>
            <a:off x="4319730" y="3687935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</a:t>
            </a:r>
            <a:r>
              <a:rPr lang="en-US" sz="2000" dirty="0" err="1">
                <a:latin typeface="Berlin Sans FB" panose="020E0602020502020306" pitchFamily="34" charset="0"/>
              </a:rPr>
              <a:t>current.focus</a:t>
            </a:r>
            <a:r>
              <a:rPr lang="en-US" sz="2000" dirty="0">
                <a:latin typeface="Berlin Sans FB" panose="020E0602020502020306" pitchFamily="34" charset="0"/>
              </a:rPr>
              <a:t>()</a:t>
            </a:r>
            <a:endParaRPr lang="en-US" sz="2000" dirty="0"/>
          </a:p>
        </p:txBody>
      </p:sp>
      <p:sp>
        <p:nvSpPr>
          <p:cNvPr id="27" name="onClick-1">
            <a:extLst>
              <a:ext uri="{FF2B5EF4-FFF2-40B4-BE49-F238E27FC236}">
                <a16:creationId xmlns:a16="http://schemas.microsoft.com/office/drawing/2014/main" id="{A42B58E7-C734-6A65-FED1-D0358ACD8959}"/>
              </a:ext>
            </a:extLst>
          </p:cNvPr>
          <p:cNvSpPr txBox="1"/>
          <p:nvPr/>
        </p:nvSpPr>
        <p:spPr>
          <a:xfrm>
            <a:off x="4250674" y="3664515"/>
            <a:ext cx="32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6" name="button-1">
            <a:extLst>
              <a:ext uri="{FF2B5EF4-FFF2-40B4-BE49-F238E27FC236}">
                <a16:creationId xmlns:a16="http://schemas.microsoft.com/office/drawing/2014/main" id="{B141CD61-6AB9-603B-DBDF-D31901F1052E}"/>
              </a:ext>
            </a:extLst>
          </p:cNvPr>
          <p:cNvSpPr txBox="1"/>
          <p:nvPr/>
        </p:nvSpPr>
        <p:spPr>
          <a:xfrm>
            <a:off x="4370276" y="3656202"/>
            <a:ext cx="232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8" name="button-2">
            <a:extLst>
              <a:ext uri="{FF2B5EF4-FFF2-40B4-BE49-F238E27FC236}">
                <a16:creationId xmlns:a16="http://schemas.microsoft.com/office/drawing/2014/main" id="{7AE9244C-D431-2E83-F388-3C7284813FF1}"/>
              </a:ext>
            </a:extLst>
          </p:cNvPr>
          <p:cNvSpPr txBox="1"/>
          <p:nvPr/>
        </p:nvSpPr>
        <p:spPr>
          <a:xfrm>
            <a:off x="1257031" y="3931534"/>
            <a:ext cx="1298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Click Me !</a:t>
            </a:r>
            <a:endParaRPr lang="en-US" sz="2000" dirty="0"/>
          </a:p>
        </p:txBody>
      </p:sp>
      <p:sp>
        <p:nvSpPr>
          <p:cNvPr id="17" name="button-3">
            <a:extLst>
              <a:ext uri="{FF2B5EF4-FFF2-40B4-BE49-F238E27FC236}">
                <a16:creationId xmlns:a16="http://schemas.microsoft.com/office/drawing/2014/main" id="{423B6310-5B3A-F90F-E3C0-3D4FD6F261D7}"/>
              </a:ext>
            </a:extLst>
          </p:cNvPr>
          <p:cNvSpPr txBox="1"/>
          <p:nvPr/>
        </p:nvSpPr>
        <p:spPr>
          <a:xfrm>
            <a:off x="1001451" y="4239197"/>
            <a:ext cx="116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&lt;/button&gt;</a:t>
            </a:r>
            <a:endParaRPr lang="en-US" sz="2000" dirty="0"/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6A3394B9-957F-378E-7703-4D118FE1A261}"/>
              </a:ext>
            </a:extLst>
          </p:cNvPr>
          <p:cNvSpPr txBox="1"/>
          <p:nvPr/>
        </p:nvSpPr>
        <p:spPr>
          <a:xfrm>
            <a:off x="1012873" y="4527478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&lt;input</a:t>
            </a:r>
            <a:endParaRPr lang="en-US" sz="2000" dirty="0"/>
          </a:p>
        </p:txBody>
      </p:sp>
      <p:sp>
        <p:nvSpPr>
          <p:cNvPr id="33" name="ref">
            <a:extLst>
              <a:ext uri="{FF2B5EF4-FFF2-40B4-BE49-F238E27FC236}">
                <a16:creationId xmlns:a16="http://schemas.microsoft.com/office/drawing/2014/main" id="{0B8E95ED-915E-2F3C-3381-BFC6A404603B}"/>
              </a:ext>
            </a:extLst>
          </p:cNvPr>
          <p:cNvSpPr txBox="1"/>
          <p:nvPr/>
        </p:nvSpPr>
        <p:spPr>
          <a:xfrm>
            <a:off x="1782492" y="4517991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ref={</a:t>
            </a:r>
            <a:endParaRPr lang="en-US" sz="2000" dirty="0"/>
          </a:p>
        </p:txBody>
      </p:sp>
      <p:sp>
        <p:nvSpPr>
          <p:cNvPr id="39" name="inputRef">
            <a:extLst>
              <a:ext uri="{FF2B5EF4-FFF2-40B4-BE49-F238E27FC236}">
                <a16:creationId xmlns:a16="http://schemas.microsoft.com/office/drawing/2014/main" id="{1C194816-7FB4-F91B-271D-5C5BDC08F08C}"/>
              </a:ext>
            </a:extLst>
          </p:cNvPr>
          <p:cNvSpPr txBox="1"/>
          <p:nvPr/>
        </p:nvSpPr>
        <p:spPr>
          <a:xfrm>
            <a:off x="2264073" y="4530558"/>
            <a:ext cx="111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8" name="ref-1">
            <a:extLst>
              <a:ext uri="{FF2B5EF4-FFF2-40B4-BE49-F238E27FC236}">
                <a16:creationId xmlns:a16="http://schemas.microsoft.com/office/drawing/2014/main" id="{F2C02D11-F4CB-810E-0B4A-BCB4F2C4F5CC}"/>
              </a:ext>
            </a:extLst>
          </p:cNvPr>
          <p:cNvSpPr txBox="1"/>
          <p:nvPr/>
        </p:nvSpPr>
        <p:spPr>
          <a:xfrm>
            <a:off x="3209736" y="4502964"/>
            <a:ext cx="157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21" name="input-1">
            <a:extLst>
              <a:ext uri="{FF2B5EF4-FFF2-40B4-BE49-F238E27FC236}">
                <a16:creationId xmlns:a16="http://schemas.microsoft.com/office/drawing/2014/main" id="{254D0173-158C-8D81-8354-29D459E5914E}"/>
              </a:ext>
            </a:extLst>
          </p:cNvPr>
          <p:cNvSpPr txBox="1"/>
          <p:nvPr/>
        </p:nvSpPr>
        <p:spPr>
          <a:xfrm>
            <a:off x="3358840" y="4527478"/>
            <a:ext cx="462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  <a:endParaRPr lang="en-US" sz="2000" dirty="0"/>
          </a:p>
        </p:txBody>
      </p:sp>
      <p:sp>
        <p:nvSpPr>
          <p:cNvPr id="13" name="div-1">
            <a:extLst>
              <a:ext uri="{FF2B5EF4-FFF2-40B4-BE49-F238E27FC236}">
                <a16:creationId xmlns:a16="http://schemas.microsoft.com/office/drawing/2014/main" id="{5E8F2E76-5683-DAC6-13DD-8AC878D3F172}"/>
              </a:ext>
            </a:extLst>
          </p:cNvPr>
          <p:cNvSpPr txBox="1"/>
          <p:nvPr/>
        </p:nvSpPr>
        <p:spPr>
          <a:xfrm>
            <a:off x="581960" y="4880942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0" name="return-1">
            <a:extLst>
              <a:ext uri="{FF2B5EF4-FFF2-40B4-BE49-F238E27FC236}">
                <a16:creationId xmlns:a16="http://schemas.microsoft.com/office/drawing/2014/main" id="{8E8A57A7-F5E1-B3CC-199B-6084E586FFC9}"/>
              </a:ext>
            </a:extLst>
          </p:cNvPr>
          <p:cNvSpPr txBox="1"/>
          <p:nvPr/>
        </p:nvSpPr>
        <p:spPr>
          <a:xfrm>
            <a:off x="547003" y="525057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app-1">
            <a:extLst>
              <a:ext uri="{FF2B5EF4-FFF2-40B4-BE49-F238E27FC236}">
                <a16:creationId xmlns:a16="http://schemas.microsoft.com/office/drawing/2014/main" id="{D0C10643-9555-17ED-80BF-89AAF3FCCF1B}"/>
              </a:ext>
            </a:extLst>
          </p:cNvPr>
          <p:cNvSpPr txBox="1"/>
          <p:nvPr/>
        </p:nvSpPr>
        <p:spPr>
          <a:xfrm>
            <a:off x="316582" y="5574587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3266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ABE83-D459-AF6A-9294-3BAC9B4F3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834CEB4A-B620-A06C-FC90-0E303215FA31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5A8D063-2045-2319-CD05-40F4AA4C6C7F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96FDE51-CA8A-B38B-C8AB-ACA2C97EC511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A82DAB5-7805-110B-DFCE-F4445302FE23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BBB58B8-24F1-A0A6-8FCE-EF7D8253DB7A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0BFB3351-C56D-50A7-83EC-2EE2BC365F76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EA27AD3-A96F-D2FB-480B-B92BC538C4BF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A51C169-69E3-56FF-2B03-C9C6F06214F4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1115F7-0C7A-E3E8-B0EB-8428354B757E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04521DD-26F6-1EE2-E046-1FE95734828E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92856824-F72C-836E-C6DB-3E5BC70A4483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666D6B7A-4397-BB36-ABBE-BE495BF693ED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2B04256-DB9F-91C6-D7AD-4BAF585D61EC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AEA7E090-7C75-92A8-2D00-A5C26BC6BD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8EBAE79-38AE-E3B3-8ACF-9A85D8D774B7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7F7389F-4C96-1428-4A1D-25607AADC5CB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0F6830A-B540-4E19-43C2-520AB165F64F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2A9701E-7CD6-4192-6EE4-8FC09185040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52B62E9-5356-EE3F-5153-A22B55CED93D}"/>
              </a:ext>
            </a:extLst>
          </p:cNvPr>
          <p:cNvSpPr/>
          <p:nvPr/>
        </p:nvSpPr>
        <p:spPr>
          <a:xfrm>
            <a:off x="304243" y="1046833"/>
            <a:ext cx="3285655" cy="63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B48FEA-E0CE-A00D-937E-1EBDB1A25C85}"/>
              </a:ext>
            </a:extLst>
          </p:cNvPr>
          <p:cNvSpPr/>
          <p:nvPr/>
        </p:nvSpPr>
        <p:spPr>
          <a:xfrm>
            <a:off x="304243" y="1840309"/>
            <a:ext cx="8495628" cy="475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mport">
            <a:extLst>
              <a:ext uri="{FF2B5EF4-FFF2-40B4-BE49-F238E27FC236}">
                <a16:creationId xmlns:a16="http://schemas.microsoft.com/office/drawing/2014/main" id="{D1E708BB-D5CA-07BA-DCA3-04F0A392F492}"/>
              </a:ext>
            </a:extLst>
          </p:cNvPr>
          <p:cNvSpPr txBox="1"/>
          <p:nvPr/>
        </p:nvSpPr>
        <p:spPr>
          <a:xfrm>
            <a:off x="302127" y="1949066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7" name="app">
            <a:extLst>
              <a:ext uri="{FF2B5EF4-FFF2-40B4-BE49-F238E27FC236}">
                <a16:creationId xmlns:a16="http://schemas.microsoft.com/office/drawing/2014/main" id="{5EBF4311-53FC-361F-61DD-D9030D73FBDF}"/>
              </a:ext>
            </a:extLst>
          </p:cNvPr>
          <p:cNvSpPr txBox="1"/>
          <p:nvPr/>
        </p:nvSpPr>
        <p:spPr>
          <a:xfrm>
            <a:off x="316582" y="2349176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 App = ()  =&gt; {</a:t>
            </a:r>
          </a:p>
        </p:txBody>
      </p:sp>
      <p:sp>
        <p:nvSpPr>
          <p:cNvPr id="23" name="useRef">
            <a:extLst>
              <a:ext uri="{FF2B5EF4-FFF2-40B4-BE49-F238E27FC236}">
                <a16:creationId xmlns:a16="http://schemas.microsoft.com/office/drawing/2014/main" id="{AFDE4A80-7CD5-EDB9-D1B2-70C446A9609E}"/>
              </a:ext>
            </a:extLst>
          </p:cNvPr>
          <p:cNvSpPr txBox="1"/>
          <p:nvPr/>
        </p:nvSpPr>
        <p:spPr>
          <a:xfrm>
            <a:off x="521983" y="2654478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r>
              <a:rPr lang="en-US" sz="2000" dirty="0"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24" name="useRef-1">
            <a:extLst>
              <a:ext uri="{FF2B5EF4-FFF2-40B4-BE49-F238E27FC236}">
                <a16:creationId xmlns:a16="http://schemas.microsoft.com/office/drawing/2014/main" id="{DA72C291-317F-AB37-60DA-52C506583698}"/>
              </a:ext>
            </a:extLst>
          </p:cNvPr>
          <p:cNvSpPr txBox="1"/>
          <p:nvPr/>
        </p:nvSpPr>
        <p:spPr>
          <a:xfrm>
            <a:off x="2248736" y="2661575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(null)</a:t>
            </a:r>
          </a:p>
        </p:txBody>
      </p:sp>
      <p:sp>
        <p:nvSpPr>
          <p:cNvPr id="11" name="return">
            <a:extLst>
              <a:ext uri="{FF2B5EF4-FFF2-40B4-BE49-F238E27FC236}">
                <a16:creationId xmlns:a16="http://schemas.microsoft.com/office/drawing/2014/main" id="{2C6ABD73-DF63-8E8E-A2C5-966EE9E0C942}"/>
              </a:ext>
            </a:extLst>
          </p:cNvPr>
          <p:cNvSpPr txBox="1"/>
          <p:nvPr/>
        </p:nvSpPr>
        <p:spPr>
          <a:xfrm>
            <a:off x="552522" y="2973974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2" name="div'">
            <a:extLst>
              <a:ext uri="{FF2B5EF4-FFF2-40B4-BE49-F238E27FC236}">
                <a16:creationId xmlns:a16="http://schemas.microsoft.com/office/drawing/2014/main" id="{6D0A2B01-0B30-D5B7-634E-0AAAF1A83EBD}"/>
              </a:ext>
            </a:extLst>
          </p:cNvPr>
          <p:cNvSpPr txBox="1"/>
          <p:nvPr/>
        </p:nvSpPr>
        <p:spPr>
          <a:xfrm>
            <a:off x="690309" y="329013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41B6A4CE-68FB-4A54-D0D4-1C759575DF7D}"/>
              </a:ext>
            </a:extLst>
          </p:cNvPr>
          <p:cNvSpPr txBox="1"/>
          <p:nvPr/>
        </p:nvSpPr>
        <p:spPr>
          <a:xfrm>
            <a:off x="1001451" y="3626635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25" name="onClick">
            <a:extLst>
              <a:ext uri="{FF2B5EF4-FFF2-40B4-BE49-F238E27FC236}">
                <a16:creationId xmlns:a16="http://schemas.microsoft.com/office/drawing/2014/main" id="{C5716C81-3CD6-045A-9686-24CEBB8CA327}"/>
              </a:ext>
            </a:extLst>
          </p:cNvPr>
          <p:cNvSpPr txBox="1"/>
          <p:nvPr/>
        </p:nvSpPr>
        <p:spPr>
          <a:xfrm>
            <a:off x="1866535" y="3638056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onClick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29" name="arrow-function">
            <a:extLst>
              <a:ext uri="{FF2B5EF4-FFF2-40B4-BE49-F238E27FC236}">
                <a16:creationId xmlns:a16="http://schemas.microsoft.com/office/drawing/2014/main" id="{A2AE2228-41EF-BF44-7DAF-C6E96EE8C415}"/>
              </a:ext>
            </a:extLst>
          </p:cNvPr>
          <p:cNvSpPr txBox="1"/>
          <p:nvPr/>
        </p:nvSpPr>
        <p:spPr>
          <a:xfrm>
            <a:off x="2843169" y="3655363"/>
            <a:ext cx="579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()=&gt;</a:t>
            </a:r>
            <a:endParaRPr lang="en-US" sz="2000" dirty="0"/>
          </a:p>
        </p:txBody>
      </p:sp>
      <p:sp>
        <p:nvSpPr>
          <p:cNvPr id="30" name="arrow-function-1">
            <a:extLst>
              <a:ext uri="{FF2B5EF4-FFF2-40B4-BE49-F238E27FC236}">
                <a16:creationId xmlns:a16="http://schemas.microsoft.com/office/drawing/2014/main" id="{7FAEE015-B54D-2CA7-4135-21EDACCD301D}"/>
              </a:ext>
            </a:extLst>
          </p:cNvPr>
          <p:cNvSpPr txBox="1"/>
          <p:nvPr/>
        </p:nvSpPr>
        <p:spPr>
          <a:xfrm>
            <a:off x="3277508" y="3649477"/>
            <a:ext cx="1195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2" name="arrow-function-2">
            <a:extLst>
              <a:ext uri="{FF2B5EF4-FFF2-40B4-BE49-F238E27FC236}">
                <a16:creationId xmlns:a16="http://schemas.microsoft.com/office/drawing/2014/main" id="{95070BB6-CB24-FDD5-324D-37ACF5320189}"/>
              </a:ext>
            </a:extLst>
          </p:cNvPr>
          <p:cNvSpPr txBox="1"/>
          <p:nvPr/>
        </p:nvSpPr>
        <p:spPr>
          <a:xfrm>
            <a:off x="4192355" y="3660898"/>
            <a:ext cx="1004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.current</a:t>
            </a:r>
            <a:endParaRPr lang="en-US" sz="2000" dirty="0"/>
          </a:p>
        </p:txBody>
      </p:sp>
      <p:sp>
        <p:nvSpPr>
          <p:cNvPr id="9" name="arrow-function-3" hidden="1">
            <a:extLst>
              <a:ext uri="{FF2B5EF4-FFF2-40B4-BE49-F238E27FC236}">
                <a16:creationId xmlns:a16="http://schemas.microsoft.com/office/drawing/2014/main" id="{C73DE26F-0352-65CF-15C1-7304B3D28E93}"/>
              </a:ext>
            </a:extLst>
          </p:cNvPr>
          <p:cNvSpPr txBox="1"/>
          <p:nvPr/>
        </p:nvSpPr>
        <p:spPr>
          <a:xfrm>
            <a:off x="5001127" y="3649477"/>
            <a:ext cx="1004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.focus()</a:t>
            </a:r>
            <a:endParaRPr lang="en-US" sz="2000" dirty="0"/>
          </a:p>
        </p:txBody>
      </p:sp>
      <p:sp>
        <p:nvSpPr>
          <p:cNvPr id="27" name="onClick-1">
            <a:extLst>
              <a:ext uri="{FF2B5EF4-FFF2-40B4-BE49-F238E27FC236}">
                <a16:creationId xmlns:a16="http://schemas.microsoft.com/office/drawing/2014/main" id="{E7978C35-86FC-F487-10CA-CA46AE28D3C7}"/>
              </a:ext>
            </a:extLst>
          </p:cNvPr>
          <p:cNvSpPr txBox="1"/>
          <p:nvPr/>
        </p:nvSpPr>
        <p:spPr>
          <a:xfrm>
            <a:off x="5017744" y="3649477"/>
            <a:ext cx="32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6" name="button-1">
            <a:extLst>
              <a:ext uri="{FF2B5EF4-FFF2-40B4-BE49-F238E27FC236}">
                <a16:creationId xmlns:a16="http://schemas.microsoft.com/office/drawing/2014/main" id="{F0E26535-CEB3-3F35-E4D4-419706143342}"/>
              </a:ext>
            </a:extLst>
          </p:cNvPr>
          <p:cNvSpPr txBox="1"/>
          <p:nvPr/>
        </p:nvSpPr>
        <p:spPr>
          <a:xfrm>
            <a:off x="5169465" y="3660898"/>
            <a:ext cx="232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8" name="button-2">
            <a:extLst>
              <a:ext uri="{FF2B5EF4-FFF2-40B4-BE49-F238E27FC236}">
                <a16:creationId xmlns:a16="http://schemas.microsoft.com/office/drawing/2014/main" id="{031AB9AA-8673-353D-D079-248ED8356F72}"/>
              </a:ext>
            </a:extLst>
          </p:cNvPr>
          <p:cNvSpPr txBox="1"/>
          <p:nvPr/>
        </p:nvSpPr>
        <p:spPr>
          <a:xfrm>
            <a:off x="1257031" y="3931534"/>
            <a:ext cx="1298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Click Me !</a:t>
            </a:r>
            <a:endParaRPr lang="en-US" sz="2000" dirty="0"/>
          </a:p>
        </p:txBody>
      </p:sp>
      <p:sp>
        <p:nvSpPr>
          <p:cNvPr id="17" name="button-3">
            <a:extLst>
              <a:ext uri="{FF2B5EF4-FFF2-40B4-BE49-F238E27FC236}">
                <a16:creationId xmlns:a16="http://schemas.microsoft.com/office/drawing/2014/main" id="{6DBB26F3-8C44-4048-B6EB-4CBF60901193}"/>
              </a:ext>
            </a:extLst>
          </p:cNvPr>
          <p:cNvSpPr txBox="1"/>
          <p:nvPr/>
        </p:nvSpPr>
        <p:spPr>
          <a:xfrm>
            <a:off x="1001451" y="4239197"/>
            <a:ext cx="116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&lt;/button&gt;</a:t>
            </a:r>
            <a:endParaRPr lang="en-US" sz="2000" dirty="0"/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1BBCF092-AEA1-802F-519A-D011C5A4BA31}"/>
              </a:ext>
            </a:extLst>
          </p:cNvPr>
          <p:cNvSpPr txBox="1"/>
          <p:nvPr/>
        </p:nvSpPr>
        <p:spPr>
          <a:xfrm>
            <a:off x="1012873" y="4527478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&lt;input</a:t>
            </a:r>
            <a:endParaRPr lang="en-US" sz="2000" dirty="0"/>
          </a:p>
        </p:txBody>
      </p:sp>
      <p:sp>
        <p:nvSpPr>
          <p:cNvPr id="33" name="ref">
            <a:extLst>
              <a:ext uri="{FF2B5EF4-FFF2-40B4-BE49-F238E27FC236}">
                <a16:creationId xmlns:a16="http://schemas.microsoft.com/office/drawing/2014/main" id="{3D2A943A-B9E4-2701-9C1E-70E51AF815CB}"/>
              </a:ext>
            </a:extLst>
          </p:cNvPr>
          <p:cNvSpPr txBox="1"/>
          <p:nvPr/>
        </p:nvSpPr>
        <p:spPr>
          <a:xfrm>
            <a:off x="1782492" y="4517991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ref={</a:t>
            </a:r>
            <a:endParaRPr lang="en-US" sz="2000" dirty="0"/>
          </a:p>
        </p:txBody>
      </p:sp>
      <p:sp>
        <p:nvSpPr>
          <p:cNvPr id="39" name="inputRef">
            <a:extLst>
              <a:ext uri="{FF2B5EF4-FFF2-40B4-BE49-F238E27FC236}">
                <a16:creationId xmlns:a16="http://schemas.microsoft.com/office/drawing/2014/main" id="{3216C64F-DE50-0A4E-86EC-57E1222CAD8F}"/>
              </a:ext>
            </a:extLst>
          </p:cNvPr>
          <p:cNvSpPr txBox="1"/>
          <p:nvPr/>
        </p:nvSpPr>
        <p:spPr>
          <a:xfrm>
            <a:off x="2264073" y="4530558"/>
            <a:ext cx="111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8" name="ref-1">
            <a:extLst>
              <a:ext uri="{FF2B5EF4-FFF2-40B4-BE49-F238E27FC236}">
                <a16:creationId xmlns:a16="http://schemas.microsoft.com/office/drawing/2014/main" id="{190BDD01-BB1A-EB68-BC1B-ACE352C4795E}"/>
              </a:ext>
            </a:extLst>
          </p:cNvPr>
          <p:cNvSpPr txBox="1"/>
          <p:nvPr/>
        </p:nvSpPr>
        <p:spPr>
          <a:xfrm>
            <a:off x="3209736" y="4502964"/>
            <a:ext cx="157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21" name="input-1">
            <a:extLst>
              <a:ext uri="{FF2B5EF4-FFF2-40B4-BE49-F238E27FC236}">
                <a16:creationId xmlns:a16="http://schemas.microsoft.com/office/drawing/2014/main" id="{12FFDE17-B90C-E9F6-4628-FB69EAFE1337}"/>
              </a:ext>
            </a:extLst>
          </p:cNvPr>
          <p:cNvSpPr txBox="1"/>
          <p:nvPr/>
        </p:nvSpPr>
        <p:spPr>
          <a:xfrm>
            <a:off x="3358840" y="4527478"/>
            <a:ext cx="462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  <a:endParaRPr lang="en-US" sz="2000" dirty="0"/>
          </a:p>
        </p:txBody>
      </p:sp>
      <p:sp>
        <p:nvSpPr>
          <p:cNvPr id="13" name="div-1">
            <a:extLst>
              <a:ext uri="{FF2B5EF4-FFF2-40B4-BE49-F238E27FC236}">
                <a16:creationId xmlns:a16="http://schemas.microsoft.com/office/drawing/2014/main" id="{C1482E09-42B6-51A8-A551-E3CE1C186B73}"/>
              </a:ext>
            </a:extLst>
          </p:cNvPr>
          <p:cNvSpPr txBox="1"/>
          <p:nvPr/>
        </p:nvSpPr>
        <p:spPr>
          <a:xfrm>
            <a:off x="581960" y="4880942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0" name="return-1">
            <a:extLst>
              <a:ext uri="{FF2B5EF4-FFF2-40B4-BE49-F238E27FC236}">
                <a16:creationId xmlns:a16="http://schemas.microsoft.com/office/drawing/2014/main" id="{C4304F33-621C-999E-638B-664DFF4D3FCD}"/>
              </a:ext>
            </a:extLst>
          </p:cNvPr>
          <p:cNvSpPr txBox="1"/>
          <p:nvPr/>
        </p:nvSpPr>
        <p:spPr>
          <a:xfrm>
            <a:off x="547003" y="525057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app-1">
            <a:extLst>
              <a:ext uri="{FF2B5EF4-FFF2-40B4-BE49-F238E27FC236}">
                <a16:creationId xmlns:a16="http://schemas.microsoft.com/office/drawing/2014/main" id="{0159A57D-B69B-3A0B-1C7E-3512BE7F2BFF}"/>
              </a:ext>
            </a:extLst>
          </p:cNvPr>
          <p:cNvSpPr txBox="1"/>
          <p:nvPr/>
        </p:nvSpPr>
        <p:spPr>
          <a:xfrm>
            <a:off x="316582" y="5574587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93865C-635B-448C-0F81-FE14140EFA92}"/>
              </a:ext>
            </a:extLst>
          </p:cNvPr>
          <p:cNvCxnSpPr>
            <a:cxnSpLocks/>
            <a:stCxn id="30" idx="2"/>
            <a:endCxn id="39" idx="0"/>
          </p:cNvCxnSpPr>
          <p:nvPr/>
        </p:nvCxnSpPr>
        <p:spPr>
          <a:xfrm flipH="1">
            <a:off x="2823305" y="4049587"/>
            <a:ext cx="1052125" cy="480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056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E7EA9-FC74-4688-F59C-1CF1A518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>
            <a:extLst>
              <a:ext uri="{FF2B5EF4-FFF2-40B4-BE49-F238E27FC236}">
                <a16:creationId xmlns:a16="http://schemas.microsoft.com/office/drawing/2014/main" id="{DA398090-D0D3-5521-0C86-815638E11A44}"/>
              </a:ext>
            </a:extLst>
          </p:cNvPr>
          <p:cNvGrpSpPr/>
          <p:nvPr/>
        </p:nvGrpSpPr>
        <p:grpSpPr>
          <a:xfrm>
            <a:off x="122723" y="123052"/>
            <a:ext cx="12053323" cy="6590005"/>
            <a:chOff x="122723" y="123052"/>
            <a:chExt cx="12053323" cy="659000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E03709E-44C9-1208-2E51-38833540AA4C}"/>
                </a:ext>
              </a:extLst>
            </p:cNvPr>
            <p:cNvGrpSpPr/>
            <p:nvPr/>
          </p:nvGrpSpPr>
          <p:grpSpPr>
            <a:xfrm>
              <a:off x="122723" y="123052"/>
              <a:ext cx="8804969" cy="6590005"/>
              <a:chOff x="108155" y="153385"/>
              <a:chExt cx="8804969" cy="659000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2AFF825-71E4-4010-3E9A-5509A968780E}"/>
                  </a:ext>
                </a:extLst>
              </p:cNvPr>
              <p:cNvGrpSpPr/>
              <p:nvPr/>
            </p:nvGrpSpPr>
            <p:grpSpPr>
              <a:xfrm>
                <a:off x="108155" y="153385"/>
                <a:ext cx="8770374" cy="630903"/>
                <a:chOff x="108155" y="212377"/>
                <a:chExt cx="8770374" cy="630903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B0B0529-C802-0E47-4B95-ADF0FB9BDD85}"/>
                    </a:ext>
                  </a:extLst>
                </p:cNvPr>
                <p:cNvSpPr/>
                <p:nvPr/>
              </p:nvSpPr>
              <p:spPr>
                <a:xfrm>
                  <a:off x="108155" y="212377"/>
                  <a:ext cx="8770374" cy="630903"/>
                </a:xfrm>
                <a:prstGeom prst="rect">
                  <a:avLst/>
                </a:prstGeom>
                <a:solidFill>
                  <a:srgbClr val="0240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DA1AC572-5906-B3F2-2661-D71E0C809631}"/>
                    </a:ext>
                  </a:extLst>
                </p:cNvPr>
                <p:cNvSpPr/>
                <p:nvPr/>
              </p:nvSpPr>
              <p:spPr>
                <a:xfrm>
                  <a:off x="375920" y="347828"/>
                  <a:ext cx="360000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1BF70EA-36FD-BAA2-926D-40D3FBF1CACB}"/>
                    </a:ext>
                  </a:extLst>
                </p:cNvPr>
                <p:cNvSpPr/>
                <p:nvPr/>
              </p:nvSpPr>
              <p:spPr>
                <a:xfrm>
                  <a:off x="844075" y="347828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 dirty="0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7560448F-740F-8274-ED13-C63476D9A1CB}"/>
                    </a:ext>
                  </a:extLst>
                </p:cNvPr>
                <p:cNvSpPr/>
                <p:nvPr/>
              </p:nvSpPr>
              <p:spPr>
                <a:xfrm>
                  <a:off x="1312230" y="347828"/>
                  <a:ext cx="360000" cy="36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aseline="-25000"/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60CFE86-4DB7-F971-1667-61B9969938D1}"/>
                  </a:ext>
                </a:extLst>
              </p:cNvPr>
              <p:cNvSpPr/>
              <p:nvPr/>
            </p:nvSpPr>
            <p:spPr>
              <a:xfrm>
                <a:off x="144270" y="941046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baseline="-250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E717D93-C38F-451F-5579-E0BC0EC55E6D}"/>
                </a:ext>
              </a:extLst>
            </p:cNvPr>
            <p:cNvGrpSpPr/>
            <p:nvPr/>
          </p:nvGrpSpPr>
          <p:grpSpPr>
            <a:xfrm>
              <a:off x="9074752" y="386956"/>
              <a:ext cx="3101294" cy="5713427"/>
              <a:chOff x="9074752" y="386956"/>
              <a:chExt cx="3101294" cy="571342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0FBE99AD-6EBC-D4D9-0BFC-96F827F6E043}"/>
                  </a:ext>
                </a:extLst>
              </p:cNvPr>
              <p:cNvGrpSpPr/>
              <p:nvPr/>
            </p:nvGrpSpPr>
            <p:grpSpPr>
              <a:xfrm>
                <a:off x="9074752" y="4271583"/>
                <a:ext cx="3101294" cy="1828800"/>
                <a:chOff x="9074752" y="4271583"/>
                <a:chExt cx="3101294" cy="1828800"/>
              </a:xfrm>
            </p:grpSpPr>
            <p:sp>
              <p:nvSpPr>
                <p:cNvPr id="57" name="Parallelogram 56">
                  <a:extLst>
                    <a:ext uri="{FF2B5EF4-FFF2-40B4-BE49-F238E27FC236}">
                      <a16:creationId xmlns:a16="http://schemas.microsoft.com/office/drawing/2014/main" id="{7CAE8536-777E-A3A2-5C33-9BDE64B23819}"/>
                    </a:ext>
                  </a:extLst>
                </p:cNvPr>
                <p:cNvSpPr/>
                <p:nvPr/>
              </p:nvSpPr>
              <p:spPr>
                <a:xfrm>
                  <a:off x="9311307" y="4271583"/>
                  <a:ext cx="1656301" cy="914400"/>
                </a:xfrm>
                <a:prstGeom prst="parallelogram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4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#5</a:t>
                  </a:r>
                </a:p>
              </p:txBody>
            </p:sp>
            <p:sp>
              <p:nvSpPr>
                <p:cNvPr id="58" name="Parallelogram 57">
                  <a:extLst>
                    <a:ext uri="{FF2B5EF4-FFF2-40B4-BE49-F238E27FC236}">
                      <a16:creationId xmlns:a16="http://schemas.microsoft.com/office/drawing/2014/main" id="{814F98FF-3D06-4B09-88C2-0489242AB17F}"/>
                    </a:ext>
                  </a:extLst>
                </p:cNvPr>
                <p:cNvSpPr/>
                <p:nvPr/>
              </p:nvSpPr>
              <p:spPr>
                <a:xfrm>
                  <a:off x="9074752" y="5185983"/>
                  <a:ext cx="3101294" cy="914400"/>
                </a:xfrm>
                <a:prstGeom prst="parallelogram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Copperplate Gothic Bold" panose="020E0705020206020404" pitchFamily="34" charset="0"/>
                    </a:rPr>
                    <a:t>ReactJs</a:t>
                  </a:r>
                  <a:endParaRPr 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opperplate Gothic Bold" panose="020E0705020206020404" pitchFamily="34" charset="0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1696744-2D22-A1DB-5F93-F241D683AFA6}"/>
                  </a:ext>
                </a:extLst>
              </p:cNvPr>
              <p:cNvGrpSpPr/>
              <p:nvPr/>
            </p:nvGrpSpPr>
            <p:grpSpPr>
              <a:xfrm>
                <a:off x="9078871" y="386956"/>
                <a:ext cx="2902660" cy="3398908"/>
                <a:chOff x="8981371" y="2824912"/>
                <a:chExt cx="2997907" cy="351021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99AFA86-250E-3272-8AD1-A041625B50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5821" y="2861865"/>
                  <a:ext cx="2552386" cy="3315298"/>
                </a:xfrm>
                <a:prstGeom prst="rect">
                  <a:avLst/>
                </a:prstGeom>
              </p:spPr>
            </p:pic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88DF95A-43DC-8076-DA8A-DF0A715AB206}"/>
                    </a:ext>
                  </a:extLst>
                </p:cNvPr>
                <p:cNvSpPr/>
                <p:nvPr/>
              </p:nvSpPr>
              <p:spPr>
                <a:xfrm rot="19871654">
                  <a:off x="9063495" y="2861599"/>
                  <a:ext cx="914400" cy="296728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D05F75EA-B3EB-0117-0407-8D650B46B9BE}"/>
                    </a:ext>
                  </a:extLst>
                </p:cNvPr>
                <p:cNvSpPr/>
                <p:nvPr/>
              </p:nvSpPr>
              <p:spPr>
                <a:xfrm rot="2054190">
                  <a:off x="8981371" y="5806907"/>
                  <a:ext cx="914400" cy="296728"/>
                </a:xfrm>
                <a:prstGeom prst="rect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FB741C3-0591-28AF-21D2-90A194EEE62D}"/>
                    </a:ext>
                  </a:extLst>
                </p:cNvPr>
                <p:cNvSpPr/>
                <p:nvPr/>
              </p:nvSpPr>
              <p:spPr>
                <a:xfrm rot="2138521">
                  <a:off x="11064878" y="2824912"/>
                  <a:ext cx="914400" cy="296728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3CCEE4B8-5B60-727E-ED11-383F29B408AA}"/>
                    </a:ext>
                  </a:extLst>
                </p:cNvPr>
                <p:cNvSpPr/>
                <p:nvPr/>
              </p:nvSpPr>
              <p:spPr>
                <a:xfrm rot="7896723">
                  <a:off x="11064877" y="5729560"/>
                  <a:ext cx="914400" cy="296728"/>
                </a:xfrm>
                <a:prstGeom prst="rect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B939F9C-5B25-A33D-D354-77E45695B18B}"/>
              </a:ext>
            </a:extLst>
          </p:cNvPr>
          <p:cNvSpPr/>
          <p:nvPr/>
        </p:nvSpPr>
        <p:spPr>
          <a:xfrm>
            <a:off x="304243" y="1046833"/>
            <a:ext cx="3285655" cy="63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  <a:latin typeface="Berlin Sans FB" panose="020E0602020502020306" pitchFamily="34" charset="0"/>
              </a:rPr>
              <a:t>useRef</a:t>
            </a:r>
            <a:r>
              <a:rPr lang="en-US" sz="2400" dirty="0">
                <a:solidFill>
                  <a:schemeClr val="tx1"/>
                </a:solidFill>
                <a:latin typeface="Berlin Sans FB" panose="020E0602020502020306" pitchFamily="34" charset="0"/>
              </a:rPr>
              <a:t> – accessing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665EAF-7DCB-311B-4DBC-EB6978D7D889}"/>
              </a:ext>
            </a:extLst>
          </p:cNvPr>
          <p:cNvSpPr/>
          <p:nvPr/>
        </p:nvSpPr>
        <p:spPr>
          <a:xfrm>
            <a:off x="304243" y="1840309"/>
            <a:ext cx="8495628" cy="4759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mport">
            <a:extLst>
              <a:ext uri="{FF2B5EF4-FFF2-40B4-BE49-F238E27FC236}">
                <a16:creationId xmlns:a16="http://schemas.microsoft.com/office/drawing/2014/main" id="{C5063E59-FD52-F72A-1C4C-555DEF51B379}"/>
              </a:ext>
            </a:extLst>
          </p:cNvPr>
          <p:cNvSpPr txBox="1"/>
          <p:nvPr/>
        </p:nvSpPr>
        <p:spPr>
          <a:xfrm>
            <a:off x="302127" y="1949066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Import { </a:t>
            </a:r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 } from “react”</a:t>
            </a:r>
          </a:p>
        </p:txBody>
      </p:sp>
      <p:sp>
        <p:nvSpPr>
          <p:cNvPr id="7" name="app">
            <a:extLst>
              <a:ext uri="{FF2B5EF4-FFF2-40B4-BE49-F238E27FC236}">
                <a16:creationId xmlns:a16="http://schemas.microsoft.com/office/drawing/2014/main" id="{B59CA1A7-0703-1971-7A93-639594CAD547}"/>
              </a:ext>
            </a:extLst>
          </p:cNvPr>
          <p:cNvSpPr txBox="1"/>
          <p:nvPr/>
        </p:nvSpPr>
        <p:spPr>
          <a:xfrm>
            <a:off x="316582" y="2349176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 App = ()  =&gt; {</a:t>
            </a:r>
          </a:p>
        </p:txBody>
      </p:sp>
      <p:sp>
        <p:nvSpPr>
          <p:cNvPr id="23" name="useRef">
            <a:extLst>
              <a:ext uri="{FF2B5EF4-FFF2-40B4-BE49-F238E27FC236}">
                <a16:creationId xmlns:a16="http://schemas.microsoft.com/office/drawing/2014/main" id="{C3C4C77B-8311-47AC-4AF7-9E0806BBF7F4}"/>
              </a:ext>
            </a:extLst>
          </p:cNvPr>
          <p:cNvSpPr txBox="1"/>
          <p:nvPr/>
        </p:nvSpPr>
        <p:spPr>
          <a:xfrm>
            <a:off x="521983" y="2654478"/>
            <a:ext cx="1874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const </a:t>
            </a:r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r>
              <a:rPr lang="en-US" sz="2000" dirty="0">
                <a:latin typeface="Berlin Sans FB" panose="020E0602020502020306" pitchFamily="34" charset="0"/>
              </a:rPr>
              <a:t> =</a:t>
            </a:r>
          </a:p>
        </p:txBody>
      </p:sp>
      <p:sp>
        <p:nvSpPr>
          <p:cNvPr id="24" name="useRef-1">
            <a:extLst>
              <a:ext uri="{FF2B5EF4-FFF2-40B4-BE49-F238E27FC236}">
                <a16:creationId xmlns:a16="http://schemas.microsoft.com/office/drawing/2014/main" id="{0AECE2C7-6CA2-DD2C-0054-45CAC42B8735}"/>
              </a:ext>
            </a:extLst>
          </p:cNvPr>
          <p:cNvSpPr txBox="1"/>
          <p:nvPr/>
        </p:nvSpPr>
        <p:spPr>
          <a:xfrm>
            <a:off x="2248736" y="2661575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useRef</a:t>
            </a:r>
            <a:r>
              <a:rPr lang="en-US" sz="2000" dirty="0">
                <a:latin typeface="Berlin Sans FB" panose="020E0602020502020306" pitchFamily="34" charset="0"/>
              </a:rPr>
              <a:t>(null)</a:t>
            </a:r>
          </a:p>
        </p:txBody>
      </p:sp>
      <p:sp>
        <p:nvSpPr>
          <p:cNvPr id="11" name="return">
            <a:extLst>
              <a:ext uri="{FF2B5EF4-FFF2-40B4-BE49-F238E27FC236}">
                <a16:creationId xmlns:a16="http://schemas.microsoft.com/office/drawing/2014/main" id="{86C4D161-C10E-ED99-3BB8-5EC2577FDD46}"/>
              </a:ext>
            </a:extLst>
          </p:cNvPr>
          <p:cNvSpPr txBox="1"/>
          <p:nvPr/>
        </p:nvSpPr>
        <p:spPr>
          <a:xfrm>
            <a:off x="552522" y="2973974"/>
            <a:ext cx="1059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return ( </a:t>
            </a:r>
          </a:p>
        </p:txBody>
      </p:sp>
      <p:sp>
        <p:nvSpPr>
          <p:cNvPr id="12" name="div'">
            <a:extLst>
              <a:ext uri="{FF2B5EF4-FFF2-40B4-BE49-F238E27FC236}">
                <a16:creationId xmlns:a16="http://schemas.microsoft.com/office/drawing/2014/main" id="{7105C822-6789-4FE8-31FF-B89C33EA3409}"/>
              </a:ext>
            </a:extLst>
          </p:cNvPr>
          <p:cNvSpPr txBox="1"/>
          <p:nvPr/>
        </p:nvSpPr>
        <p:spPr>
          <a:xfrm>
            <a:off x="690309" y="329013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&lt;div&gt;</a:t>
            </a:r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529527B1-BFA6-34A8-AD67-067FFE0F88F0}"/>
              </a:ext>
            </a:extLst>
          </p:cNvPr>
          <p:cNvSpPr txBox="1"/>
          <p:nvPr/>
        </p:nvSpPr>
        <p:spPr>
          <a:xfrm>
            <a:off x="1001451" y="3626635"/>
            <a:ext cx="100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&lt;button</a:t>
            </a:r>
          </a:p>
        </p:txBody>
      </p:sp>
      <p:sp>
        <p:nvSpPr>
          <p:cNvPr id="25" name="onClick">
            <a:extLst>
              <a:ext uri="{FF2B5EF4-FFF2-40B4-BE49-F238E27FC236}">
                <a16:creationId xmlns:a16="http://schemas.microsoft.com/office/drawing/2014/main" id="{48F480D5-3EEB-B19A-0727-B01622B47B1B}"/>
              </a:ext>
            </a:extLst>
          </p:cNvPr>
          <p:cNvSpPr txBox="1"/>
          <p:nvPr/>
        </p:nvSpPr>
        <p:spPr>
          <a:xfrm>
            <a:off x="1866535" y="3638056"/>
            <a:ext cx="18580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onClick</a:t>
            </a:r>
            <a:r>
              <a:rPr lang="en-US" sz="2000" dirty="0">
                <a:latin typeface="Berlin Sans FB" panose="020E0602020502020306" pitchFamily="34" charset="0"/>
              </a:rPr>
              <a:t>={</a:t>
            </a:r>
          </a:p>
        </p:txBody>
      </p:sp>
      <p:sp>
        <p:nvSpPr>
          <p:cNvPr id="29" name="arrow-function">
            <a:extLst>
              <a:ext uri="{FF2B5EF4-FFF2-40B4-BE49-F238E27FC236}">
                <a16:creationId xmlns:a16="http://schemas.microsoft.com/office/drawing/2014/main" id="{5C4BEB92-A5FC-B1C2-4D28-562719EE309F}"/>
              </a:ext>
            </a:extLst>
          </p:cNvPr>
          <p:cNvSpPr txBox="1"/>
          <p:nvPr/>
        </p:nvSpPr>
        <p:spPr>
          <a:xfrm>
            <a:off x="2843169" y="3655363"/>
            <a:ext cx="579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()=&gt;</a:t>
            </a:r>
            <a:endParaRPr lang="en-US" sz="2000" dirty="0"/>
          </a:p>
        </p:txBody>
      </p:sp>
      <p:sp>
        <p:nvSpPr>
          <p:cNvPr id="30" name="arrow-function-1">
            <a:extLst>
              <a:ext uri="{FF2B5EF4-FFF2-40B4-BE49-F238E27FC236}">
                <a16:creationId xmlns:a16="http://schemas.microsoft.com/office/drawing/2014/main" id="{7C8BC1CD-9117-58C2-BCE7-39698B8BF724}"/>
              </a:ext>
            </a:extLst>
          </p:cNvPr>
          <p:cNvSpPr txBox="1"/>
          <p:nvPr/>
        </p:nvSpPr>
        <p:spPr>
          <a:xfrm>
            <a:off x="3277508" y="3649477"/>
            <a:ext cx="1195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2" name="arrow-function-2">
            <a:extLst>
              <a:ext uri="{FF2B5EF4-FFF2-40B4-BE49-F238E27FC236}">
                <a16:creationId xmlns:a16="http://schemas.microsoft.com/office/drawing/2014/main" id="{1965B44E-3085-5B5D-D214-A9C14CE0E1F1}"/>
              </a:ext>
            </a:extLst>
          </p:cNvPr>
          <p:cNvSpPr txBox="1"/>
          <p:nvPr/>
        </p:nvSpPr>
        <p:spPr>
          <a:xfrm>
            <a:off x="4192355" y="3660898"/>
            <a:ext cx="1004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.current</a:t>
            </a:r>
            <a:endParaRPr lang="en-US" sz="2000" dirty="0"/>
          </a:p>
        </p:txBody>
      </p:sp>
      <p:sp>
        <p:nvSpPr>
          <p:cNvPr id="9" name="arrow-function-3">
            <a:extLst>
              <a:ext uri="{FF2B5EF4-FFF2-40B4-BE49-F238E27FC236}">
                <a16:creationId xmlns:a16="http://schemas.microsoft.com/office/drawing/2014/main" id="{27BE326C-4A08-2295-93E9-378EACA6408D}"/>
              </a:ext>
            </a:extLst>
          </p:cNvPr>
          <p:cNvSpPr txBox="1"/>
          <p:nvPr/>
        </p:nvSpPr>
        <p:spPr>
          <a:xfrm>
            <a:off x="5001127" y="3649477"/>
            <a:ext cx="10040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.focus()</a:t>
            </a:r>
            <a:endParaRPr lang="en-US" sz="2000" dirty="0"/>
          </a:p>
        </p:txBody>
      </p:sp>
      <p:sp>
        <p:nvSpPr>
          <p:cNvPr id="27" name="onClick-1">
            <a:extLst>
              <a:ext uri="{FF2B5EF4-FFF2-40B4-BE49-F238E27FC236}">
                <a16:creationId xmlns:a16="http://schemas.microsoft.com/office/drawing/2014/main" id="{468027A2-2539-00FB-9A86-3B08709BCAAD}"/>
              </a:ext>
            </a:extLst>
          </p:cNvPr>
          <p:cNvSpPr txBox="1"/>
          <p:nvPr/>
        </p:nvSpPr>
        <p:spPr>
          <a:xfrm>
            <a:off x="5768198" y="3638056"/>
            <a:ext cx="32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16" name="button-1">
            <a:extLst>
              <a:ext uri="{FF2B5EF4-FFF2-40B4-BE49-F238E27FC236}">
                <a16:creationId xmlns:a16="http://schemas.microsoft.com/office/drawing/2014/main" id="{6ACC5608-6076-E0F3-9677-1DC772D92884}"/>
              </a:ext>
            </a:extLst>
          </p:cNvPr>
          <p:cNvSpPr txBox="1"/>
          <p:nvPr/>
        </p:nvSpPr>
        <p:spPr>
          <a:xfrm>
            <a:off x="5919919" y="3649477"/>
            <a:ext cx="2322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&gt;</a:t>
            </a:r>
            <a:endParaRPr lang="en-US" sz="2000" dirty="0"/>
          </a:p>
        </p:txBody>
      </p:sp>
      <p:sp>
        <p:nvSpPr>
          <p:cNvPr id="18" name="button-2">
            <a:extLst>
              <a:ext uri="{FF2B5EF4-FFF2-40B4-BE49-F238E27FC236}">
                <a16:creationId xmlns:a16="http://schemas.microsoft.com/office/drawing/2014/main" id="{CB6DC69D-02CE-D899-85E9-DD7AF0C5D1EB}"/>
              </a:ext>
            </a:extLst>
          </p:cNvPr>
          <p:cNvSpPr txBox="1"/>
          <p:nvPr/>
        </p:nvSpPr>
        <p:spPr>
          <a:xfrm>
            <a:off x="1257031" y="3931534"/>
            <a:ext cx="1298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Click Me !</a:t>
            </a:r>
            <a:endParaRPr lang="en-US" sz="2000" dirty="0"/>
          </a:p>
        </p:txBody>
      </p:sp>
      <p:sp>
        <p:nvSpPr>
          <p:cNvPr id="17" name="button-3">
            <a:extLst>
              <a:ext uri="{FF2B5EF4-FFF2-40B4-BE49-F238E27FC236}">
                <a16:creationId xmlns:a16="http://schemas.microsoft.com/office/drawing/2014/main" id="{01CDE635-AD85-F128-D41C-669CEF669ACC}"/>
              </a:ext>
            </a:extLst>
          </p:cNvPr>
          <p:cNvSpPr txBox="1"/>
          <p:nvPr/>
        </p:nvSpPr>
        <p:spPr>
          <a:xfrm>
            <a:off x="1001451" y="4239197"/>
            <a:ext cx="116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&lt;/button&gt;</a:t>
            </a:r>
            <a:endParaRPr lang="en-US" sz="2000" dirty="0"/>
          </a:p>
        </p:txBody>
      </p:sp>
      <p:sp>
        <p:nvSpPr>
          <p:cNvPr id="19" name="input">
            <a:extLst>
              <a:ext uri="{FF2B5EF4-FFF2-40B4-BE49-F238E27FC236}">
                <a16:creationId xmlns:a16="http://schemas.microsoft.com/office/drawing/2014/main" id="{E8C2FF60-55FB-2C0F-9E01-83DA5AD99A5D}"/>
              </a:ext>
            </a:extLst>
          </p:cNvPr>
          <p:cNvSpPr txBox="1"/>
          <p:nvPr/>
        </p:nvSpPr>
        <p:spPr>
          <a:xfrm>
            <a:off x="1012873" y="4527478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&lt;input</a:t>
            </a:r>
            <a:endParaRPr lang="en-US" sz="2000" dirty="0"/>
          </a:p>
        </p:txBody>
      </p:sp>
      <p:sp>
        <p:nvSpPr>
          <p:cNvPr id="33" name="ref">
            <a:extLst>
              <a:ext uri="{FF2B5EF4-FFF2-40B4-BE49-F238E27FC236}">
                <a16:creationId xmlns:a16="http://schemas.microsoft.com/office/drawing/2014/main" id="{64A29EBF-5137-E1FD-3FAF-B0DE1D2A7049}"/>
              </a:ext>
            </a:extLst>
          </p:cNvPr>
          <p:cNvSpPr txBox="1"/>
          <p:nvPr/>
        </p:nvSpPr>
        <p:spPr>
          <a:xfrm>
            <a:off x="1782492" y="4517991"/>
            <a:ext cx="88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ref={</a:t>
            </a:r>
            <a:endParaRPr lang="en-US" sz="2000" dirty="0"/>
          </a:p>
        </p:txBody>
      </p:sp>
      <p:sp>
        <p:nvSpPr>
          <p:cNvPr id="39" name="inputRef">
            <a:extLst>
              <a:ext uri="{FF2B5EF4-FFF2-40B4-BE49-F238E27FC236}">
                <a16:creationId xmlns:a16="http://schemas.microsoft.com/office/drawing/2014/main" id="{0FAA9D67-0072-E2A3-B242-184A6EB12930}"/>
              </a:ext>
            </a:extLst>
          </p:cNvPr>
          <p:cNvSpPr txBox="1"/>
          <p:nvPr/>
        </p:nvSpPr>
        <p:spPr>
          <a:xfrm>
            <a:off x="2264073" y="4530558"/>
            <a:ext cx="1118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inputRef</a:t>
            </a:r>
            <a:endParaRPr lang="en-US" sz="2000" dirty="0"/>
          </a:p>
        </p:txBody>
      </p:sp>
      <p:sp>
        <p:nvSpPr>
          <p:cNvPr id="38" name="ref-1">
            <a:extLst>
              <a:ext uri="{FF2B5EF4-FFF2-40B4-BE49-F238E27FC236}">
                <a16:creationId xmlns:a16="http://schemas.microsoft.com/office/drawing/2014/main" id="{3ED17939-C90C-ED57-4F63-CBEE8C2E80A3}"/>
              </a:ext>
            </a:extLst>
          </p:cNvPr>
          <p:cNvSpPr txBox="1"/>
          <p:nvPr/>
        </p:nvSpPr>
        <p:spPr>
          <a:xfrm>
            <a:off x="3209736" y="4502964"/>
            <a:ext cx="157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  <a:endParaRPr lang="en-US" sz="2000" dirty="0"/>
          </a:p>
        </p:txBody>
      </p:sp>
      <p:sp>
        <p:nvSpPr>
          <p:cNvPr id="21" name="input-1">
            <a:extLst>
              <a:ext uri="{FF2B5EF4-FFF2-40B4-BE49-F238E27FC236}">
                <a16:creationId xmlns:a16="http://schemas.microsoft.com/office/drawing/2014/main" id="{9F397569-88A6-9718-C433-7C578067539A}"/>
              </a:ext>
            </a:extLst>
          </p:cNvPr>
          <p:cNvSpPr txBox="1"/>
          <p:nvPr/>
        </p:nvSpPr>
        <p:spPr>
          <a:xfrm>
            <a:off x="3358840" y="4527478"/>
            <a:ext cx="462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/&gt;</a:t>
            </a:r>
            <a:endParaRPr lang="en-US" sz="2000" dirty="0"/>
          </a:p>
        </p:txBody>
      </p:sp>
      <p:sp>
        <p:nvSpPr>
          <p:cNvPr id="13" name="div-1">
            <a:extLst>
              <a:ext uri="{FF2B5EF4-FFF2-40B4-BE49-F238E27FC236}">
                <a16:creationId xmlns:a16="http://schemas.microsoft.com/office/drawing/2014/main" id="{67532014-EAF5-E71E-3B5A-AC35E4CA45F1}"/>
              </a:ext>
            </a:extLst>
          </p:cNvPr>
          <p:cNvSpPr txBox="1"/>
          <p:nvPr/>
        </p:nvSpPr>
        <p:spPr>
          <a:xfrm>
            <a:off x="581960" y="4880942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&lt;/div&gt;</a:t>
            </a:r>
          </a:p>
        </p:txBody>
      </p:sp>
      <p:sp>
        <p:nvSpPr>
          <p:cNvPr id="10" name="return-1">
            <a:extLst>
              <a:ext uri="{FF2B5EF4-FFF2-40B4-BE49-F238E27FC236}">
                <a16:creationId xmlns:a16="http://schemas.microsoft.com/office/drawing/2014/main" id="{2F6C87BA-E165-D38F-CA48-8908DF8D44FE}"/>
              </a:ext>
            </a:extLst>
          </p:cNvPr>
          <p:cNvSpPr txBox="1"/>
          <p:nvPr/>
        </p:nvSpPr>
        <p:spPr>
          <a:xfrm>
            <a:off x="547003" y="525057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)</a:t>
            </a:r>
          </a:p>
        </p:txBody>
      </p:sp>
      <p:sp>
        <p:nvSpPr>
          <p:cNvPr id="8" name="app-1">
            <a:extLst>
              <a:ext uri="{FF2B5EF4-FFF2-40B4-BE49-F238E27FC236}">
                <a16:creationId xmlns:a16="http://schemas.microsoft.com/office/drawing/2014/main" id="{8C6FFD58-AD71-B45C-B0DC-C33039A17DC3}"/>
              </a:ext>
            </a:extLst>
          </p:cNvPr>
          <p:cNvSpPr txBox="1"/>
          <p:nvPr/>
        </p:nvSpPr>
        <p:spPr>
          <a:xfrm>
            <a:off x="316582" y="5574587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}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B7C6D3B-810F-E22E-7F0E-1C8A1D2A5D77}"/>
              </a:ext>
            </a:extLst>
          </p:cNvPr>
          <p:cNvCxnSpPr>
            <a:cxnSpLocks/>
            <a:stCxn id="30" idx="2"/>
            <a:endCxn id="39" idx="0"/>
          </p:cNvCxnSpPr>
          <p:nvPr/>
        </p:nvCxnSpPr>
        <p:spPr>
          <a:xfrm flipH="1">
            <a:off x="2823305" y="4049587"/>
            <a:ext cx="1052125" cy="480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714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426FC-5564-70E5-C552-5A266688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6E62C51-BDAB-15B2-4528-172845F69B88}"/>
              </a:ext>
            </a:extLst>
          </p:cNvPr>
          <p:cNvGrpSpPr/>
          <p:nvPr/>
        </p:nvGrpSpPr>
        <p:grpSpPr>
          <a:xfrm>
            <a:off x="194366" y="97042"/>
            <a:ext cx="8804969" cy="6590005"/>
            <a:chOff x="108155" y="153385"/>
            <a:chExt cx="8804969" cy="659000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0899CDB-2F88-B1D8-5310-0D9169E2040A}"/>
                </a:ext>
              </a:extLst>
            </p:cNvPr>
            <p:cNvGrpSpPr/>
            <p:nvPr/>
          </p:nvGrpSpPr>
          <p:grpSpPr>
            <a:xfrm>
              <a:off x="108155" y="153385"/>
              <a:ext cx="8770374" cy="630903"/>
              <a:chOff x="108155" y="212377"/>
              <a:chExt cx="8770374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112864A-6868-5FE6-5E78-527B86D622A7}"/>
                  </a:ext>
                </a:extLst>
              </p:cNvPr>
              <p:cNvSpPr/>
              <p:nvPr/>
            </p:nvSpPr>
            <p:spPr>
              <a:xfrm>
                <a:off x="108155" y="212377"/>
                <a:ext cx="8770374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EF64ABA-159E-C260-A749-70EEAF54BA52}"/>
                  </a:ext>
                </a:extLst>
              </p:cNvPr>
              <p:cNvSpPr/>
              <p:nvPr/>
            </p:nvSpPr>
            <p:spPr>
              <a:xfrm>
                <a:off x="375920" y="347828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4832AD6-D263-83AE-98D4-59EA3DD6495F}"/>
                  </a:ext>
                </a:extLst>
              </p:cNvPr>
              <p:cNvSpPr/>
              <p:nvPr/>
            </p:nvSpPr>
            <p:spPr>
              <a:xfrm>
                <a:off x="844075" y="347828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6B5BB66-BC35-098F-2209-936F31D043D7}"/>
                  </a:ext>
                </a:extLst>
              </p:cNvPr>
              <p:cNvSpPr/>
              <p:nvPr/>
            </p:nvSpPr>
            <p:spPr>
              <a:xfrm>
                <a:off x="1312230" y="347828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49DAD03-1E39-C6A4-EE59-067A42414758}"/>
                </a:ext>
              </a:extLst>
            </p:cNvPr>
            <p:cNvGrpSpPr/>
            <p:nvPr/>
          </p:nvGrpSpPr>
          <p:grpSpPr>
            <a:xfrm>
              <a:off x="144270" y="941046"/>
              <a:ext cx="8768854" cy="5802344"/>
              <a:chOff x="133315" y="962804"/>
              <a:chExt cx="8768854" cy="58023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37AAA-277C-133B-45D5-D8D9FD93BCC9}"/>
                  </a:ext>
                </a:extLst>
              </p:cNvPr>
              <p:cNvSpPr/>
              <p:nvPr/>
            </p:nvSpPr>
            <p:spPr>
              <a:xfrm>
                <a:off x="133315" y="962804"/>
                <a:ext cx="8768854" cy="580234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F9294493-A276-DE8E-8CCC-EE8C2AC4F1E3}"/>
                  </a:ext>
                </a:extLst>
              </p:cNvPr>
              <p:cNvSpPr/>
              <p:nvPr/>
            </p:nvSpPr>
            <p:spPr>
              <a:xfrm>
                <a:off x="181513" y="1918114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C320EC2-78A1-8C77-23A8-D345319B1F90}"/>
                  </a:ext>
                </a:extLst>
              </p:cNvPr>
              <p:cNvSpPr/>
              <p:nvPr/>
            </p:nvSpPr>
            <p:spPr>
              <a:xfrm>
                <a:off x="8230316" y="47302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40597B0C-F3D2-39AF-463D-9CF8A15E9E10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5531168D-D1EE-004B-F77F-B19530EF8D4D}"/>
                  </a:ext>
                </a:extLst>
              </p:cNvPr>
              <p:cNvSpPr/>
              <p:nvPr/>
            </p:nvSpPr>
            <p:spPr>
              <a:xfrm>
                <a:off x="254948" y="561662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4BFC5152-EBFA-BF1D-2C21-42967283F751}"/>
                  </a:ext>
                </a:extLst>
              </p:cNvPr>
              <p:cNvSpPr/>
              <p:nvPr/>
            </p:nvSpPr>
            <p:spPr>
              <a:xfrm>
                <a:off x="6865404" y="1241784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15541BEE-87FE-282B-F7A5-D5DFEEA04AB8}"/>
                  </a:ext>
                </a:extLst>
              </p:cNvPr>
              <p:cNvSpPr/>
              <p:nvPr/>
            </p:nvSpPr>
            <p:spPr>
              <a:xfrm>
                <a:off x="8131605" y="3191386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D9A9AB52-3325-6085-B607-C696468ACD07}"/>
                  </a:ext>
                </a:extLst>
              </p:cNvPr>
              <p:cNvSpPr/>
              <p:nvPr/>
            </p:nvSpPr>
            <p:spPr>
              <a:xfrm>
                <a:off x="255906" y="4041999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71E94DAE-F1ED-B1E4-546E-432C881DBA0D}"/>
                  </a:ext>
                </a:extLst>
              </p:cNvPr>
              <p:cNvSpPr/>
              <p:nvPr/>
            </p:nvSpPr>
            <p:spPr>
              <a:xfrm flipH="1">
                <a:off x="1005266" y="608857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B0E2781E-419C-6FEF-BFE9-45D70F270856}"/>
                  </a:ext>
                </a:extLst>
              </p:cNvPr>
              <p:cNvSpPr/>
              <p:nvPr/>
            </p:nvSpPr>
            <p:spPr>
              <a:xfrm>
                <a:off x="1259522" y="1136468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A32EA76-A4A1-7171-5D16-75AE85C53688}"/>
              </a:ext>
            </a:extLst>
          </p:cNvPr>
          <p:cNvGrpSpPr/>
          <p:nvPr/>
        </p:nvGrpSpPr>
        <p:grpSpPr>
          <a:xfrm>
            <a:off x="9078871" y="386956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B88E914-5018-4100-C910-C5F2B5821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DF1D91-AC12-93B4-2FB6-6A805C934B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8928C2D-344B-7312-0B59-967C9A6387B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D399DFB-0FD7-3074-2076-7D9E391B0EB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4234FD-6DCF-4926-862E-97EE4700884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E13B106D-3854-6E89-C763-8F1A18181CBC}"/>
              </a:ext>
            </a:extLst>
          </p:cNvPr>
          <p:cNvSpPr/>
          <p:nvPr/>
        </p:nvSpPr>
        <p:spPr>
          <a:xfrm>
            <a:off x="9311307" y="4271583"/>
            <a:ext cx="1656301" cy="914400"/>
          </a:xfrm>
          <a:prstGeom prst="parallelogram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#5</a:t>
            </a:r>
          </a:p>
        </p:txBody>
      </p:sp>
      <p:sp>
        <p:nvSpPr>
          <p:cNvPr id="58" name="Parallelogram 57">
            <a:extLst>
              <a:ext uri="{FF2B5EF4-FFF2-40B4-BE49-F238E27FC236}">
                <a16:creationId xmlns:a16="http://schemas.microsoft.com/office/drawing/2014/main" id="{0AEF68F7-B335-CA49-7DB6-427BA9D2F789}"/>
              </a:ext>
            </a:extLst>
          </p:cNvPr>
          <p:cNvSpPr/>
          <p:nvPr/>
        </p:nvSpPr>
        <p:spPr>
          <a:xfrm>
            <a:off x="9074752" y="5185983"/>
            <a:ext cx="3101294" cy="914400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pperplate Gothic Bold" panose="020E0705020206020404" pitchFamily="34" charset="0"/>
              </a:rPr>
              <a:t>ReactJs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1913DB-7350-8DD3-88A7-B561FBE2FC13}"/>
              </a:ext>
            </a:extLst>
          </p:cNvPr>
          <p:cNvSpPr/>
          <p:nvPr/>
        </p:nvSpPr>
        <p:spPr>
          <a:xfrm rot="20186118">
            <a:off x="7898199" y="1414407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/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738CF1-3326-0C1D-22F6-3220055ADA55}"/>
              </a:ext>
            </a:extLst>
          </p:cNvPr>
          <p:cNvSpPr/>
          <p:nvPr/>
        </p:nvSpPr>
        <p:spPr>
          <a:xfrm rot="1308130">
            <a:off x="6466240" y="5655770"/>
            <a:ext cx="927159" cy="680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3">
                    <a:lumMod val="75000"/>
                  </a:schemeClr>
                </a:solidFill>
                <a:latin typeface="Eras Bold ITC" panose="020B0907030504020204" pitchFamily="34" charset="0"/>
              </a:rPr>
              <a:t>&lt;/&gt;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Eras Bold ITC" panose="020B0907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1557710" y="2138995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6600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2400" i="1" dirty="0">
                <a:latin typeface="Kristen ITC" panose="03050502040202030202" pitchFamily="66" charset="0"/>
              </a:rPr>
              <a:t>Don’t forget to visit </a:t>
            </a:r>
            <a:br>
              <a:rPr lang="en-US" sz="6600" dirty="0">
                <a:latin typeface="Goudy Stout" panose="0202090407030B020401" pitchFamily="18" charset="0"/>
              </a:rPr>
            </a:br>
            <a:r>
              <a:rPr lang="en-US" sz="3600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</a:p>
        </p:txBody>
      </p:sp>
    </p:spTree>
    <p:extLst>
      <p:ext uri="{BB962C8B-B14F-4D97-AF65-F5344CB8AC3E}">
        <p14:creationId xmlns:p14="http://schemas.microsoft.com/office/powerpoint/2010/main" val="112880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5729</TotalTime>
  <Words>5149</Words>
  <Application>Microsoft Office PowerPoint</Application>
  <PresentationFormat>Widescreen</PresentationFormat>
  <Paragraphs>1918</Paragraphs>
  <Slides>78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1" baseType="lpstr">
      <vt:lpstr>Arial</vt:lpstr>
      <vt:lpstr>Bahnschrift</vt:lpstr>
      <vt:lpstr>Berlin Sans FB</vt:lpstr>
      <vt:lpstr>Berlin Sans FB Demi</vt:lpstr>
      <vt:lpstr>Calibri</vt:lpstr>
      <vt:lpstr>Calibri Light</vt:lpstr>
      <vt:lpstr>Consolas</vt:lpstr>
      <vt:lpstr>Copperplate Gothic Bold</vt:lpstr>
      <vt:lpstr>Eras Bold ITC</vt:lpstr>
      <vt:lpstr>Gill Sans MT</vt:lpstr>
      <vt:lpstr>Goudy Stout</vt:lpstr>
      <vt:lpstr>Kristen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TUF GAMING</dc:creator>
  <cp:lastModifiedBy>TUF GAMING</cp:lastModifiedBy>
  <cp:revision>153</cp:revision>
  <dcterms:created xsi:type="dcterms:W3CDTF">2025-11-04T03:39:38Z</dcterms:created>
  <dcterms:modified xsi:type="dcterms:W3CDTF">2026-01-29T08:23:08Z</dcterms:modified>
</cp:coreProperties>
</file>
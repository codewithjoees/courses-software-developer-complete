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387" r:id="rId3"/>
    <p:sldId id="386" r:id="rId4"/>
    <p:sldId id="388" r:id="rId5"/>
    <p:sldId id="389" r:id="rId6"/>
    <p:sldId id="390" r:id="rId7"/>
    <p:sldId id="391" r:id="rId8"/>
    <p:sldId id="392" r:id="rId9"/>
    <p:sldId id="393" r:id="rId10"/>
    <p:sldId id="394" r:id="rId11"/>
    <p:sldId id="396" r:id="rId12"/>
    <p:sldId id="397" r:id="rId13"/>
    <p:sldId id="398" r:id="rId14"/>
    <p:sldId id="395" r:id="rId15"/>
    <p:sldId id="401" r:id="rId16"/>
    <p:sldId id="402" r:id="rId17"/>
    <p:sldId id="399" r:id="rId18"/>
    <p:sldId id="403" r:id="rId19"/>
    <p:sldId id="404" r:id="rId20"/>
    <p:sldId id="405" r:id="rId21"/>
    <p:sldId id="406" r:id="rId22"/>
    <p:sldId id="407" r:id="rId23"/>
    <p:sldId id="408" r:id="rId24"/>
    <p:sldId id="409" r:id="rId25"/>
    <p:sldId id="410" r:id="rId26"/>
    <p:sldId id="411" r:id="rId27"/>
    <p:sldId id="400" r:id="rId28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9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25" autoAdjust="0"/>
    <p:restoredTop sz="94660"/>
  </p:normalViewPr>
  <p:slideViewPr>
    <p:cSldViewPr snapToGrid="0">
      <p:cViewPr>
        <p:scale>
          <a:sx n="75" d="100"/>
          <a:sy n="75" d="100"/>
        </p:scale>
        <p:origin x="389" y="-11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A39722-1826-40CF-BF8C-131C7B77064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AA439-7479-4F26-8C5D-4C662C69F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53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804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C9A39-835F-8F9C-4F07-D3F0ECA7B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703F6-554B-F761-BD52-AD6FC34280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27AD9A-268B-9462-B8E3-B8063221A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75470-893F-A189-A187-A6E72A52E8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021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557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5F947-429B-5B13-8B21-2B5397217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3D7301-CE5A-56E0-CDE2-6A65A1709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D357BC-9137-ECEF-D62C-3F5D3B0DF0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55A6B-D3F0-364B-0D5D-D284799293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16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53C72-2D3D-DFC1-1E61-12525C782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FC20AD-3237-B307-16F9-30715B34E7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E3F3C4-5CBA-708E-E813-A73C7FC231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38C86-936E-4BD7-6C20-1FA9F1C2C3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889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9C43C-C149-55EA-7FBD-5E52CCC59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0363AA-1C77-4055-0902-CC1E25613E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237D59-E874-BF73-004F-E515409D74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99AF0-091E-A557-1E98-61C1847FCF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878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B9C98-F5D4-451C-8D1E-1D22989B0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03B41A-3749-4DAA-30C5-7402B82F5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3F0E04-49CF-6039-DEF8-F21B5FCCE6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A6F72-ADA3-E377-3790-DAD8987186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6739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938A0-696F-7DE0-F94C-81207C41D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DD0518-F616-90FE-03B0-8370E96A72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0777F9-0E95-7BE2-82FA-08EACB7B9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5FDAE-E346-E304-4FEE-A29FFA8C7C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9701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3CE56-E373-CF04-F301-17149C141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923C41-75F5-B646-1308-9C3A0FB67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AB2AB6-0CDA-C76E-A769-3EF25430B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D82F3-0E6E-14FA-DA27-8A58D7CCB2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8891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FC9FC-9331-5235-7D22-F121BA785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FD03C6-2695-6905-59A4-A1BE2B25B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2F1E49-95E0-5254-982D-8FB64DC18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41833-E0CA-0934-5623-250C629E3C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9584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D8CF3-10CE-928D-F50C-0571E09D3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BF9283-E8CE-634B-AC8F-F6A9013BC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937A85-B2C4-A3AC-0328-B406ADFCCE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FC6EB-C49A-8747-A010-4CD58B3629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0877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A9337-38C7-CC13-5440-485084708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D54DCE-E928-70DD-2BA5-90CF4C1D2B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ECB689-4030-F2C6-6F08-A5AAB9E70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3D454-CE1A-4FD6-5702-F00FD59849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9146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5CAE6-5981-2E11-231D-2BE9E7E99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BFC46F-F2A0-EDF3-D009-1F9CEA6A8A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F9C1F6-6BBB-A488-D7E6-F8322354B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BF9F5-3ED1-4864-9227-DD1B66071E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1636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58C46-A131-DB12-B6E2-2966A9997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ECD41E-8117-CA33-4967-3989236DF1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EF03CD-2596-9284-30C2-59207B415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7CDC0-F272-0524-F21A-DA94F2D92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80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973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117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775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824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511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250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442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688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463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931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58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FF51B-7D6F-4CF9-A1E8-F4329305AAFA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853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15CE032A-D290-F436-A9F9-CF987079C703}"/>
              </a:ext>
            </a:extLst>
          </p:cNvPr>
          <p:cNvGrpSpPr/>
          <p:nvPr/>
        </p:nvGrpSpPr>
        <p:grpSpPr>
          <a:xfrm>
            <a:off x="195460" y="157485"/>
            <a:ext cx="6490472" cy="11774656"/>
            <a:chOff x="185856" y="-116554"/>
            <a:chExt cx="11538617" cy="20932717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A1D5BA6-6006-735F-F56F-284FFC742A99}"/>
                </a:ext>
              </a:extLst>
            </p:cNvPr>
            <p:cNvGrpSpPr/>
            <p:nvPr/>
          </p:nvGrpSpPr>
          <p:grpSpPr>
            <a:xfrm>
              <a:off x="185856" y="-116554"/>
              <a:ext cx="11538617" cy="843353"/>
              <a:chOff x="185856" y="-57562"/>
              <a:chExt cx="11538617" cy="84335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54CE34C-BCC5-8428-C9C4-FBA5FF739328}"/>
                  </a:ext>
                </a:extLst>
              </p:cNvPr>
              <p:cNvSpPr/>
              <p:nvPr/>
            </p:nvSpPr>
            <p:spPr>
              <a:xfrm>
                <a:off x="185856" y="-57562"/>
                <a:ext cx="11538617" cy="84335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818E4C5-0B2A-76F2-4617-F5EC1555543E}"/>
                  </a:ext>
                </a:extLst>
              </p:cNvPr>
              <p:cNvSpPr/>
              <p:nvPr/>
            </p:nvSpPr>
            <p:spPr>
              <a:xfrm>
                <a:off x="427122" y="140605"/>
                <a:ext cx="448000" cy="448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FF750DEF-F459-BAE6-A7EC-9DEC4CF73B03}"/>
                  </a:ext>
                </a:extLst>
              </p:cNvPr>
              <p:cNvSpPr/>
              <p:nvPr/>
            </p:nvSpPr>
            <p:spPr>
              <a:xfrm>
                <a:off x="1075072" y="140605"/>
                <a:ext cx="448000" cy="44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A588A40D-F6B3-58DA-F280-B2C2E8BFC4DB}"/>
                  </a:ext>
                </a:extLst>
              </p:cNvPr>
              <p:cNvSpPr/>
              <p:nvPr/>
            </p:nvSpPr>
            <p:spPr>
              <a:xfrm>
                <a:off x="1698549" y="140605"/>
                <a:ext cx="448000" cy="448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A2EFD40-CFFA-3856-068D-ED03CD125828}"/>
                </a:ext>
              </a:extLst>
            </p:cNvPr>
            <p:cNvGrpSpPr/>
            <p:nvPr/>
          </p:nvGrpSpPr>
          <p:grpSpPr>
            <a:xfrm>
              <a:off x="278721" y="1149298"/>
              <a:ext cx="11311305" cy="19666865"/>
              <a:chOff x="267766" y="1171056"/>
              <a:chExt cx="11311305" cy="19666865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581FC32-07A9-D27D-3819-5A2CC0B9D9A8}"/>
                  </a:ext>
                </a:extLst>
              </p:cNvPr>
              <p:cNvSpPr/>
              <p:nvPr/>
            </p:nvSpPr>
            <p:spPr>
              <a:xfrm>
                <a:off x="267766" y="1171056"/>
                <a:ext cx="11311305" cy="1966686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95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  <p:sp>
            <p:nvSpPr>
              <p:cNvPr id="38" name="Star: 4 Points 37">
                <a:extLst>
                  <a:ext uri="{FF2B5EF4-FFF2-40B4-BE49-F238E27FC236}">
                    <a16:creationId xmlns:a16="http://schemas.microsoft.com/office/drawing/2014/main" id="{0AFD7213-0818-4642-8579-D32799B04D79}"/>
                  </a:ext>
                </a:extLst>
              </p:cNvPr>
              <p:cNvSpPr/>
              <p:nvPr/>
            </p:nvSpPr>
            <p:spPr>
              <a:xfrm>
                <a:off x="1021270" y="1825147"/>
                <a:ext cx="1003618" cy="1577326"/>
              </a:xfrm>
              <a:prstGeom prst="star4">
                <a:avLst/>
              </a:prstGeom>
              <a:solidFill>
                <a:srgbClr val="FFC0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39" name="Star: 4 Points 38">
                <a:extLst>
                  <a:ext uri="{FF2B5EF4-FFF2-40B4-BE49-F238E27FC236}">
                    <a16:creationId xmlns:a16="http://schemas.microsoft.com/office/drawing/2014/main" id="{8B0B5542-F1DF-49AD-27FC-D9A65718E2B9}"/>
                  </a:ext>
                </a:extLst>
              </p:cNvPr>
              <p:cNvSpPr/>
              <p:nvPr/>
            </p:nvSpPr>
            <p:spPr>
              <a:xfrm>
                <a:off x="8230316" y="4730220"/>
                <a:ext cx="1994874" cy="1885090"/>
              </a:xfrm>
              <a:prstGeom prst="star4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0" name="Star: 5 Points 39">
                <a:extLst>
                  <a:ext uri="{FF2B5EF4-FFF2-40B4-BE49-F238E27FC236}">
                    <a16:creationId xmlns:a16="http://schemas.microsoft.com/office/drawing/2014/main" id="{BE24B3F0-F10C-936D-774E-5D5B0749F36D}"/>
                  </a:ext>
                </a:extLst>
              </p:cNvPr>
              <p:cNvSpPr/>
              <p:nvPr/>
            </p:nvSpPr>
            <p:spPr>
              <a:xfrm>
                <a:off x="5902088" y="3636379"/>
                <a:ext cx="558800" cy="471948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1" name="Star: 5 Points 40">
                <a:extLst>
                  <a:ext uri="{FF2B5EF4-FFF2-40B4-BE49-F238E27FC236}">
                    <a16:creationId xmlns:a16="http://schemas.microsoft.com/office/drawing/2014/main" id="{E1888422-8817-7119-1ED0-B3F9D7988431}"/>
                  </a:ext>
                </a:extLst>
              </p:cNvPr>
              <p:cNvSpPr/>
              <p:nvPr/>
            </p:nvSpPr>
            <p:spPr>
              <a:xfrm>
                <a:off x="4460845" y="15766235"/>
                <a:ext cx="1289804" cy="818085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2" name="Star: 5 Points 41">
                <a:extLst>
                  <a:ext uri="{FF2B5EF4-FFF2-40B4-BE49-F238E27FC236}">
                    <a16:creationId xmlns:a16="http://schemas.microsoft.com/office/drawing/2014/main" id="{2589ECA5-25A8-01BD-CC21-E905985F5C66}"/>
                  </a:ext>
                </a:extLst>
              </p:cNvPr>
              <p:cNvSpPr/>
              <p:nvPr/>
            </p:nvSpPr>
            <p:spPr>
              <a:xfrm>
                <a:off x="10116603" y="2406146"/>
                <a:ext cx="558800" cy="471948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  <p:sp>
            <p:nvSpPr>
              <p:cNvPr id="43" name="Star: 5 Points 42">
                <a:extLst>
                  <a:ext uri="{FF2B5EF4-FFF2-40B4-BE49-F238E27FC236}">
                    <a16:creationId xmlns:a16="http://schemas.microsoft.com/office/drawing/2014/main" id="{72A4F7B9-23B8-8335-A939-3123EE93179C}"/>
                  </a:ext>
                </a:extLst>
              </p:cNvPr>
              <p:cNvSpPr/>
              <p:nvPr/>
            </p:nvSpPr>
            <p:spPr>
              <a:xfrm>
                <a:off x="9557803" y="12252286"/>
                <a:ext cx="751211" cy="674875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  <p:sp>
            <p:nvSpPr>
              <p:cNvPr id="44" name="Star: 6 Points 43">
                <a:extLst>
                  <a:ext uri="{FF2B5EF4-FFF2-40B4-BE49-F238E27FC236}">
                    <a16:creationId xmlns:a16="http://schemas.microsoft.com/office/drawing/2014/main" id="{3DED364F-5220-0FD0-46E0-0B62D2DCE506}"/>
                  </a:ext>
                </a:extLst>
              </p:cNvPr>
              <p:cNvSpPr/>
              <p:nvPr/>
            </p:nvSpPr>
            <p:spPr>
              <a:xfrm>
                <a:off x="1131978" y="6219178"/>
                <a:ext cx="1003616" cy="1165742"/>
              </a:xfrm>
              <a:prstGeom prst="star6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5" name="Star: 6 Points 44">
                <a:extLst>
                  <a:ext uri="{FF2B5EF4-FFF2-40B4-BE49-F238E27FC236}">
                    <a16:creationId xmlns:a16="http://schemas.microsoft.com/office/drawing/2014/main" id="{B1B0944B-C0D7-3D1C-1478-94CA762AEE46}"/>
                  </a:ext>
                </a:extLst>
              </p:cNvPr>
              <p:cNvSpPr/>
              <p:nvPr/>
            </p:nvSpPr>
            <p:spPr>
              <a:xfrm flipH="1">
                <a:off x="1005266" y="14470573"/>
                <a:ext cx="938247" cy="1016078"/>
              </a:xfrm>
              <a:prstGeom prst="star6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6" name="Star: 4 Points 45">
                <a:extLst>
                  <a:ext uri="{FF2B5EF4-FFF2-40B4-BE49-F238E27FC236}">
                    <a16:creationId xmlns:a16="http://schemas.microsoft.com/office/drawing/2014/main" id="{C8A05DFA-F7BA-7DD2-F293-C8A049073BC3}"/>
                  </a:ext>
                </a:extLst>
              </p:cNvPr>
              <p:cNvSpPr/>
              <p:nvPr/>
            </p:nvSpPr>
            <p:spPr>
              <a:xfrm>
                <a:off x="7669697" y="2811079"/>
                <a:ext cx="1003618" cy="1177228"/>
              </a:xfrm>
              <a:prstGeom prst="star4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</p:grpSp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D1FC27B6-3175-E5EE-CBB8-165B6B6CFD3E}"/>
              </a:ext>
            </a:extLst>
          </p:cNvPr>
          <p:cNvSpPr/>
          <p:nvPr/>
        </p:nvSpPr>
        <p:spPr>
          <a:xfrm rot="20186118">
            <a:off x="3792133" y="10146950"/>
            <a:ext cx="885202" cy="667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2"/>
                </a:solidFill>
                <a:latin typeface="Eras Bold ITC" panose="020B0907030504020204" pitchFamily="34" charset="0"/>
              </a:rPr>
              <a:t>&lt;/&gt;</a:t>
            </a:r>
            <a:endParaRPr lang="en-US" sz="1200" dirty="0">
              <a:solidFill>
                <a:schemeClr val="accent2"/>
              </a:solidFill>
              <a:latin typeface="Eras Bold ITC" panose="020B0907030504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FCED4A5-83DE-003B-C124-CE31E8C86499}"/>
              </a:ext>
            </a:extLst>
          </p:cNvPr>
          <p:cNvSpPr/>
          <p:nvPr/>
        </p:nvSpPr>
        <p:spPr>
          <a:xfrm rot="1308130">
            <a:off x="4833825" y="11072369"/>
            <a:ext cx="1002031" cy="5163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6"/>
                </a:solidFill>
                <a:latin typeface="Eras Bold ITC" panose="020B0907030504020204" pitchFamily="34" charset="0"/>
              </a:rPr>
              <a:t>&lt;/&gt;</a:t>
            </a:r>
            <a:endParaRPr lang="en-US" sz="1100" dirty="0">
              <a:solidFill>
                <a:schemeClr val="accent6"/>
              </a:solidFill>
              <a:latin typeface="Eras Bold ITC" panose="020B0907030504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B014A1F-D3E9-85D5-CC94-7523A54C533E}"/>
              </a:ext>
            </a:extLst>
          </p:cNvPr>
          <p:cNvGrpSpPr/>
          <p:nvPr/>
        </p:nvGrpSpPr>
        <p:grpSpPr>
          <a:xfrm>
            <a:off x="952457" y="5866739"/>
            <a:ext cx="4976477" cy="1792895"/>
            <a:chOff x="586237" y="1789013"/>
            <a:chExt cx="8847070" cy="3187369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D808F76A-6D08-BB8B-17E3-190A77166CD4}"/>
                </a:ext>
              </a:extLst>
            </p:cNvPr>
            <p:cNvSpPr/>
            <p:nvPr/>
          </p:nvSpPr>
          <p:spPr>
            <a:xfrm>
              <a:off x="586237" y="1789013"/>
              <a:ext cx="8847070" cy="2030565"/>
            </a:xfrm>
            <a:prstGeom prst="roundRect">
              <a:avLst>
                <a:gd name="adj" fmla="val 0"/>
              </a:avLst>
            </a:prstGeom>
            <a:solidFill>
              <a:srgbClr val="FFF9A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0240FF"/>
                  </a:solidFill>
                  <a:latin typeface="Berlin Sans FB Demi" panose="020E0802020502020306" pitchFamily="34" charset="0"/>
                </a:rPr>
                <a:t>“ Learn Programming For Beginners – Free Full Course “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378BB3AA-8D2E-B871-644A-B927784C030D}"/>
                </a:ext>
              </a:extLst>
            </p:cNvPr>
            <p:cNvSpPr/>
            <p:nvPr/>
          </p:nvSpPr>
          <p:spPr>
            <a:xfrm>
              <a:off x="2618854" y="3890885"/>
              <a:ext cx="4760850" cy="1085497"/>
            </a:xfrm>
            <a:prstGeom prst="roundRect">
              <a:avLst>
                <a:gd name="adj" fmla="val 0"/>
              </a:avLst>
            </a:prstGeom>
            <a:solidFill>
              <a:srgbClr val="024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Berlin Sans FB Demi" panose="020E0802020502020306" pitchFamily="34" charset="0"/>
                </a:rPr>
                <a:t>#5 – </a:t>
              </a:r>
              <a:r>
                <a:rPr lang="en-US" sz="2800" b="1" dirty="0" err="1">
                  <a:solidFill>
                    <a:schemeClr val="bg1"/>
                  </a:solidFill>
                  <a:latin typeface="Berlin Sans FB Demi" panose="020E0802020502020306" pitchFamily="34" charset="0"/>
                </a:rPr>
                <a:t>ReactJs</a:t>
              </a:r>
              <a:r>
                <a:rPr lang="en-US" sz="2800" b="1" dirty="0">
                  <a:solidFill>
                    <a:schemeClr val="bg1"/>
                  </a:solidFill>
                  <a:latin typeface="Berlin Sans FB Demi" panose="020E0802020502020306" pitchFamily="34" charset="0"/>
                </a:rPr>
                <a:t> 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DEC2584-1DFF-53F6-57EC-F40CAFAF71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134" y="3190151"/>
            <a:ext cx="2445738" cy="234934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686355D-BE08-D612-3510-D70CE6C143C2}"/>
              </a:ext>
            </a:extLst>
          </p:cNvPr>
          <p:cNvSpPr/>
          <p:nvPr/>
        </p:nvSpPr>
        <p:spPr>
          <a:xfrm rot="20186118">
            <a:off x="906334" y="10861765"/>
            <a:ext cx="885202" cy="2983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2"/>
                </a:solidFill>
                <a:latin typeface="Eras Bold ITC" panose="020B0907030504020204" pitchFamily="34" charset="0"/>
              </a:rPr>
              <a:t>&lt;/&gt;</a:t>
            </a:r>
            <a:endParaRPr lang="en-US" sz="1050" dirty="0">
              <a:solidFill>
                <a:schemeClr val="accent2"/>
              </a:solidFill>
              <a:latin typeface="Eras Bold ITC" panose="020B0907030504020204" pitchFamily="34" charset="0"/>
            </a:endParaRPr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C0F4AB47-FBC3-8FCD-C96A-8DA48D78B77C}"/>
              </a:ext>
            </a:extLst>
          </p:cNvPr>
          <p:cNvSpPr/>
          <p:nvPr/>
        </p:nvSpPr>
        <p:spPr>
          <a:xfrm>
            <a:off x="2002232" y="1403232"/>
            <a:ext cx="838679" cy="66666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</p:spTree>
    <p:extLst>
      <p:ext uri="{BB962C8B-B14F-4D97-AF65-F5344CB8AC3E}">
        <p14:creationId xmlns:p14="http://schemas.microsoft.com/office/powerpoint/2010/main" val="2024695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D43F34-BF4E-10F9-AA6A-58CB033EA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658D970-C4DB-54B6-6DEF-5BD2C27ED7CC}"/>
              </a:ext>
            </a:extLst>
          </p:cNvPr>
          <p:cNvGrpSpPr/>
          <p:nvPr/>
        </p:nvGrpSpPr>
        <p:grpSpPr>
          <a:xfrm>
            <a:off x="195460" y="157485"/>
            <a:ext cx="6490472" cy="11774656"/>
            <a:chOff x="195460" y="157485"/>
            <a:chExt cx="6490472" cy="1177465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26901B1-AA1F-CBD3-8D71-0285C307F0E9}"/>
                </a:ext>
              </a:extLst>
            </p:cNvPr>
            <p:cNvGrpSpPr/>
            <p:nvPr/>
          </p:nvGrpSpPr>
          <p:grpSpPr>
            <a:xfrm>
              <a:off x="195460" y="157485"/>
              <a:ext cx="6490472" cy="474386"/>
              <a:chOff x="185856" y="-57562"/>
              <a:chExt cx="11538617" cy="84335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588B360-B1A3-84AF-4E02-9D7647025C4B}"/>
                  </a:ext>
                </a:extLst>
              </p:cNvPr>
              <p:cNvSpPr/>
              <p:nvPr/>
            </p:nvSpPr>
            <p:spPr>
              <a:xfrm>
                <a:off x="185856" y="-57562"/>
                <a:ext cx="11538617" cy="84335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FA2F62DA-DAB1-A2A2-A7B9-4BBFA69619C8}"/>
                  </a:ext>
                </a:extLst>
              </p:cNvPr>
              <p:cNvSpPr/>
              <p:nvPr/>
            </p:nvSpPr>
            <p:spPr>
              <a:xfrm>
                <a:off x="427122" y="140605"/>
                <a:ext cx="448000" cy="448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9C92583B-A3D4-4B95-80D4-4A8508534041}"/>
                  </a:ext>
                </a:extLst>
              </p:cNvPr>
              <p:cNvSpPr/>
              <p:nvPr/>
            </p:nvSpPr>
            <p:spPr>
              <a:xfrm>
                <a:off x="1075072" y="140605"/>
                <a:ext cx="448000" cy="44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CA847EE4-A0A1-4201-08F1-2A0D61ADF3F1}"/>
                  </a:ext>
                </a:extLst>
              </p:cNvPr>
              <p:cNvSpPr/>
              <p:nvPr/>
            </p:nvSpPr>
            <p:spPr>
              <a:xfrm>
                <a:off x="1698549" y="140605"/>
                <a:ext cx="448000" cy="448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F13350F-0F92-1054-EFC7-74A5FA65ABED}"/>
                </a:ext>
              </a:extLst>
            </p:cNvPr>
            <p:cNvSpPr/>
            <p:nvPr/>
          </p:nvSpPr>
          <p:spPr>
            <a:xfrm>
              <a:off x="247697" y="869527"/>
              <a:ext cx="6362609" cy="1106261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95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F5FD1373-033D-BDE7-97A6-9337821B9480}"/>
              </a:ext>
            </a:extLst>
          </p:cNvPr>
          <p:cNvSpPr/>
          <p:nvPr/>
        </p:nvSpPr>
        <p:spPr>
          <a:xfrm>
            <a:off x="452605" y="2685271"/>
            <a:ext cx="5471751" cy="7900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chemeClr val="tx1"/>
                </a:solidFill>
                <a:latin typeface="Gill Sans MT" panose="020B0502020104020203" pitchFamily="34" charset="0"/>
              </a:rPr>
              <a:t>ReactJs</a:t>
            </a:r>
            <a:r>
              <a:rPr lang="en-US" sz="2400" b="1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is a Front-end </a:t>
            </a:r>
            <a:r>
              <a:rPr lang="en-US" sz="2400" dirty="0" err="1">
                <a:solidFill>
                  <a:schemeClr val="tx1"/>
                </a:solidFill>
                <a:latin typeface="Gill Sans MT" panose="020B0502020104020203" pitchFamily="34" charset="0"/>
              </a:rPr>
              <a:t>Javascript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Library </a:t>
            </a:r>
            <a:endParaRPr lang="en-US" sz="400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479D47-9366-08E1-85C3-6BD84DFE827C}"/>
              </a:ext>
            </a:extLst>
          </p:cNvPr>
          <p:cNvSpPr/>
          <p:nvPr/>
        </p:nvSpPr>
        <p:spPr>
          <a:xfrm>
            <a:off x="452605" y="3577713"/>
            <a:ext cx="5841029" cy="10166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React is a </a:t>
            </a:r>
            <a:r>
              <a:rPr lang="en-US" sz="2400" dirty="0" err="1">
                <a:solidFill>
                  <a:schemeClr val="tx1"/>
                </a:solidFill>
                <a:latin typeface="Gill Sans MT" panose="020B0502020104020203" pitchFamily="34" charset="0"/>
              </a:rPr>
              <a:t>Javascript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library For building user interfaces</a:t>
            </a:r>
            <a:endParaRPr lang="en-US" sz="3600" b="1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42A609-8C60-25D3-A4DD-6EDA37E4085D}"/>
              </a:ext>
            </a:extLst>
          </p:cNvPr>
          <p:cNvSpPr/>
          <p:nvPr/>
        </p:nvSpPr>
        <p:spPr>
          <a:xfrm>
            <a:off x="452605" y="5892511"/>
            <a:ext cx="5070622" cy="10166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React was developed by the </a:t>
            </a:r>
            <a:r>
              <a:rPr lang="en-US" sz="2400" dirty="0" err="1">
                <a:solidFill>
                  <a:schemeClr val="tx1"/>
                </a:solidFill>
                <a:latin typeface="Gill Sans MT" panose="020B0502020104020203" pitchFamily="34" charset="0"/>
              </a:rPr>
              <a:t>facebook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software engineer Jordan Walke</a:t>
            </a:r>
            <a:endParaRPr lang="en-US" sz="3600" b="1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14EE70-F059-EA7B-B9A5-59EDD4AF9D4E}"/>
              </a:ext>
            </a:extLst>
          </p:cNvPr>
          <p:cNvSpPr/>
          <p:nvPr/>
        </p:nvSpPr>
        <p:spPr>
          <a:xfrm>
            <a:off x="452605" y="4713186"/>
            <a:ext cx="4944214" cy="10166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React allows us to create reusable UI components</a:t>
            </a:r>
            <a:endParaRPr lang="en-US" sz="3600" b="1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0328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985794-DCC0-C3B0-CB19-10BC7542E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745395D-1BEB-18A7-FDAF-CB9E3C0AEAF2}"/>
              </a:ext>
            </a:extLst>
          </p:cNvPr>
          <p:cNvGrpSpPr/>
          <p:nvPr/>
        </p:nvGrpSpPr>
        <p:grpSpPr>
          <a:xfrm>
            <a:off x="195460" y="157485"/>
            <a:ext cx="6490472" cy="11774656"/>
            <a:chOff x="195460" y="157485"/>
            <a:chExt cx="6490472" cy="1177465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E6C4FF0-6AF0-BEDE-D7EC-CB283D7F8E64}"/>
                </a:ext>
              </a:extLst>
            </p:cNvPr>
            <p:cNvGrpSpPr/>
            <p:nvPr/>
          </p:nvGrpSpPr>
          <p:grpSpPr>
            <a:xfrm>
              <a:off x="195460" y="157485"/>
              <a:ext cx="6490472" cy="474386"/>
              <a:chOff x="185856" y="-57562"/>
              <a:chExt cx="11538617" cy="84335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94050D43-B631-F372-7C3A-FD3BC65706ED}"/>
                  </a:ext>
                </a:extLst>
              </p:cNvPr>
              <p:cNvSpPr/>
              <p:nvPr/>
            </p:nvSpPr>
            <p:spPr>
              <a:xfrm>
                <a:off x="185856" y="-57562"/>
                <a:ext cx="11538617" cy="84335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A3689B31-F0B6-1232-F03D-2EBEF503C327}"/>
                  </a:ext>
                </a:extLst>
              </p:cNvPr>
              <p:cNvSpPr/>
              <p:nvPr/>
            </p:nvSpPr>
            <p:spPr>
              <a:xfrm>
                <a:off x="427122" y="140605"/>
                <a:ext cx="448000" cy="448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D7FBC5A-9E36-AC80-ACF2-0E4FE0EE165A}"/>
                  </a:ext>
                </a:extLst>
              </p:cNvPr>
              <p:cNvSpPr/>
              <p:nvPr/>
            </p:nvSpPr>
            <p:spPr>
              <a:xfrm>
                <a:off x="1075072" y="140605"/>
                <a:ext cx="448000" cy="44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6D7C5E93-AB28-F2A5-48EB-34A84F6DA9F6}"/>
                  </a:ext>
                </a:extLst>
              </p:cNvPr>
              <p:cNvSpPr/>
              <p:nvPr/>
            </p:nvSpPr>
            <p:spPr>
              <a:xfrm>
                <a:off x="1698549" y="140605"/>
                <a:ext cx="448000" cy="448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8379AD0-6770-B39C-F503-5A147B82585D}"/>
                </a:ext>
              </a:extLst>
            </p:cNvPr>
            <p:cNvSpPr/>
            <p:nvPr/>
          </p:nvSpPr>
          <p:spPr>
            <a:xfrm>
              <a:off x="247697" y="869527"/>
              <a:ext cx="6362609" cy="1106261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95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38E8A2F9-B16A-2421-EC22-5F186E15D270}"/>
              </a:ext>
            </a:extLst>
          </p:cNvPr>
          <p:cNvSpPr/>
          <p:nvPr/>
        </p:nvSpPr>
        <p:spPr>
          <a:xfrm>
            <a:off x="583172" y="2161925"/>
            <a:ext cx="5642012" cy="5219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Javacsript</a:t>
            </a:r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CD5173-B291-E8F5-510A-CE13BC969782}"/>
              </a:ext>
            </a:extLst>
          </p:cNvPr>
          <p:cNvSpPr/>
          <p:nvPr/>
        </p:nvSpPr>
        <p:spPr>
          <a:xfrm>
            <a:off x="583172" y="2986934"/>
            <a:ext cx="5642012" cy="5219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Small Project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8FDD76-EBF9-3A16-55C9-D7B30E8A29C2}"/>
              </a:ext>
            </a:extLst>
          </p:cNvPr>
          <p:cNvSpPr/>
          <p:nvPr/>
        </p:nvSpPr>
        <p:spPr>
          <a:xfrm>
            <a:off x="583172" y="3574393"/>
            <a:ext cx="5642012" cy="6040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Structure Free prone to mess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2EEF79-C27B-B18C-8644-AC5C1EF7FE8D}"/>
              </a:ext>
            </a:extLst>
          </p:cNvPr>
          <p:cNvSpPr/>
          <p:nvPr/>
        </p:nvSpPr>
        <p:spPr>
          <a:xfrm>
            <a:off x="583172" y="4243955"/>
            <a:ext cx="5642012" cy="837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Changes Element manually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97B5B8-F596-7C53-EFD4-D07AF0E03233}"/>
              </a:ext>
            </a:extLst>
          </p:cNvPr>
          <p:cNvCxnSpPr>
            <a:cxnSpLocks/>
          </p:cNvCxnSpPr>
          <p:nvPr/>
        </p:nvCxnSpPr>
        <p:spPr>
          <a:xfrm>
            <a:off x="947644" y="6025194"/>
            <a:ext cx="507258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A04E950-B94F-4D90-0287-141C08D85AE0}"/>
              </a:ext>
            </a:extLst>
          </p:cNvPr>
          <p:cNvSpPr/>
          <p:nvPr/>
        </p:nvSpPr>
        <p:spPr>
          <a:xfrm>
            <a:off x="583171" y="6598132"/>
            <a:ext cx="5642011" cy="55525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Reactjs</a:t>
            </a:r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B995CB-2DB8-8323-7F37-AC4A597AA3DE}"/>
              </a:ext>
            </a:extLst>
          </p:cNvPr>
          <p:cNvSpPr/>
          <p:nvPr/>
        </p:nvSpPr>
        <p:spPr>
          <a:xfrm>
            <a:off x="583171" y="7532264"/>
            <a:ext cx="5642010" cy="6040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Large Project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636782-D0CD-8721-1B29-8298482385A9}"/>
              </a:ext>
            </a:extLst>
          </p:cNvPr>
          <p:cNvSpPr/>
          <p:nvPr/>
        </p:nvSpPr>
        <p:spPr>
          <a:xfrm>
            <a:off x="583171" y="8254094"/>
            <a:ext cx="5642010" cy="7414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Structure by Component leads to neat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51D341-D834-5620-F0D3-2865C4927128}"/>
              </a:ext>
            </a:extLst>
          </p:cNvPr>
          <p:cNvSpPr/>
          <p:nvPr/>
        </p:nvSpPr>
        <p:spPr>
          <a:xfrm>
            <a:off x="583171" y="9165632"/>
            <a:ext cx="5642010" cy="7414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Changes Element based On State</a:t>
            </a:r>
          </a:p>
        </p:txBody>
      </p:sp>
    </p:spTree>
    <p:extLst>
      <p:ext uri="{BB962C8B-B14F-4D97-AF65-F5344CB8AC3E}">
        <p14:creationId xmlns:p14="http://schemas.microsoft.com/office/powerpoint/2010/main" val="3919829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D0ED43-F63D-41B2-EAB2-288D96A26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E12C58E-8357-9C60-F40A-4A334661881B}"/>
              </a:ext>
            </a:extLst>
          </p:cNvPr>
          <p:cNvGrpSpPr/>
          <p:nvPr/>
        </p:nvGrpSpPr>
        <p:grpSpPr>
          <a:xfrm>
            <a:off x="195460" y="157485"/>
            <a:ext cx="6490472" cy="11774656"/>
            <a:chOff x="195460" y="157485"/>
            <a:chExt cx="6490472" cy="1177465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4046204-51F1-6661-5CED-C22513987156}"/>
                </a:ext>
              </a:extLst>
            </p:cNvPr>
            <p:cNvGrpSpPr/>
            <p:nvPr/>
          </p:nvGrpSpPr>
          <p:grpSpPr>
            <a:xfrm>
              <a:off x="195460" y="157485"/>
              <a:ext cx="6490472" cy="474386"/>
              <a:chOff x="185856" y="-57562"/>
              <a:chExt cx="11538617" cy="84335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BFF9D5E-4EF1-2C9A-7ABF-6921FD17F6BD}"/>
                  </a:ext>
                </a:extLst>
              </p:cNvPr>
              <p:cNvSpPr/>
              <p:nvPr/>
            </p:nvSpPr>
            <p:spPr>
              <a:xfrm>
                <a:off x="185856" y="-57562"/>
                <a:ext cx="11538617" cy="84335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5B582C80-11E3-0534-AA21-5FD456DB59BC}"/>
                  </a:ext>
                </a:extLst>
              </p:cNvPr>
              <p:cNvSpPr/>
              <p:nvPr/>
            </p:nvSpPr>
            <p:spPr>
              <a:xfrm>
                <a:off x="427122" y="140605"/>
                <a:ext cx="448000" cy="448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33D00847-ECBA-1D37-1ACF-3CDF6E8E4B96}"/>
                  </a:ext>
                </a:extLst>
              </p:cNvPr>
              <p:cNvSpPr/>
              <p:nvPr/>
            </p:nvSpPr>
            <p:spPr>
              <a:xfrm>
                <a:off x="1075072" y="140605"/>
                <a:ext cx="448000" cy="44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94AE9F8-17F5-17B0-EBB3-19257E2A4D82}"/>
                  </a:ext>
                </a:extLst>
              </p:cNvPr>
              <p:cNvSpPr/>
              <p:nvPr/>
            </p:nvSpPr>
            <p:spPr>
              <a:xfrm>
                <a:off x="1698549" y="140605"/>
                <a:ext cx="448000" cy="448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12F78C5-C761-01D3-3DDB-1C810AB44DC9}"/>
                </a:ext>
              </a:extLst>
            </p:cNvPr>
            <p:cNvSpPr/>
            <p:nvPr/>
          </p:nvSpPr>
          <p:spPr>
            <a:xfrm>
              <a:off x="247697" y="869527"/>
              <a:ext cx="6362609" cy="1106261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95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57DAC8D-0117-1FED-6A2F-CC412787CCED}"/>
              </a:ext>
            </a:extLst>
          </p:cNvPr>
          <p:cNvGrpSpPr/>
          <p:nvPr/>
        </p:nvGrpSpPr>
        <p:grpSpPr>
          <a:xfrm>
            <a:off x="1046350" y="1276302"/>
            <a:ext cx="2975854" cy="5687206"/>
            <a:chOff x="356739" y="1048839"/>
            <a:chExt cx="5290405" cy="1011058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6A5D5C8-5A64-215E-C89E-96F98B2D03A4}"/>
                </a:ext>
              </a:extLst>
            </p:cNvPr>
            <p:cNvSpPr/>
            <p:nvPr/>
          </p:nvSpPr>
          <p:spPr>
            <a:xfrm>
              <a:off x="356739" y="1117598"/>
              <a:ext cx="5290405" cy="1004183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>
                <a:solidFill>
                  <a:schemeClr val="tx1"/>
                </a:solidFill>
                <a:latin typeface="Berlin Sans FB" panose="020E0602020502020306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3217562-8D1A-AD6A-0E4A-562E264CFCD5}"/>
                </a:ext>
              </a:extLst>
            </p:cNvPr>
            <p:cNvSpPr txBox="1"/>
            <p:nvPr/>
          </p:nvSpPr>
          <p:spPr>
            <a:xfrm>
              <a:off x="414046" y="1048839"/>
              <a:ext cx="3123932" cy="8207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Berlin Sans FB" panose="020E0602020502020306" pitchFamily="34" charset="0"/>
                </a:rPr>
                <a:t>your-project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1E9E5EA-2081-23A4-C3C7-03450CF774A6}"/>
                </a:ext>
              </a:extLst>
            </p:cNvPr>
            <p:cNvSpPr txBox="1"/>
            <p:nvPr/>
          </p:nvSpPr>
          <p:spPr>
            <a:xfrm>
              <a:off x="495900" y="1511861"/>
              <a:ext cx="3651140" cy="8207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>
                  <a:solidFill>
                    <a:schemeClr val="bg1">
                      <a:lumMod val="65000"/>
                    </a:schemeClr>
                  </a:solidFill>
                </a:rPr>
                <a:t>node_modules</a:t>
              </a:r>
              <a:endParaRPr lang="en-US" sz="2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850B2C0-E6C8-21B9-5306-A0C738D38CFF}"/>
                </a:ext>
              </a:extLst>
            </p:cNvPr>
            <p:cNvSpPr txBox="1"/>
            <p:nvPr/>
          </p:nvSpPr>
          <p:spPr>
            <a:xfrm>
              <a:off x="480415" y="1913411"/>
              <a:ext cx="1673391" cy="8207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public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C847C02-425A-73D2-8319-2CA0E9D9C834}"/>
                </a:ext>
              </a:extLst>
            </p:cNvPr>
            <p:cNvSpPr txBox="1"/>
            <p:nvPr/>
          </p:nvSpPr>
          <p:spPr>
            <a:xfrm>
              <a:off x="495900" y="2372123"/>
              <a:ext cx="955818" cy="8207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src</a:t>
              </a:r>
              <a:endParaRPr lang="en-US" sz="24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CEA62DD-79E4-9F62-C157-9CC284192DEF}"/>
                </a:ext>
              </a:extLst>
            </p:cNvPr>
            <p:cNvSpPr txBox="1"/>
            <p:nvPr/>
          </p:nvSpPr>
          <p:spPr>
            <a:xfrm>
              <a:off x="587603" y="2820217"/>
              <a:ext cx="3094294" cy="8207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components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4E18BA4-D84C-6525-C130-A1952EE3AAA7}"/>
                </a:ext>
              </a:extLst>
            </p:cNvPr>
            <p:cNvSpPr txBox="1"/>
            <p:nvPr/>
          </p:nvSpPr>
          <p:spPr>
            <a:xfrm>
              <a:off x="839514" y="3336533"/>
              <a:ext cx="2064611" cy="8207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Card.jsx</a:t>
              </a:r>
              <a:endParaRPr lang="en-US" sz="24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3B599CF-0088-F900-3A83-DE7B11AF4599}"/>
                </a:ext>
              </a:extLst>
            </p:cNvPr>
            <p:cNvSpPr txBox="1"/>
            <p:nvPr/>
          </p:nvSpPr>
          <p:spPr>
            <a:xfrm>
              <a:off x="884209" y="4406891"/>
              <a:ext cx="2223172" cy="8207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Input.jsx</a:t>
              </a:r>
              <a:endParaRPr lang="en-US" sz="24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060E436-2874-EA21-1B60-C33394EAC189}"/>
                </a:ext>
              </a:extLst>
            </p:cNvPr>
            <p:cNvSpPr txBox="1"/>
            <p:nvPr/>
          </p:nvSpPr>
          <p:spPr>
            <a:xfrm>
              <a:off x="839514" y="3890574"/>
              <a:ext cx="2552036" cy="8207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Button.jsx</a:t>
              </a:r>
              <a:endParaRPr lang="en-US" sz="24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7B75204-72A3-5C08-7311-9D6779DC2D2D}"/>
                </a:ext>
              </a:extLst>
            </p:cNvPr>
            <p:cNvSpPr txBox="1"/>
            <p:nvPr/>
          </p:nvSpPr>
          <p:spPr>
            <a:xfrm>
              <a:off x="600040" y="4976037"/>
              <a:ext cx="2154662" cy="8207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features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0C85FC0-ADD0-AEBF-B6D6-E1221D6AB27E}"/>
                </a:ext>
              </a:extLst>
            </p:cNvPr>
            <p:cNvSpPr txBox="1"/>
            <p:nvPr/>
          </p:nvSpPr>
          <p:spPr>
            <a:xfrm>
              <a:off x="839514" y="7720148"/>
              <a:ext cx="1357068" cy="8207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User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4C0A0BE-2274-7733-1E15-7A3B157DB455}"/>
                </a:ext>
              </a:extLst>
            </p:cNvPr>
            <p:cNvSpPr txBox="1"/>
            <p:nvPr/>
          </p:nvSpPr>
          <p:spPr>
            <a:xfrm>
              <a:off x="884209" y="9342139"/>
              <a:ext cx="2151928" cy="8207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main.jsx</a:t>
              </a:r>
              <a:endParaRPr lang="en-US" sz="24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84AC7BA-92EB-E05F-49C8-8DD961BAE975}"/>
                </a:ext>
              </a:extLst>
            </p:cNvPr>
            <p:cNvSpPr txBox="1"/>
            <p:nvPr/>
          </p:nvSpPr>
          <p:spPr>
            <a:xfrm>
              <a:off x="854776" y="9931693"/>
              <a:ext cx="3406402" cy="8207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packages.json</a:t>
              </a:r>
              <a:endParaRPr lang="en-US" sz="24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26017C9-98A1-6B1B-AF86-D778D19EE9A8}"/>
                </a:ext>
              </a:extLst>
            </p:cNvPr>
            <p:cNvSpPr txBox="1"/>
            <p:nvPr/>
          </p:nvSpPr>
          <p:spPr>
            <a:xfrm>
              <a:off x="764099" y="5545184"/>
              <a:ext cx="1074481" cy="8207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List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AFC7615-5A09-C4B9-68F5-E9D6488D4067}"/>
                </a:ext>
              </a:extLst>
            </p:cNvPr>
            <p:cNvSpPr txBox="1"/>
            <p:nvPr/>
          </p:nvSpPr>
          <p:spPr>
            <a:xfrm>
              <a:off x="1082145" y="8235910"/>
              <a:ext cx="2228872" cy="8207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Login.jsx</a:t>
              </a:r>
              <a:endParaRPr lang="en-US" sz="24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3978A39-2014-7497-3078-0DB996EA0FA6}"/>
                </a:ext>
              </a:extLst>
            </p:cNvPr>
            <p:cNvSpPr txBox="1"/>
            <p:nvPr/>
          </p:nvSpPr>
          <p:spPr>
            <a:xfrm>
              <a:off x="1082145" y="8782267"/>
              <a:ext cx="2776258" cy="8207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Register.jsx</a:t>
              </a:r>
              <a:endParaRPr lang="en-US" sz="24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3DA31B6-52F8-9395-7AB1-9A5E3322C281}"/>
                </a:ext>
              </a:extLst>
            </p:cNvPr>
            <p:cNvSpPr txBox="1"/>
            <p:nvPr/>
          </p:nvSpPr>
          <p:spPr>
            <a:xfrm>
              <a:off x="1059732" y="6065538"/>
              <a:ext cx="2853658" cy="7113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List-</a:t>
              </a:r>
              <a:r>
                <a:rPr lang="en-US" sz="2000" dirty="0" err="1"/>
                <a:t>create.jsx</a:t>
              </a:r>
              <a:endParaRPr lang="en-US" sz="20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B9336C7-627A-2F71-8751-B828588EDA88}"/>
                </a:ext>
              </a:extLst>
            </p:cNvPr>
            <p:cNvSpPr txBox="1"/>
            <p:nvPr/>
          </p:nvSpPr>
          <p:spPr>
            <a:xfrm>
              <a:off x="1059732" y="6505783"/>
              <a:ext cx="2996489" cy="7113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List-</a:t>
              </a:r>
              <a:r>
                <a:rPr lang="en-US" sz="2000" dirty="0" err="1"/>
                <a:t>update.jsx</a:t>
              </a:r>
              <a:endParaRPr lang="en-US" sz="20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173EDE9-8570-EA2C-62CE-1D61F9F9F1E6}"/>
                </a:ext>
              </a:extLst>
            </p:cNvPr>
            <p:cNvSpPr txBox="1"/>
            <p:nvPr/>
          </p:nvSpPr>
          <p:spPr>
            <a:xfrm>
              <a:off x="1061930" y="6903447"/>
              <a:ext cx="2526502" cy="7113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List-</a:t>
              </a:r>
              <a:r>
                <a:rPr lang="en-US" sz="2000" dirty="0" err="1"/>
                <a:t>read.jsx</a:t>
              </a:r>
              <a:endParaRPr lang="en-US" sz="20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FA0D676-CA3E-6D44-42E8-C8900B3C8E81}"/>
                </a:ext>
              </a:extLst>
            </p:cNvPr>
            <p:cNvSpPr txBox="1"/>
            <p:nvPr/>
          </p:nvSpPr>
          <p:spPr>
            <a:xfrm>
              <a:off x="1029880" y="7342848"/>
              <a:ext cx="2861524" cy="7113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List-</a:t>
              </a:r>
              <a:r>
                <a:rPr lang="en-US" sz="2000" dirty="0" err="1"/>
                <a:t>delete.jsx</a:t>
              </a:r>
              <a:endParaRPr lang="en-US" sz="2000" dirty="0"/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60056405-C58E-5D25-0DE9-C3823683D91C}"/>
              </a:ext>
            </a:extLst>
          </p:cNvPr>
          <p:cNvSpPr txBox="1"/>
          <p:nvPr/>
        </p:nvSpPr>
        <p:spPr>
          <a:xfrm>
            <a:off x="947644" y="922649"/>
            <a:ext cx="12600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highlight>
                  <a:srgbClr val="FFFF00"/>
                </a:highlight>
              </a:rPr>
              <a:t>with-react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6F713647-0967-CE80-C9F2-D34A76A1B42C}"/>
              </a:ext>
            </a:extLst>
          </p:cNvPr>
          <p:cNvGrpSpPr/>
          <p:nvPr/>
        </p:nvGrpSpPr>
        <p:grpSpPr>
          <a:xfrm>
            <a:off x="3751070" y="4353280"/>
            <a:ext cx="754716" cy="1049040"/>
            <a:chOff x="3260903" y="3880478"/>
            <a:chExt cx="1341718" cy="1864959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988506CB-E4B4-9AF8-7C47-7A15D47CAB64}"/>
                </a:ext>
              </a:extLst>
            </p:cNvPr>
            <p:cNvSpPr/>
            <p:nvPr/>
          </p:nvSpPr>
          <p:spPr>
            <a:xfrm rot="18148978">
              <a:off x="3583363" y="4867128"/>
              <a:ext cx="269479" cy="914400"/>
            </a:xfrm>
            <a:prstGeom prst="rect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33BD89AC-8CE0-C58F-2C19-D397405E30CF}"/>
                </a:ext>
              </a:extLst>
            </p:cNvPr>
            <p:cNvSpPr/>
            <p:nvPr/>
          </p:nvSpPr>
          <p:spPr>
            <a:xfrm rot="2140250">
              <a:off x="4318386" y="3880478"/>
              <a:ext cx="284235" cy="1864959"/>
            </a:xfrm>
            <a:prstGeom prst="rect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153A4A7-3291-C036-2801-2A0458A867C5}"/>
              </a:ext>
            </a:extLst>
          </p:cNvPr>
          <p:cNvGrpSpPr/>
          <p:nvPr/>
        </p:nvGrpSpPr>
        <p:grpSpPr>
          <a:xfrm>
            <a:off x="928524" y="7513029"/>
            <a:ext cx="2500476" cy="2677601"/>
            <a:chOff x="2708132" y="8300279"/>
            <a:chExt cx="2500476" cy="2677601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88A14964-12CE-BEC7-FCF2-D67DD8A04DAC}"/>
                </a:ext>
              </a:extLst>
            </p:cNvPr>
            <p:cNvSpPr txBox="1"/>
            <p:nvPr/>
          </p:nvSpPr>
          <p:spPr>
            <a:xfrm>
              <a:off x="2708132" y="8300279"/>
              <a:ext cx="1897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highlight>
                    <a:srgbClr val="FFFF00"/>
                  </a:highlight>
                </a:rPr>
                <a:t>without-react</a:t>
              </a:r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AC98D76B-F293-3EF3-D492-389B3A817FC6}"/>
                </a:ext>
              </a:extLst>
            </p:cNvPr>
            <p:cNvGrpSpPr/>
            <p:nvPr/>
          </p:nvGrpSpPr>
          <p:grpSpPr>
            <a:xfrm>
              <a:off x="2753431" y="8703012"/>
              <a:ext cx="2455177" cy="2274868"/>
              <a:chOff x="4984823" y="1036556"/>
              <a:chExt cx="4364760" cy="4044206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AAB1CCB-04E4-BB2B-6708-7F7A6407F1E7}"/>
                  </a:ext>
                </a:extLst>
              </p:cNvPr>
              <p:cNvSpPr/>
              <p:nvPr/>
            </p:nvSpPr>
            <p:spPr>
              <a:xfrm>
                <a:off x="4984823" y="1105319"/>
                <a:ext cx="4364760" cy="397544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E6B5AA6-1EDF-5288-86E0-7E6151CDA396}"/>
                  </a:ext>
                </a:extLst>
              </p:cNvPr>
              <p:cNvSpPr txBox="1"/>
              <p:nvPr/>
            </p:nvSpPr>
            <p:spPr>
              <a:xfrm>
                <a:off x="5042130" y="1036556"/>
                <a:ext cx="3123933" cy="8207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Berlin Sans FB" panose="020E0602020502020306" pitchFamily="34" charset="0"/>
                  </a:rPr>
                  <a:t>your-project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8729D43-42F6-8B64-0ACE-4C6735A02511}"/>
                  </a:ext>
                </a:extLst>
              </p:cNvPr>
              <p:cNvSpPr txBox="1"/>
              <p:nvPr/>
            </p:nvSpPr>
            <p:spPr>
              <a:xfrm>
                <a:off x="5158247" y="1677631"/>
                <a:ext cx="2705814" cy="8207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Index.html</a:t>
                </a:r>
                <a:endParaRPr lang="en-US" sz="1600" dirty="0"/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5109610-AD44-0F0C-E937-1645BABA81E1}"/>
                  </a:ext>
                </a:extLst>
              </p:cNvPr>
              <p:cNvSpPr txBox="1"/>
              <p:nvPr/>
            </p:nvSpPr>
            <p:spPr>
              <a:xfrm>
                <a:off x="5158793" y="2226295"/>
                <a:ext cx="2160251" cy="8207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style.css</a:t>
                </a:r>
                <a:endParaRPr lang="en-US" sz="1600" dirty="0"/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216B580E-527C-ADAA-FD11-EAD3C89F8C4F}"/>
                  </a:ext>
                </a:extLst>
              </p:cNvPr>
              <p:cNvSpPr txBox="1"/>
              <p:nvPr/>
            </p:nvSpPr>
            <p:spPr>
              <a:xfrm>
                <a:off x="5192985" y="2893648"/>
                <a:ext cx="1647746" cy="8207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app.js</a:t>
                </a:r>
                <a:endParaRPr lang="en-US" sz="1600" dirty="0"/>
              </a:p>
            </p:txBody>
          </p:sp>
        </p:grp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59B7A314-0E5A-3B57-E4C6-02AE23572974}"/>
              </a:ext>
            </a:extLst>
          </p:cNvPr>
          <p:cNvSpPr txBox="1"/>
          <p:nvPr/>
        </p:nvSpPr>
        <p:spPr>
          <a:xfrm rot="20216187">
            <a:off x="2621442" y="9346121"/>
            <a:ext cx="166584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Berlin Sans FB" panose="020E0602020502020306" pitchFamily="34" charset="0"/>
              </a:rPr>
              <a:t>Packages ??</a:t>
            </a:r>
          </a:p>
          <a:p>
            <a:r>
              <a:rPr lang="en-US" sz="2200" dirty="0">
                <a:latin typeface="Berlin Sans FB" panose="020E0602020502020306" pitchFamily="34" charset="0"/>
              </a:rPr>
              <a:t>Structure ???</a:t>
            </a:r>
          </a:p>
        </p:txBody>
      </p:sp>
    </p:spTree>
    <p:extLst>
      <p:ext uri="{BB962C8B-B14F-4D97-AF65-F5344CB8AC3E}">
        <p14:creationId xmlns:p14="http://schemas.microsoft.com/office/powerpoint/2010/main" val="2697975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93158A-099D-DE6C-B6C9-52674EF54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114B2C3-28E3-46E0-AE48-C612811CB8CF}"/>
              </a:ext>
            </a:extLst>
          </p:cNvPr>
          <p:cNvGrpSpPr/>
          <p:nvPr/>
        </p:nvGrpSpPr>
        <p:grpSpPr>
          <a:xfrm>
            <a:off x="195460" y="157485"/>
            <a:ext cx="6490472" cy="11774656"/>
            <a:chOff x="195460" y="157485"/>
            <a:chExt cx="6490472" cy="1177465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20221D6-CC4F-142A-24E5-CE60F991959F}"/>
                </a:ext>
              </a:extLst>
            </p:cNvPr>
            <p:cNvGrpSpPr/>
            <p:nvPr/>
          </p:nvGrpSpPr>
          <p:grpSpPr>
            <a:xfrm>
              <a:off x="195460" y="157485"/>
              <a:ext cx="6490472" cy="474386"/>
              <a:chOff x="185856" y="-57562"/>
              <a:chExt cx="11538617" cy="84335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90E144B6-0985-6053-35C6-FC69DB65608C}"/>
                  </a:ext>
                </a:extLst>
              </p:cNvPr>
              <p:cNvSpPr/>
              <p:nvPr/>
            </p:nvSpPr>
            <p:spPr>
              <a:xfrm>
                <a:off x="185856" y="-57562"/>
                <a:ext cx="11538617" cy="84335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F6E37672-8E24-FC41-6B80-80A9A679CA7F}"/>
                  </a:ext>
                </a:extLst>
              </p:cNvPr>
              <p:cNvSpPr/>
              <p:nvPr/>
            </p:nvSpPr>
            <p:spPr>
              <a:xfrm>
                <a:off x="427122" y="140605"/>
                <a:ext cx="448000" cy="448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01DDE66A-7B8A-32F8-A73F-46BDAF115F6F}"/>
                  </a:ext>
                </a:extLst>
              </p:cNvPr>
              <p:cNvSpPr/>
              <p:nvPr/>
            </p:nvSpPr>
            <p:spPr>
              <a:xfrm>
                <a:off x="1075072" y="140605"/>
                <a:ext cx="448000" cy="44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AAD2C8F-0CBE-0476-2542-9032BDC17B8B}"/>
                  </a:ext>
                </a:extLst>
              </p:cNvPr>
              <p:cNvSpPr/>
              <p:nvPr/>
            </p:nvSpPr>
            <p:spPr>
              <a:xfrm>
                <a:off x="1698549" y="140605"/>
                <a:ext cx="448000" cy="448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A70FA1F-BE56-A742-25CA-FBFE30D7A00B}"/>
                </a:ext>
              </a:extLst>
            </p:cNvPr>
            <p:cNvSpPr/>
            <p:nvPr/>
          </p:nvSpPr>
          <p:spPr>
            <a:xfrm>
              <a:off x="247697" y="869527"/>
              <a:ext cx="6362609" cy="1106261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95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5858DDD1-B979-F7FA-DF42-2BC1D4B04A98}"/>
              </a:ext>
            </a:extLst>
          </p:cNvPr>
          <p:cNvSpPr/>
          <p:nvPr/>
        </p:nvSpPr>
        <p:spPr>
          <a:xfrm>
            <a:off x="457172" y="1203364"/>
            <a:ext cx="1498758" cy="6408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React JSX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3DFC9F-F869-3EE6-E926-CAEA5BEC4B76}"/>
              </a:ext>
            </a:extLst>
          </p:cNvPr>
          <p:cNvSpPr/>
          <p:nvPr/>
        </p:nvSpPr>
        <p:spPr>
          <a:xfrm>
            <a:off x="457172" y="1943431"/>
            <a:ext cx="4127009" cy="6408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JSX stands for </a:t>
            </a:r>
            <a:r>
              <a:rPr lang="en-US" sz="2400" dirty="0" err="1">
                <a:solidFill>
                  <a:schemeClr val="tx1"/>
                </a:solidFill>
                <a:latin typeface="Gill Sans MT" panose="020B0502020104020203" pitchFamily="34" charset="0"/>
              </a:rPr>
              <a:t>Javascript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XML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30CD05-A94B-E30E-746A-059A5C171636}"/>
              </a:ext>
            </a:extLst>
          </p:cNvPr>
          <p:cNvSpPr/>
          <p:nvPr/>
        </p:nvSpPr>
        <p:spPr>
          <a:xfrm>
            <a:off x="457172" y="2683498"/>
            <a:ext cx="4991128" cy="76836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JSX allows us to write HTML in React 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CAB4EA-A2DB-BAF5-838E-5AA9E6DE747A}"/>
              </a:ext>
            </a:extLst>
          </p:cNvPr>
          <p:cNvSpPr/>
          <p:nvPr/>
        </p:nvSpPr>
        <p:spPr>
          <a:xfrm>
            <a:off x="457172" y="3542392"/>
            <a:ext cx="5573238" cy="69294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JSX works perfect inside react components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6DB524-B4B3-16F9-7B9E-BF74ABE850E4}"/>
              </a:ext>
            </a:extLst>
          </p:cNvPr>
          <p:cNvSpPr/>
          <p:nvPr/>
        </p:nvSpPr>
        <p:spPr>
          <a:xfrm>
            <a:off x="457172" y="5800297"/>
            <a:ext cx="5573238" cy="8466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React Components are like function that return HTML elements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43E252-D301-CBED-2054-16E50A7655EB}"/>
              </a:ext>
            </a:extLst>
          </p:cNvPr>
          <p:cNvSpPr/>
          <p:nvPr/>
        </p:nvSpPr>
        <p:spPr>
          <a:xfrm>
            <a:off x="457172" y="6719478"/>
            <a:ext cx="5760316" cy="6408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We can create react components with ES7 +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183724-C647-6F23-EECC-03C00377FE1D}"/>
              </a:ext>
            </a:extLst>
          </p:cNvPr>
          <p:cNvSpPr/>
          <p:nvPr/>
        </p:nvSpPr>
        <p:spPr>
          <a:xfrm>
            <a:off x="457172" y="4372816"/>
            <a:ext cx="4049913" cy="6525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With {} we can do operations</a:t>
            </a:r>
          </a:p>
        </p:txBody>
      </p:sp>
    </p:spTree>
    <p:extLst>
      <p:ext uri="{BB962C8B-B14F-4D97-AF65-F5344CB8AC3E}">
        <p14:creationId xmlns:p14="http://schemas.microsoft.com/office/powerpoint/2010/main" val="416042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32D16B-F98D-49D9-A980-D612FD1C2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5C9653A-DFEE-AF46-DDA5-8B7F72045FC4}"/>
              </a:ext>
            </a:extLst>
          </p:cNvPr>
          <p:cNvGrpSpPr/>
          <p:nvPr/>
        </p:nvGrpSpPr>
        <p:grpSpPr>
          <a:xfrm>
            <a:off x="195460" y="157485"/>
            <a:ext cx="6490472" cy="11774656"/>
            <a:chOff x="195460" y="157485"/>
            <a:chExt cx="6490472" cy="1177465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F24296C-A327-9C0C-CB4C-EB8AB99551C9}"/>
                </a:ext>
              </a:extLst>
            </p:cNvPr>
            <p:cNvGrpSpPr/>
            <p:nvPr/>
          </p:nvGrpSpPr>
          <p:grpSpPr>
            <a:xfrm>
              <a:off x="195460" y="157485"/>
              <a:ext cx="6490472" cy="474386"/>
              <a:chOff x="185856" y="-57562"/>
              <a:chExt cx="11538617" cy="84335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FB9A742-E045-B78A-A9BD-A082EA30BC07}"/>
                  </a:ext>
                </a:extLst>
              </p:cNvPr>
              <p:cNvSpPr/>
              <p:nvPr/>
            </p:nvSpPr>
            <p:spPr>
              <a:xfrm>
                <a:off x="185856" y="-57562"/>
                <a:ext cx="11538617" cy="84335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F1B1D32-E4CD-4066-076D-A0D9ACB9011E}"/>
                  </a:ext>
                </a:extLst>
              </p:cNvPr>
              <p:cNvSpPr/>
              <p:nvPr/>
            </p:nvSpPr>
            <p:spPr>
              <a:xfrm>
                <a:off x="427122" y="140605"/>
                <a:ext cx="448000" cy="448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EC829D6F-F510-355A-284F-821115A014D2}"/>
                  </a:ext>
                </a:extLst>
              </p:cNvPr>
              <p:cNvSpPr/>
              <p:nvPr/>
            </p:nvSpPr>
            <p:spPr>
              <a:xfrm>
                <a:off x="1075072" y="140605"/>
                <a:ext cx="448000" cy="44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E0C92CF-C862-42C4-A6CD-01640D8C5DFB}"/>
                  </a:ext>
                </a:extLst>
              </p:cNvPr>
              <p:cNvSpPr/>
              <p:nvPr/>
            </p:nvSpPr>
            <p:spPr>
              <a:xfrm>
                <a:off x="1698549" y="140605"/>
                <a:ext cx="448000" cy="448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9256502-55F2-F833-2149-F99B44F177E6}"/>
                </a:ext>
              </a:extLst>
            </p:cNvPr>
            <p:cNvSpPr/>
            <p:nvPr/>
          </p:nvSpPr>
          <p:spPr>
            <a:xfrm>
              <a:off x="247697" y="869527"/>
              <a:ext cx="6362609" cy="1106261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95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50A1AE8-054C-8664-4274-3F90A7F1C290}"/>
              </a:ext>
            </a:extLst>
          </p:cNvPr>
          <p:cNvGrpSpPr/>
          <p:nvPr/>
        </p:nvGrpSpPr>
        <p:grpSpPr>
          <a:xfrm>
            <a:off x="583172" y="3415782"/>
            <a:ext cx="4026470" cy="741120"/>
            <a:chOff x="526251" y="1373622"/>
            <a:chExt cx="4026470" cy="74112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A07584C-64DD-46A4-A5B7-A73521FE8C02}"/>
                </a:ext>
              </a:extLst>
            </p:cNvPr>
            <p:cNvSpPr/>
            <p:nvPr/>
          </p:nvSpPr>
          <p:spPr>
            <a:xfrm>
              <a:off x="526251" y="1373622"/>
              <a:ext cx="4026469" cy="7411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example">
              <a:extLst>
                <a:ext uri="{FF2B5EF4-FFF2-40B4-BE49-F238E27FC236}">
                  <a16:creationId xmlns:a16="http://schemas.microsoft.com/office/drawing/2014/main" id="{E930E8C1-CF13-4E1D-29E1-28F7A760D434}"/>
                </a:ext>
              </a:extLst>
            </p:cNvPr>
            <p:cNvSpPr txBox="1"/>
            <p:nvPr/>
          </p:nvSpPr>
          <p:spPr>
            <a:xfrm>
              <a:off x="583173" y="1516073"/>
              <a:ext cx="39695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  <a:latin typeface="Berlin Sans FB" panose="020E0602020502020306" pitchFamily="34" charset="0"/>
                </a:rPr>
                <a:t>Example React Components :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17A64CC-E130-C0BD-1901-DB4DA757E3CF}"/>
              </a:ext>
            </a:extLst>
          </p:cNvPr>
          <p:cNvGrpSpPr/>
          <p:nvPr/>
        </p:nvGrpSpPr>
        <p:grpSpPr>
          <a:xfrm>
            <a:off x="588825" y="4406255"/>
            <a:ext cx="5520919" cy="4036672"/>
            <a:chOff x="531904" y="2364095"/>
            <a:chExt cx="5520919" cy="403667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A95CB4A-3DA6-DACC-39BC-1FB8EF9745EC}"/>
                </a:ext>
              </a:extLst>
            </p:cNvPr>
            <p:cNvSpPr/>
            <p:nvPr/>
          </p:nvSpPr>
          <p:spPr>
            <a:xfrm>
              <a:off x="531904" y="2364095"/>
              <a:ext cx="5520919" cy="403667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CA8553B-8F81-2FBA-5DF3-92080C5E919D}"/>
                </a:ext>
              </a:extLst>
            </p:cNvPr>
            <p:cNvGrpSpPr/>
            <p:nvPr/>
          </p:nvGrpSpPr>
          <p:grpSpPr>
            <a:xfrm>
              <a:off x="695644" y="2618837"/>
              <a:ext cx="5059576" cy="3285927"/>
              <a:chOff x="357055" y="1562775"/>
              <a:chExt cx="5059576" cy="3285927"/>
            </a:xfrm>
          </p:grpSpPr>
          <p:sp>
            <p:nvSpPr>
              <p:cNvPr id="4" name="variable">
                <a:extLst>
                  <a:ext uri="{FF2B5EF4-FFF2-40B4-BE49-F238E27FC236}">
                    <a16:creationId xmlns:a16="http://schemas.microsoft.com/office/drawing/2014/main" id="{C7BF04D7-0100-EDB7-D06F-71D8986E04D1}"/>
                  </a:ext>
                </a:extLst>
              </p:cNvPr>
              <p:cNvSpPr txBox="1"/>
              <p:nvPr/>
            </p:nvSpPr>
            <p:spPr>
              <a:xfrm>
                <a:off x="381570" y="1562775"/>
                <a:ext cx="264086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rlin Sans FB" panose="020E0602020502020306" pitchFamily="34" charset="0"/>
                  </a:rPr>
                  <a:t>const paragraphs  =</a:t>
                </a:r>
              </a:p>
            </p:txBody>
          </p:sp>
          <p:sp>
            <p:nvSpPr>
              <p:cNvPr id="22" name="argument">
                <a:extLst>
                  <a:ext uri="{FF2B5EF4-FFF2-40B4-BE49-F238E27FC236}">
                    <a16:creationId xmlns:a16="http://schemas.microsoft.com/office/drawing/2014/main" id="{C19B30AA-F982-99BD-567A-6F5B1A9688BC}"/>
                  </a:ext>
                </a:extLst>
              </p:cNvPr>
              <p:cNvSpPr txBox="1"/>
              <p:nvPr/>
            </p:nvSpPr>
            <p:spPr>
              <a:xfrm>
                <a:off x="2950125" y="1575049"/>
                <a:ext cx="27019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Berlin Sans FB" panose="020E0602020502020306" pitchFamily="34" charset="0"/>
                  </a:rPr>
                  <a:t>(</a:t>
                </a:r>
                <a:endParaRPr lang="en-US" sz="2400" dirty="0"/>
              </a:p>
            </p:txBody>
          </p:sp>
          <p:sp>
            <p:nvSpPr>
              <p:cNvPr id="41" name="props">
                <a:extLst>
                  <a:ext uri="{FF2B5EF4-FFF2-40B4-BE49-F238E27FC236}">
                    <a16:creationId xmlns:a16="http://schemas.microsoft.com/office/drawing/2014/main" id="{07D16645-9FD5-2BF7-7ADB-E67E69A98E6F}"/>
                  </a:ext>
                </a:extLst>
              </p:cNvPr>
              <p:cNvSpPr txBox="1"/>
              <p:nvPr/>
            </p:nvSpPr>
            <p:spPr>
              <a:xfrm>
                <a:off x="3114368" y="1567162"/>
                <a:ext cx="91915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Berlin Sans FB" panose="020E0602020502020306" pitchFamily="34" charset="0"/>
                  </a:rPr>
                  <a:t>props</a:t>
                </a:r>
                <a:endParaRPr lang="en-US" sz="2400" dirty="0"/>
              </a:p>
            </p:txBody>
          </p:sp>
          <p:sp>
            <p:nvSpPr>
              <p:cNvPr id="2" name="argument-1">
                <a:extLst>
                  <a:ext uri="{FF2B5EF4-FFF2-40B4-BE49-F238E27FC236}">
                    <a16:creationId xmlns:a16="http://schemas.microsoft.com/office/drawing/2014/main" id="{B2E07E97-4014-7DE0-3434-7831DB1BCADC}"/>
                  </a:ext>
                </a:extLst>
              </p:cNvPr>
              <p:cNvSpPr txBox="1"/>
              <p:nvPr/>
            </p:nvSpPr>
            <p:spPr>
              <a:xfrm>
                <a:off x="3855259" y="1571105"/>
                <a:ext cx="27019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Berlin Sans FB" panose="020E0602020502020306" pitchFamily="34" charset="0"/>
                  </a:rPr>
                  <a:t>)</a:t>
                </a:r>
                <a:endParaRPr lang="en-US" sz="2400" dirty="0"/>
              </a:p>
            </p:txBody>
          </p:sp>
          <p:sp>
            <p:nvSpPr>
              <p:cNvPr id="21" name="arrow-function">
                <a:extLst>
                  <a:ext uri="{FF2B5EF4-FFF2-40B4-BE49-F238E27FC236}">
                    <a16:creationId xmlns:a16="http://schemas.microsoft.com/office/drawing/2014/main" id="{DE2DA654-9102-B262-AEBD-60BB0E5652E6}"/>
                  </a:ext>
                </a:extLst>
              </p:cNvPr>
              <p:cNvSpPr txBox="1"/>
              <p:nvPr/>
            </p:nvSpPr>
            <p:spPr>
              <a:xfrm>
                <a:off x="4147762" y="1571105"/>
                <a:ext cx="70407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Berlin Sans FB" panose="020E0602020502020306" pitchFamily="34" charset="0"/>
                  </a:rPr>
                  <a:t>=&gt; { </a:t>
                </a:r>
                <a:endParaRPr lang="en-US" sz="2400" dirty="0"/>
              </a:p>
            </p:txBody>
          </p:sp>
          <p:sp>
            <p:nvSpPr>
              <p:cNvPr id="23" name="return">
                <a:extLst>
                  <a:ext uri="{FF2B5EF4-FFF2-40B4-BE49-F238E27FC236}">
                    <a16:creationId xmlns:a16="http://schemas.microsoft.com/office/drawing/2014/main" id="{CBBD0AF2-F30B-DDC6-36A3-951941D1B58F}"/>
                  </a:ext>
                </a:extLst>
              </p:cNvPr>
              <p:cNvSpPr txBox="1"/>
              <p:nvPr/>
            </p:nvSpPr>
            <p:spPr>
              <a:xfrm>
                <a:off x="635980" y="1986340"/>
                <a:ext cx="10109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rlin Sans FB" panose="020E0602020502020306" pitchFamily="34" charset="0"/>
                  </a:rPr>
                  <a:t>return</a:t>
                </a:r>
              </a:p>
            </p:txBody>
          </p:sp>
          <p:sp>
            <p:nvSpPr>
              <p:cNvPr id="24" name="return-1">
                <a:extLst>
                  <a:ext uri="{FF2B5EF4-FFF2-40B4-BE49-F238E27FC236}">
                    <a16:creationId xmlns:a16="http://schemas.microsoft.com/office/drawing/2014/main" id="{18B79C2C-356E-C049-F244-E093D1997A30}"/>
                  </a:ext>
                </a:extLst>
              </p:cNvPr>
              <p:cNvSpPr txBox="1"/>
              <p:nvPr/>
            </p:nvSpPr>
            <p:spPr>
              <a:xfrm>
                <a:off x="1546864" y="1986339"/>
                <a:ext cx="2920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Berlin Sans FB" panose="020E0602020502020306" pitchFamily="34" charset="0"/>
                  </a:rPr>
                  <a:t>(</a:t>
                </a:r>
              </a:p>
            </p:txBody>
          </p:sp>
          <p:sp>
            <p:nvSpPr>
              <p:cNvPr id="27" name="fragment">
                <a:extLst>
                  <a:ext uri="{FF2B5EF4-FFF2-40B4-BE49-F238E27FC236}">
                    <a16:creationId xmlns:a16="http://schemas.microsoft.com/office/drawing/2014/main" id="{2A2DBFA1-8ABA-5169-3270-592C2BC45FBF}"/>
                  </a:ext>
                </a:extLst>
              </p:cNvPr>
              <p:cNvSpPr txBox="1"/>
              <p:nvPr/>
            </p:nvSpPr>
            <p:spPr>
              <a:xfrm>
                <a:off x="841295" y="2416879"/>
                <a:ext cx="7970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Berlin Sans FB" panose="020E0602020502020306" pitchFamily="34" charset="0"/>
                  </a:rPr>
                  <a:t>&lt;div&gt;</a:t>
                </a:r>
              </a:p>
            </p:txBody>
          </p:sp>
          <p:sp>
            <p:nvSpPr>
              <p:cNvPr id="26" name="p">
                <a:extLst>
                  <a:ext uri="{FF2B5EF4-FFF2-40B4-BE49-F238E27FC236}">
                    <a16:creationId xmlns:a16="http://schemas.microsoft.com/office/drawing/2014/main" id="{4AE0CDD0-3787-2C8D-D86A-F7361FDE2085}"/>
                  </a:ext>
                </a:extLst>
              </p:cNvPr>
              <p:cNvSpPr txBox="1"/>
              <p:nvPr/>
            </p:nvSpPr>
            <p:spPr>
              <a:xfrm>
                <a:off x="1210021" y="2814978"/>
                <a:ext cx="6284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rlin Sans FB" panose="020E0602020502020306" pitchFamily="34" charset="0"/>
                  </a:rPr>
                  <a:t>&lt;p&gt;</a:t>
                </a:r>
              </a:p>
            </p:txBody>
          </p:sp>
          <p:sp>
            <p:nvSpPr>
              <p:cNvPr id="31" name="text">
                <a:extLst>
                  <a:ext uri="{FF2B5EF4-FFF2-40B4-BE49-F238E27FC236}">
                    <a16:creationId xmlns:a16="http://schemas.microsoft.com/office/drawing/2014/main" id="{39178292-7899-D5BD-854D-FCA8B93F24E0}"/>
                  </a:ext>
                </a:extLst>
              </p:cNvPr>
              <p:cNvSpPr txBox="1"/>
              <p:nvPr/>
            </p:nvSpPr>
            <p:spPr>
              <a:xfrm>
                <a:off x="1646930" y="2809318"/>
                <a:ext cx="16569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rlin Sans FB" panose="020E0602020502020306" pitchFamily="34" charset="0"/>
                  </a:rPr>
                  <a:t>The total is</a:t>
                </a:r>
              </a:p>
            </p:txBody>
          </p:sp>
          <p:sp>
            <p:nvSpPr>
              <p:cNvPr id="32" name="curly-braces">
                <a:extLst>
                  <a:ext uri="{FF2B5EF4-FFF2-40B4-BE49-F238E27FC236}">
                    <a16:creationId xmlns:a16="http://schemas.microsoft.com/office/drawing/2014/main" id="{DDD1DB36-2BC6-BEA7-F7C8-7F01118217BE}"/>
                  </a:ext>
                </a:extLst>
              </p:cNvPr>
              <p:cNvSpPr txBox="1"/>
              <p:nvPr/>
            </p:nvSpPr>
            <p:spPr>
              <a:xfrm>
                <a:off x="3071912" y="2827951"/>
                <a:ext cx="33158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rlin Sans FB" panose="020E0602020502020306" pitchFamily="34" charset="0"/>
                  </a:rPr>
                  <a:t>{ </a:t>
                </a:r>
              </a:p>
            </p:txBody>
          </p:sp>
          <p:sp>
            <p:nvSpPr>
              <p:cNvPr id="38" name="value">
                <a:extLst>
                  <a:ext uri="{FF2B5EF4-FFF2-40B4-BE49-F238E27FC236}">
                    <a16:creationId xmlns:a16="http://schemas.microsoft.com/office/drawing/2014/main" id="{7E217410-6E14-6134-45AB-72E2CF40724C}"/>
                  </a:ext>
                </a:extLst>
              </p:cNvPr>
              <p:cNvSpPr txBox="1"/>
              <p:nvPr/>
            </p:nvSpPr>
            <p:spPr>
              <a:xfrm>
                <a:off x="3189790" y="2832059"/>
                <a:ext cx="147289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 err="1">
                    <a:latin typeface="Berlin Sans FB" panose="020E0602020502020306" pitchFamily="34" charset="0"/>
                  </a:rPr>
                  <a:t>props.text</a:t>
                </a:r>
                <a:endParaRPr lang="en-US" sz="2400" dirty="0"/>
              </a:p>
            </p:txBody>
          </p:sp>
          <p:sp>
            <p:nvSpPr>
              <p:cNvPr id="40" name="curly-braces-1">
                <a:extLst>
                  <a:ext uri="{FF2B5EF4-FFF2-40B4-BE49-F238E27FC236}">
                    <a16:creationId xmlns:a16="http://schemas.microsoft.com/office/drawing/2014/main" id="{0327435F-FF82-532B-D8D0-DB5BC354638F}"/>
                  </a:ext>
                </a:extLst>
              </p:cNvPr>
              <p:cNvSpPr txBox="1"/>
              <p:nvPr/>
            </p:nvSpPr>
            <p:spPr>
              <a:xfrm>
                <a:off x="4511697" y="2839526"/>
                <a:ext cx="22732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Berlin Sans FB" panose="020E0602020502020306" pitchFamily="34" charset="0"/>
                  </a:rPr>
                  <a:t>}</a:t>
                </a:r>
                <a:endParaRPr lang="en-US" sz="2400" dirty="0"/>
              </a:p>
            </p:txBody>
          </p:sp>
          <p:sp>
            <p:nvSpPr>
              <p:cNvPr id="30" name="p-1">
                <a:extLst>
                  <a:ext uri="{FF2B5EF4-FFF2-40B4-BE49-F238E27FC236}">
                    <a16:creationId xmlns:a16="http://schemas.microsoft.com/office/drawing/2014/main" id="{E7A9D531-0F0E-107D-F641-4E5CEB57BF5E}"/>
                  </a:ext>
                </a:extLst>
              </p:cNvPr>
              <p:cNvSpPr txBox="1"/>
              <p:nvPr/>
            </p:nvSpPr>
            <p:spPr>
              <a:xfrm>
                <a:off x="4703155" y="2846993"/>
                <a:ext cx="7134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rlin Sans FB" panose="020E0602020502020306" pitchFamily="34" charset="0"/>
                  </a:rPr>
                  <a:t>&lt;/p&gt;</a:t>
                </a:r>
              </a:p>
            </p:txBody>
          </p:sp>
          <p:sp>
            <p:nvSpPr>
              <p:cNvPr id="25" name="return-2">
                <a:extLst>
                  <a:ext uri="{FF2B5EF4-FFF2-40B4-BE49-F238E27FC236}">
                    <a16:creationId xmlns:a16="http://schemas.microsoft.com/office/drawing/2014/main" id="{9EBB4EBD-C4A9-E366-3B7C-67EDDD4C29F5}"/>
                  </a:ext>
                </a:extLst>
              </p:cNvPr>
              <p:cNvSpPr txBox="1"/>
              <p:nvPr/>
            </p:nvSpPr>
            <p:spPr>
              <a:xfrm>
                <a:off x="642902" y="3464061"/>
                <a:ext cx="2920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Berlin Sans FB" panose="020E0602020502020306" pitchFamily="34" charset="0"/>
                  </a:rPr>
                  <a:t>)</a:t>
                </a:r>
              </a:p>
            </p:txBody>
          </p:sp>
          <p:sp>
            <p:nvSpPr>
              <p:cNvPr id="12" name="close-curly-braces">
                <a:extLst>
                  <a:ext uri="{FF2B5EF4-FFF2-40B4-BE49-F238E27FC236}">
                    <a16:creationId xmlns:a16="http://schemas.microsoft.com/office/drawing/2014/main" id="{E65E7B91-9503-8782-71FC-36DE32228AD5}"/>
                  </a:ext>
                </a:extLst>
              </p:cNvPr>
              <p:cNvSpPr txBox="1"/>
              <p:nvPr/>
            </p:nvSpPr>
            <p:spPr>
              <a:xfrm>
                <a:off x="426135" y="3925372"/>
                <a:ext cx="16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rlin Sans FB" panose="020E0602020502020306" pitchFamily="34" charset="0"/>
                  </a:rPr>
                  <a:t>} </a:t>
                </a:r>
              </a:p>
            </p:txBody>
          </p:sp>
          <p:sp>
            <p:nvSpPr>
              <p:cNvPr id="28" name="fragment-1">
                <a:extLst>
                  <a:ext uri="{FF2B5EF4-FFF2-40B4-BE49-F238E27FC236}">
                    <a16:creationId xmlns:a16="http://schemas.microsoft.com/office/drawing/2014/main" id="{252A2B73-FFE0-5732-F539-51EC3AFC1CDF}"/>
                  </a:ext>
                </a:extLst>
              </p:cNvPr>
              <p:cNvSpPr txBox="1"/>
              <p:nvPr/>
            </p:nvSpPr>
            <p:spPr>
              <a:xfrm>
                <a:off x="855760" y="3301191"/>
                <a:ext cx="88517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Berlin Sans FB" panose="020E0602020502020306" pitchFamily="34" charset="0"/>
                  </a:rPr>
                  <a:t>&lt;div/&gt;</a:t>
                </a:r>
              </a:p>
            </p:txBody>
          </p:sp>
          <p:sp>
            <p:nvSpPr>
              <p:cNvPr id="42" name="export-p">
                <a:extLst>
                  <a:ext uri="{FF2B5EF4-FFF2-40B4-BE49-F238E27FC236}">
                    <a16:creationId xmlns:a16="http://schemas.microsoft.com/office/drawing/2014/main" id="{0092C3F4-49ED-DA45-B775-B8D5007456A6}"/>
                  </a:ext>
                </a:extLst>
              </p:cNvPr>
              <p:cNvSpPr txBox="1"/>
              <p:nvPr/>
            </p:nvSpPr>
            <p:spPr>
              <a:xfrm>
                <a:off x="357055" y="4387037"/>
                <a:ext cx="362371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rlin Sans FB" panose="020E0602020502020306" pitchFamily="34" charset="0"/>
                  </a:rPr>
                  <a:t>export default paragraphs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31480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1D4E6F-9E66-2168-9A62-4AC069172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AB97E0A-413A-DD56-ED42-CD73512996BB}"/>
              </a:ext>
            </a:extLst>
          </p:cNvPr>
          <p:cNvGrpSpPr/>
          <p:nvPr/>
        </p:nvGrpSpPr>
        <p:grpSpPr>
          <a:xfrm>
            <a:off x="195460" y="157485"/>
            <a:ext cx="6490472" cy="11774656"/>
            <a:chOff x="195460" y="157485"/>
            <a:chExt cx="6490472" cy="1177465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26957E4-F407-BA72-6BF3-1DB3449A8AF9}"/>
                </a:ext>
              </a:extLst>
            </p:cNvPr>
            <p:cNvGrpSpPr/>
            <p:nvPr/>
          </p:nvGrpSpPr>
          <p:grpSpPr>
            <a:xfrm>
              <a:off x="195460" y="157485"/>
              <a:ext cx="6490472" cy="474386"/>
              <a:chOff x="185856" y="-57562"/>
              <a:chExt cx="11538617" cy="84335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E91107C-4162-3DD0-A3C7-8978625B8A99}"/>
                  </a:ext>
                </a:extLst>
              </p:cNvPr>
              <p:cNvSpPr/>
              <p:nvPr/>
            </p:nvSpPr>
            <p:spPr>
              <a:xfrm>
                <a:off x="185856" y="-57562"/>
                <a:ext cx="11538617" cy="84335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4206700A-DF17-2AF1-F3D8-2A1B28EF5D1C}"/>
                  </a:ext>
                </a:extLst>
              </p:cNvPr>
              <p:cNvSpPr/>
              <p:nvPr/>
            </p:nvSpPr>
            <p:spPr>
              <a:xfrm>
                <a:off x="427122" y="140605"/>
                <a:ext cx="448000" cy="448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D20B60D5-38F2-3852-D202-EC3D6525B5FB}"/>
                  </a:ext>
                </a:extLst>
              </p:cNvPr>
              <p:cNvSpPr/>
              <p:nvPr/>
            </p:nvSpPr>
            <p:spPr>
              <a:xfrm>
                <a:off x="1075072" y="140605"/>
                <a:ext cx="448000" cy="44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85812EA6-C1AF-3649-F175-1024998B7318}"/>
                  </a:ext>
                </a:extLst>
              </p:cNvPr>
              <p:cNvSpPr/>
              <p:nvPr/>
            </p:nvSpPr>
            <p:spPr>
              <a:xfrm>
                <a:off x="1698549" y="140605"/>
                <a:ext cx="448000" cy="448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05D36D6-C66E-F493-138A-CB31B21050A5}"/>
                </a:ext>
              </a:extLst>
            </p:cNvPr>
            <p:cNvSpPr/>
            <p:nvPr/>
          </p:nvSpPr>
          <p:spPr>
            <a:xfrm>
              <a:off x="247697" y="869527"/>
              <a:ext cx="6362609" cy="1106261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95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7AD92E77-B540-5944-2B21-615D9154BB10}"/>
              </a:ext>
            </a:extLst>
          </p:cNvPr>
          <p:cNvSpPr/>
          <p:nvPr/>
        </p:nvSpPr>
        <p:spPr>
          <a:xfrm>
            <a:off x="401511" y="1635555"/>
            <a:ext cx="2163218" cy="6200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React Event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A97D35-E9D8-6A7C-4FDC-A4D10DDBEAB3}"/>
              </a:ext>
            </a:extLst>
          </p:cNvPr>
          <p:cNvSpPr/>
          <p:nvPr/>
        </p:nvSpPr>
        <p:spPr>
          <a:xfrm>
            <a:off x="401511" y="2309619"/>
            <a:ext cx="6052043" cy="9867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Just Like HTML DOM events, React can perform actions based on user events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D2ED3E-2BFD-3853-04F3-E4E9A4F21518}"/>
              </a:ext>
            </a:extLst>
          </p:cNvPr>
          <p:cNvSpPr/>
          <p:nvPr/>
        </p:nvSpPr>
        <p:spPr>
          <a:xfrm>
            <a:off x="394186" y="3296384"/>
            <a:ext cx="6069628" cy="8819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React has same events as HTML : click, change, mouseover, drag, 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etc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DFC0E1C-B769-7D59-73AD-B3A6A6C94B99}"/>
              </a:ext>
            </a:extLst>
          </p:cNvPr>
          <p:cNvGrpSpPr/>
          <p:nvPr/>
        </p:nvGrpSpPr>
        <p:grpSpPr>
          <a:xfrm>
            <a:off x="401511" y="5323477"/>
            <a:ext cx="5300570" cy="698922"/>
            <a:chOff x="383950" y="4477601"/>
            <a:chExt cx="5300570" cy="88191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0E6AC7A-5221-78DA-204B-9D4D8375FD88}"/>
                </a:ext>
              </a:extLst>
            </p:cNvPr>
            <p:cNvSpPr/>
            <p:nvPr/>
          </p:nvSpPr>
          <p:spPr>
            <a:xfrm>
              <a:off x="383950" y="4477601"/>
              <a:ext cx="5300570" cy="88191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example">
              <a:extLst>
                <a:ext uri="{FF2B5EF4-FFF2-40B4-BE49-F238E27FC236}">
                  <a16:creationId xmlns:a16="http://schemas.microsoft.com/office/drawing/2014/main" id="{C0369E8E-1905-4120-A730-1AC7D912599E}"/>
                </a:ext>
              </a:extLst>
            </p:cNvPr>
            <p:cNvSpPr txBox="1"/>
            <p:nvPr/>
          </p:nvSpPr>
          <p:spPr>
            <a:xfrm>
              <a:off x="383950" y="4613787"/>
              <a:ext cx="51704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  <a:latin typeface="Berlin Sans FB" panose="020E0602020502020306" pitchFamily="34" charset="0"/>
                </a:rPr>
                <a:t>Example React event with component :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01914827-6E76-359D-8335-47D46699CF3F}"/>
              </a:ext>
            </a:extLst>
          </p:cNvPr>
          <p:cNvSpPr/>
          <p:nvPr/>
        </p:nvSpPr>
        <p:spPr>
          <a:xfrm>
            <a:off x="383927" y="6096000"/>
            <a:ext cx="6069628" cy="54395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variable">
            <a:extLst>
              <a:ext uri="{FF2B5EF4-FFF2-40B4-BE49-F238E27FC236}">
                <a16:creationId xmlns:a16="http://schemas.microsoft.com/office/drawing/2014/main" id="{5BF89A05-AB33-1920-1D90-8D134172B9F4}"/>
              </a:ext>
            </a:extLst>
          </p:cNvPr>
          <p:cNvSpPr txBox="1"/>
          <p:nvPr/>
        </p:nvSpPr>
        <p:spPr>
          <a:xfrm>
            <a:off x="446012" y="6325734"/>
            <a:ext cx="2087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button  =</a:t>
            </a:r>
          </a:p>
        </p:txBody>
      </p:sp>
      <p:sp>
        <p:nvSpPr>
          <p:cNvPr id="19" name="argument">
            <a:extLst>
              <a:ext uri="{FF2B5EF4-FFF2-40B4-BE49-F238E27FC236}">
                <a16:creationId xmlns:a16="http://schemas.microsoft.com/office/drawing/2014/main" id="{59428CF7-1984-3459-04CE-1B28CBB9464D}"/>
              </a:ext>
            </a:extLst>
          </p:cNvPr>
          <p:cNvSpPr txBox="1"/>
          <p:nvPr/>
        </p:nvSpPr>
        <p:spPr>
          <a:xfrm>
            <a:off x="2427569" y="6287859"/>
            <a:ext cx="2701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(</a:t>
            </a:r>
            <a:endParaRPr lang="en-US" sz="2400" dirty="0"/>
          </a:p>
        </p:txBody>
      </p:sp>
      <p:sp>
        <p:nvSpPr>
          <p:cNvPr id="20" name="argument-1">
            <a:extLst>
              <a:ext uri="{FF2B5EF4-FFF2-40B4-BE49-F238E27FC236}">
                <a16:creationId xmlns:a16="http://schemas.microsoft.com/office/drawing/2014/main" id="{214EA845-A36E-C5EA-913C-5C2C05A555B6}"/>
              </a:ext>
            </a:extLst>
          </p:cNvPr>
          <p:cNvSpPr txBox="1"/>
          <p:nvPr/>
        </p:nvSpPr>
        <p:spPr>
          <a:xfrm>
            <a:off x="2533064" y="6292950"/>
            <a:ext cx="2701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  <a:endParaRPr lang="en-US" sz="2400" dirty="0"/>
          </a:p>
        </p:txBody>
      </p:sp>
      <p:sp>
        <p:nvSpPr>
          <p:cNvPr id="33" name="arrow-function">
            <a:extLst>
              <a:ext uri="{FF2B5EF4-FFF2-40B4-BE49-F238E27FC236}">
                <a16:creationId xmlns:a16="http://schemas.microsoft.com/office/drawing/2014/main" id="{D4A3E179-6E1E-39CC-5408-5FC19BB88F95}"/>
              </a:ext>
            </a:extLst>
          </p:cNvPr>
          <p:cNvSpPr txBox="1"/>
          <p:nvPr/>
        </p:nvSpPr>
        <p:spPr>
          <a:xfrm>
            <a:off x="2803260" y="6325734"/>
            <a:ext cx="611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=&gt; { </a:t>
            </a:r>
            <a:endParaRPr lang="en-US" sz="2400" dirty="0"/>
          </a:p>
        </p:txBody>
      </p:sp>
      <p:sp>
        <p:nvSpPr>
          <p:cNvPr id="34" name="function-shoot">
            <a:extLst>
              <a:ext uri="{FF2B5EF4-FFF2-40B4-BE49-F238E27FC236}">
                <a16:creationId xmlns:a16="http://schemas.microsoft.com/office/drawing/2014/main" id="{3CF8CBED-A3E4-446A-7026-63A35FB7F7D6}"/>
              </a:ext>
            </a:extLst>
          </p:cNvPr>
          <p:cNvSpPr txBox="1"/>
          <p:nvPr/>
        </p:nvSpPr>
        <p:spPr>
          <a:xfrm>
            <a:off x="695644" y="6714673"/>
            <a:ext cx="26532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shoot = () =&gt; { </a:t>
            </a:r>
            <a:br>
              <a:rPr lang="en-US" sz="2400" dirty="0">
                <a:latin typeface="Berlin Sans FB" panose="020E0602020502020306" pitchFamily="34" charset="0"/>
              </a:rPr>
            </a:br>
            <a:r>
              <a:rPr lang="en-US" sz="2400" dirty="0">
                <a:latin typeface="Berlin Sans FB" panose="020E0602020502020306" pitchFamily="34" charset="0"/>
              </a:rPr>
              <a:t>   alert(“Shoot”)	</a:t>
            </a:r>
          </a:p>
          <a:p>
            <a:r>
              <a:rPr lang="en-US" sz="24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36" name="return">
            <a:extLst>
              <a:ext uri="{FF2B5EF4-FFF2-40B4-BE49-F238E27FC236}">
                <a16:creationId xmlns:a16="http://schemas.microsoft.com/office/drawing/2014/main" id="{67F674A6-63D6-0CF6-35A4-02CE6987E37A}"/>
              </a:ext>
            </a:extLst>
          </p:cNvPr>
          <p:cNvSpPr txBox="1"/>
          <p:nvPr/>
        </p:nvSpPr>
        <p:spPr>
          <a:xfrm>
            <a:off x="695226" y="7905420"/>
            <a:ext cx="981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return</a:t>
            </a:r>
          </a:p>
        </p:txBody>
      </p:sp>
      <p:sp>
        <p:nvSpPr>
          <p:cNvPr id="39" name="return-1">
            <a:extLst>
              <a:ext uri="{FF2B5EF4-FFF2-40B4-BE49-F238E27FC236}">
                <a16:creationId xmlns:a16="http://schemas.microsoft.com/office/drawing/2014/main" id="{57BD2EA5-96FB-84F0-A4BB-620B327E35A7}"/>
              </a:ext>
            </a:extLst>
          </p:cNvPr>
          <p:cNvSpPr txBox="1"/>
          <p:nvPr/>
        </p:nvSpPr>
        <p:spPr>
          <a:xfrm>
            <a:off x="1530366" y="7905420"/>
            <a:ext cx="292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43" name="fragment">
            <a:extLst>
              <a:ext uri="{FF2B5EF4-FFF2-40B4-BE49-F238E27FC236}">
                <a16:creationId xmlns:a16="http://schemas.microsoft.com/office/drawing/2014/main" id="{A8FCA35F-4D61-1D52-AE3C-7E870D1E238B}"/>
              </a:ext>
            </a:extLst>
          </p:cNvPr>
          <p:cNvSpPr txBox="1"/>
          <p:nvPr/>
        </p:nvSpPr>
        <p:spPr>
          <a:xfrm>
            <a:off x="805330" y="8329709"/>
            <a:ext cx="6880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&lt;div</a:t>
            </a:r>
          </a:p>
        </p:txBody>
      </p:sp>
      <p:sp>
        <p:nvSpPr>
          <p:cNvPr id="45" name="onClick">
            <a:extLst>
              <a:ext uri="{FF2B5EF4-FFF2-40B4-BE49-F238E27FC236}">
                <a16:creationId xmlns:a16="http://schemas.microsoft.com/office/drawing/2014/main" id="{A97A338F-9646-1675-4C07-C91B5D13A299}"/>
              </a:ext>
            </a:extLst>
          </p:cNvPr>
          <p:cNvSpPr txBox="1"/>
          <p:nvPr/>
        </p:nvSpPr>
        <p:spPr>
          <a:xfrm>
            <a:off x="1342850" y="8313533"/>
            <a:ext cx="1245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Berlin Sans FB" panose="020E0602020502020306" pitchFamily="34" charset="0"/>
              </a:rPr>
              <a:t>onClick</a:t>
            </a:r>
            <a:r>
              <a:rPr lang="en-US" sz="2400" dirty="0">
                <a:latin typeface="Berlin Sans FB" panose="020E0602020502020306" pitchFamily="34" charset="0"/>
              </a:rPr>
              <a:t>=</a:t>
            </a:r>
          </a:p>
        </p:txBody>
      </p:sp>
      <p:sp>
        <p:nvSpPr>
          <p:cNvPr id="46" name="curly-braces">
            <a:extLst>
              <a:ext uri="{FF2B5EF4-FFF2-40B4-BE49-F238E27FC236}">
                <a16:creationId xmlns:a16="http://schemas.microsoft.com/office/drawing/2014/main" id="{E986912E-72C1-523F-DBB1-67B6017D655C}"/>
              </a:ext>
            </a:extLst>
          </p:cNvPr>
          <p:cNvSpPr txBox="1"/>
          <p:nvPr/>
        </p:nvSpPr>
        <p:spPr>
          <a:xfrm>
            <a:off x="2411094" y="8290373"/>
            <a:ext cx="2888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52" name="name-function">
            <a:extLst>
              <a:ext uri="{FF2B5EF4-FFF2-40B4-BE49-F238E27FC236}">
                <a16:creationId xmlns:a16="http://schemas.microsoft.com/office/drawing/2014/main" id="{21E6C740-23D8-64CA-8058-8D432F9A5D6F}"/>
              </a:ext>
            </a:extLst>
          </p:cNvPr>
          <p:cNvSpPr txBox="1"/>
          <p:nvPr/>
        </p:nvSpPr>
        <p:spPr>
          <a:xfrm>
            <a:off x="2514916" y="8283552"/>
            <a:ext cx="856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shoot</a:t>
            </a:r>
          </a:p>
        </p:txBody>
      </p:sp>
      <p:sp>
        <p:nvSpPr>
          <p:cNvPr id="51" name="curly-braces-1">
            <a:extLst>
              <a:ext uri="{FF2B5EF4-FFF2-40B4-BE49-F238E27FC236}">
                <a16:creationId xmlns:a16="http://schemas.microsoft.com/office/drawing/2014/main" id="{00FC404F-CB82-A3A6-4AC0-CC28A83E1D2C}"/>
              </a:ext>
            </a:extLst>
          </p:cNvPr>
          <p:cNvSpPr txBox="1"/>
          <p:nvPr/>
        </p:nvSpPr>
        <p:spPr>
          <a:xfrm>
            <a:off x="3212734" y="8276731"/>
            <a:ext cx="2888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44" name="fragment-1">
            <a:extLst>
              <a:ext uri="{FF2B5EF4-FFF2-40B4-BE49-F238E27FC236}">
                <a16:creationId xmlns:a16="http://schemas.microsoft.com/office/drawing/2014/main" id="{CEBD0480-924A-5F74-2715-127C0F2D9BFE}"/>
              </a:ext>
            </a:extLst>
          </p:cNvPr>
          <p:cNvSpPr txBox="1"/>
          <p:nvPr/>
        </p:nvSpPr>
        <p:spPr>
          <a:xfrm>
            <a:off x="3367228" y="8310693"/>
            <a:ext cx="133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&gt;</a:t>
            </a:r>
            <a:endParaRPr lang="en-US" sz="2400" dirty="0"/>
          </a:p>
        </p:txBody>
      </p:sp>
      <p:sp>
        <p:nvSpPr>
          <p:cNvPr id="53" name="p">
            <a:extLst>
              <a:ext uri="{FF2B5EF4-FFF2-40B4-BE49-F238E27FC236}">
                <a16:creationId xmlns:a16="http://schemas.microsoft.com/office/drawing/2014/main" id="{60B86E7A-DD9A-A328-AABC-AE148FA28900}"/>
              </a:ext>
            </a:extLst>
          </p:cNvPr>
          <p:cNvSpPr txBox="1"/>
          <p:nvPr/>
        </p:nvSpPr>
        <p:spPr>
          <a:xfrm>
            <a:off x="1086752" y="8742540"/>
            <a:ext cx="1283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&lt;button&gt;</a:t>
            </a:r>
          </a:p>
        </p:txBody>
      </p:sp>
      <p:sp>
        <p:nvSpPr>
          <p:cNvPr id="55" name="text">
            <a:extLst>
              <a:ext uri="{FF2B5EF4-FFF2-40B4-BE49-F238E27FC236}">
                <a16:creationId xmlns:a16="http://schemas.microsoft.com/office/drawing/2014/main" id="{4BE6272A-EDBC-9EBE-74B4-D88DB19AAB8F}"/>
              </a:ext>
            </a:extLst>
          </p:cNvPr>
          <p:cNvSpPr txBox="1"/>
          <p:nvPr/>
        </p:nvSpPr>
        <p:spPr>
          <a:xfrm>
            <a:off x="2166054" y="8748556"/>
            <a:ext cx="1062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Shoot</a:t>
            </a:r>
          </a:p>
        </p:txBody>
      </p:sp>
      <p:sp>
        <p:nvSpPr>
          <p:cNvPr id="54" name="p-1">
            <a:extLst>
              <a:ext uri="{FF2B5EF4-FFF2-40B4-BE49-F238E27FC236}">
                <a16:creationId xmlns:a16="http://schemas.microsoft.com/office/drawing/2014/main" id="{E007ACE9-92EE-F08E-9F80-352F522240B7}"/>
              </a:ext>
            </a:extLst>
          </p:cNvPr>
          <p:cNvSpPr txBox="1"/>
          <p:nvPr/>
        </p:nvSpPr>
        <p:spPr>
          <a:xfrm>
            <a:off x="2943078" y="8745217"/>
            <a:ext cx="1457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&lt;/button&gt;</a:t>
            </a:r>
          </a:p>
        </p:txBody>
      </p:sp>
      <p:sp>
        <p:nvSpPr>
          <p:cNvPr id="56" name="close-curly-braces">
            <a:extLst>
              <a:ext uri="{FF2B5EF4-FFF2-40B4-BE49-F238E27FC236}">
                <a16:creationId xmlns:a16="http://schemas.microsoft.com/office/drawing/2014/main" id="{0290E32C-ACDE-7FCB-757D-2D91EEF37E98}"/>
              </a:ext>
            </a:extLst>
          </p:cNvPr>
          <p:cNvSpPr txBox="1"/>
          <p:nvPr/>
        </p:nvSpPr>
        <p:spPr>
          <a:xfrm>
            <a:off x="457283" y="9933627"/>
            <a:ext cx="378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}; </a:t>
            </a:r>
          </a:p>
        </p:txBody>
      </p:sp>
      <p:sp>
        <p:nvSpPr>
          <p:cNvPr id="57" name="return-2">
            <a:extLst>
              <a:ext uri="{FF2B5EF4-FFF2-40B4-BE49-F238E27FC236}">
                <a16:creationId xmlns:a16="http://schemas.microsoft.com/office/drawing/2014/main" id="{ACD4D102-4612-7B48-08C3-2013D95E247F}"/>
              </a:ext>
            </a:extLst>
          </p:cNvPr>
          <p:cNvSpPr txBox="1"/>
          <p:nvPr/>
        </p:nvSpPr>
        <p:spPr>
          <a:xfrm>
            <a:off x="679459" y="9481544"/>
            <a:ext cx="292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58" name="fragment-2">
            <a:extLst>
              <a:ext uri="{FF2B5EF4-FFF2-40B4-BE49-F238E27FC236}">
                <a16:creationId xmlns:a16="http://schemas.microsoft.com/office/drawing/2014/main" id="{61157158-B637-DF83-963A-3558C9242A43}"/>
              </a:ext>
            </a:extLst>
          </p:cNvPr>
          <p:cNvSpPr txBox="1"/>
          <p:nvPr/>
        </p:nvSpPr>
        <p:spPr>
          <a:xfrm>
            <a:off x="836210" y="9142832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&lt;div/&gt;</a:t>
            </a:r>
          </a:p>
        </p:txBody>
      </p:sp>
      <p:sp>
        <p:nvSpPr>
          <p:cNvPr id="59" name="export-p">
            <a:extLst>
              <a:ext uri="{FF2B5EF4-FFF2-40B4-BE49-F238E27FC236}">
                <a16:creationId xmlns:a16="http://schemas.microsoft.com/office/drawing/2014/main" id="{663BC7D9-6716-16AB-8AC4-E1FEB88F785E}"/>
              </a:ext>
            </a:extLst>
          </p:cNvPr>
          <p:cNvSpPr txBox="1"/>
          <p:nvPr/>
        </p:nvSpPr>
        <p:spPr>
          <a:xfrm>
            <a:off x="446012" y="10317130"/>
            <a:ext cx="3120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export default button</a:t>
            </a:r>
          </a:p>
        </p:txBody>
      </p:sp>
    </p:spTree>
    <p:extLst>
      <p:ext uri="{BB962C8B-B14F-4D97-AF65-F5344CB8AC3E}">
        <p14:creationId xmlns:p14="http://schemas.microsoft.com/office/powerpoint/2010/main" val="3125777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233F16-A15A-6397-2E96-EA3EF9196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0ADF9A6-0C3B-9225-7A4B-6ABDCB17DC0D}"/>
              </a:ext>
            </a:extLst>
          </p:cNvPr>
          <p:cNvGrpSpPr/>
          <p:nvPr/>
        </p:nvGrpSpPr>
        <p:grpSpPr>
          <a:xfrm>
            <a:off x="195460" y="157485"/>
            <a:ext cx="6490472" cy="11774656"/>
            <a:chOff x="195460" y="157485"/>
            <a:chExt cx="6490472" cy="1177465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F15EAF0-91E9-EE56-C6AE-455DD2AB38F1}"/>
                </a:ext>
              </a:extLst>
            </p:cNvPr>
            <p:cNvGrpSpPr/>
            <p:nvPr/>
          </p:nvGrpSpPr>
          <p:grpSpPr>
            <a:xfrm>
              <a:off x="195460" y="157485"/>
              <a:ext cx="6490472" cy="474386"/>
              <a:chOff x="185856" y="-57562"/>
              <a:chExt cx="11538617" cy="84335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AEB4F57D-5C09-C3DC-5883-53A2FD832BD3}"/>
                  </a:ext>
                </a:extLst>
              </p:cNvPr>
              <p:cNvSpPr/>
              <p:nvPr/>
            </p:nvSpPr>
            <p:spPr>
              <a:xfrm>
                <a:off x="185856" y="-57562"/>
                <a:ext cx="11538617" cy="84335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24469873-43E4-2F10-D356-CFF5E0373C64}"/>
                  </a:ext>
                </a:extLst>
              </p:cNvPr>
              <p:cNvSpPr/>
              <p:nvPr/>
            </p:nvSpPr>
            <p:spPr>
              <a:xfrm>
                <a:off x="427122" y="140605"/>
                <a:ext cx="448000" cy="448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14111CF1-563C-A7D5-22B6-03B571FC6092}"/>
                  </a:ext>
                </a:extLst>
              </p:cNvPr>
              <p:cNvSpPr/>
              <p:nvPr/>
            </p:nvSpPr>
            <p:spPr>
              <a:xfrm>
                <a:off x="1075072" y="140605"/>
                <a:ext cx="448000" cy="44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A9CCFF13-7D12-03E6-E244-A9BCFAB9C3D2}"/>
                  </a:ext>
                </a:extLst>
              </p:cNvPr>
              <p:cNvSpPr/>
              <p:nvPr/>
            </p:nvSpPr>
            <p:spPr>
              <a:xfrm>
                <a:off x="1698549" y="140605"/>
                <a:ext cx="448000" cy="448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978FC12-A276-03CE-DA76-7EE93ECCD4EE}"/>
                </a:ext>
              </a:extLst>
            </p:cNvPr>
            <p:cNvSpPr/>
            <p:nvPr/>
          </p:nvSpPr>
          <p:spPr>
            <a:xfrm>
              <a:off x="247697" y="869527"/>
              <a:ext cx="6362609" cy="1106261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95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1E829A3-C494-027D-CCC3-F496731E5A70}"/>
              </a:ext>
            </a:extLst>
          </p:cNvPr>
          <p:cNvGrpSpPr/>
          <p:nvPr/>
        </p:nvGrpSpPr>
        <p:grpSpPr>
          <a:xfrm>
            <a:off x="457172" y="2018450"/>
            <a:ext cx="5577868" cy="1634199"/>
            <a:chOff x="457172" y="1747956"/>
            <a:chExt cx="5577868" cy="163419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0E7B1F5-5824-BC32-E977-53D5746E502A}"/>
                </a:ext>
              </a:extLst>
            </p:cNvPr>
            <p:cNvSpPr/>
            <p:nvPr/>
          </p:nvSpPr>
          <p:spPr>
            <a:xfrm>
              <a:off x="457172" y="1747956"/>
              <a:ext cx="2661185" cy="6087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React Hook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577C70D-12B4-A800-5A6B-B4F05D216EDE}"/>
                </a:ext>
              </a:extLst>
            </p:cNvPr>
            <p:cNvSpPr/>
            <p:nvPr/>
          </p:nvSpPr>
          <p:spPr>
            <a:xfrm>
              <a:off x="457172" y="2406004"/>
              <a:ext cx="5577868" cy="97615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React Hook is A feature in React that allows us to do something in component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1013573E-EC59-C62C-163F-CFBCAA6B575B}"/>
              </a:ext>
            </a:extLst>
          </p:cNvPr>
          <p:cNvSpPr/>
          <p:nvPr/>
        </p:nvSpPr>
        <p:spPr>
          <a:xfrm>
            <a:off x="457172" y="3722030"/>
            <a:ext cx="3264025" cy="5241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useState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– storing data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465D36-277A-FC7A-7D77-0A24DD99B704}"/>
              </a:ext>
            </a:extLst>
          </p:cNvPr>
          <p:cNvSpPr/>
          <p:nvPr/>
        </p:nvSpPr>
        <p:spPr>
          <a:xfrm>
            <a:off x="457172" y="5741387"/>
            <a:ext cx="3718588" cy="5241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useRef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– 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manipuating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dom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 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85DFD7-4D67-DF8E-31F3-5CE9CDE7FCCD}"/>
              </a:ext>
            </a:extLst>
          </p:cNvPr>
          <p:cNvSpPr/>
          <p:nvPr/>
        </p:nvSpPr>
        <p:spPr>
          <a:xfrm>
            <a:off x="457172" y="4349827"/>
            <a:ext cx="3120230" cy="5241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useEffect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– side effects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146E04-8944-B566-E7FD-E6804E87F292}"/>
              </a:ext>
            </a:extLst>
          </p:cNvPr>
          <p:cNvSpPr/>
          <p:nvPr/>
        </p:nvSpPr>
        <p:spPr>
          <a:xfrm>
            <a:off x="457172" y="5005330"/>
            <a:ext cx="4364511" cy="6841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useContext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– share data globally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095F7E-063B-EA1B-5238-A33C7CBC9C07}"/>
              </a:ext>
            </a:extLst>
          </p:cNvPr>
          <p:cNvSpPr/>
          <p:nvPr/>
        </p:nvSpPr>
        <p:spPr>
          <a:xfrm>
            <a:off x="457172" y="6360621"/>
            <a:ext cx="5775988" cy="9761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memo – skip 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rerender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component when its props are unchanged  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27449A-5C79-0904-3F92-6260A1AB37FC}"/>
              </a:ext>
            </a:extLst>
          </p:cNvPr>
          <p:cNvSpPr/>
          <p:nvPr/>
        </p:nvSpPr>
        <p:spPr>
          <a:xfrm>
            <a:off x="457172" y="7392663"/>
            <a:ext cx="5775988" cy="9761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useMemo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– lets you cache the result of a calculation between re-renders  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E13A63-67FB-ABB3-8F4D-76B718861C80}"/>
              </a:ext>
            </a:extLst>
          </p:cNvPr>
          <p:cNvSpPr/>
          <p:nvPr/>
        </p:nvSpPr>
        <p:spPr>
          <a:xfrm>
            <a:off x="457172" y="8485483"/>
            <a:ext cx="5775988" cy="9761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useCallback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– lets you cache a function definition between re-renders   </a:t>
            </a:r>
          </a:p>
        </p:txBody>
      </p:sp>
    </p:spTree>
    <p:extLst>
      <p:ext uri="{BB962C8B-B14F-4D97-AF65-F5344CB8AC3E}">
        <p14:creationId xmlns:p14="http://schemas.microsoft.com/office/powerpoint/2010/main" val="4201568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D2266A-EE3E-2F66-54A6-BA09F811E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CC1027E-EAAB-01D0-4472-018BB201F3CC}"/>
              </a:ext>
            </a:extLst>
          </p:cNvPr>
          <p:cNvGrpSpPr/>
          <p:nvPr/>
        </p:nvGrpSpPr>
        <p:grpSpPr>
          <a:xfrm>
            <a:off x="195460" y="157485"/>
            <a:ext cx="6490472" cy="11774656"/>
            <a:chOff x="195460" y="157485"/>
            <a:chExt cx="6490472" cy="1177465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5C28FDC-A081-98E8-72AC-DE075502A9EA}"/>
                </a:ext>
              </a:extLst>
            </p:cNvPr>
            <p:cNvGrpSpPr/>
            <p:nvPr/>
          </p:nvGrpSpPr>
          <p:grpSpPr>
            <a:xfrm>
              <a:off x="195460" y="157485"/>
              <a:ext cx="6490472" cy="474386"/>
              <a:chOff x="185856" y="-57562"/>
              <a:chExt cx="11538617" cy="84335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DDF929B-C9F5-1508-D935-482DA72C1EDE}"/>
                  </a:ext>
                </a:extLst>
              </p:cNvPr>
              <p:cNvSpPr/>
              <p:nvPr/>
            </p:nvSpPr>
            <p:spPr>
              <a:xfrm>
                <a:off x="185856" y="-57562"/>
                <a:ext cx="11538617" cy="84335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1D27DD9-D4D4-6046-8CA0-05D55B1D3C6D}"/>
                  </a:ext>
                </a:extLst>
              </p:cNvPr>
              <p:cNvSpPr/>
              <p:nvPr/>
            </p:nvSpPr>
            <p:spPr>
              <a:xfrm>
                <a:off x="427122" y="140605"/>
                <a:ext cx="448000" cy="448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870353DF-9ED1-10E1-80BC-E4BD73E390C2}"/>
                  </a:ext>
                </a:extLst>
              </p:cNvPr>
              <p:cNvSpPr/>
              <p:nvPr/>
            </p:nvSpPr>
            <p:spPr>
              <a:xfrm>
                <a:off x="1075072" y="140605"/>
                <a:ext cx="448000" cy="44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2D3B4235-89DC-99C0-920A-89D858AAC404}"/>
                  </a:ext>
                </a:extLst>
              </p:cNvPr>
              <p:cNvSpPr/>
              <p:nvPr/>
            </p:nvSpPr>
            <p:spPr>
              <a:xfrm>
                <a:off x="1698549" y="140605"/>
                <a:ext cx="448000" cy="448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CD7573D-923E-F7C9-62FD-6B4BCCCED4B3}"/>
                </a:ext>
              </a:extLst>
            </p:cNvPr>
            <p:cNvSpPr/>
            <p:nvPr/>
          </p:nvSpPr>
          <p:spPr>
            <a:xfrm>
              <a:off x="247697" y="869527"/>
              <a:ext cx="6362609" cy="1106261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95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0D038C84-ED3A-A2A7-46CC-90418B79EAF4}"/>
              </a:ext>
            </a:extLst>
          </p:cNvPr>
          <p:cNvSpPr/>
          <p:nvPr/>
        </p:nvSpPr>
        <p:spPr>
          <a:xfrm>
            <a:off x="457172" y="1199323"/>
            <a:ext cx="3834836" cy="7158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useState</a:t>
            </a: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 – storing data 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382CB99-B7DC-FEC1-C0E8-FCA6ED2E1875}"/>
              </a:ext>
            </a:extLst>
          </p:cNvPr>
          <p:cNvGrpSpPr/>
          <p:nvPr/>
        </p:nvGrpSpPr>
        <p:grpSpPr>
          <a:xfrm>
            <a:off x="457172" y="1915160"/>
            <a:ext cx="5010940" cy="1313229"/>
            <a:chOff x="457172" y="2265171"/>
            <a:chExt cx="5010940" cy="131322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7911AC3-15F9-EF57-1A5D-35FF5CD138F3}"/>
                </a:ext>
              </a:extLst>
            </p:cNvPr>
            <p:cNvSpPr/>
            <p:nvPr/>
          </p:nvSpPr>
          <p:spPr>
            <a:xfrm>
              <a:off x="457172" y="2271428"/>
              <a:ext cx="5010940" cy="130697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13" name="syntax">
              <a:extLst>
                <a:ext uri="{FF2B5EF4-FFF2-40B4-BE49-F238E27FC236}">
                  <a16:creationId xmlns:a16="http://schemas.microsoft.com/office/drawing/2014/main" id="{F7CDC83D-6362-9CD6-7BFF-9F7832D4FE98}"/>
                </a:ext>
              </a:extLst>
            </p:cNvPr>
            <p:cNvSpPr txBox="1"/>
            <p:nvPr/>
          </p:nvSpPr>
          <p:spPr>
            <a:xfrm>
              <a:off x="457172" y="2265171"/>
              <a:ext cx="10823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Syntax : </a:t>
              </a:r>
            </a:p>
          </p:txBody>
        </p:sp>
        <p:sp>
          <p:nvSpPr>
            <p:cNvPr id="25" name="import">
              <a:extLst>
                <a:ext uri="{FF2B5EF4-FFF2-40B4-BE49-F238E27FC236}">
                  <a16:creationId xmlns:a16="http://schemas.microsoft.com/office/drawing/2014/main" id="{3D58CEAC-98AE-A268-C735-0E0DA62B77E7}"/>
                </a:ext>
              </a:extLst>
            </p:cNvPr>
            <p:cNvSpPr txBox="1"/>
            <p:nvPr/>
          </p:nvSpPr>
          <p:spPr>
            <a:xfrm>
              <a:off x="457172" y="2672104"/>
              <a:ext cx="35493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import { </a:t>
              </a:r>
              <a:r>
                <a:rPr lang="en-US" sz="2000" dirty="0" err="1">
                  <a:latin typeface="Berlin Sans FB" panose="020E0602020502020306" pitchFamily="34" charset="0"/>
                </a:rPr>
                <a:t>useState</a:t>
              </a:r>
              <a:r>
                <a:rPr lang="en-US" sz="2000" dirty="0">
                  <a:latin typeface="Berlin Sans FB" panose="020E0602020502020306" pitchFamily="34" charset="0"/>
                </a:rPr>
                <a:t> } from “react”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ED182E8-BB12-9B02-34B5-12322D35E7CC}"/>
                </a:ext>
              </a:extLst>
            </p:cNvPr>
            <p:cNvGrpSpPr/>
            <p:nvPr/>
          </p:nvGrpSpPr>
          <p:grpSpPr>
            <a:xfrm>
              <a:off x="457172" y="3004170"/>
              <a:ext cx="4883922" cy="428520"/>
              <a:chOff x="331172" y="3118917"/>
              <a:chExt cx="4883922" cy="428520"/>
            </a:xfrm>
          </p:grpSpPr>
          <p:sp>
            <p:nvSpPr>
              <p:cNvPr id="16" name="const">
                <a:extLst>
                  <a:ext uri="{FF2B5EF4-FFF2-40B4-BE49-F238E27FC236}">
                    <a16:creationId xmlns:a16="http://schemas.microsoft.com/office/drawing/2014/main" id="{732EE5D3-B360-0DF7-48E4-8FC33CE443E6}"/>
                  </a:ext>
                </a:extLst>
              </p:cNvPr>
              <p:cNvSpPr txBox="1"/>
              <p:nvPr/>
            </p:nvSpPr>
            <p:spPr>
              <a:xfrm>
                <a:off x="331172" y="3147327"/>
                <a:ext cx="71846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const</a:t>
                </a:r>
              </a:p>
            </p:txBody>
          </p:sp>
          <p:sp>
            <p:nvSpPr>
              <p:cNvPr id="27" name="bracket">
                <a:extLst>
                  <a:ext uri="{FF2B5EF4-FFF2-40B4-BE49-F238E27FC236}">
                    <a16:creationId xmlns:a16="http://schemas.microsoft.com/office/drawing/2014/main" id="{4C52777C-D01F-9DD4-23DC-16F39A8A6D30}"/>
                  </a:ext>
                </a:extLst>
              </p:cNvPr>
              <p:cNvSpPr txBox="1"/>
              <p:nvPr/>
            </p:nvSpPr>
            <p:spPr>
              <a:xfrm>
                <a:off x="897392" y="3147327"/>
                <a:ext cx="16278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[</a:t>
                </a:r>
                <a:endParaRPr lang="en-US" sz="2000" dirty="0"/>
              </a:p>
            </p:txBody>
          </p:sp>
          <p:sp>
            <p:nvSpPr>
              <p:cNvPr id="19" name="state">
                <a:extLst>
                  <a:ext uri="{FF2B5EF4-FFF2-40B4-BE49-F238E27FC236}">
                    <a16:creationId xmlns:a16="http://schemas.microsoft.com/office/drawing/2014/main" id="{3BF9E88A-D26E-23D6-3E2D-4DF2CEB2835B}"/>
                  </a:ext>
                </a:extLst>
              </p:cNvPr>
              <p:cNvSpPr txBox="1"/>
              <p:nvPr/>
            </p:nvSpPr>
            <p:spPr>
              <a:xfrm>
                <a:off x="1014803" y="3147326"/>
                <a:ext cx="7040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state</a:t>
                </a:r>
              </a:p>
            </p:txBody>
          </p:sp>
          <p:sp>
            <p:nvSpPr>
              <p:cNvPr id="20" name="setState">
                <a:extLst>
                  <a:ext uri="{FF2B5EF4-FFF2-40B4-BE49-F238E27FC236}">
                    <a16:creationId xmlns:a16="http://schemas.microsoft.com/office/drawing/2014/main" id="{A730320B-3CA6-0982-BCFC-89AEFB3920C5}"/>
                  </a:ext>
                </a:extLst>
              </p:cNvPr>
              <p:cNvSpPr txBox="1"/>
              <p:nvPr/>
            </p:nvSpPr>
            <p:spPr>
              <a:xfrm>
                <a:off x="1569410" y="3147326"/>
                <a:ext cx="115448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, </a:t>
                </a:r>
                <a:r>
                  <a:rPr lang="en-US" sz="2000" dirty="0" err="1">
                    <a:latin typeface="Berlin Sans FB" panose="020E0602020502020306" pitchFamily="34" charset="0"/>
                  </a:rPr>
                  <a:t>setState</a:t>
                </a:r>
                <a:endParaRPr lang="en-US" sz="2000" dirty="0">
                  <a:latin typeface="Berlin Sans FB" panose="020E0602020502020306" pitchFamily="34" charset="0"/>
                </a:endParaRPr>
              </a:p>
            </p:txBody>
          </p:sp>
          <p:sp>
            <p:nvSpPr>
              <p:cNvPr id="17" name="bracket-1">
                <a:extLst>
                  <a:ext uri="{FF2B5EF4-FFF2-40B4-BE49-F238E27FC236}">
                    <a16:creationId xmlns:a16="http://schemas.microsoft.com/office/drawing/2014/main" id="{0F518679-1875-5ECF-3046-3A93A3F1EC1B}"/>
                  </a:ext>
                </a:extLst>
              </p:cNvPr>
              <p:cNvSpPr txBox="1"/>
              <p:nvPr/>
            </p:nvSpPr>
            <p:spPr>
              <a:xfrm>
                <a:off x="2499275" y="3133122"/>
                <a:ext cx="34015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 ]</a:t>
                </a:r>
              </a:p>
            </p:txBody>
          </p:sp>
          <p:sp>
            <p:nvSpPr>
              <p:cNvPr id="18" name="equation">
                <a:extLst>
                  <a:ext uri="{FF2B5EF4-FFF2-40B4-BE49-F238E27FC236}">
                    <a16:creationId xmlns:a16="http://schemas.microsoft.com/office/drawing/2014/main" id="{52334533-3248-333A-A044-201A29E80C04}"/>
                  </a:ext>
                </a:extLst>
              </p:cNvPr>
              <p:cNvSpPr txBox="1"/>
              <p:nvPr/>
            </p:nvSpPr>
            <p:spPr>
              <a:xfrm>
                <a:off x="2677095" y="3147326"/>
                <a:ext cx="2968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=</a:t>
                </a:r>
              </a:p>
            </p:txBody>
          </p:sp>
          <p:sp>
            <p:nvSpPr>
              <p:cNvPr id="21" name="useState">
                <a:extLst>
                  <a:ext uri="{FF2B5EF4-FFF2-40B4-BE49-F238E27FC236}">
                    <a16:creationId xmlns:a16="http://schemas.microsoft.com/office/drawing/2014/main" id="{348ABDFB-78BA-F4C7-3EB6-ADADCCD6AC3B}"/>
                  </a:ext>
                </a:extLst>
              </p:cNvPr>
              <p:cNvSpPr txBox="1"/>
              <p:nvPr/>
            </p:nvSpPr>
            <p:spPr>
              <a:xfrm>
                <a:off x="2803005" y="3133122"/>
                <a:ext cx="108876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err="1">
                    <a:latin typeface="Berlin Sans FB" panose="020E0602020502020306" pitchFamily="34" charset="0"/>
                  </a:rPr>
                  <a:t>useState</a:t>
                </a:r>
                <a:endParaRPr lang="en-US" sz="2000" dirty="0">
                  <a:latin typeface="Berlin Sans FB" panose="020E0602020502020306" pitchFamily="34" charset="0"/>
                </a:endParaRPr>
              </a:p>
            </p:txBody>
          </p:sp>
          <p:sp>
            <p:nvSpPr>
              <p:cNvPr id="22" name="parantheses">
                <a:extLst>
                  <a:ext uri="{FF2B5EF4-FFF2-40B4-BE49-F238E27FC236}">
                    <a16:creationId xmlns:a16="http://schemas.microsoft.com/office/drawing/2014/main" id="{FABAEDEF-1A6C-CF9D-E253-141F645D03F3}"/>
                  </a:ext>
                </a:extLst>
              </p:cNvPr>
              <p:cNvSpPr txBox="1"/>
              <p:nvPr/>
            </p:nvSpPr>
            <p:spPr>
              <a:xfrm>
                <a:off x="3704373" y="3118918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(</a:t>
                </a:r>
              </a:p>
            </p:txBody>
          </p:sp>
          <p:sp>
            <p:nvSpPr>
              <p:cNvPr id="24" name="initialState">
                <a:extLst>
                  <a:ext uri="{FF2B5EF4-FFF2-40B4-BE49-F238E27FC236}">
                    <a16:creationId xmlns:a16="http://schemas.microsoft.com/office/drawing/2014/main" id="{460990CB-D35F-75A5-6CD0-2458CF6290EC}"/>
                  </a:ext>
                </a:extLst>
              </p:cNvPr>
              <p:cNvSpPr txBox="1"/>
              <p:nvPr/>
            </p:nvSpPr>
            <p:spPr>
              <a:xfrm>
                <a:off x="3804075" y="3118917"/>
                <a:ext cx="133722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err="1">
                    <a:latin typeface="Berlin Sans FB" panose="020E0602020502020306" pitchFamily="34" charset="0"/>
                  </a:rPr>
                  <a:t>initialState</a:t>
                </a:r>
                <a:endParaRPr lang="en-US" sz="2000" dirty="0">
                  <a:latin typeface="Berlin Sans FB" panose="020E0602020502020306" pitchFamily="34" charset="0"/>
                </a:endParaRPr>
              </a:p>
            </p:txBody>
          </p:sp>
          <p:sp>
            <p:nvSpPr>
              <p:cNvPr id="23" name="parantheses-1">
                <a:extLst>
                  <a:ext uri="{FF2B5EF4-FFF2-40B4-BE49-F238E27FC236}">
                    <a16:creationId xmlns:a16="http://schemas.microsoft.com/office/drawing/2014/main" id="{CC71F0D8-170D-C3EC-096F-9A3C73021113}"/>
                  </a:ext>
                </a:extLst>
              </p:cNvPr>
              <p:cNvSpPr txBox="1"/>
              <p:nvPr/>
            </p:nvSpPr>
            <p:spPr>
              <a:xfrm>
                <a:off x="4940660" y="3122962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)</a:t>
                </a:r>
              </a:p>
            </p:txBody>
          </p:sp>
        </p:grp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9206E1C-1699-5984-6E04-149425339468}"/>
              </a:ext>
            </a:extLst>
          </p:cNvPr>
          <p:cNvSpPr/>
          <p:nvPr/>
        </p:nvSpPr>
        <p:spPr>
          <a:xfrm>
            <a:off x="457172" y="3787012"/>
            <a:ext cx="1630708" cy="5826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Example :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882C8B-C542-2F3D-ADC8-5BC03459E82E}"/>
              </a:ext>
            </a:extLst>
          </p:cNvPr>
          <p:cNvSpPr/>
          <p:nvPr/>
        </p:nvSpPr>
        <p:spPr>
          <a:xfrm>
            <a:off x="457172" y="4381703"/>
            <a:ext cx="5913148" cy="49029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mport">
            <a:extLst>
              <a:ext uri="{FF2B5EF4-FFF2-40B4-BE49-F238E27FC236}">
                <a16:creationId xmlns:a16="http://schemas.microsoft.com/office/drawing/2014/main" id="{E4CE8C78-B941-B84E-F734-57B48043AF59}"/>
              </a:ext>
            </a:extLst>
          </p:cNvPr>
          <p:cNvSpPr txBox="1"/>
          <p:nvPr/>
        </p:nvSpPr>
        <p:spPr>
          <a:xfrm>
            <a:off x="487680" y="4447357"/>
            <a:ext cx="4219425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import { </a:t>
            </a:r>
            <a:r>
              <a:rPr lang="en-US" sz="2400" dirty="0" err="1">
                <a:latin typeface="Berlin Sans FB" panose="020E0602020502020306" pitchFamily="34" charset="0"/>
              </a:rPr>
              <a:t>useState</a:t>
            </a:r>
            <a:r>
              <a:rPr lang="en-US" sz="2400" dirty="0">
                <a:latin typeface="Berlin Sans FB" panose="020E0602020502020306" pitchFamily="34" charset="0"/>
              </a:rPr>
              <a:t> } from “react”</a:t>
            </a:r>
          </a:p>
        </p:txBody>
      </p:sp>
      <p:sp>
        <p:nvSpPr>
          <p:cNvPr id="29" name="arrow-function">
            <a:extLst>
              <a:ext uri="{FF2B5EF4-FFF2-40B4-BE49-F238E27FC236}">
                <a16:creationId xmlns:a16="http://schemas.microsoft.com/office/drawing/2014/main" id="{3361B97C-5313-986B-A6EE-BDD46B335C88}"/>
              </a:ext>
            </a:extLst>
          </p:cNvPr>
          <p:cNvSpPr txBox="1"/>
          <p:nvPr/>
        </p:nvSpPr>
        <p:spPr>
          <a:xfrm>
            <a:off x="451925" y="4841995"/>
            <a:ext cx="287290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counter = () =&gt; {</a:t>
            </a:r>
          </a:p>
        </p:txBody>
      </p:sp>
      <p:sp>
        <p:nvSpPr>
          <p:cNvPr id="30" name="useState">
            <a:extLst>
              <a:ext uri="{FF2B5EF4-FFF2-40B4-BE49-F238E27FC236}">
                <a16:creationId xmlns:a16="http://schemas.microsoft.com/office/drawing/2014/main" id="{7A4E30E7-EA87-FF07-18C9-D27DB2C42361}"/>
              </a:ext>
            </a:extLst>
          </p:cNvPr>
          <p:cNvSpPr txBox="1"/>
          <p:nvPr/>
        </p:nvSpPr>
        <p:spPr>
          <a:xfrm>
            <a:off x="486650" y="5199521"/>
            <a:ext cx="50289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[ count, </a:t>
            </a:r>
            <a:r>
              <a:rPr lang="en-US" sz="2400" dirty="0" err="1">
                <a:latin typeface="Berlin Sans FB" panose="020E0602020502020306" pitchFamily="34" charset="0"/>
              </a:rPr>
              <a:t>setCount</a:t>
            </a:r>
            <a:r>
              <a:rPr lang="en-US" sz="2400" dirty="0">
                <a:latin typeface="Berlin Sans FB" panose="020E0602020502020306" pitchFamily="34" charset="0"/>
              </a:rPr>
              <a:t> ] = </a:t>
            </a:r>
            <a:r>
              <a:rPr lang="en-US" sz="2400" dirty="0" err="1">
                <a:latin typeface="Berlin Sans FB" panose="020E0602020502020306" pitchFamily="34" charset="0"/>
              </a:rPr>
              <a:t>useState</a:t>
            </a:r>
            <a:r>
              <a:rPr lang="en-US" sz="2400" dirty="0">
                <a:latin typeface="Berlin Sans FB" panose="020E0602020502020306" pitchFamily="34" charset="0"/>
              </a:rPr>
              <a:t>(0)</a:t>
            </a:r>
          </a:p>
        </p:txBody>
      </p:sp>
      <p:sp>
        <p:nvSpPr>
          <p:cNvPr id="31" name="return">
            <a:extLst>
              <a:ext uri="{FF2B5EF4-FFF2-40B4-BE49-F238E27FC236}">
                <a16:creationId xmlns:a16="http://schemas.microsoft.com/office/drawing/2014/main" id="{FB3B6B65-C9A9-9265-93B3-572A6A87EB3C}"/>
              </a:ext>
            </a:extLst>
          </p:cNvPr>
          <p:cNvSpPr txBox="1"/>
          <p:nvPr/>
        </p:nvSpPr>
        <p:spPr>
          <a:xfrm>
            <a:off x="486650" y="5567881"/>
            <a:ext cx="115929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return (</a:t>
            </a:r>
          </a:p>
        </p:txBody>
      </p:sp>
      <p:sp>
        <p:nvSpPr>
          <p:cNvPr id="32" name="fragment">
            <a:extLst>
              <a:ext uri="{FF2B5EF4-FFF2-40B4-BE49-F238E27FC236}">
                <a16:creationId xmlns:a16="http://schemas.microsoft.com/office/drawing/2014/main" id="{4BABCDD5-8A91-DD1A-AC3B-423B60D6C9C6}"/>
              </a:ext>
            </a:extLst>
          </p:cNvPr>
          <p:cNvSpPr txBox="1"/>
          <p:nvPr/>
        </p:nvSpPr>
        <p:spPr>
          <a:xfrm>
            <a:off x="698141" y="5902446"/>
            <a:ext cx="79701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33" name="paragraph">
            <a:extLst>
              <a:ext uri="{FF2B5EF4-FFF2-40B4-BE49-F238E27FC236}">
                <a16:creationId xmlns:a16="http://schemas.microsoft.com/office/drawing/2014/main" id="{243ABA69-7054-67B4-1800-24CEB6D932E4}"/>
              </a:ext>
            </a:extLst>
          </p:cNvPr>
          <p:cNvSpPr txBox="1"/>
          <p:nvPr/>
        </p:nvSpPr>
        <p:spPr>
          <a:xfrm>
            <a:off x="757133" y="6208861"/>
            <a:ext cx="57579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&lt;p&gt;</a:t>
            </a:r>
          </a:p>
        </p:txBody>
      </p:sp>
      <p:sp>
        <p:nvSpPr>
          <p:cNvPr id="34" name="count">
            <a:extLst>
              <a:ext uri="{FF2B5EF4-FFF2-40B4-BE49-F238E27FC236}">
                <a16:creationId xmlns:a16="http://schemas.microsoft.com/office/drawing/2014/main" id="{23E4A7EA-763B-76B1-44CA-729D78F04C88}"/>
              </a:ext>
            </a:extLst>
          </p:cNvPr>
          <p:cNvSpPr txBox="1"/>
          <p:nvPr/>
        </p:nvSpPr>
        <p:spPr>
          <a:xfrm>
            <a:off x="1209043" y="6230655"/>
            <a:ext cx="117532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 : </a:t>
            </a:r>
          </a:p>
        </p:txBody>
      </p:sp>
      <p:sp>
        <p:nvSpPr>
          <p:cNvPr id="36" name="count-1">
            <a:extLst>
              <a:ext uri="{FF2B5EF4-FFF2-40B4-BE49-F238E27FC236}">
                <a16:creationId xmlns:a16="http://schemas.microsoft.com/office/drawing/2014/main" id="{74A9A4E6-9526-897D-3738-97B15B3BFDD4}"/>
              </a:ext>
            </a:extLst>
          </p:cNvPr>
          <p:cNvSpPr txBox="1"/>
          <p:nvPr/>
        </p:nvSpPr>
        <p:spPr>
          <a:xfrm>
            <a:off x="2200526" y="6254891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{ </a:t>
            </a:r>
          </a:p>
        </p:txBody>
      </p:sp>
      <p:sp>
        <p:nvSpPr>
          <p:cNvPr id="68" name="count-3">
            <a:extLst>
              <a:ext uri="{FF2B5EF4-FFF2-40B4-BE49-F238E27FC236}">
                <a16:creationId xmlns:a16="http://schemas.microsoft.com/office/drawing/2014/main" id="{891E4168-14B3-A406-8520-80F952A84277}"/>
              </a:ext>
            </a:extLst>
          </p:cNvPr>
          <p:cNvSpPr txBox="1"/>
          <p:nvPr/>
        </p:nvSpPr>
        <p:spPr>
          <a:xfrm>
            <a:off x="2316503" y="6254891"/>
            <a:ext cx="97815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 </a:t>
            </a:r>
          </a:p>
        </p:txBody>
      </p:sp>
      <p:sp>
        <p:nvSpPr>
          <p:cNvPr id="67" name="count-2">
            <a:extLst>
              <a:ext uri="{FF2B5EF4-FFF2-40B4-BE49-F238E27FC236}">
                <a16:creationId xmlns:a16="http://schemas.microsoft.com/office/drawing/2014/main" id="{4E0548C2-23EC-64C8-7B49-B6284CB32348}"/>
              </a:ext>
            </a:extLst>
          </p:cNvPr>
          <p:cNvSpPr txBox="1"/>
          <p:nvPr/>
        </p:nvSpPr>
        <p:spPr>
          <a:xfrm>
            <a:off x="3099971" y="6226352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 </a:t>
            </a:r>
          </a:p>
        </p:txBody>
      </p:sp>
      <p:sp>
        <p:nvSpPr>
          <p:cNvPr id="38" name="paragraph-1">
            <a:extLst>
              <a:ext uri="{FF2B5EF4-FFF2-40B4-BE49-F238E27FC236}">
                <a16:creationId xmlns:a16="http://schemas.microsoft.com/office/drawing/2014/main" id="{FDDA11A2-8D0F-8302-2DCA-1B01EFB7A916}"/>
              </a:ext>
            </a:extLst>
          </p:cNvPr>
          <p:cNvSpPr txBox="1"/>
          <p:nvPr/>
        </p:nvSpPr>
        <p:spPr>
          <a:xfrm>
            <a:off x="3266797" y="6245219"/>
            <a:ext cx="66396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&lt;/p&gt;</a:t>
            </a:r>
          </a:p>
        </p:txBody>
      </p:sp>
      <p:sp>
        <p:nvSpPr>
          <p:cNvPr id="39" name="button">
            <a:extLst>
              <a:ext uri="{FF2B5EF4-FFF2-40B4-BE49-F238E27FC236}">
                <a16:creationId xmlns:a16="http://schemas.microsoft.com/office/drawing/2014/main" id="{1F61F9AA-5DF6-4100-652A-FAC69D6C08F1}"/>
              </a:ext>
            </a:extLst>
          </p:cNvPr>
          <p:cNvSpPr txBox="1"/>
          <p:nvPr/>
        </p:nvSpPr>
        <p:spPr>
          <a:xfrm>
            <a:off x="736377" y="6619024"/>
            <a:ext cx="116249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&lt;button</a:t>
            </a:r>
          </a:p>
        </p:txBody>
      </p:sp>
      <p:sp>
        <p:nvSpPr>
          <p:cNvPr id="40" name="onClick">
            <a:extLst>
              <a:ext uri="{FF2B5EF4-FFF2-40B4-BE49-F238E27FC236}">
                <a16:creationId xmlns:a16="http://schemas.microsoft.com/office/drawing/2014/main" id="{95FADB7D-1FEE-1167-8F27-69DACD122E16}"/>
              </a:ext>
            </a:extLst>
          </p:cNvPr>
          <p:cNvSpPr txBox="1"/>
          <p:nvPr/>
        </p:nvSpPr>
        <p:spPr>
          <a:xfrm>
            <a:off x="1784749" y="6631087"/>
            <a:ext cx="135005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Berlin Sans FB" panose="020E0602020502020306" pitchFamily="34" charset="0"/>
              </a:rPr>
              <a:t>onClick</a:t>
            </a:r>
            <a:r>
              <a:rPr lang="en-US" sz="2400" dirty="0">
                <a:latin typeface="Berlin Sans FB" panose="020E0602020502020306" pitchFamily="34" charset="0"/>
              </a:rPr>
              <a:t>={</a:t>
            </a:r>
          </a:p>
        </p:txBody>
      </p:sp>
      <p:sp>
        <p:nvSpPr>
          <p:cNvPr id="60" name="arrow-function">
            <a:extLst>
              <a:ext uri="{FF2B5EF4-FFF2-40B4-BE49-F238E27FC236}">
                <a16:creationId xmlns:a16="http://schemas.microsoft.com/office/drawing/2014/main" id="{3C8110F2-EDC0-8448-245A-34D3BB88A5E3}"/>
              </a:ext>
            </a:extLst>
          </p:cNvPr>
          <p:cNvSpPr txBox="1"/>
          <p:nvPr/>
        </p:nvSpPr>
        <p:spPr>
          <a:xfrm>
            <a:off x="2937984" y="6643150"/>
            <a:ext cx="7228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()=&gt;</a:t>
            </a:r>
            <a:endParaRPr lang="en-US" sz="2400" dirty="0"/>
          </a:p>
        </p:txBody>
      </p:sp>
      <p:sp>
        <p:nvSpPr>
          <p:cNvPr id="42" name="setCount">
            <a:extLst>
              <a:ext uri="{FF2B5EF4-FFF2-40B4-BE49-F238E27FC236}">
                <a16:creationId xmlns:a16="http://schemas.microsoft.com/office/drawing/2014/main" id="{2236D360-1357-83DF-2CD3-C9C8543F6364}"/>
              </a:ext>
            </a:extLst>
          </p:cNvPr>
          <p:cNvSpPr txBox="1"/>
          <p:nvPr/>
        </p:nvSpPr>
        <p:spPr>
          <a:xfrm>
            <a:off x="3429000" y="6626967"/>
            <a:ext cx="14008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Berlin Sans FB" panose="020E0602020502020306" pitchFamily="34" charset="0"/>
              </a:rPr>
              <a:t>setCount</a:t>
            </a:r>
            <a:r>
              <a:rPr lang="en-US" sz="2400" dirty="0">
                <a:latin typeface="Berlin Sans FB" panose="020E0602020502020306" pitchFamily="34" charset="0"/>
              </a:rPr>
              <a:t>(</a:t>
            </a:r>
            <a:endParaRPr lang="en-US" sz="2400" dirty="0"/>
          </a:p>
        </p:txBody>
      </p:sp>
      <p:sp>
        <p:nvSpPr>
          <p:cNvPr id="44" name="count">
            <a:extLst>
              <a:ext uri="{FF2B5EF4-FFF2-40B4-BE49-F238E27FC236}">
                <a16:creationId xmlns:a16="http://schemas.microsoft.com/office/drawing/2014/main" id="{FF04FB2C-C6AF-E743-BCC0-7E1B09D036FB}"/>
              </a:ext>
            </a:extLst>
          </p:cNvPr>
          <p:cNvSpPr txBox="1"/>
          <p:nvPr/>
        </p:nvSpPr>
        <p:spPr>
          <a:xfrm>
            <a:off x="4673433" y="6632351"/>
            <a:ext cx="16267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</a:t>
            </a:r>
            <a:endParaRPr lang="en-US" sz="2400" dirty="0"/>
          </a:p>
        </p:txBody>
      </p:sp>
      <p:sp>
        <p:nvSpPr>
          <p:cNvPr id="63" name="count-1">
            <a:extLst>
              <a:ext uri="{FF2B5EF4-FFF2-40B4-BE49-F238E27FC236}">
                <a16:creationId xmlns:a16="http://schemas.microsoft.com/office/drawing/2014/main" id="{A8B13F83-122F-5C1B-9E33-46A6181854F1}"/>
              </a:ext>
            </a:extLst>
          </p:cNvPr>
          <p:cNvSpPr txBox="1"/>
          <p:nvPr/>
        </p:nvSpPr>
        <p:spPr>
          <a:xfrm>
            <a:off x="5405893" y="6632350"/>
            <a:ext cx="4996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+ 1</a:t>
            </a:r>
            <a:endParaRPr lang="en-US" sz="2400" dirty="0"/>
          </a:p>
        </p:txBody>
      </p:sp>
      <p:sp>
        <p:nvSpPr>
          <p:cNvPr id="46" name="setCount-1">
            <a:extLst>
              <a:ext uri="{FF2B5EF4-FFF2-40B4-BE49-F238E27FC236}">
                <a16:creationId xmlns:a16="http://schemas.microsoft.com/office/drawing/2014/main" id="{3FCB8D34-FCFE-C91B-7CC4-E3B933AED373}"/>
              </a:ext>
            </a:extLst>
          </p:cNvPr>
          <p:cNvSpPr txBox="1"/>
          <p:nvPr/>
        </p:nvSpPr>
        <p:spPr>
          <a:xfrm>
            <a:off x="5742141" y="6611728"/>
            <a:ext cx="1415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  <a:endParaRPr lang="en-US" sz="2400" dirty="0"/>
          </a:p>
        </p:txBody>
      </p:sp>
      <p:sp>
        <p:nvSpPr>
          <p:cNvPr id="62" name="onClick-1">
            <a:extLst>
              <a:ext uri="{FF2B5EF4-FFF2-40B4-BE49-F238E27FC236}">
                <a16:creationId xmlns:a16="http://schemas.microsoft.com/office/drawing/2014/main" id="{6AE46DAF-B849-74C7-A1A7-F6B691B0235F}"/>
              </a:ext>
            </a:extLst>
          </p:cNvPr>
          <p:cNvSpPr txBox="1"/>
          <p:nvPr/>
        </p:nvSpPr>
        <p:spPr>
          <a:xfrm>
            <a:off x="5823821" y="6608938"/>
            <a:ext cx="4996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 &gt;</a:t>
            </a:r>
            <a:endParaRPr lang="en-US" sz="2400" dirty="0"/>
          </a:p>
        </p:txBody>
      </p:sp>
      <p:sp>
        <p:nvSpPr>
          <p:cNvPr id="41" name="button-1">
            <a:extLst>
              <a:ext uri="{FF2B5EF4-FFF2-40B4-BE49-F238E27FC236}">
                <a16:creationId xmlns:a16="http://schemas.microsoft.com/office/drawing/2014/main" id="{4F1BD2A3-10B8-E231-665D-CA2242D2CBE5}"/>
              </a:ext>
            </a:extLst>
          </p:cNvPr>
          <p:cNvSpPr txBox="1"/>
          <p:nvPr/>
        </p:nvSpPr>
        <p:spPr>
          <a:xfrm>
            <a:off x="1137290" y="7018406"/>
            <a:ext cx="73129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Add</a:t>
            </a:r>
          </a:p>
        </p:txBody>
      </p:sp>
      <p:sp>
        <p:nvSpPr>
          <p:cNvPr id="43" name="button-1">
            <a:extLst>
              <a:ext uri="{FF2B5EF4-FFF2-40B4-BE49-F238E27FC236}">
                <a16:creationId xmlns:a16="http://schemas.microsoft.com/office/drawing/2014/main" id="{4F2B3616-E873-C2DD-000F-8C2EC8A82FE1}"/>
              </a:ext>
            </a:extLst>
          </p:cNvPr>
          <p:cNvSpPr txBox="1"/>
          <p:nvPr/>
        </p:nvSpPr>
        <p:spPr>
          <a:xfrm>
            <a:off x="767374" y="7321750"/>
            <a:ext cx="135966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&lt;/button&gt;</a:t>
            </a:r>
          </a:p>
        </p:txBody>
      </p:sp>
      <p:sp>
        <p:nvSpPr>
          <p:cNvPr id="52" name="fragment-1">
            <a:extLst>
              <a:ext uri="{FF2B5EF4-FFF2-40B4-BE49-F238E27FC236}">
                <a16:creationId xmlns:a16="http://schemas.microsoft.com/office/drawing/2014/main" id="{3A65F749-D23E-2F9D-EFD1-6D19597BAD2E}"/>
              </a:ext>
            </a:extLst>
          </p:cNvPr>
          <p:cNvSpPr txBox="1"/>
          <p:nvPr/>
        </p:nvSpPr>
        <p:spPr>
          <a:xfrm>
            <a:off x="693599" y="7680423"/>
            <a:ext cx="88517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51" name="return-1">
            <a:extLst>
              <a:ext uri="{FF2B5EF4-FFF2-40B4-BE49-F238E27FC236}">
                <a16:creationId xmlns:a16="http://schemas.microsoft.com/office/drawing/2014/main" id="{B40C907A-7DD2-EBC1-3435-6719484FF00A}"/>
              </a:ext>
            </a:extLst>
          </p:cNvPr>
          <p:cNvSpPr txBox="1"/>
          <p:nvPr/>
        </p:nvSpPr>
        <p:spPr>
          <a:xfrm>
            <a:off x="652063" y="8040998"/>
            <a:ext cx="29206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45" name="arrow-function-1">
            <a:extLst>
              <a:ext uri="{FF2B5EF4-FFF2-40B4-BE49-F238E27FC236}">
                <a16:creationId xmlns:a16="http://schemas.microsoft.com/office/drawing/2014/main" id="{01881FD6-717E-8047-D62C-2E3802819E2C}"/>
              </a:ext>
            </a:extLst>
          </p:cNvPr>
          <p:cNvSpPr txBox="1"/>
          <p:nvPr/>
        </p:nvSpPr>
        <p:spPr>
          <a:xfrm>
            <a:off x="412077" y="8317688"/>
            <a:ext cx="34977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495920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8138C5-8D24-5000-DD26-DE51AC0ED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74AEFCB-DCC6-039C-1DD5-A4AF67702BD8}"/>
              </a:ext>
            </a:extLst>
          </p:cNvPr>
          <p:cNvGrpSpPr/>
          <p:nvPr/>
        </p:nvGrpSpPr>
        <p:grpSpPr>
          <a:xfrm>
            <a:off x="195460" y="157485"/>
            <a:ext cx="6490472" cy="11774656"/>
            <a:chOff x="195460" y="157485"/>
            <a:chExt cx="6490472" cy="1177465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430E6EF-F51E-C101-D37D-AAE1799664DF}"/>
                </a:ext>
              </a:extLst>
            </p:cNvPr>
            <p:cNvGrpSpPr/>
            <p:nvPr/>
          </p:nvGrpSpPr>
          <p:grpSpPr>
            <a:xfrm>
              <a:off x="195460" y="157485"/>
              <a:ext cx="6490472" cy="474386"/>
              <a:chOff x="185856" y="-57562"/>
              <a:chExt cx="11538617" cy="84335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CF69FA4-F0CB-48BB-4088-01A9AD133914}"/>
                  </a:ext>
                </a:extLst>
              </p:cNvPr>
              <p:cNvSpPr/>
              <p:nvPr/>
            </p:nvSpPr>
            <p:spPr>
              <a:xfrm>
                <a:off x="185856" y="-57562"/>
                <a:ext cx="11538617" cy="84335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FFBF6480-3CAB-D85A-AAC9-5C4572C1529D}"/>
                  </a:ext>
                </a:extLst>
              </p:cNvPr>
              <p:cNvSpPr/>
              <p:nvPr/>
            </p:nvSpPr>
            <p:spPr>
              <a:xfrm>
                <a:off x="427122" y="140605"/>
                <a:ext cx="448000" cy="448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E119090A-19F2-A4BF-8388-8CD95B792C5B}"/>
                  </a:ext>
                </a:extLst>
              </p:cNvPr>
              <p:cNvSpPr/>
              <p:nvPr/>
            </p:nvSpPr>
            <p:spPr>
              <a:xfrm>
                <a:off x="1075072" y="140605"/>
                <a:ext cx="448000" cy="44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E9F18790-9DE4-A05F-345A-FD03B7E66B51}"/>
                  </a:ext>
                </a:extLst>
              </p:cNvPr>
              <p:cNvSpPr/>
              <p:nvPr/>
            </p:nvSpPr>
            <p:spPr>
              <a:xfrm>
                <a:off x="1698549" y="140605"/>
                <a:ext cx="448000" cy="448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54E6CEE-5B6A-3EAB-F07B-BA103825FE74}"/>
                </a:ext>
              </a:extLst>
            </p:cNvPr>
            <p:cNvSpPr/>
            <p:nvPr/>
          </p:nvSpPr>
          <p:spPr>
            <a:xfrm>
              <a:off x="247697" y="869527"/>
              <a:ext cx="6362609" cy="1106261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95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A527DCE-FB90-B66F-88AF-79581A026207}"/>
              </a:ext>
            </a:extLst>
          </p:cNvPr>
          <p:cNvGrpSpPr/>
          <p:nvPr/>
        </p:nvGrpSpPr>
        <p:grpSpPr>
          <a:xfrm>
            <a:off x="457172" y="1140845"/>
            <a:ext cx="5814301" cy="5104160"/>
            <a:chOff x="512292" y="2862965"/>
            <a:chExt cx="5814301" cy="510416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BDBDDC9-2522-33B3-C830-506F8AD7DD61}"/>
                </a:ext>
              </a:extLst>
            </p:cNvPr>
            <p:cNvSpPr/>
            <p:nvPr/>
          </p:nvSpPr>
          <p:spPr>
            <a:xfrm>
              <a:off x="518742" y="2862965"/>
              <a:ext cx="3002337" cy="5583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 err="1">
                  <a:solidFill>
                    <a:schemeClr val="tx1"/>
                  </a:solidFill>
                  <a:latin typeface="Berlin Sans FB" panose="020E0602020502020306" pitchFamily="34" charset="0"/>
                </a:rPr>
                <a:t>useEffect</a:t>
              </a:r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 – side effects</a:t>
              </a:r>
            </a:p>
          </p:txBody>
        </p:sp>
        <p:grpSp>
          <p:nvGrpSpPr>
            <p:cNvPr id="3" name="pattern-1">
              <a:extLst>
                <a:ext uri="{FF2B5EF4-FFF2-40B4-BE49-F238E27FC236}">
                  <a16:creationId xmlns:a16="http://schemas.microsoft.com/office/drawing/2014/main" id="{5229E67E-E7C3-50BA-E7C7-5D202A922247}"/>
                </a:ext>
              </a:extLst>
            </p:cNvPr>
            <p:cNvGrpSpPr/>
            <p:nvPr/>
          </p:nvGrpSpPr>
          <p:grpSpPr>
            <a:xfrm>
              <a:off x="512292" y="3439954"/>
              <a:ext cx="4981608" cy="803312"/>
              <a:chOff x="305946" y="2027826"/>
              <a:chExt cx="6126105" cy="1326736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D7FC9B6-8857-DA69-BDE8-9CDEC7CBBAF8}"/>
                  </a:ext>
                </a:extLst>
              </p:cNvPr>
              <p:cNvSpPr/>
              <p:nvPr/>
            </p:nvSpPr>
            <p:spPr>
              <a:xfrm>
                <a:off x="305946" y="2027826"/>
                <a:ext cx="6126105" cy="132673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5FF4A2-5210-3264-92C0-2658AF4222F1}"/>
                  </a:ext>
                </a:extLst>
              </p:cNvPr>
              <p:cNvSpPr txBox="1"/>
              <p:nvPr/>
            </p:nvSpPr>
            <p:spPr>
              <a:xfrm>
                <a:off x="356741" y="2598160"/>
                <a:ext cx="4932547" cy="6608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err="1">
                    <a:latin typeface="Berlin Sans FB" panose="020E0602020502020306" pitchFamily="34" charset="0"/>
                  </a:rPr>
                  <a:t>useEffect</a:t>
                </a:r>
                <a:r>
                  <a:rPr lang="en-US" sz="2000" dirty="0">
                    <a:latin typeface="Berlin Sans FB" panose="020E0602020502020306" pitchFamily="34" charset="0"/>
                  </a:rPr>
                  <a:t>(&lt;function/&gt;,[dependency]);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FDD5CC-8586-DE64-5E89-7746D1AEFCF5}"/>
                  </a:ext>
                </a:extLst>
              </p:cNvPr>
              <p:cNvSpPr txBox="1"/>
              <p:nvPr/>
            </p:nvSpPr>
            <p:spPr>
              <a:xfrm>
                <a:off x="356741" y="2083763"/>
                <a:ext cx="1220619" cy="6099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Berlin Sans FB" panose="020E0602020502020306" pitchFamily="34" charset="0"/>
                  </a:rPr>
                  <a:t>Syntax : </a:t>
                </a:r>
              </a:p>
            </p:txBody>
          </p:sp>
        </p:grpSp>
        <p:grpSp>
          <p:nvGrpSpPr>
            <p:cNvPr id="8" name="pattern-1">
              <a:extLst>
                <a:ext uri="{FF2B5EF4-FFF2-40B4-BE49-F238E27FC236}">
                  <a16:creationId xmlns:a16="http://schemas.microsoft.com/office/drawing/2014/main" id="{AC8FBA2D-A252-B8AD-7D4D-0E63CF725508}"/>
                </a:ext>
              </a:extLst>
            </p:cNvPr>
            <p:cNvGrpSpPr/>
            <p:nvPr/>
          </p:nvGrpSpPr>
          <p:grpSpPr>
            <a:xfrm>
              <a:off x="519662" y="4527177"/>
              <a:ext cx="5777369" cy="846507"/>
              <a:chOff x="305945" y="2027826"/>
              <a:chExt cx="7104688" cy="150490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E1C1585-B78A-47E0-30C8-9B9D7A119174}"/>
                  </a:ext>
                </a:extLst>
              </p:cNvPr>
              <p:cNvSpPr/>
              <p:nvPr/>
            </p:nvSpPr>
            <p:spPr>
              <a:xfrm>
                <a:off x="305945" y="2027826"/>
                <a:ext cx="7104688" cy="15049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54D4C17-67EF-6F58-3843-2D62F8B85C8B}"/>
                  </a:ext>
                </a:extLst>
              </p:cNvPr>
              <p:cNvSpPr txBox="1"/>
              <p:nvPr/>
            </p:nvSpPr>
            <p:spPr>
              <a:xfrm>
                <a:off x="353178" y="2681482"/>
                <a:ext cx="6306532" cy="6565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Berlin Sans FB" panose="020E0602020502020306" pitchFamily="34" charset="0"/>
                  </a:rPr>
                  <a:t>useEffect</a:t>
                </a:r>
                <a:r>
                  <a:rPr lang="en-US" dirty="0">
                    <a:latin typeface="Berlin Sans FB" panose="020E0602020502020306" pitchFamily="34" charset="0"/>
                  </a:rPr>
                  <a:t>(()=&gt;{ console.log(“runs on every render”) })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74DDB16-5556-F1D7-5EBA-2BCBB4C7E1AC}"/>
                  </a:ext>
                </a:extLst>
              </p:cNvPr>
              <p:cNvSpPr txBox="1"/>
              <p:nvPr/>
            </p:nvSpPr>
            <p:spPr>
              <a:xfrm>
                <a:off x="356741" y="2083764"/>
                <a:ext cx="3138679" cy="6565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Berlin Sans FB" panose="020E0602020502020306" pitchFamily="34" charset="0"/>
                  </a:rPr>
                  <a:t>1. No passed dependency</a:t>
                </a:r>
              </a:p>
            </p:txBody>
          </p:sp>
        </p:grpSp>
        <p:grpSp>
          <p:nvGrpSpPr>
            <p:cNvPr id="55" name="pattern-2">
              <a:extLst>
                <a:ext uri="{FF2B5EF4-FFF2-40B4-BE49-F238E27FC236}">
                  <a16:creationId xmlns:a16="http://schemas.microsoft.com/office/drawing/2014/main" id="{0D4138FE-7847-2296-1D76-0F2C437F45C1}"/>
                </a:ext>
              </a:extLst>
            </p:cNvPr>
            <p:cNvGrpSpPr/>
            <p:nvPr/>
          </p:nvGrpSpPr>
          <p:grpSpPr>
            <a:xfrm>
              <a:off x="512292" y="5527411"/>
              <a:ext cx="5805643" cy="831940"/>
              <a:chOff x="296562" y="2027826"/>
              <a:chExt cx="10321142" cy="1365350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D86B922E-BB99-A497-3D21-56F0197EAAFB}"/>
                  </a:ext>
                </a:extLst>
              </p:cNvPr>
              <p:cNvSpPr/>
              <p:nvPr/>
            </p:nvSpPr>
            <p:spPr>
              <a:xfrm>
                <a:off x="345273" y="2027826"/>
                <a:ext cx="10272431" cy="136535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B30F340-C60C-B036-678D-6B67897072C8}"/>
                  </a:ext>
                </a:extLst>
              </p:cNvPr>
              <p:cNvSpPr txBox="1"/>
              <p:nvPr/>
            </p:nvSpPr>
            <p:spPr>
              <a:xfrm>
                <a:off x="296562" y="2690317"/>
                <a:ext cx="10014706" cy="6565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Berlin Sans FB" panose="020E0602020502020306" pitchFamily="34" charset="0"/>
                  </a:rPr>
                  <a:t>useEffect</a:t>
                </a:r>
                <a:r>
                  <a:rPr lang="en-US" dirty="0">
                    <a:latin typeface="Berlin Sans FB" panose="020E0602020502020306" pitchFamily="34" charset="0"/>
                  </a:rPr>
                  <a:t>(()=&gt;{ console.log(“runs only the first render”)},[])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1904ED9-75C1-5D86-E36F-C33CA777A041}"/>
                  </a:ext>
                </a:extLst>
              </p:cNvPr>
              <p:cNvSpPr txBox="1"/>
              <p:nvPr/>
            </p:nvSpPr>
            <p:spPr>
              <a:xfrm>
                <a:off x="356740" y="2083764"/>
                <a:ext cx="3443109" cy="6565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Berlin Sans FB" panose="020E0602020502020306" pitchFamily="34" charset="0"/>
                  </a:rPr>
                  <a:t>2. An empty array</a:t>
                </a:r>
              </a:p>
            </p:txBody>
          </p:sp>
        </p:grpSp>
        <p:grpSp>
          <p:nvGrpSpPr>
            <p:cNvPr id="59" name="pattern-3">
              <a:extLst>
                <a:ext uri="{FF2B5EF4-FFF2-40B4-BE49-F238E27FC236}">
                  <a16:creationId xmlns:a16="http://schemas.microsoft.com/office/drawing/2014/main" id="{555C4A3F-BAF2-F110-B0A6-8304625717BC}"/>
                </a:ext>
              </a:extLst>
            </p:cNvPr>
            <p:cNvGrpSpPr/>
            <p:nvPr/>
          </p:nvGrpSpPr>
          <p:grpSpPr>
            <a:xfrm>
              <a:off x="512293" y="6513078"/>
              <a:ext cx="5814300" cy="1454047"/>
              <a:chOff x="345271" y="2027823"/>
              <a:chExt cx="10260966" cy="2584972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85B836E9-FB6D-494C-4B82-842BEA5B130B}"/>
                  </a:ext>
                </a:extLst>
              </p:cNvPr>
              <p:cNvSpPr/>
              <p:nvPr/>
            </p:nvSpPr>
            <p:spPr>
              <a:xfrm>
                <a:off x="345271" y="2027823"/>
                <a:ext cx="10260966" cy="258497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84CCC41-0E6E-F7B1-16EF-7792B0DF5D24}"/>
                  </a:ext>
                </a:extLst>
              </p:cNvPr>
              <p:cNvSpPr txBox="1"/>
              <p:nvPr/>
            </p:nvSpPr>
            <p:spPr>
              <a:xfrm>
                <a:off x="424197" y="2648207"/>
                <a:ext cx="8099302" cy="16414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>
                    <a:latin typeface="Berlin Sans FB" panose="020E0602020502020306" pitchFamily="34" charset="0"/>
                  </a:rPr>
                  <a:t>useEffect</a:t>
                </a:r>
                <a:r>
                  <a:rPr lang="en-US" dirty="0">
                    <a:latin typeface="Berlin Sans FB" panose="020E0602020502020306" pitchFamily="34" charset="0"/>
                  </a:rPr>
                  <a:t>(()=&gt;{ console.log(“runs only the first render and </a:t>
                </a:r>
                <a:br>
                  <a:rPr lang="en-US" dirty="0">
                    <a:latin typeface="Berlin Sans FB" panose="020E0602020502020306" pitchFamily="34" charset="0"/>
                  </a:rPr>
                </a:br>
                <a:r>
                  <a:rPr lang="en-US" dirty="0">
                    <a:latin typeface="Berlin Sans FB" panose="020E0602020502020306" pitchFamily="34" charset="0"/>
                  </a:rPr>
                  <a:t>any time the dependency changes”)},[value])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89B3069-BD12-F555-C70A-719A7A12157D}"/>
                  </a:ext>
                </a:extLst>
              </p:cNvPr>
              <p:cNvSpPr txBox="1"/>
              <p:nvPr/>
            </p:nvSpPr>
            <p:spPr>
              <a:xfrm>
                <a:off x="356739" y="2083763"/>
                <a:ext cx="4223949" cy="6565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Berlin Sans FB" panose="020E0602020502020306" pitchFamily="34" charset="0"/>
                  </a:rPr>
                  <a:t>3. Props or state values</a:t>
                </a:r>
              </a:p>
            </p:txBody>
          </p:sp>
        </p:grp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8C347670-C017-7BB4-F54C-8AEA0641DFB6}"/>
              </a:ext>
            </a:extLst>
          </p:cNvPr>
          <p:cNvSpPr/>
          <p:nvPr/>
        </p:nvSpPr>
        <p:spPr>
          <a:xfrm>
            <a:off x="491263" y="6634154"/>
            <a:ext cx="2589288" cy="5655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useEffect</a:t>
            </a:r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 – example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37AC154-0475-905B-BF40-83B184EF22BA}"/>
              </a:ext>
            </a:extLst>
          </p:cNvPr>
          <p:cNvGrpSpPr/>
          <p:nvPr/>
        </p:nvGrpSpPr>
        <p:grpSpPr>
          <a:xfrm>
            <a:off x="457172" y="7272212"/>
            <a:ext cx="4561845" cy="4245711"/>
            <a:chOff x="454281" y="2165625"/>
            <a:chExt cx="4561845" cy="424571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17DE01-A141-AEDC-05EF-0AB5300F30A1}"/>
                </a:ext>
              </a:extLst>
            </p:cNvPr>
            <p:cNvSpPr/>
            <p:nvPr/>
          </p:nvSpPr>
          <p:spPr>
            <a:xfrm>
              <a:off x="457173" y="2165625"/>
              <a:ext cx="4428460" cy="424571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33" name="import-useEffect">
              <a:extLst>
                <a:ext uri="{FF2B5EF4-FFF2-40B4-BE49-F238E27FC236}">
                  <a16:creationId xmlns:a16="http://schemas.microsoft.com/office/drawing/2014/main" id="{82AC9F1A-12F5-F0A4-F621-987F5E5FBDC5}"/>
                </a:ext>
              </a:extLst>
            </p:cNvPr>
            <p:cNvSpPr txBox="1"/>
            <p:nvPr/>
          </p:nvSpPr>
          <p:spPr>
            <a:xfrm>
              <a:off x="454281" y="2302551"/>
              <a:ext cx="3246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import { </a:t>
              </a:r>
              <a:r>
                <a:rPr lang="en-US" dirty="0" err="1">
                  <a:latin typeface="Berlin Sans FB" panose="020E0602020502020306" pitchFamily="34" charset="0"/>
                </a:rPr>
                <a:t>useEffect</a:t>
              </a:r>
              <a:r>
                <a:rPr lang="en-US" dirty="0">
                  <a:latin typeface="Berlin Sans FB" panose="020E0602020502020306" pitchFamily="34" charset="0"/>
                </a:rPr>
                <a:t> } from “react”</a:t>
              </a:r>
            </a:p>
          </p:txBody>
        </p:sp>
        <p:sp>
          <p:nvSpPr>
            <p:cNvPr id="14" name="card">
              <a:extLst>
                <a:ext uri="{FF2B5EF4-FFF2-40B4-BE49-F238E27FC236}">
                  <a16:creationId xmlns:a16="http://schemas.microsoft.com/office/drawing/2014/main" id="{1A86ECCD-80CE-1552-6509-F83491D8D4D0}"/>
                </a:ext>
              </a:extLst>
            </p:cNvPr>
            <p:cNvSpPr txBox="1"/>
            <p:nvPr/>
          </p:nvSpPr>
          <p:spPr>
            <a:xfrm>
              <a:off x="502957" y="2745484"/>
              <a:ext cx="2005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const Card = () =&gt; { 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DBB5608-F929-3B16-AB1A-6360BC93537B}"/>
                </a:ext>
              </a:extLst>
            </p:cNvPr>
            <p:cNvGrpSpPr/>
            <p:nvPr/>
          </p:nvGrpSpPr>
          <p:grpSpPr>
            <a:xfrm>
              <a:off x="502957" y="3080524"/>
              <a:ext cx="4513169" cy="953737"/>
              <a:chOff x="502957" y="3080524"/>
              <a:chExt cx="4513169" cy="953737"/>
            </a:xfrm>
          </p:grpSpPr>
          <p:sp>
            <p:nvSpPr>
              <p:cNvPr id="36" name="useEffect">
                <a:extLst>
                  <a:ext uri="{FF2B5EF4-FFF2-40B4-BE49-F238E27FC236}">
                    <a16:creationId xmlns:a16="http://schemas.microsoft.com/office/drawing/2014/main" id="{DB7EBFC8-BC67-0109-44C1-71491B3E8B3B}"/>
                  </a:ext>
                </a:extLst>
              </p:cNvPr>
              <p:cNvSpPr txBox="1"/>
              <p:nvPr/>
            </p:nvSpPr>
            <p:spPr>
              <a:xfrm>
                <a:off x="502957" y="3080524"/>
                <a:ext cx="12015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>
                    <a:latin typeface="Berlin Sans FB" panose="020E0602020502020306" pitchFamily="34" charset="0"/>
                  </a:rPr>
                  <a:t>useEffect</a:t>
                </a:r>
                <a:r>
                  <a:rPr lang="en-US" dirty="0">
                    <a:latin typeface="Berlin Sans FB" panose="020E0602020502020306" pitchFamily="34" charset="0"/>
                  </a:rPr>
                  <a:t>(</a:t>
                </a:r>
              </a:p>
            </p:txBody>
          </p:sp>
          <p:sp>
            <p:nvSpPr>
              <p:cNvPr id="40" name="useEffect-3">
                <a:extLst>
                  <a:ext uri="{FF2B5EF4-FFF2-40B4-BE49-F238E27FC236}">
                    <a16:creationId xmlns:a16="http://schemas.microsoft.com/office/drawing/2014/main" id="{3DD44493-5023-7B65-90B7-821928380CA7}"/>
                  </a:ext>
                </a:extLst>
              </p:cNvPr>
              <p:cNvSpPr txBox="1"/>
              <p:nvPr/>
            </p:nvSpPr>
            <p:spPr>
              <a:xfrm>
                <a:off x="523277" y="3090684"/>
                <a:ext cx="449284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Berlin Sans FB" panose="020E0602020502020306" pitchFamily="34" charset="0"/>
                  </a:rPr>
                  <a:t>	        ()=&gt; { </a:t>
                </a:r>
                <a:br>
                  <a:rPr lang="en-US" dirty="0">
                    <a:latin typeface="Berlin Sans FB" panose="020E0602020502020306" pitchFamily="34" charset="0"/>
                  </a:rPr>
                </a:br>
                <a:r>
                  <a:rPr lang="en-US" dirty="0">
                    <a:latin typeface="Berlin Sans FB" panose="020E0602020502020306" pitchFamily="34" charset="0"/>
                  </a:rPr>
                  <a:t>console.log(“runs only the first render”); }</a:t>
                </a:r>
              </a:p>
            </p:txBody>
          </p:sp>
          <p:sp>
            <p:nvSpPr>
              <p:cNvPr id="41" name="useEffect-2">
                <a:extLst>
                  <a:ext uri="{FF2B5EF4-FFF2-40B4-BE49-F238E27FC236}">
                    <a16:creationId xmlns:a16="http://schemas.microsoft.com/office/drawing/2014/main" id="{E080764F-8905-9699-9832-EF9A687113CB}"/>
                  </a:ext>
                </a:extLst>
              </p:cNvPr>
              <p:cNvSpPr txBox="1"/>
              <p:nvPr/>
            </p:nvSpPr>
            <p:spPr>
              <a:xfrm>
                <a:off x="592901" y="3664929"/>
                <a:ext cx="1316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Berlin Sans FB" panose="020E0602020502020306" pitchFamily="34" charset="0"/>
                  </a:rPr>
                  <a:t>,</a:t>
                </a:r>
              </a:p>
            </p:txBody>
          </p:sp>
          <p:sp>
            <p:nvSpPr>
              <p:cNvPr id="42" name="useEffect-4">
                <a:extLst>
                  <a:ext uri="{FF2B5EF4-FFF2-40B4-BE49-F238E27FC236}">
                    <a16:creationId xmlns:a16="http://schemas.microsoft.com/office/drawing/2014/main" id="{6CEFF756-6504-4E45-74EF-EBCDDE8F17C4}"/>
                  </a:ext>
                </a:extLst>
              </p:cNvPr>
              <p:cNvSpPr txBox="1"/>
              <p:nvPr/>
            </p:nvSpPr>
            <p:spPr>
              <a:xfrm>
                <a:off x="684800" y="3653705"/>
                <a:ext cx="4844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Berlin Sans FB" panose="020E0602020502020306" pitchFamily="34" charset="0"/>
                  </a:rPr>
                  <a:t>[ ]</a:t>
                </a:r>
              </a:p>
            </p:txBody>
          </p:sp>
          <p:sp>
            <p:nvSpPr>
              <p:cNvPr id="39" name="useEffect-1">
                <a:extLst>
                  <a:ext uri="{FF2B5EF4-FFF2-40B4-BE49-F238E27FC236}">
                    <a16:creationId xmlns:a16="http://schemas.microsoft.com/office/drawing/2014/main" id="{BE8ED93E-555D-5821-EF06-D9BD35902939}"/>
                  </a:ext>
                </a:extLst>
              </p:cNvPr>
              <p:cNvSpPr txBox="1"/>
              <p:nvPr/>
            </p:nvSpPr>
            <p:spPr>
              <a:xfrm>
                <a:off x="979182" y="3664929"/>
                <a:ext cx="17604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Berlin Sans FB" panose="020E0602020502020306" pitchFamily="34" charset="0"/>
                  </a:rPr>
                  <a:t>)</a:t>
                </a:r>
                <a:endParaRPr lang="en-US" dirty="0"/>
              </a:p>
            </p:txBody>
          </p:sp>
        </p:grpSp>
        <p:sp>
          <p:nvSpPr>
            <p:cNvPr id="28" name="return">
              <a:extLst>
                <a:ext uri="{FF2B5EF4-FFF2-40B4-BE49-F238E27FC236}">
                  <a16:creationId xmlns:a16="http://schemas.microsoft.com/office/drawing/2014/main" id="{EC4B33D7-B2DB-AB33-78AB-27E9AE445717}"/>
                </a:ext>
              </a:extLst>
            </p:cNvPr>
            <p:cNvSpPr txBox="1"/>
            <p:nvPr/>
          </p:nvSpPr>
          <p:spPr>
            <a:xfrm>
              <a:off x="573115" y="4082215"/>
              <a:ext cx="9140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return (</a:t>
              </a:r>
            </a:p>
          </p:txBody>
        </p:sp>
        <p:sp>
          <p:nvSpPr>
            <p:cNvPr id="30" name="component">
              <a:extLst>
                <a:ext uri="{FF2B5EF4-FFF2-40B4-BE49-F238E27FC236}">
                  <a16:creationId xmlns:a16="http://schemas.microsoft.com/office/drawing/2014/main" id="{1BC3F13C-0E78-4DAB-16C2-8040481A3288}"/>
                </a:ext>
              </a:extLst>
            </p:cNvPr>
            <p:cNvSpPr txBox="1"/>
            <p:nvPr/>
          </p:nvSpPr>
          <p:spPr>
            <a:xfrm>
              <a:off x="707767" y="4326089"/>
              <a:ext cx="644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&lt;div&gt;</a:t>
              </a:r>
            </a:p>
          </p:txBody>
        </p:sp>
        <p:sp>
          <p:nvSpPr>
            <p:cNvPr id="32" name="component-2">
              <a:extLst>
                <a:ext uri="{FF2B5EF4-FFF2-40B4-BE49-F238E27FC236}">
                  <a16:creationId xmlns:a16="http://schemas.microsoft.com/office/drawing/2014/main" id="{1F1AD575-FEF6-215C-E953-C9987662275E}"/>
                </a:ext>
              </a:extLst>
            </p:cNvPr>
            <p:cNvSpPr txBox="1"/>
            <p:nvPr/>
          </p:nvSpPr>
          <p:spPr>
            <a:xfrm>
              <a:off x="944753" y="4620019"/>
              <a:ext cx="24336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This is Component Card</a:t>
              </a:r>
            </a:p>
          </p:txBody>
        </p:sp>
        <p:sp>
          <p:nvSpPr>
            <p:cNvPr id="31" name="component-1">
              <a:extLst>
                <a:ext uri="{FF2B5EF4-FFF2-40B4-BE49-F238E27FC236}">
                  <a16:creationId xmlns:a16="http://schemas.microsoft.com/office/drawing/2014/main" id="{95A49906-B419-DF52-98AA-942D2B07D3D3}"/>
                </a:ext>
              </a:extLst>
            </p:cNvPr>
            <p:cNvSpPr txBox="1"/>
            <p:nvPr/>
          </p:nvSpPr>
          <p:spPr>
            <a:xfrm>
              <a:off x="695225" y="4896945"/>
              <a:ext cx="710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&lt;/div&gt;</a:t>
              </a:r>
            </a:p>
          </p:txBody>
        </p:sp>
        <p:sp>
          <p:nvSpPr>
            <p:cNvPr id="29" name="return-1">
              <a:extLst>
                <a:ext uri="{FF2B5EF4-FFF2-40B4-BE49-F238E27FC236}">
                  <a16:creationId xmlns:a16="http://schemas.microsoft.com/office/drawing/2014/main" id="{C698CD9B-FD9C-7D00-1799-0689ABA15261}"/>
                </a:ext>
              </a:extLst>
            </p:cNvPr>
            <p:cNvSpPr txBox="1"/>
            <p:nvPr/>
          </p:nvSpPr>
          <p:spPr>
            <a:xfrm>
              <a:off x="640817" y="5200709"/>
              <a:ext cx="2664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)</a:t>
              </a:r>
            </a:p>
          </p:txBody>
        </p:sp>
        <p:sp>
          <p:nvSpPr>
            <p:cNvPr id="16" name="card-1">
              <a:extLst>
                <a:ext uri="{FF2B5EF4-FFF2-40B4-BE49-F238E27FC236}">
                  <a16:creationId xmlns:a16="http://schemas.microsoft.com/office/drawing/2014/main" id="{18DA0F6E-B320-BE6C-EF3C-22453F8AE7A7}"/>
                </a:ext>
              </a:extLst>
            </p:cNvPr>
            <p:cNvSpPr txBox="1"/>
            <p:nvPr/>
          </p:nvSpPr>
          <p:spPr>
            <a:xfrm>
              <a:off x="537903" y="5515741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};</a:t>
              </a:r>
            </a:p>
          </p:txBody>
        </p:sp>
        <p:sp>
          <p:nvSpPr>
            <p:cNvPr id="19" name="export-card">
              <a:extLst>
                <a:ext uri="{FF2B5EF4-FFF2-40B4-BE49-F238E27FC236}">
                  <a16:creationId xmlns:a16="http://schemas.microsoft.com/office/drawing/2014/main" id="{9A5937A6-2EE2-D2B9-1B67-6C74383C0F9A}"/>
                </a:ext>
              </a:extLst>
            </p:cNvPr>
            <p:cNvSpPr txBox="1"/>
            <p:nvPr/>
          </p:nvSpPr>
          <p:spPr>
            <a:xfrm>
              <a:off x="511621" y="5830773"/>
              <a:ext cx="21339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export default Card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2331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44347F-6F73-72EE-FB53-CF6731270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A7537C4A-BBB1-00B0-A2D3-C538823843F0}"/>
              </a:ext>
            </a:extLst>
          </p:cNvPr>
          <p:cNvGrpSpPr/>
          <p:nvPr/>
        </p:nvGrpSpPr>
        <p:grpSpPr>
          <a:xfrm>
            <a:off x="195460" y="157485"/>
            <a:ext cx="6490472" cy="11774656"/>
            <a:chOff x="195460" y="157485"/>
            <a:chExt cx="6490472" cy="1177465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2714335-A3CF-0001-610F-EEFAFE9FDF27}"/>
                </a:ext>
              </a:extLst>
            </p:cNvPr>
            <p:cNvGrpSpPr/>
            <p:nvPr/>
          </p:nvGrpSpPr>
          <p:grpSpPr>
            <a:xfrm>
              <a:off x="195460" y="157485"/>
              <a:ext cx="6490472" cy="474386"/>
              <a:chOff x="185856" y="-57562"/>
              <a:chExt cx="11538617" cy="84335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D7B6CC72-1A80-9C63-5082-A6441AA39B53}"/>
                  </a:ext>
                </a:extLst>
              </p:cNvPr>
              <p:cNvSpPr/>
              <p:nvPr/>
            </p:nvSpPr>
            <p:spPr>
              <a:xfrm>
                <a:off x="185856" y="-57562"/>
                <a:ext cx="11538617" cy="84335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A44B81E-0C39-A624-4F3D-7A800EFB5556}"/>
                  </a:ext>
                </a:extLst>
              </p:cNvPr>
              <p:cNvSpPr/>
              <p:nvPr/>
            </p:nvSpPr>
            <p:spPr>
              <a:xfrm>
                <a:off x="427122" y="140605"/>
                <a:ext cx="448000" cy="448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BD161CBA-6B49-3F44-0F53-92D21AD3F01B}"/>
                  </a:ext>
                </a:extLst>
              </p:cNvPr>
              <p:cNvSpPr/>
              <p:nvPr/>
            </p:nvSpPr>
            <p:spPr>
              <a:xfrm>
                <a:off x="1075072" y="140605"/>
                <a:ext cx="448000" cy="44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F76E3813-C16D-1CF1-C44E-D101F5E24117}"/>
                  </a:ext>
                </a:extLst>
              </p:cNvPr>
              <p:cNvSpPr/>
              <p:nvPr/>
            </p:nvSpPr>
            <p:spPr>
              <a:xfrm>
                <a:off x="1698549" y="140605"/>
                <a:ext cx="448000" cy="448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F2EA8FC-24A5-4B92-0D29-F79DE22FEE3D}"/>
                </a:ext>
              </a:extLst>
            </p:cNvPr>
            <p:cNvSpPr/>
            <p:nvPr/>
          </p:nvSpPr>
          <p:spPr>
            <a:xfrm>
              <a:off x="247697" y="869527"/>
              <a:ext cx="6362609" cy="1106261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95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0923CA94-0517-6203-2AE3-FC4282931685}"/>
              </a:ext>
            </a:extLst>
          </p:cNvPr>
          <p:cNvSpPr/>
          <p:nvPr/>
        </p:nvSpPr>
        <p:spPr>
          <a:xfrm>
            <a:off x="495259" y="1969477"/>
            <a:ext cx="5890874" cy="74738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D0997BA-92FD-7F46-36A1-24926EFC9944}"/>
              </a:ext>
            </a:extLst>
          </p:cNvPr>
          <p:cNvGrpSpPr/>
          <p:nvPr/>
        </p:nvGrpSpPr>
        <p:grpSpPr>
          <a:xfrm>
            <a:off x="471867" y="2464626"/>
            <a:ext cx="5627874" cy="2100978"/>
            <a:chOff x="374721" y="1159490"/>
            <a:chExt cx="5627874" cy="2100978"/>
          </a:xfrm>
        </p:grpSpPr>
        <p:sp>
          <p:nvSpPr>
            <p:cNvPr id="43" name="a">
              <a:extLst>
                <a:ext uri="{FF2B5EF4-FFF2-40B4-BE49-F238E27FC236}">
                  <a16:creationId xmlns:a16="http://schemas.microsoft.com/office/drawing/2014/main" id="{B9E26AA8-9C1D-011E-8720-396E40A8EA11}"/>
                </a:ext>
              </a:extLst>
            </p:cNvPr>
            <p:cNvSpPr txBox="1"/>
            <p:nvPr/>
          </p:nvSpPr>
          <p:spPr>
            <a:xfrm>
              <a:off x="374721" y="1159490"/>
              <a:ext cx="3264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const </a:t>
              </a:r>
              <a:r>
                <a:rPr lang="en-US" dirty="0" err="1">
                  <a:latin typeface="Berlin Sans FB" panose="020E0602020502020306" pitchFamily="34" charset="0"/>
                </a:rPr>
                <a:t>ParentComponent</a:t>
              </a:r>
              <a:r>
                <a:rPr lang="en-US" dirty="0">
                  <a:latin typeface="Berlin Sans FB" panose="020E0602020502020306" pitchFamily="34" charset="0"/>
                </a:rPr>
                <a:t> = () =&gt; {</a:t>
              </a:r>
            </a:p>
          </p:txBody>
        </p:sp>
        <p:sp>
          <p:nvSpPr>
            <p:cNvPr id="45" name="a-1">
              <a:extLst>
                <a:ext uri="{FF2B5EF4-FFF2-40B4-BE49-F238E27FC236}">
                  <a16:creationId xmlns:a16="http://schemas.microsoft.com/office/drawing/2014/main" id="{25916E6A-EA71-CBA8-834E-33E031C37C8F}"/>
                </a:ext>
              </a:extLst>
            </p:cNvPr>
            <p:cNvSpPr txBox="1"/>
            <p:nvPr/>
          </p:nvSpPr>
          <p:spPr>
            <a:xfrm>
              <a:off x="518401" y="1443533"/>
              <a:ext cx="54841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Berlin Sans FB" panose="020E0602020502020306" pitchFamily="34" charset="0"/>
                </a:rPr>
                <a:t>const [</a:t>
              </a:r>
              <a:r>
                <a:rPr lang="en-US" sz="1600" dirty="0" err="1">
                  <a:latin typeface="Berlin Sans FB" panose="020E0602020502020306" pitchFamily="34" charset="0"/>
                </a:rPr>
                <a:t>currentUser</a:t>
              </a:r>
              <a:r>
                <a:rPr lang="en-US" sz="1600" dirty="0">
                  <a:latin typeface="Berlin Sans FB" panose="020E0602020502020306" pitchFamily="34" charset="0"/>
                </a:rPr>
                <a:t>, </a:t>
              </a:r>
              <a:r>
                <a:rPr lang="en-US" sz="1600" dirty="0" err="1">
                  <a:latin typeface="Berlin Sans FB" panose="020E0602020502020306" pitchFamily="34" charset="0"/>
                </a:rPr>
                <a:t>setCurrentUser</a:t>
              </a:r>
              <a:r>
                <a:rPr lang="en-US" sz="1600" dirty="0">
                  <a:latin typeface="Berlin Sans FB" panose="020E0602020502020306" pitchFamily="34" charset="0"/>
                </a:rPr>
                <a:t> ] = </a:t>
              </a:r>
              <a:r>
                <a:rPr lang="en-US" sz="1600" dirty="0" err="1">
                  <a:latin typeface="Berlin Sans FB" panose="020E0602020502020306" pitchFamily="34" charset="0"/>
                </a:rPr>
                <a:t>useState</a:t>
              </a:r>
              <a:r>
                <a:rPr lang="en-US" sz="1600" dirty="0">
                  <a:latin typeface="Berlin Sans FB" panose="020E0602020502020306" pitchFamily="34" charset="0"/>
                </a:rPr>
                <a:t>({name:”</a:t>
              </a:r>
              <a:r>
                <a:rPr lang="en-US" sz="1600" dirty="0" err="1">
                  <a:latin typeface="Berlin Sans FB" panose="020E0602020502020306" pitchFamily="34" charset="0"/>
                </a:rPr>
                <a:t>josse</a:t>
              </a:r>
              <a:r>
                <a:rPr lang="en-US" sz="1600" dirty="0">
                  <a:latin typeface="Berlin Sans FB" panose="020E0602020502020306" pitchFamily="34" charset="0"/>
                </a:rPr>
                <a:t>”});</a:t>
              </a:r>
            </a:p>
          </p:txBody>
        </p:sp>
        <p:sp>
          <p:nvSpPr>
            <p:cNvPr id="46" name="return">
              <a:extLst>
                <a:ext uri="{FF2B5EF4-FFF2-40B4-BE49-F238E27FC236}">
                  <a16:creationId xmlns:a16="http://schemas.microsoft.com/office/drawing/2014/main" id="{29F5A15F-2FAD-479E-DAB7-D05BE5516EAC}"/>
                </a:ext>
              </a:extLst>
            </p:cNvPr>
            <p:cNvSpPr txBox="1"/>
            <p:nvPr/>
          </p:nvSpPr>
          <p:spPr>
            <a:xfrm>
              <a:off x="560479" y="1702735"/>
              <a:ext cx="9717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return ( </a:t>
              </a:r>
            </a:p>
          </p:txBody>
        </p:sp>
        <p:sp>
          <p:nvSpPr>
            <p:cNvPr id="61" name="div">
              <a:extLst>
                <a:ext uri="{FF2B5EF4-FFF2-40B4-BE49-F238E27FC236}">
                  <a16:creationId xmlns:a16="http://schemas.microsoft.com/office/drawing/2014/main" id="{37DE7EAC-5172-0DF1-F492-B04C0CA79508}"/>
                </a:ext>
              </a:extLst>
            </p:cNvPr>
            <p:cNvSpPr txBox="1"/>
            <p:nvPr/>
          </p:nvSpPr>
          <p:spPr>
            <a:xfrm>
              <a:off x="708690" y="1939094"/>
              <a:ext cx="644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&lt;div&gt;</a:t>
              </a:r>
            </a:p>
          </p:txBody>
        </p:sp>
        <p:sp>
          <p:nvSpPr>
            <p:cNvPr id="63" name="b">
              <a:extLst>
                <a:ext uri="{FF2B5EF4-FFF2-40B4-BE49-F238E27FC236}">
                  <a16:creationId xmlns:a16="http://schemas.microsoft.com/office/drawing/2014/main" id="{418DA35A-03BF-180C-63E3-B49A0255D203}"/>
                </a:ext>
              </a:extLst>
            </p:cNvPr>
            <p:cNvSpPr txBox="1"/>
            <p:nvPr/>
          </p:nvSpPr>
          <p:spPr>
            <a:xfrm>
              <a:off x="893293" y="2185834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</a:t>
              </a:r>
              <a:r>
                <a:rPr lang="en-US" dirty="0" err="1">
                  <a:latin typeface="Berlin Sans FB" panose="020E0602020502020306" pitchFamily="34" charset="0"/>
                </a:rPr>
                <a:t>ComponentB</a:t>
              </a:r>
              <a:r>
                <a:rPr lang="en-US" dirty="0">
                  <a:latin typeface="Berlin Sans FB" panose="020E0602020502020306" pitchFamily="34" charset="0"/>
                </a:rPr>
                <a:t> </a:t>
              </a:r>
            </a:p>
          </p:txBody>
        </p:sp>
        <p:sp>
          <p:nvSpPr>
            <p:cNvPr id="89" name="b">
              <a:extLst>
                <a:ext uri="{FF2B5EF4-FFF2-40B4-BE49-F238E27FC236}">
                  <a16:creationId xmlns:a16="http://schemas.microsoft.com/office/drawing/2014/main" id="{4C1B583C-BC94-0217-659D-F9020A8641F3}"/>
                </a:ext>
              </a:extLst>
            </p:cNvPr>
            <p:cNvSpPr txBox="1"/>
            <p:nvPr/>
          </p:nvSpPr>
          <p:spPr>
            <a:xfrm>
              <a:off x="2349867" y="2181362"/>
              <a:ext cx="26837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Berlin Sans FB" panose="020E0602020502020306" pitchFamily="34" charset="0"/>
                </a:rPr>
                <a:t>currentUser</a:t>
              </a:r>
              <a:r>
                <a:rPr lang="en-US" dirty="0">
                  <a:latin typeface="Berlin Sans FB" panose="020E0602020502020306" pitchFamily="34" charset="0"/>
                </a:rPr>
                <a:t>={</a:t>
              </a:r>
              <a:r>
                <a:rPr lang="en-US" dirty="0" err="1">
                  <a:latin typeface="Berlin Sans FB" panose="020E0602020502020306" pitchFamily="34" charset="0"/>
                </a:rPr>
                <a:t>currentUser</a:t>
              </a:r>
              <a:r>
                <a:rPr lang="en-US" dirty="0">
                  <a:latin typeface="Berlin Sans FB" panose="020E0602020502020306" pitchFamily="34" charset="0"/>
                </a:rPr>
                <a:t>} </a:t>
              </a:r>
            </a:p>
          </p:txBody>
        </p:sp>
        <p:sp>
          <p:nvSpPr>
            <p:cNvPr id="64" name="b-1">
              <a:extLst>
                <a:ext uri="{FF2B5EF4-FFF2-40B4-BE49-F238E27FC236}">
                  <a16:creationId xmlns:a16="http://schemas.microsoft.com/office/drawing/2014/main" id="{FD03F5D4-9598-F887-F5E5-4BDC80944E21}"/>
                </a:ext>
              </a:extLst>
            </p:cNvPr>
            <p:cNvSpPr txBox="1"/>
            <p:nvPr/>
          </p:nvSpPr>
          <p:spPr>
            <a:xfrm>
              <a:off x="4867544" y="2204154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/&gt;</a:t>
              </a:r>
            </a:p>
          </p:txBody>
        </p:sp>
        <p:sp>
          <p:nvSpPr>
            <p:cNvPr id="62" name="div-1">
              <a:extLst>
                <a:ext uri="{FF2B5EF4-FFF2-40B4-BE49-F238E27FC236}">
                  <a16:creationId xmlns:a16="http://schemas.microsoft.com/office/drawing/2014/main" id="{D3D168AF-AC7F-5912-9594-D2C945A5A2B1}"/>
                </a:ext>
              </a:extLst>
            </p:cNvPr>
            <p:cNvSpPr txBox="1"/>
            <p:nvPr/>
          </p:nvSpPr>
          <p:spPr>
            <a:xfrm>
              <a:off x="760798" y="2448242"/>
              <a:ext cx="710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&lt;/div&gt;</a:t>
              </a:r>
            </a:p>
          </p:txBody>
        </p:sp>
        <p:sp>
          <p:nvSpPr>
            <p:cNvPr id="59" name="return">
              <a:extLst>
                <a:ext uri="{FF2B5EF4-FFF2-40B4-BE49-F238E27FC236}">
                  <a16:creationId xmlns:a16="http://schemas.microsoft.com/office/drawing/2014/main" id="{11B24D38-057A-E829-C2E8-60D0EC47BA10}"/>
                </a:ext>
              </a:extLst>
            </p:cNvPr>
            <p:cNvSpPr txBox="1"/>
            <p:nvPr/>
          </p:nvSpPr>
          <p:spPr>
            <a:xfrm>
              <a:off x="626873" y="2615058"/>
              <a:ext cx="2664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)</a:t>
              </a:r>
            </a:p>
          </p:txBody>
        </p:sp>
        <p:sp>
          <p:nvSpPr>
            <p:cNvPr id="60" name="a">
              <a:extLst>
                <a:ext uri="{FF2B5EF4-FFF2-40B4-BE49-F238E27FC236}">
                  <a16:creationId xmlns:a16="http://schemas.microsoft.com/office/drawing/2014/main" id="{AC65D9E0-7EAD-584D-2F70-A4DB10C283ED}"/>
                </a:ext>
              </a:extLst>
            </p:cNvPr>
            <p:cNvSpPr txBox="1"/>
            <p:nvPr/>
          </p:nvSpPr>
          <p:spPr>
            <a:xfrm>
              <a:off x="405197" y="2891136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};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D00A369-68FB-8F81-043D-D83537C30138}"/>
              </a:ext>
            </a:extLst>
          </p:cNvPr>
          <p:cNvGrpSpPr/>
          <p:nvPr/>
        </p:nvGrpSpPr>
        <p:grpSpPr>
          <a:xfrm>
            <a:off x="448154" y="4901573"/>
            <a:ext cx="5020020" cy="1884772"/>
            <a:chOff x="153391" y="3195790"/>
            <a:chExt cx="5020020" cy="1884772"/>
          </a:xfrm>
        </p:grpSpPr>
        <p:sp>
          <p:nvSpPr>
            <p:cNvPr id="65" name="b">
              <a:extLst>
                <a:ext uri="{FF2B5EF4-FFF2-40B4-BE49-F238E27FC236}">
                  <a16:creationId xmlns:a16="http://schemas.microsoft.com/office/drawing/2014/main" id="{88C81238-1D35-4B1A-1919-8C60CD396C85}"/>
                </a:ext>
              </a:extLst>
            </p:cNvPr>
            <p:cNvSpPr txBox="1"/>
            <p:nvPr/>
          </p:nvSpPr>
          <p:spPr>
            <a:xfrm>
              <a:off x="153391" y="3197192"/>
              <a:ext cx="26260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const </a:t>
              </a:r>
              <a:r>
                <a:rPr lang="en-US" dirty="0" err="1">
                  <a:latin typeface="Berlin Sans FB" panose="020E0602020502020306" pitchFamily="34" charset="0"/>
                </a:rPr>
                <a:t>ChildComponent</a:t>
              </a:r>
              <a:r>
                <a:rPr lang="en-US" dirty="0">
                  <a:latin typeface="Berlin Sans FB" panose="020E0602020502020306" pitchFamily="34" charset="0"/>
                </a:rPr>
                <a:t> = (</a:t>
              </a:r>
            </a:p>
          </p:txBody>
        </p:sp>
        <p:sp>
          <p:nvSpPr>
            <p:cNvPr id="88" name="props">
              <a:extLst>
                <a:ext uri="{FF2B5EF4-FFF2-40B4-BE49-F238E27FC236}">
                  <a16:creationId xmlns:a16="http://schemas.microsoft.com/office/drawing/2014/main" id="{B46EF4C3-78D7-B81D-75DC-AA31EBD301E7}"/>
                </a:ext>
              </a:extLst>
            </p:cNvPr>
            <p:cNvSpPr txBox="1"/>
            <p:nvPr/>
          </p:nvSpPr>
          <p:spPr>
            <a:xfrm>
              <a:off x="2594015" y="3195790"/>
              <a:ext cx="14334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{</a:t>
              </a:r>
              <a:r>
                <a:rPr lang="en-US" dirty="0" err="1">
                  <a:latin typeface="Berlin Sans FB" panose="020E0602020502020306" pitchFamily="34" charset="0"/>
                </a:rPr>
                <a:t>currentUser</a:t>
              </a:r>
              <a:r>
                <a:rPr lang="en-US" dirty="0">
                  <a:latin typeface="Berlin Sans FB" panose="020E0602020502020306" pitchFamily="34" charset="0"/>
                </a:rPr>
                <a:t>}</a:t>
              </a:r>
            </a:p>
          </p:txBody>
        </p:sp>
        <p:sp>
          <p:nvSpPr>
            <p:cNvPr id="66" name="b-1">
              <a:extLst>
                <a:ext uri="{FF2B5EF4-FFF2-40B4-BE49-F238E27FC236}">
                  <a16:creationId xmlns:a16="http://schemas.microsoft.com/office/drawing/2014/main" id="{416C0FEE-ACA0-4AB4-5D1D-9134822D9606}"/>
                </a:ext>
              </a:extLst>
            </p:cNvPr>
            <p:cNvSpPr txBox="1"/>
            <p:nvPr/>
          </p:nvSpPr>
          <p:spPr>
            <a:xfrm>
              <a:off x="3861933" y="3197782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) =&gt; {</a:t>
              </a:r>
            </a:p>
          </p:txBody>
        </p:sp>
        <p:sp>
          <p:nvSpPr>
            <p:cNvPr id="67" name="return">
              <a:extLst>
                <a:ext uri="{FF2B5EF4-FFF2-40B4-BE49-F238E27FC236}">
                  <a16:creationId xmlns:a16="http://schemas.microsoft.com/office/drawing/2014/main" id="{178A6C0A-4532-C26C-D44F-A887756BDC79}"/>
                </a:ext>
              </a:extLst>
            </p:cNvPr>
            <p:cNvSpPr txBox="1"/>
            <p:nvPr/>
          </p:nvSpPr>
          <p:spPr>
            <a:xfrm>
              <a:off x="590331" y="3458961"/>
              <a:ext cx="9717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return ( </a:t>
              </a:r>
            </a:p>
          </p:txBody>
        </p:sp>
        <p:sp>
          <p:nvSpPr>
            <p:cNvPr id="68" name="div">
              <a:extLst>
                <a:ext uri="{FF2B5EF4-FFF2-40B4-BE49-F238E27FC236}">
                  <a16:creationId xmlns:a16="http://schemas.microsoft.com/office/drawing/2014/main" id="{B15CCEE8-7C0F-949D-3844-E358660B17B9}"/>
                </a:ext>
              </a:extLst>
            </p:cNvPr>
            <p:cNvSpPr txBox="1"/>
            <p:nvPr/>
          </p:nvSpPr>
          <p:spPr>
            <a:xfrm>
              <a:off x="713498" y="3715876"/>
              <a:ext cx="644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&lt;div&gt;</a:t>
              </a:r>
            </a:p>
          </p:txBody>
        </p:sp>
        <p:sp>
          <p:nvSpPr>
            <p:cNvPr id="69" name="b">
              <a:extLst>
                <a:ext uri="{FF2B5EF4-FFF2-40B4-BE49-F238E27FC236}">
                  <a16:creationId xmlns:a16="http://schemas.microsoft.com/office/drawing/2014/main" id="{AE400B66-451A-1477-2053-F8594619A03F}"/>
                </a:ext>
              </a:extLst>
            </p:cNvPr>
            <p:cNvSpPr txBox="1"/>
            <p:nvPr/>
          </p:nvSpPr>
          <p:spPr>
            <a:xfrm>
              <a:off x="584881" y="3959329"/>
              <a:ext cx="19543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&lt;</a:t>
              </a:r>
              <a:r>
                <a:rPr lang="en-US" dirty="0">
                  <a:latin typeface="Berlin Sans FB" panose="020E0602020502020306" pitchFamily="34" charset="0"/>
                </a:rPr>
                <a:t>ChildComponent1</a:t>
              </a:r>
              <a:endParaRPr lang="en-US" sz="2000" dirty="0">
                <a:latin typeface="Berlin Sans FB" panose="020E0602020502020306" pitchFamily="34" charset="0"/>
              </a:endParaRPr>
            </a:p>
          </p:txBody>
        </p:sp>
        <p:sp>
          <p:nvSpPr>
            <p:cNvPr id="87" name="currentUser">
              <a:extLst>
                <a:ext uri="{FF2B5EF4-FFF2-40B4-BE49-F238E27FC236}">
                  <a16:creationId xmlns:a16="http://schemas.microsoft.com/office/drawing/2014/main" id="{041283A7-A8C4-0581-A4F0-30E770139B88}"/>
                </a:ext>
              </a:extLst>
            </p:cNvPr>
            <p:cNvSpPr txBox="1"/>
            <p:nvPr/>
          </p:nvSpPr>
          <p:spPr>
            <a:xfrm>
              <a:off x="2361544" y="3982385"/>
              <a:ext cx="26260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Berlin Sans FB" panose="020E0602020502020306" pitchFamily="34" charset="0"/>
                </a:rPr>
                <a:t>currentUser</a:t>
              </a:r>
              <a:r>
                <a:rPr lang="en-US" dirty="0">
                  <a:latin typeface="Berlin Sans FB" panose="020E0602020502020306" pitchFamily="34" charset="0"/>
                </a:rPr>
                <a:t>={</a:t>
              </a:r>
              <a:r>
                <a:rPr lang="en-US" dirty="0" err="1">
                  <a:latin typeface="Berlin Sans FB" panose="020E0602020502020306" pitchFamily="34" charset="0"/>
                </a:rPr>
                <a:t>currentUser</a:t>
              </a:r>
              <a:r>
                <a:rPr lang="en-US" dirty="0">
                  <a:latin typeface="Berlin Sans FB" panose="020E0602020502020306" pitchFamily="34" charset="0"/>
                </a:rPr>
                <a:t>}</a:t>
              </a:r>
            </a:p>
          </p:txBody>
        </p:sp>
        <p:sp>
          <p:nvSpPr>
            <p:cNvPr id="70" name="b-1">
              <a:extLst>
                <a:ext uri="{FF2B5EF4-FFF2-40B4-BE49-F238E27FC236}">
                  <a16:creationId xmlns:a16="http://schemas.microsoft.com/office/drawing/2014/main" id="{C15E7070-08DB-C294-B1B8-BFD6E7081FD3}"/>
                </a:ext>
              </a:extLst>
            </p:cNvPr>
            <p:cNvSpPr txBox="1"/>
            <p:nvPr/>
          </p:nvSpPr>
          <p:spPr>
            <a:xfrm>
              <a:off x="4841269" y="3982385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/&gt;</a:t>
              </a:r>
            </a:p>
          </p:txBody>
        </p:sp>
        <p:sp>
          <p:nvSpPr>
            <p:cNvPr id="71" name="div-1">
              <a:extLst>
                <a:ext uri="{FF2B5EF4-FFF2-40B4-BE49-F238E27FC236}">
                  <a16:creationId xmlns:a16="http://schemas.microsoft.com/office/drawing/2014/main" id="{E072B67E-30D5-343B-ACD9-9CBFC582332E}"/>
                </a:ext>
              </a:extLst>
            </p:cNvPr>
            <p:cNvSpPr txBox="1"/>
            <p:nvPr/>
          </p:nvSpPr>
          <p:spPr>
            <a:xfrm>
              <a:off x="714012" y="4271211"/>
              <a:ext cx="710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&lt;/div&gt;</a:t>
              </a:r>
            </a:p>
          </p:txBody>
        </p:sp>
        <p:sp>
          <p:nvSpPr>
            <p:cNvPr id="72" name="return">
              <a:extLst>
                <a:ext uri="{FF2B5EF4-FFF2-40B4-BE49-F238E27FC236}">
                  <a16:creationId xmlns:a16="http://schemas.microsoft.com/office/drawing/2014/main" id="{8FE53704-8A78-E2E6-57D3-F12501999B2D}"/>
                </a:ext>
              </a:extLst>
            </p:cNvPr>
            <p:cNvSpPr txBox="1"/>
            <p:nvPr/>
          </p:nvSpPr>
          <p:spPr>
            <a:xfrm>
              <a:off x="616990" y="4472141"/>
              <a:ext cx="2664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)</a:t>
              </a:r>
            </a:p>
          </p:txBody>
        </p:sp>
        <p:sp>
          <p:nvSpPr>
            <p:cNvPr id="73" name="b">
              <a:extLst>
                <a:ext uri="{FF2B5EF4-FFF2-40B4-BE49-F238E27FC236}">
                  <a16:creationId xmlns:a16="http://schemas.microsoft.com/office/drawing/2014/main" id="{B09E7B5F-CE8D-7B35-C53B-B8617A174569}"/>
                </a:ext>
              </a:extLst>
            </p:cNvPr>
            <p:cNvSpPr txBox="1"/>
            <p:nvPr/>
          </p:nvSpPr>
          <p:spPr>
            <a:xfrm>
              <a:off x="446344" y="4711230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}; 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7316674-3175-02CA-0A40-B7A706DE5F2A}"/>
              </a:ext>
            </a:extLst>
          </p:cNvPr>
          <p:cNvGrpSpPr/>
          <p:nvPr/>
        </p:nvGrpSpPr>
        <p:grpSpPr>
          <a:xfrm>
            <a:off x="762161" y="7084923"/>
            <a:ext cx="4456173" cy="1863926"/>
            <a:chOff x="358297" y="6343895"/>
            <a:chExt cx="4456173" cy="1863926"/>
          </a:xfrm>
        </p:grpSpPr>
        <p:sp>
          <p:nvSpPr>
            <p:cNvPr id="74" name="c">
              <a:extLst>
                <a:ext uri="{FF2B5EF4-FFF2-40B4-BE49-F238E27FC236}">
                  <a16:creationId xmlns:a16="http://schemas.microsoft.com/office/drawing/2014/main" id="{1E36D0E9-D380-C5EA-8E08-7DF1859DA9DE}"/>
                </a:ext>
              </a:extLst>
            </p:cNvPr>
            <p:cNvSpPr txBox="1"/>
            <p:nvPr/>
          </p:nvSpPr>
          <p:spPr>
            <a:xfrm>
              <a:off x="358297" y="6351131"/>
              <a:ext cx="2843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const ChildComponent1 = (</a:t>
              </a:r>
            </a:p>
          </p:txBody>
        </p:sp>
        <p:sp>
          <p:nvSpPr>
            <p:cNvPr id="86" name="props">
              <a:extLst>
                <a:ext uri="{FF2B5EF4-FFF2-40B4-BE49-F238E27FC236}">
                  <a16:creationId xmlns:a16="http://schemas.microsoft.com/office/drawing/2014/main" id="{9A5E7DD5-DCC0-D715-D4F1-528AE0DB483E}"/>
                </a:ext>
              </a:extLst>
            </p:cNvPr>
            <p:cNvSpPr txBox="1"/>
            <p:nvPr/>
          </p:nvSpPr>
          <p:spPr>
            <a:xfrm>
              <a:off x="2884460" y="6343895"/>
              <a:ext cx="14334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{</a:t>
              </a:r>
              <a:r>
                <a:rPr lang="en-US" dirty="0" err="1">
                  <a:latin typeface="Berlin Sans FB" panose="020E0602020502020306" pitchFamily="34" charset="0"/>
                </a:rPr>
                <a:t>currentUser</a:t>
              </a:r>
              <a:r>
                <a:rPr lang="en-US" dirty="0">
                  <a:latin typeface="Berlin Sans FB" panose="020E0602020502020306" pitchFamily="34" charset="0"/>
                </a:rPr>
                <a:t>}</a:t>
              </a:r>
            </a:p>
          </p:txBody>
        </p:sp>
        <p:sp>
          <p:nvSpPr>
            <p:cNvPr id="75" name="c-1">
              <a:extLst>
                <a:ext uri="{FF2B5EF4-FFF2-40B4-BE49-F238E27FC236}">
                  <a16:creationId xmlns:a16="http://schemas.microsoft.com/office/drawing/2014/main" id="{DB884DAA-EF6F-A8D8-7411-41F622C26F22}"/>
                </a:ext>
              </a:extLst>
            </p:cNvPr>
            <p:cNvSpPr txBox="1"/>
            <p:nvPr/>
          </p:nvSpPr>
          <p:spPr>
            <a:xfrm>
              <a:off x="4171345" y="6343895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) =&gt; {</a:t>
              </a:r>
            </a:p>
          </p:txBody>
        </p:sp>
        <p:sp>
          <p:nvSpPr>
            <p:cNvPr id="76" name="return">
              <a:extLst>
                <a:ext uri="{FF2B5EF4-FFF2-40B4-BE49-F238E27FC236}">
                  <a16:creationId xmlns:a16="http://schemas.microsoft.com/office/drawing/2014/main" id="{4F662DED-1139-FE0F-CF64-7A06B81660E4}"/>
                </a:ext>
              </a:extLst>
            </p:cNvPr>
            <p:cNvSpPr txBox="1"/>
            <p:nvPr/>
          </p:nvSpPr>
          <p:spPr>
            <a:xfrm>
              <a:off x="851718" y="6637434"/>
              <a:ext cx="9717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return ( </a:t>
              </a:r>
            </a:p>
          </p:txBody>
        </p:sp>
        <p:sp>
          <p:nvSpPr>
            <p:cNvPr id="77" name="div">
              <a:extLst>
                <a:ext uri="{FF2B5EF4-FFF2-40B4-BE49-F238E27FC236}">
                  <a16:creationId xmlns:a16="http://schemas.microsoft.com/office/drawing/2014/main" id="{340D6270-24CC-2462-D43E-060502233DF1}"/>
                </a:ext>
              </a:extLst>
            </p:cNvPr>
            <p:cNvSpPr txBox="1"/>
            <p:nvPr/>
          </p:nvSpPr>
          <p:spPr>
            <a:xfrm>
              <a:off x="919517" y="6891822"/>
              <a:ext cx="644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&lt;div&gt;</a:t>
              </a:r>
            </a:p>
          </p:txBody>
        </p:sp>
        <p:sp>
          <p:nvSpPr>
            <p:cNvPr id="84" name="{">
              <a:extLst>
                <a:ext uri="{FF2B5EF4-FFF2-40B4-BE49-F238E27FC236}">
                  <a16:creationId xmlns:a16="http://schemas.microsoft.com/office/drawing/2014/main" id="{AE9692C4-B308-80D7-E913-ADA57CF42BDA}"/>
                </a:ext>
              </a:extLst>
            </p:cNvPr>
            <p:cNvSpPr txBox="1"/>
            <p:nvPr/>
          </p:nvSpPr>
          <p:spPr>
            <a:xfrm>
              <a:off x="1283688" y="7126950"/>
              <a:ext cx="2632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{</a:t>
              </a:r>
            </a:p>
          </p:txBody>
        </p:sp>
        <p:sp>
          <p:nvSpPr>
            <p:cNvPr id="78" name="currentUser">
              <a:extLst>
                <a:ext uri="{FF2B5EF4-FFF2-40B4-BE49-F238E27FC236}">
                  <a16:creationId xmlns:a16="http://schemas.microsoft.com/office/drawing/2014/main" id="{E401F0FB-FFA7-014F-864F-4A8EF909F54A}"/>
                </a:ext>
              </a:extLst>
            </p:cNvPr>
            <p:cNvSpPr txBox="1"/>
            <p:nvPr/>
          </p:nvSpPr>
          <p:spPr>
            <a:xfrm>
              <a:off x="1385613" y="7127791"/>
              <a:ext cx="12763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Berlin Sans FB" panose="020E0602020502020306" pitchFamily="34" charset="0"/>
                </a:rPr>
                <a:t>currentUser</a:t>
              </a:r>
              <a:endParaRPr lang="en-US" dirty="0">
                <a:latin typeface="Berlin Sans FB" panose="020E0602020502020306" pitchFamily="34" charset="0"/>
              </a:endParaRPr>
            </a:p>
          </p:txBody>
        </p:sp>
        <p:sp>
          <p:nvSpPr>
            <p:cNvPr id="83" name="}">
              <a:extLst>
                <a:ext uri="{FF2B5EF4-FFF2-40B4-BE49-F238E27FC236}">
                  <a16:creationId xmlns:a16="http://schemas.microsoft.com/office/drawing/2014/main" id="{CC1911B1-E13F-79ED-F7DE-F715F142B4BA}"/>
                </a:ext>
              </a:extLst>
            </p:cNvPr>
            <p:cNvSpPr txBox="1"/>
            <p:nvPr/>
          </p:nvSpPr>
          <p:spPr>
            <a:xfrm>
              <a:off x="2525009" y="7125715"/>
              <a:ext cx="2632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}</a:t>
              </a:r>
            </a:p>
          </p:txBody>
        </p:sp>
        <p:sp>
          <p:nvSpPr>
            <p:cNvPr id="80" name="div-1">
              <a:extLst>
                <a:ext uri="{FF2B5EF4-FFF2-40B4-BE49-F238E27FC236}">
                  <a16:creationId xmlns:a16="http://schemas.microsoft.com/office/drawing/2014/main" id="{16DFDCB4-4910-9ACF-5BD9-B4FFEE408EDB}"/>
                </a:ext>
              </a:extLst>
            </p:cNvPr>
            <p:cNvSpPr txBox="1"/>
            <p:nvPr/>
          </p:nvSpPr>
          <p:spPr>
            <a:xfrm>
              <a:off x="958477" y="7365155"/>
              <a:ext cx="710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&lt;/div&gt;</a:t>
              </a:r>
            </a:p>
          </p:txBody>
        </p:sp>
        <p:sp>
          <p:nvSpPr>
            <p:cNvPr id="81" name="return">
              <a:extLst>
                <a:ext uri="{FF2B5EF4-FFF2-40B4-BE49-F238E27FC236}">
                  <a16:creationId xmlns:a16="http://schemas.microsoft.com/office/drawing/2014/main" id="{F3BDAB83-EDE2-F38E-CC59-55D488372A3D}"/>
                </a:ext>
              </a:extLst>
            </p:cNvPr>
            <p:cNvSpPr txBox="1"/>
            <p:nvPr/>
          </p:nvSpPr>
          <p:spPr>
            <a:xfrm>
              <a:off x="858068" y="7553018"/>
              <a:ext cx="2664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)</a:t>
              </a:r>
            </a:p>
          </p:txBody>
        </p:sp>
        <p:sp>
          <p:nvSpPr>
            <p:cNvPr id="82" name="return">
              <a:extLst>
                <a:ext uri="{FF2B5EF4-FFF2-40B4-BE49-F238E27FC236}">
                  <a16:creationId xmlns:a16="http://schemas.microsoft.com/office/drawing/2014/main" id="{FF6EDC13-A521-CD82-7DE8-C89A3F085A7B}"/>
                </a:ext>
              </a:extLst>
            </p:cNvPr>
            <p:cNvSpPr txBox="1"/>
            <p:nvPr/>
          </p:nvSpPr>
          <p:spPr>
            <a:xfrm>
              <a:off x="783005" y="7838489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};</a:t>
              </a:r>
            </a:p>
          </p:txBody>
        </p:sp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3695D57B-4910-155F-B226-D513530B0DE5}"/>
              </a:ext>
            </a:extLst>
          </p:cNvPr>
          <p:cNvSpPr/>
          <p:nvPr/>
        </p:nvSpPr>
        <p:spPr>
          <a:xfrm>
            <a:off x="1178173" y="2767522"/>
            <a:ext cx="1069310" cy="3385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7777A10-39CC-C716-67D1-5ED457040496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1712828" y="3106075"/>
            <a:ext cx="2511700" cy="507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0AFC6E-C4D4-A495-467E-135E9D3B2AAE}"/>
              </a:ext>
            </a:extLst>
          </p:cNvPr>
          <p:cNvCxnSpPr>
            <a:cxnSpLocks/>
          </p:cNvCxnSpPr>
          <p:nvPr/>
        </p:nvCxnSpPr>
        <p:spPr>
          <a:xfrm flipH="1">
            <a:off x="3578991" y="3815703"/>
            <a:ext cx="560106" cy="1207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2D35783-0089-F6A2-3788-08C572B3AFC7}"/>
              </a:ext>
            </a:extLst>
          </p:cNvPr>
          <p:cNvCxnSpPr>
            <a:cxnSpLocks/>
          </p:cNvCxnSpPr>
          <p:nvPr/>
        </p:nvCxnSpPr>
        <p:spPr>
          <a:xfrm>
            <a:off x="3631359" y="5241398"/>
            <a:ext cx="826679" cy="593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951540F-0A09-71B7-2EE1-E59639385780}"/>
              </a:ext>
            </a:extLst>
          </p:cNvPr>
          <p:cNvCxnSpPr>
            <a:cxnSpLocks/>
          </p:cNvCxnSpPr>
          <p:nvPr/>
        </p:nvCxnSpPr>
        <p:spPr>
          <a:xfrm flipH="1">
            <a:off x="3969327" y="5974460"/>
            <a:ext cx="488606" cy="1291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4E5A9E2-78E3-8B5A-9F98-707403062AC2}"/>
              </a:ext>
            </a:extLst>
          </p:cNvPr>
          <p:cNvCxnSpPr>
            <a:cxnSpLocks/>
            <a:stCxn id="86" idx="2"/>
          </p:cNvCxnSpPr>
          <p:nvPr/>
        </p:nvCxnSpPr>
        <p:spPr>
          <a:xfrm flipH="1">
            <a:off x="2466645" y="7454255"/>
            <a:ext cx="1538382" cy="543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687A882-4BAD-1435-BF01-F34408A1B649}"/>
              </a:ext>
            </a:extLst>
          </p:cNvPr>
          <p:cNvSpPr/>
          <p:nvPr/>
        </p:nvSpPr>
        <p:spPr>
          <a:xfrm>
            <a:off x="457172" y="1214343"/>
            <a:ext cx="3501280" cy="66739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without </a:t>
            </a:r>
            <a:r>
              <a:rPr lang="en-US" sz="28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useContext</a:t>
            </a: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455007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FDB4F5-15C9-2943-5A1E-C573F392F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09CB1981-7D40-6ECC-8992-10797ECEA583}"/>
              </a:ext>
            </a:extLst>
          </p:cNvPr>
          <p:cNvGrpSpPr/>
          <p:nvPr/>
        </p:nvGrpSpPr>
        <p:grpSpPr>
          <a:xfrm>
            <a:off x="195460" y="157485"/>
            <a:ext cx="6490472" cy="11774656"/>
            <a:chOff x="195460" y="157485"/>
            <a:chExt cx="6490472" cy="1177465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28849B9-278D-6EE9-69E1-87FB3D311781}"/>
                </a:ext>
              </a:extLst>
            </p:cNvPr>
            <p:cNvGrpSpPr/>
            <p:nvPr/>
          </p:nvGrpSpPr>
          <p:grpSpPr>
            <a:xfrm>
              <a:off x="195460" y="157485"/>
              <a:ext cx="6490472" cy="474386"/>
              <a:chOff x="185856" y="-57562"/>
              <a:chExt cx="11538617" cy="84335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208A6DB-782F-593E-7819-8DF37F40EFC9}"/>
                  </a:ext>
                </a:extLst>
              </p:cNvPr>
              <p:cNvSpPr/>
              <p:nvPr/>
            </p:nvSpPr>
            <p:spPr>
              <a:xfrm>
                <a:off x="185856" y="-57562"/>
                <a:ext cx="11538617" cy="84335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F5B401D5-9967-C3B6-4908-95E5291EB10B}"/>
                  </a:ext>
                </a:extLst>
              </p:cNvPr>
              <p:cNvSpPr/>
              <p:nvPr/>
            </p:nvSpPr>
            <p:spPr>
              <a:xfrm>
                <a:off x="427122" y="140605"/>
                <a:ext cx="448000" cy="448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AF85953D-7900-FF8F-77EB-B8557FD5D8C8}"/>
                  </a:ext>
                </a:extLst>
              </p:cNvPr>
              <p:cNvSpPr/>
              <p:nvPr/>
            </p:nvSpPr>
            <p:spPr>
              <a:xfrm>
                <a:off x="1075072" y="140605"/>
                <a:ext cx="448000" cy="44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565171A4-1925-60ED-E094-02AC936F7DA5}"/>
                  </a:ext>
                </a:extLst>
              </p:cNvPr>
              <p:cNvSpPr/>
              <p:nvPr/>
            </p:nvSpPr>
            <p:spPr>
              <a:xfrm>
                <a:off x="1698549" y="140605"/>
                <a:ext cx="448000" cy="448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5545DD1-EDCE-732D-6F56-91A28CA6D8DF}"/>
                </a:ext>
              </a:extLst>
            </p:cNvPr>
            <p:cNvSpPr/>
            <p:nvPr/>
          </p:nvSpPr>
          <p:spPr>
            <a:xfrm>
              <a:off x="247697" y="869527"/>
              <a:ext cx="6362609" cy="1106261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95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036F974F-B725-B009-9911-176C9D558BD3}"/>
              </a:ext>
            </a:extLst>
          </p:cNvPr>
          <p:cNvSpPr/>
          <p:nvPr/>
        </p:nvSpPr>
        <p:spPr>
          <a:xfrm>
            <a:off x="361539" y="2222818"/>
            <a:ext cx="3891292" cy="580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useContext</a:t>
            </a:r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 – share data globally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F2229A-0E7F-547C-2C47-6BD392B900B4}"/>
              </a:ext>
            </a:extLst>
          </p:cNvPr>
          <p:cNvSpPr/>
          <p:nvPr/>
        </p:nvSpPr>
        <p:spPr>
          <a:xfrm>
            <a:off x="361539" y="2847372"/>
            <a:ext cx="6088732" cy="64239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531F25E-EA63-04DF-5BE9-1321BCDE372B}"/>
              </a:ext>
            </a:extLst>
          </p:cNvPr>
          <p:cNvGrpSpPr/>
          <p:nvPr/>
        </p:nvGrpSpPr>
        <p:grpSpPr>
          <a:xfrm>
            <a:off x="457172" y="3013547"/>
            <a:ext cx="6001912" cy="390479"/>
            <a:chOff x="428044" y="1882593"/>
            <a:chExt cx="6001912" cy="390479"/>
          </a:xfrm>
        </p:grpSpPr>
        <p:sp>
          <p:nvSpPr>
            <p:cNvPr id="15" name="import">
              <a:extLst>
                <a:ext uri="{FF2B5EF4-FFF2-40B4-BE49-F238E27FC236}">
                  <a16:creationId xmlns:a16="http://schemas.microsoft.com/office/drawing/2014/main" id="{F28A7CB0-6974-1F19-26BE-3D60650B1EBF}"/>
                </a:ext>
              </a:extLst>
            </p:cNvPr>
            <p:cNvSpPr txBox="1"/>
            <p:nvPr/>
          </p:nvSpPr>
          <p:spPr>
            <a:xfrm>
              <a:off x="428044" y="1903740"/>
              <a:ext cx="23774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import { </a:t>
              </a:r>
              <a:r>
                <a:rPr lang="en-US" dirty="0" err="1">
                  <a:latin typeface="Berlin Sans FB" panose="020E0602020502020306" pitchFamily="34" charset="0"/>
                </a:rPr>
                <a:t>createContext</a:t>
              </a:r>
              <a:r>
                <a:rPr lang="en-US" dirty="0">
                  <a:latin typeface="Berlin Sans FB" panose="020E0602020502020306" pitchFamily="34" charset="0"/>
                </a:rPr>
                <a:t> </a:t>
              </a:r>
            </a:p>
          </p:txBody>
        </p:sp>
        <p:sp>
          <p:nvSpPr>
            <p:cNvPr id="23" name="import-2">
              <a:extLst>
                <a:ext uri="{FF2B5EF4-FFF2-40B4-BE49-F238E27FC236}">
                  <a16:creationId xmlns:a16="http://schemas.microsoft.com/office/drawing/2014/main" id="{4E98047A-7B0F-9F64-2E16-AFAEB47579BC}"/>
                </a:ext>
              </a:extLst>
            </p:cNvPr>
            <p:cNvSpPr txBox="1"/>
            <p:nvPr/>
          </p:nvSpPr>
          <p:spPr>
            <a:xfrm>
              <a:off x="3884236" y="1882593"/>
              <a:ext cx="111403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, </a:t>
              </a:r>
              <a:r>
                <a:rPr lang="en-US" dirty="0" err="1">
                  <a:latin typeface="Berlin Sans FB" panose="020E0602020502020306" pitchFamily="34" charset="0"/>
                </a:rPr>
                <a:t>useState</a:t>
              </a:r>
              <a:endParaRPr lang="en-US" dirty="0">
                <a:latin typeface="Berlin Sans FB" panose="020E0602020502020306" pitchFamily="34" charset="0"/>
              </a:endParaRPr>
            </a:p>
          </p:txBody>
        </p:sp>
        <p:sp>
          <p:nvSpPr>
            <p:cNvPr id="41" name="import-3">
              <a:extLst>
                <a:ext uri="{FF2B5EF4-FFF2-40B4-BE49-F238E27FC236}">
                  <a16:creationId xmlns:a16="http://schemas.microsoft.com/office/drawing/2014/main" id="{1198FDDA-40A6-261F-6099-012ED09E7EF6}"/>
                </a:ext>
              </a:extLst>
            </p:cNvPr>
            <p:cNvSpPr txBox="1"/>
            <p:nvPr/>
          </p:nvSpPr>
          <p:spPr>
            <a:xfrm>
              <a:off x="2679406" y="1889138"/>
              <a:ext cx="13601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, </a:t>
              </a:r>
              <a:r>
                <a:rPr lang="en-US" dirty="0" err="1">
                  <a:latin typeface="Berlin Sans FB" panose="020E0602020502020306" pitchFamily="34" charset="0"/>
                </a:rPr>
                <a:t>useContext</a:t>
              </a:r>
              <a:endParaRPr lang="en-US" dirty="0">
                <a:latin typeface="Berlin Sans FB" panose="020E0602020502020306" pitchFamily="34" charset="0"/>
              </a:endParaRPr>
            </a:p>
          </p:txBody>
        </p:sp>
        <p:sp>
          <p:nvSpPr>
            <p:cNvPr id="8" name="import-1">
              <a:extLst>
                <a:ext uri="{FF2B5EF4-FFF2-40B4-BE49-F238E27FC236}">
                  <a16:creationId xmlns:a16="http://schemas.microsoft.com/office/drawing/2014/main" id="{79C05775-47C1-D0F7-DDC3-CA4B081D1C08}"/>
                </a:ext>
              </a:extLst>
            </p:cNvPr>
            <p:cNvSpPr txBox="1"/>
            <p:nvPr/>
          </p:nvSpPr>
          <p:spPr>
            <a:xfrm>
              <a:off x="4842940" y="1903740"/>
              <a:ext cx="158701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 } from “react”</a:t>
              </a:r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8B6FA4E-FB10-EBFA-490E-FFD5D80BC810}"/>
              </a:ext>
            </a:extLst>
          </p:cNvPr>
          <p:cNvGrpSpPr/>
          <p:nvPr/>
        </p:nvGrpSpPr>
        <p:grpSpPr>
          <a:xfrm>
            <a:off x="436389" y="3416490"/>
            <a:ext cx="3976259" cy="390479"/>
            <a:chOff x="446446" y="2367672"/>
            <a:chExt cx="3976259" cy="390479"/>
          </a:xfrm>
        </p:grpSpPr>
        <p:sp>
          <p:nvSpPr>
            <p:cNvPr id="22" name="createContext">
              <a:extLst>
                <a:ext uri="{FF2B5EF4-FFF2-40B4-BE49-F238E27FC236}">
                  <a16:creationId xmlns:a16="http://schemas.microsoft.com/office/drawing/2014/main" id="{E4728980-8655-BA2D-1DB4-AA80010E118F}"/>
                </a:ext>
              </a:extLst>
            </p:cNvPr>
            <p:cNvSpPr txBox="1"/>
            <p:nvPr/>
          </p:nvSpPr>
          <p:spPr>
            <a:xfrm>
              <a:off x="2451167" y="2382495"/>
              <a:ext cx="170427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 err="1">
                  <a:latin typeface="Berlin Sans FB" panose="020E0602020502020306" pitchFamily="34" charset="0"/>
                </a:rPr>
                <a:t>createContext</a:t>
              </a:r>
              <a:r>
                <a:rPr lang="en-US" dirty="0">
                  <a:latin typeface="Berlin Sans FB" panose="020E0602020502020306" pitchFamily="34" charset="0"/>
                </a:rPr>
                <a:t>(</a:t>
              </a:r>
              <a:endParaRPr lang="en-US" dirty="0"/>
            </a:p>
          </p:txBody>
        </p:sp>
        <p:sp>
          <p:nvSpPr>
            <p:cNvPr id="16" name="initState">
              <a:extLst>
                <a:ext uri="{FF2B5EF4-FFF2-40B4-BE49-F238E27FC236}">
                  <a16:creationId xmlns:a16="http://schemas.microsoft.com/office/drawing/2014/main" id="{16D5166B-2C67-2B2C-D6B4-FE3F4EC8696D}"/>
                </a:ext>
              </a:extLst>
            </p:cNvPr>
            <p:cNvSpPr txBox="1"/>
            <p:nvPr/>
          </p:nvSpPr>
          <p:spPr>
            <a:xfrm>
              <a:off x="3874118" y="2380762"/>
              <a:ext cx="54000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null</a:t>
              </a:r>
              <a:endParaRPr lang="en-US" dirty="0"/>
            </a:p>
          </p:txBody>
        </p:sp>
        <p:sp>
          <p:nvSpPr>
            <p:cNvPr id="17" name="createContext-1">
              <a:extLst>
                <a:ext uri="{FF2B5EF4-FFF2-40B4-BE49-F238E27FC236}">
                  <a16:creationId xmlns:a16="http://schemas.microsoft.com/office/drawing/2014/main" id="{44A5F3E1-73A3-DF7A-B7AE-5D4F43E25C5E}"/>
                </a:ext>
              </a:extLst>
            </p:cNvPr>
            <p:cNvSpPr txBox="1"/>
            <p:nvPr/>
          </p:nvSpPr>
          <p:spPr>
            <a:xfrm>
              <a:off x="4227890" y="2367672"/>
              <a:ext cx="19481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)</a:t>
              </a:r>
              <a:endParaRPr lang="en-US" dirty="0"/>
            </a:p>
          </p:txBody>
        </p:sp>
        <p:sp>
          <p:nvSpPr>
            <p:cNvPr id="18" name="authContext">
              <a:extLst>
                <a:ext uri="{FF2B5EF4-FFF2-40B4-BE49-F238E27FC236}">
                  <a16:creationId xmlns:a16="http://schemas.microsoft.com/office/drawing/2014/main" id="{5FF5A278-CE9B-F64D-A9A9-631B4AD7AACA}"/>
                </a:ext>
              </a:extLst>
            </p:cNvPr>
            <p:cNvSpPr txBox="1"/>
            <p:nvPr/>
          </p:nvSpPr>
          <p:spPr>
            <a:xfrm>
              <a:off x="446446" y="2388819"/>
              <a:ext cx="217440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const </a:t>
              </a:r>
              <a:r>
                <a:rPr lang="en-US" dirty="0" err="1">
                  <a:latin typeface="Berlin Sans FB" panose="020E0602020502020306" pitchFamily="34" charset="0"/>
                </a:rPr>
                <a:t>AuthContext</a:t>
              </a:r>
              <a:r>
                <a:rPr lang="en-US" dirty="0">
                  <a:latin typeface="Berlin Sans FB" panose="020E0602020502020306" pitchFamily="34" charset="0"/>
                </a:rPr>
                <a:t> = 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D5D3D95-B951-6AF9-B786-90472F34B2B5}"/>
              </a:ext>
            </a:extLst>
          </p:cNvPr>
          <p:cNvGrpSpPr/>
          <p:nvPr/>
        </p:nvGrpSpPr>
        <p:grpSpPr>
          <a:xfrm>
            <a:off x="400696" y="3845560"/>
            <a:ext cx="5692616" cy="2504166"/>
            <a:chOff x="439619" y="2758151"/>
            <a:chExt cx="5692616" cy="2504166"/>
          </a:xfrm>
        </p:grpSpPr>
        <p:sp>
          <p:nvSpPr>
            <p:cNvPr id="20" name="app">
              <a:extLst>
                <a:ext uri="{FF2B5EF4-FFF2-40B4-BE49-F238E27FC236}">
                  <a16:creationId xmlns:a16="http://schemas.microsoft.com/office/drawing/2014/main" id="{7C8B8051-8555-BA87-02FF-1F238F5BF966}"/>
                </a:ext>
              </a:extLst>
            </p:cNvPr>
            <p:cNvSpPr txBox="1"/>
            <p:nvPr/>
          </p:nvSpPr>
          <p:spPr>
            <a:xfrm>
              <a:off x="488040" y="2758151"/>
              <a:ext cx="19048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const App = () =&gt; {</a:t>
              </a:r>
            </a:p>
          </p:txBody>
        </p:sp>
        <p:sp>
          <p:nvSpPr>
            <p:cNvPr id="26" name="useState">
              <a:extLst>
                <a:ext uri="{FF2B5EF4-FFF2-40B4-BE49-F238E27FC236}">
                  <a16:creationId xmlns:a16="http://schemas.microsoft.com/office/drawing/2014/main" id="{1F462175-FFAE-5E6F-60D4-4C9ECF9ADF07}"/>
                </a:ext>
              </a:extLst>
            </p:cNvPr>
            <p:cNvSpPr txBox="1"/>
            <p:nvPr/>
          </p:nvSpPr>
          <p:spPr>
            <a:xfrm>
              <a:off x="583172" y="3050039"/>
              <a:ext cx="554906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Berlin Sans FB" panose="020E0602020502020306" pitchFamily="34" charset="0"/>
                </a:rPr>
                <a:t>const [ </a:t>
              </a:r>
              <a:r>
                <a:rPr lang="en-US" sz="1600" dirty="0" err="1">
                  <a:latin typeface="Berlin Sans FB" panose="020E0602020502020306" pitchFamily="34" charset="0"/>
                </a:rPr>
                <a:t>currentUser</a:t>
              </a:r>
              <a:r>
                <a:rPr lang="en-US" sz="1600" dirty="0">
                  <a:latin typeface="Berlin Sans FB" panose="020E0602020502020306" pitchFamily="34" charset="0"/>
                </a:rPr>
                <a:t> , </a:t>
              </a:r>
              <a:r>
                <a:rPr lang="en-US" sz="1600" dirty="0" err="1">
                  <a:latin typeface="Berlin Sans FB" panose="020E0602020502020306" pitchFamily="34" charset="0"/>
                </a:rPr>
                <a:t>setCurrentUser</a:t>
              </a:r>
              <a:r>
                <a:rPr lang="en-US" sz="1600" dirty="0">
                  <a:latin typeface="Berlin Sans FB" panose="020E0602020502020306" pitchFamily="34" charset="0"/>
                </a:rPr>
                <a:t> ] = </a:t>
              </a:r>
              <a:r>
                <a:rPr lang="en-US" sz="1600" dirty="0" err="1">
                  <a:latin typeface="Berlin Sans FB" panose="020E0602020502020306" pitchFamily="34" charset="0"/>
                </a:rPr>
                <a:t>useState</a:t>
              </a:r>
              <a:r>
                <a:rPr lang="en-US" sz="1600" dirty="0">
                  <a:latin typeface="Berlin Sans FB" panose="020E0602020502020306" pitchFamily="34" charset="0"/>
                </a:rPr>
                <a:t>({name: ”</a:t>
              </a:r>
              <a:r>
                <a:rPr lang="en-US" sz="1600" dirty="0" err="1">
                  <a:latin typeface="Berlin Sans FB" panose="020E0602020502020306" pitchFamily="34" charset="0"/>
                </a:rPr>
                <a:t>josse</a:t>
              </a:r>
              <a:r>
                <a:rPr lang="en-US" sz="1600" dirty="0">
                  <a:latin typeface="Berlin Sans FB" panose="020E0602020502020306" pitchFamily="34" charset="0"/>
                </a:rPr>
                <a:t>”})</a:t>
              </a:r>
            </a:p>
          </p:txBody>
        </p:sp>
        <p:sp>
          <p:nvSpPr>
            <p:cNvPr id="24" name="return">
              <a:extLst>
                <a:ext uri="{FF2B5EF4-FFF2-40B4-BE49-F238E27FC236}">
                  <a16:creationId xmlns:a16="http://schemas.microsoft.com/office/drawing/2014/main" id="{5E8F74E2-F8C9-8345-7CE3-D3293236EBED}"/>
                </a:ext>
              </a:extLst>
            </p:cNvPr>
            <p:cNvSpPr txBox="1"/>
            <p:nvPr/>
          </p:nvSpPr>
          <p:spPr>
            <a:xfrm>
              <a:off x="577035" y="3339526"/>
              <a:ext cx="9641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return ( </a:t>
              </a:r>
            </a:p>
          </p:txBody>
        </p:sp>
        <p:sp>
          <p:nvSpPr>
            <p:cNvPr id="27" name="wrapper">
              <a:extLst>
                <a:ext uri="{FF2B5EF4-FFF2-40B4-BE49-F238E27FC236}">
                  <a16:creationId xmlns:a16="http://schemas.microsoft.com/office/drawing/2014/main" id="{0F35DFF3-7A65-3419-B578-2D8825BE1D5F}"/>
                </a:ext>
              </a:extLst>
            </p:cNvPr>
            <p:cNvSpPr txBox="1"/>
            <p:nvPr/>
          </p:nvSpPr>
          <p:spPr>
            <a:xfrm>
              <a:off x="606173" y="3695253"/>
              <a:ext cx="15274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</a:t>
              </a:r>
              <a:r>
                <a:rPr lang="en-US" dirty="0" err="1">
                  <a:latin typeface="Berlin Sans FB" panose="020E0602020502020306" pitchFamily="34" charset="0"/>
                </a:rPr>
                <a:t>AuthContext</a:t>
              </a:r>
              <a:endParaRPr lang="en-US" dirty="0"/>
            </a:p>
          </p:txBody>
        </p:sp>
        <p:sp>
          <p:nvSpPr>
            <p:cNvPr id="29" name="value">
              <a:extLst>
                <a:ext uri="{FF2B5EF4-FFF2-40B4-BE49-F238E27FC236}">
                  <a16:creationId xmlns:a16="http://schemas.microsoft.com/office/drawing/2014/main" id="{D5324C7E-D88D-7015-737E-94C3D5DAE662}"/>
                </a:ext>
              </a:extLst>
            </p:cNvPr>
            <p:cNvSpPr txBox="1"/>
            <p:nvPr/>
          </p:nvSpPr>
          <p:spPr>
            <a:xfrm>
              <a:off x="1982374" y="3680481"/>
              <a:ext cx="206876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value={</a:t>
              </a:r>
              <a:r>
                <a:rPr lang="en-US" dirty="0" err="1">
                  <a:latin typeface="Berlin Sans FB" panose="020E0602020502020306" pitchFamily="34" charset="0"/>
                </a:rPr>
                <a:t>currentUser</a:t>
              </a:r>
              <a:r>
                <a:rPr lang="en-US" dirty="0">
                  <a:latin typeface="Berlin Sans FB" panose="020E0602020502020306" pitchFamily="34" charset="0"/>
                </a:rPr>
                <a:t>}</a:t>
              </a:r>
              <a:endParaRPr lang="en-US" dirty="0"/>
            </a:p>
          </p:txBody>
        </p:sp>
        <p:sp>
          <p:nvSpPr>
            <p:cNvPr id="28" name="wrapper-2">
              <a:extLst>
                <a:ext uri="{FF2B5EF4-FFF2-40B4-BE49-F238E27FC236}">
                  <a16:creationId xmlns:a16="http://schemas.microsoft.com/office/drawing/2014/main" id="{05EAB2F2-CA98-2F82-9107-93341BF6A777}"/>
                </a:ext>
              </a:extLst>
            </p:cNvPr>
            <p:cNvSpPr txBox="1"/>
            <p:nvPr/>
          </p:nvSpPr>
          <p:spPr>
            <a:xfrm>
              <a:off x="3958628" y="3688538"/>
              <a:ext cx="8111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&gt;</a:t>
              </a:r>
              <a:endParaRPr lang="en-US" dirty="0"/>
            </a:p>
          </p:txBody>
        </p:sp>
        <p:sp>
          <p:nvSpPr>
            <p:cNvPr id="30" name="component">
              <a:extLst>
                <a:ext uri="{FF2B5EF4-FFF2-40B4-BE49-F238E27FC236}">
                  <a16:creationId xmlns:a16="http://schemas.microsoft.com/office/drawing/2014/main" id="{67402674-D67C-0582-76D1-43E184C341A8}"/>
                </a:ext>
              </a:extLst>
            </p:cNvPr>
            <p:cNvSpPr txBox="1"/>
            <p:nvPr/>
          </p:nvSpPr>
          <p:spPr>
            <a:xfrm>
              <a:off x="821644" y="4048100"/>
              <a:ext cx="16295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&lt;</a:t>
              </a:r>
              <a:r>
                <a:rPr lang="en-US" dirty="0">
                  <a:latin typeface="Berlin Sans FB" panose="020E0602020502020306" pitchFamily="34" charset="0"/>
                </a:rPr>
                <a:t>Component /&gt;</a:t>
              </a:r>
              <a:endParaRPr lang="en-US" dirty="0"/>
            </a:p>
          </p:txBody>
        </p:sp>
        <p:sp>
          <p:nvSpPr>
            <p:cNvPr id="31" name="wrapper-1">
              <a:extLst>
                <a:ext uri="{FF2B5EF4-FFF2-40B4-BE49-F238E27FC236}">
                  <a16:creationId xmlns:a16="http://schemas.microsoft.com/office/drawing/2014/main" id="{0134331F-EED6-853C-31FE-19113A4B2122}"/>
                </a:ext>
              </a:extLst>
            </p:cNvPr>
            <p:cNvSpPr txBox="1"/>
            <p:nvPr/>
          </p:nvSpPr>
          <p:spPr>
            <a:xfrm>
              <a:off x="625683" y="4371245"/>
              <a:ext cx="16295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</a:t>
              </a:r>
              <a:r>
                <a:rPr lang="en-US" dirty="0" err="1">
                  <a:latin typeface="Berlin Sans FB" panose="020E0602020502020306" pitchFamily="34" charset="0"/>
                </a:rPr>
                <a:t>AuthContext</a:t>
              </a:r>
              <a:r>
                <a:rPr lang="en-US" dirty="0">
                  <a:latin typeface="Berlin Sans FB" panose="020E0602020502020306" pitchFamily="34" charset="0"/>
                </a:rPr>
                <a:t>&gt;</a:t>
              </a:r>
              <a:endParaRPr lang="en-US" dirty="0"/>
            </a:p>
          </p:txBody>
        </p:sp>
        <p:sp>
          <p:nvSpPr>
            <p:cNvPr id="32" name="return-1">
              <a:extLst>
                <a:ext uri="{FF2B5EF4-FFF2-40B4-BE49-F238E27FC236}">
                  <a16:creationId xmlns:a16="http://schemas.microsoft.com/office/drawing/2014/main" id="{CDD1CACF-86C9-49FF-909F-229E886F8FD3}"/>
                </a:ext>
              </a:extLst>
            </p:cNvPr>
            <p:cNvSpPr txBox="1"/>
            <p:nvPr/>
          </p:nvSpPr>
          <p:spPr>
            <a:xfrm>
              <a:off x="537647" y="4622506"/>
              <a:ext cx="19357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)</a:t>
              </a:r>
              <a:endParaRPr lang="en-US" dirty="0"/>
            </a:p>
          </p:txBody>
        </p:sp>
        <p:sp>
          <p:nvSpPr>
            <p:cNvPr id="33" name="app-1">
              <a:extLst>
                <a:ext uri="{FF2B5EF4-FFF2-40B4-BE49-F238E27FC236}">
                  <a16:creationId xmlns:a16="http://schemas.microsoft.com/office/drawing/2014/main" id="{FB798C99-205B-7ABD-E83A-27E97F515075}"/>
                </a:ext>
              </a:extLst>
            </p:cNvPr>
            <p:cNvSpPr txBox="1"/>
            <p:nvPr/>
          </p:nvSpPr>
          <p:spPr>
            <a:xfrm>
              <a:off x="439619" y="4892985"/>
              <a:ext cx="3602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};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14C166CB-7857-730A-133A-45B9A00583E1}"/>
              </a:ext>
            </a:extLst>
          </p:cNvPr>
          <p:cNvGrpSpPr/>
          <p:nvPr/>
        </p:nvGrpSpPr>
        <p:grpSpPr>
          <a:xfrm>
            <a:off x="447599" y="6400834"/>
            <a:ext cx="3982241" cy="2685803"/>
            <a:chOff x="439619" y="5314614"/>
            <a:chExt cx="3982241" cy="2685803"/>
          </a:xfrm>
        </p:grpSpPr>
        <p:sp>
          <p:nvSpPr>
            <p:cNvPr id="34" name="component">
              <a:extLst>
                <a:ext uri="{FF2B5EF4-FFF2-40B4-BE49-F238E27FC236}">
                  <a16:creationId xmlns:a16="http://schemas.microsoft.com/office/drawing/2014/main" id="{998CEA6E-2058-5111-6B9B-4DC511DFCF65}"/>
                </a:ext>
              </a:extLst>
            </p:cNvPr>
            <p:cNvSpPr txBox="1"/>
            <p:nvPr/>
          </p:nvSpPr>
          <p:spPr>
            <a:xfrm>
              <a:off x="439619" y="5314614"/>
              <a:ext cx="26196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const component = () =&gt; { </a:t>
              </a:r>
            </a:p>
          </p:txBody>
        </p:sp>
        <p:sp>
          <p:nvSpPr>
            <p:cNvPr id="36" name="const">
              <a:extLst>
                <a:ext uri="{FF2B5EF4-FFF2-40B4-BE49-F238E27FC236}">
                  <a16:creationId xmlns:a16="http://schemas.microsoft.com/office/drawing/2014/main" id="{D5F8ACE2-9C9E-DF38-D83F-9AF60A24AA9E}"/>
                </a:ext>
              </a:extLst>
            </p:cNvPr>
            <p:cNvSpPr txBox="1"/>
            <p:nvPr/>
          </p:nvSpPr>
          <p:spPr>
            <a:xfrm>
              <a:off x="537647" y="5659026"/>
              <a:ext cx="13420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const login =</a:t>
              </a:r>
            </a:p>
          </p:txBody>
        </p:sp>
        <p:sp>
          <p:nvSpPr>
            <p:cNvPr id="40" name="useContext">
              <a:extLst>
                <a:ext uri="{FF2B5EF4-FFF2-40B4-BE49-F238E27FC236}">
                  <a16:creationId xmlns:a16="http://schemas.microsoft.com/office/drawing/2014/main" id="{30DA4540-7815-24B1-0044-4E50FEE51641}"/>
                </a:ext>
              </a:extLst>
            </p:cNvPr>
            <p:cNvSpPr txBox="1"/>
            <p:nvPr/>
          </p:nvSpPr>
          <p:spPr>
            <a:xfrm>
              <a:off x="1782778" y="5641954"/>
              <a:ext cx="13163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Berlin Sans FB" panose="020E0602020502020306" pitchFamily="34" charset="0"/>
                </a:rPr>
                <a:t>useContext</a:t>
              </a:r>
              <a:r>
                <a:rPr lang="en-US" dirty="0">
                  <a:latin typeface="Berlin Sans FB" panose="020E0602020502020306" pitchFamily="34" charset="0"/>
                </a:rPr>
                <a:t>(</a:t>
              </a:r>
            </a:p>
          </p:txBody>
        </p:sp>
        <p:sp>
          <p:nvSpPr>
            <p:cNvPr id="38" name="useContext-1">
              <a:extLst>
                <a:ext uri="{FF2B5EF4-FFF2-40B4-BE49-F238E27FC236}">
                  <a16:creationId xmlns:a16="http://schemas.microsoft.com/office/drawing/2014/main" id="{ECF7D6A0-052C-A19A-5045-AEA6F6335B1C}"/>
                </a:ext>
              </a:extLst>
            </p:cNvPr>
            <p:cNvSpPr txBox="1"/>
            <p:nvPr/>
          </p:nvSpPr>
          <p:spPr>
            <a:xfrm>
              <a:off x="2919143" y="5651166"/>
              <a:ext cx="14061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Berlin Sans FB" panose="020E0602020502020306" pitchFamily="34" charset="0"/>
                </a:rPr>
                <a:t>AuthContext</a:t>
              </a:r>
              <a:endParaRPr lang="en-US" dirty="0">
                <a:latin typeface="Berlin Sans FB" panose="020E0602020502020306" pitchFamily="34" charset="0"/>
              </a:endParaRPr>
            </a:p>
          </p:txBody>
        </p:sp>
        <p:sp>
          <p:nvSpPr>
            <p:cNvPr id="39" name="useContext-2">
              <a:extLst>
                <a:ext uri="{FF2B5EF4-FFF2-40B4-BE49-F238E27FC236}">
                  <a16:creationId xmlns:a16="http://schemas.microsoft.com/office/drawing/2014/main" id="{36AFB646-E0F0-6B1E-4A12-610AEDF2E226}"/>
                </a:ext>
              </a:extLst>
            </p:cNvPr>
            <p:cNvSpPr txBox="1"/>
            <p:nvPr/>
          </p:nvSpPr>
          <p:spPr>
            <a:xfrm>
              <a:off x="4155440" y="5651166"/>
              <a:ext cx="2664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)</a:t>
              </a:r>
            </a:p>
          </p:txBody>
        </p:sp>
        <p:sp>
          <p:nvSpPr>
            <p:cNvPr id="42" name="return">
              <a:extLst>
                <a:ext uri="{FF2B5EF4-FFF2-40B4-BE49-F238E27FC236}">
                  <a16:creationId xmlns:a16="http://schemas.microsoft.com/office/drawing/2014/main" id="{5871E7CB-D18C-E427-5842-78D59BA6E1DC}"/>
                </a:ext>
              </a:extLst>
            </p:cNvPr>
            <p:cNvSpPr txBox="1"/>
            <p:nvPr/>
          </p:nvSpPr>
          <p:spPr>
            <a:xfrm>
              <a:off x="577035" y="6028358"/>
              <a:ext cx="9641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return ( </a:t>
              </a:r>
            </a:p>
          </p:txBody>
        </p:sp>
        <p:sp>
          <p:nvSpPr>
            <p:cNvPr id="44" name="div">
              <a:extLst>
                <a:ext uri="{FF2B5EF4-FFF2-40B4-BE49-F238E27FC236}">
                  <a16:creationId xmlns:a16="http://schemas.microsoft.com/office/drawing/2014/main" id="{0126D29D-F319-5796-D55F-DFFD89866FB5}"/>
                </a:ext>
              </a:extLst>
            </p:cNvPr>
            <p:cNvSpPr txBox="1"/>
            <p:nvPr/>
          </p:nvSpPr>
          <p:spPr>
            <a:xfrm>
              <a:off x="634433" y="6367600"/>
              <a:ext cx="6795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&lt;div&gt;</a:t>
              </a:r>
            </a:p>
          </p:txBody>
        </p:sp>
        <p:sp>
          <p:nvSpPr>
            <p:cNvPr id="51" name="curly-braces">
              <a:extLst>
                <a:ext uri="{FF2B5EF4-FFF2-40B4-BE49-F238E27FC236}">
                  <a16:creationId xmlns:a16="http://schemas.microsoft.com/office/drawing/2014/main" id="{F3355B7F-51B3-C2DF-ABC2-C946E51FB39C}"/>
                </a:ext>
              </a:extLst>
            </p:cNvPr>
            <p:cNvSpPr txBox="1"/>
            <p:nvPr/>
          </p:nvSpPr>
          <p:spPr>
            <a:xfrm>
              <a:off x="862728" y="6672092"/>
              <a:ext cx="12708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Welcome {</a:t>
              </a:r>
            </a:p>
          </p:txBody>
        </p:sp>
        <p:sp>
          <p:nvSpPr>
            <p:cNvPr id="52" name="text">
              <a:extLst>
                <a:ext uri="{FF2B5EF4-FFF2-40B4-BE49-F238E27FC236}">
                  <a16:creationId xmlns:a16="http://schemas.microsoft.com/office/drawing/2014/main" id="{0832C96E-E5F4-E01C-818C-787E68866998}"/>
                </a:ext>
              </a:extLst>
            </p:cNvPr>
            <p:cNvSpPr txBox="1"/>
            <p:nvPr/>
          </p:nvSpPr>
          <p:spPr>
            <a:xfrm>
              <a:off x="1932731" y="6672092"/>
              <a:ext cx="6449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login</a:t>
              </a:r>
            </a:p>
          </p:txBody>
        </p:sp>
        <p:sp>
          <p:nvSpPr>
            <p:cNvPr id="53" name="text-1">
              <a:extLst>
                <a:ext uri="{FF2B5EF4-FFF2-40B4-BE49-F238E27FC236}">
                  <a16:creationId xmlns:a16="http://schemas.microsoft.com/office/drawing/2014/main" id="{67FC7351-9BDE-CBA2-FE7E-74E2049C134B}"/>
                </a:ext>
              </a:extLst>
            </p:cNvPr>
            <p:cNvSpPr txBox="1"/>
            <p:nvPr/>
          </p:nvSpPr>
          <p:spPr>
            <a:xfrm>
              <a:off x="2395152" y="6685500"/>
              <a:ext cx="8438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.name</a:t>
              </a:r>
            </a:p>
          </p:txBody>
        </p:sp>
        <p:sp>
          <p:nvSpPr>
            <p:cNvPr id="54" name="curly-braces-1">
              <a:extLst>
                <a:ext uri="{FF2B5EF4-FFF2-40B4-BE49-F238E27FC236}">
                  <a16:creationId xmlns:a16="http://schemas.microsoft.com/office/drawing/2014/main" id="{893811F8-FB86-CE01-A725-3272A2A9B43D}"/>
                </a:ext>
              </a:extLst>
            </p:cNvPr>
            <p:cNvSpPr txBox="1"/>
            <p:nvPr/>
          </p:nvSpPr>
          <p:spPr>
            <a:xfrm>
              <a:off x="3054915" y="6664232"/>
              <a:ext cx="148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}</a:t>
              </a:r>
            </a:p>
          </p:txBody>
        </p:sp>
        <p:sp>
          <p:nvSpPr>
            <p:cNvPr id="55" name="div-1">
              <a:extLst>
                <a:ext uri="{FF2B5EF4-FFF2-40B4-BE49-F238E27FC236}">
                  <a16:creationId xmlns:a16="http://schemas.microsoft.com/office/drawing/2014/main" id="{BB327A90-CC75-3890-7B7F-89C7CCC1B5FB}"/>
                </a:ext>
              </a:extLst>
            </p:cNvPr>
            <p:cNvSpPr txBox="1"/>
            <p:nvPr/>
          </p:nvSpPr>
          <p:spPr>
            <a:xfrm>
              <a:off x="642854" y="6948747"/>
              <a:ext cx="7818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&lt;/div&gt;</a:t>
              </a:r>
            </a:p>
          </p:txBody>
        </p:sp>
        <p:sp>
          <p:nvSpPr>
            <p:cNvPr id="56" name="return-1">
              <a:extLst>
                <a:ext uri="{FF2B5EF4-FFF2-40B4-BE49-F238E27FC236}">
                  <a16:creationId xmlns:a16="http://schemas.microsoft.com/office/drawing/2014/main" id="{F4A52045-A463-54A9-5698-0EDF705B1170}"/>
                </a:ext>
              </a:extLst>
            </p:cNvPr>
            <p:cNvSpPr txBox="1"/>
            <p:nvPr/>
          </p:nvSpPr>
          <p:spPr>
            <a:xfrm>
              <a:off x="577035" y="7261753"/>
              <a:ext cx="1634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)</a:t>
              </a:r>
            </a:p>
          </p:txBody>
        </p:sp>
        <p:sp>
          <p:nvSpPr>
            <p:cNvPr id="57" name="component-1">
              <a:extLst>
                <a:ext uri="{FF2B5EF4-FFF2-40B4-BE49-F238E27FC236}">
                  <a16:creationId xmlns:a16="http://schemas.microsoft.com/office/drawing/2014/main" id="{E62EBAF7-BE3E-B74C-BF9E-84C9F1636B35}"/>
                </a:ext>
              </a:extLst>
            </p:cNvPr>
            <p:cNvSpPr txBox="1"/>
            <p:nvPr/>
          </p:nvSpPr>
          <p:spPr>
            <a:xfrm>
              <a:off x="464582" y="7631085"/>
              <a:ext cx="3299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};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2429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D31174-82D4-3E50-0600-4094A43B6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42515F5A-77BA-521A-8B1B-3D7BE7DA128C}"/>
              </a:ext>
            </a:extLst>
          </p:cNvPr>
          <p:cNvGrpSpPr/>
          <p:nvPr/>
        </p:nvGrpSpPr>
        <p:grpSpPr>
          <a:xfrm>
            <a:off x="195460" y="157485"/>
            <a:ext cx="6490472" cy="11774656"/>
            <a:chOff x="195460" y="157485"/>
            <a:chExt cx="6490472" cy="1177465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B622D94-38E6-40AD-AB49-50747D031357}"/>
                </a:ext>
              </a:extLst>
            </p:cNvPr>
            <p:cNvGrpSpPr/>
            <p:nvPr/>
          </p:nvGrpSpPr>
          <p:grpSpPr>
            <a:xfrm>
              <a:off x="195460" y="157485"/>
              <a:ext cx="6490472" cy="474386"/>
              <a:chOff x="185856" y="-57562"/>
              <a:chExt cx="11538617" cy="84335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F356380-AF9C-8F5C-2A2A-B348608E307F}"/>
                  </a:ext>
                </a:extLst>
              </p:cNvPr>
              <p:cNvSpPr/>
              <p:nvPr/>
            </p:nvSpPr>
            <p:spPr>
              <a:xfrm>
                <a:off x="185856" y="-57562"/>
                <a:ext cx="11538617" cy="84335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D5B7645-0F10-F64B-A3C3-05BF697F00EE}"/>
                  </a:ext>
                </a:extLst>
              </p:cNvPr>
              <p:cNvSpPr/>
              <p:nvPr/>
            </p:nvSpPr>
            <p:spPr>
              <a:xfrm>
                <a:off x="427122" y="140605"/>
                <a:ext cx="448000" cy="448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E741493A-A721-ECD8-1D2A-BB23B3895D68}"/>
                  </a:ext>
                </a:extLst>
              </p:cNvPr>
              <p:cNvSpPr/>
              <p:nvPr/>
            </p:nvSpPr>
            <p:spPr>
              <a:xfrm>
                <a:off x="1075072" y="140605"/>
                <a:ext cx="448000" cy="44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C5BE4D56-A054-3D95-6479-7B6CB187DEC3}"/>
                  </a:ext>
                </a:extLst>
              </p:cNvPr>
              <p:cNvSpPr/>
              <p:nvPr/>
            </p:nvSpPr>
            <p:spPr>
              <a:xfrm>
                <a:off x="1698549" y="140605"/>
                <a:ext cx="448000" cy="448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EE3DF35-B5F3-DA8A-C52A-96D4D6BD1F1B}"/>
                </a:ext>
              </a:extLst>
            </p:cNvPr>
            <p:cNvSpPr/>
            <p:nvPr/>
          </p:nvSpPr>
          <p:spPr>
            <a:xfrm>
              <a:off x="247697" y="869527"/>
              <a:ext cx="6362609" cy="1106261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95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AE303853-FBC8-5D17-A068-3D0AF3D0CE19}"/>
              </a:ext>
            </a:extLst>
          </p:cNvPr>
          <p:cNvSpPr/>
          <p:nvPr/>
        </p:nvSpPr>
        <p:spPr>
          <a:xfrm>
            <a:off x="1527314" y="6317191"/>
            <a:ext cx="3501280" cy="66739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without </a:t>
            </a:r>
            <a:r>
              <a:rPr lang="en-US" sz="28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useContext</a:t>
            </a: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()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42065DF-584C-9793-B3B6-E7A035397082}"/>
              </a:ext>
            </a:extLst>
          </p:cNvPr>
          <p:cNvGrpSpPr/>
          <p:nvPr/>
        </p:nvGrpSpPr>
        <p:grpSpPr>
          <a:xfrm>
            <a:off x="2002098" y="1621205"/>
            <a:ext cx="2882371" cy="4241230"/>
            <a:chOff x="2002098" y="1621205"/>
            <a:chExt cx="2882371" cy="424123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10086C2-4DC3-7D17-F3AB-DCAFC06D2332}"/>
                </a:ext>
              </a:extLst>
            </p:cNvPr>
            <p:cNvSpPr/>
            <p:nvPr/>
          </p:nvSpPr>
          <p:spPr>
            <a:xfrm>
              <a:off x="3994129" y="4862493"/>
              <a:ext cx="890340" cy="99994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C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91BFEDA-7453-0867-C234-283119EDA375}"/>
                </a:ext>
              </a:extLst>
            </p:cNvPr>
            <p:cNvSpPr/>
            <p:nvPr/>
          </p:nvSpPr>
          <p:spPr>
            <a:xfrm>
              <a:off x="2002098" y="3043618"/>
              <a:ext cx="890340" cy="99994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A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70BAAF5-CC06-1691-C7B5-FC1E6FB59FD2}"/>
                </a:ext>
              </a:extLst>
            </p:cNvPr>
            <p:cNvSpPr/>
            <p:nvPr/>
          </p:nvSpPr>
          <p:spPr>
            <a:xfrm>
              <a:off x="3050700" y="3880979"/>
              <a:ext cx="890340" cy="99994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B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B3D58C2-8F64-FD3C-D376-B252F2C27606}"/>
                </a:ext>
              </a:extLst>
            </p:cNvPr>
            <p:cNvSpPr/>
            <p:nvPr/>
          </p:nvSpPr>
          <p:spPr>
            <a:xfrm>
              <a:off x="2294438" y="1621205"/>
              <a:ext cx="2261200" cy="73211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solidFill>
                    <a:schemeClr val="tx1"/>
                  </a:solidFill>
                  <a:latin typeface="Berlin Sans FB" panose="020E0602020502020306" pitchFamily="34" charset="0"/>
                </a:rPr>
                <a:t>useContext</a:t>
              </a:r>
              <a:r>
                <a: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()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01464EF-C9A4-D7D0-0882-43A4C62BF09D}"/>
                </a:ext>
              </a:extLst>
            </p:cNvPr>
            <p:cNvCxnSpPr>
              <a:cxnSpLocks/>
              <a:endCxn id="4" idx="0"/>
            </p:cNvCxnSpPr>
            <p:nvPr/>
          </p:nvCxnSpPr>
          <p:spPr>
            <a:xfrm>
              <a:off x="4296828" y="2417208"/>
              <a:ext cx="142471" cy="244528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5D446ED-7A9D-446B-1049-74F1ACF759A6}"/>
              </a:ext>
            </a:extLst>
          </p:cNvPr>
          <p:cNvGrpSpPr/>
          <p:nvPr/>
        </p:nvGrpSpPr>
        <p:grpSpPr>
          <a:xfrm>
            <a:off x="2099045" y="7548444"/>
            <a:ext cx="2589155" cy="3127602"/>
            <a:chOff x="2099045" y="7548444"/>
            <a:chExt cx="2589155" cy="3127602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CE7EC47-3EA0-CEC9-23F5-3C4BD65E2011}"/>
                </a:ext>
              </a:extLst>
            </p:cNvPr>
            <p:cNvSpPr/>
            <p:nvPr/>
          </p:nvSpPr>
          <p:spPr>
            <a:xfrm>
              <a:off x="3797860" y="9676104"/>
              <a:ext cx="890340" cy="99994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C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FDFEF698-16F0-104D-5A0E-61D35B8DDD89}"/>
                </a:ext>
              </a:extLst>
            </p:cNvPr>
            <p:cNvSpPr/>
            <p:nvPr/>
          </p:nvSpPr>
          <p:spPr>
            <a:xfrm>
              <a:off x="2099045" y="7548444"/>
              <a:ext cx="890340" cy="99994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A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0C9B6496-E8EE-397D-8ED2-B69FB3121E9E}"/>
                </a:ext>
              </a:extLst>
            </p:cNvPr>
            <p:cNvSpPr/>
            <p:nvPr/>
          </p:nvSpPr>
          <p:spPr>
            <a:xfrm>
              <a:off x="2979868" y="8612274"/>
              <a:ext cx="890340" cy="99994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B</a:t>
              </a:r>
            </a:p>
          </p:txBody>
        </p:sp>
        <p:sp>
          <p:nvSpPr>
            <p:cNvPr id="73" name="Arrow: Curved Down 72">
              <a:extLst>
                <a:ext uri="{FF2B5EF4-FFF2-40B4-BE49-F238E27FC236}">
                  <a16:creationId xmlns:a16="http://schemas.microsoft.com/office/drawing/2014/main" id="{D4F58D35-2C55-4927-D367-3AA1CFAAFE5E}"/>
                </a:ext>
              </a:extLst>
            </p:cNvPr>
            <p:cNvSpPr/>
            <p:nvPr/>
          </p:nvSpPr>
          <p:spPr>
            <a:xfrm rot="1691637">
              <a:off x="2885054" y="8251496"/>
              <a:ext cx="692487" cy="394356"/>
            </a:xfrm>
            <a:prstGeom prst="curved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8" name="Arrow: Curved Down 17">
            <a:extLst>
              <a:ext uri="{FF2B5EF4-FFF2-40B4-BE49-F238E27FC236}">
                <a16:creationId xmlns:a16="http://schemas.microsoft.com/office/drawing/2014/main" id="{CAEAAD4C-9292-BBBC-F29A-636C4AD42632}"/>
              </a:ext>
            </a:extLst>
          </p:cNvPr>
          <p:cNvSpPr/>
          <p:nvPr/>
        </p:nvSpPr>
        <p:spPr>
          <a:xfrm rot="1691637">
            <a:off x="3809244" y="9360098"/>
            <a:ext cx="692487" cy="394356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4769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46E6FE-C51B-325E-3E49-0CF9810C3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E01504B6-5D4B-0E62-76D0-6BA0022B0AEE}"/>
              </a:ext>
            </a:extLst>
          </p:cNvPr>
          <p:cNvGrpSpPr/>
          <p:nvPr/>
        </p:nvGrpSpPr>
        <p:grpSpPr>
          <a:xfrm>
            <a:off x="195460" y="157485"/>
            <a:ext cx="6490472" cy="11774656"/>
            <a:chOff x="195460" y="157485"/>
            <a:chExt cx="6490472" cy="1177465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CD1DA75-4A44-7210-1E29-C50377226884}"/>
                </a:ext>
              </a:extLst>
            </p:cNvPr>
            <p:cNvGrpSpPr/>
            <p:nvPr/>
          </p:nvGrpSpPr>
          <p:grpSpPr>
            <a:xfrm>
              <a:off x="195460" y="157485"/>
              <a:ext cx="6490472" cy="474386"/>
              <a:chOff x="185856" y="-57562"/>
              <a:chExt cx="11538617" cy="84335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31C271B-79E9-BDEB-047F-4B39A0C1B35C}"/>
                  </a:ext>
                </a:extLst>
              </p:cNvPr>
              <p:cNvSpPr/>
              <p:nvPr/>
            </p:nvSpPr>
            <p:spPr>
              <a:xfrm>
                <a:off x="185856" y="-57562"/>
                <a:ext cx="11538617" cy="84335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B42E22A6-6EB9-733F-ADB6-F5C2D0CEE1CC}"/>
                  </a:ext>
                </a:extLst>
              </p:cNvPr>
              <p:cNvSpPr/>
              <p:nvPr/>
            </p:nvSpPr>
            <p:spPr>
              <a:xfrm>
                <a:off x="427122" y="140605"/>
                <a:ext cx="448000" cy="448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0C8CB5AC-0453-111D-3D33-86A39518C964}"/>
                  </a:ext>
                </a:extLst>
              </p:cNvPr>
              <p:cNvSpPr/>
              <p:nvPr/>
            </p:nvSpPr>
            <p:spPr>
              <a:xfrm>
                <a:off x="1075072" y="140605"/>
                <a:ext cx="448000" cy="44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F4E983DD-A1B1-8DD1-D82B-C947CAE585B0}"/>
                  </a:ext>
                </a:extLst>
              </p:cNvPr>
              <p:cNvSpPr/>
              <p:nvPr/>
            </p:nvSpPr>
            <p:spPr>
              <a:xfrm>
                <a:off x="1698549" y="140605"/>
                <a:ext cx="448000" cy="448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034EF8D-4C49-4F18-1E67-7EA34FFBDD98}"/>
                </a:ext>
              </a:extLst>
            </p:cNvPr>
            <p:cNvSpPr/>
            <p:nvPr/>
          </p:nvSpPr>
          <p:spPr>
            <a:xfrm>
              <a:off x="247697" y="869527"/>
              <a:ext cx="6362609" cy="1106261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95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4FA9216-5AF1-8A3D-2402-CFC2745AC6C2}"/>
              </a:ext>
            </a:extLst>
          </p:cNvPr>
          <p:cNvGrpSpPr/>
          <p:nvPr/>
        </p:nvGrpSpPr>
        <p:grpSpPr>
          <a:xfrm>
            <a:off x="457172" y="1256626"/>
            <a:ext cx="5745508" cy="3199834"/>
            <a:chOff x="457172" y="1256626"/>
            <a:chExt cx="5745508" cy="319983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D5EB3EB-283B-F3FA-917D-746E31AD0C72}"/>
                </a:ext>
              </a:extLst>
            </p:cNvPr>
            <p:cNvSpPr/>
            <p:nvPr/>
          </p:nvSpPr>
          <p:spPr>
            <a:xfrm>
              <a:off x="457172" y="1256626"/>
              <a:ext cx="1127788" cy="58741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memo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F6EE714-2E9B-F672-DE94-D4CF7C9F8C2E}"/>
                </a:ext>
              </a:extLst>
            </p:cNvPr>
            <p:cNvSpPr/>
            <p:nvPr/>
          </p:nvSpPr>
          <p:spPr>
            <a:xfrm>
              <a:off x="457172" y="1937432"/>
              <a:ext cx="5745508" cy="97340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Memo lets you skip re-rendering a component when its props are unchanged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4B8D39D-CC87-A925-7A8E-70280BBDBC2D}"/>
                </a:ext>
              </a:extLst>
            </p:cNvPr>
            <p:cNvSpPr/>
            <p:nvPr/>
          </p:nvSpPr>
          <p:spPr>
            <a:xfrm>
              <a:off x="457172" y="3008660"/>
              <a:ext cx="5745508" cy="1447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Syntax : </a:t>
              </a:r>
            </a:p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const component = memo(</a:t>
              </a:r>
              <a:r>
                <a:rPr lang="en-US" sz="2400" dirty="0" err="1">
                  <a:solidFill>
                    <a:schemeClr val="tx1"/>
                  </a:solidFill>
                  <a:latin typeface="Berlin Sans FB" panose="020E0602020502020306" pitchFamily="34" charset="0"/>
                </a:rPr>
                <a:t>SomeComponent</a:t>
              </a:r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, </a:t>
              </a:r>
              <a:r>
                <a:rPr lang="en-US" sz="2400" dirty="0" err="1">
                  <a:solidFill>
                    <a:schemeClr val="tx1"/>
                  </a:solidFill>
                  <a:latin typeface="Berlin Sans FB" panose="020E0602020502020306" pitchFamily="34" charset="0"/>
                </a:rPr>
                <a:t>arePropsEqual</a:t>
              </a:r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?) 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159048F-6E7F-12ED-EF24-F654D398FD86}"/>
              </a:ext>
            </a:extLst>
          </p:cNvPr>
          <p:cNvGrpSpPr/>
          <p:nvPr/>
        </p:nvGrpSpPr>
        <p:grpSpPr>
          <a:xfrm>
            <a:off x="457170" y="4764024"/>
            <a:ext cx="5619538" cy="3410996"/>
            <a:chOff x="457170" y="4901184"/>
            <a:chExt cx="5619538" cy="341099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935FC1B-1E3E-9193-978D-6BCE7D13EB33}"/>
                </a:ext>
              </a:extLst>
            </p:cNvPr>
            <p:cNvSpPr/>
            <p:nvPr/>
          </p:nvSpPr>
          <p:spPr>
            <a:xfrm>
              <a:off x="457172" y="4901184"/>
              <a:ext cx="1481356" cy="67665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 err="1">
                  <a:solidFill>
                    <a:schemeClr val="tx1"/>
                  </a:solidFill>
                  <a:latin typeface="Berlin Sans FB" panose="020E0602020502020306" pitchFamily="34" charset="0"/>
                </a:rPr>
                <a:t>useMemo</a:t>
              </a:r>
              <a:endParaRPr lang="en-US" sz="2400" dirty="0">
                <a:solidFill>
                  <a:schemeClr val="tx1"/>
                </a:solidFill>
                <a:latin typeface="Berlin Sans FB" panose="020E0602020502020306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D201BA2-07FE-E6C2-C96F-9743A3A524D0}"/>
                </a:ext>
              </a:extLst>
            </p:cNvPr>
            <p:cNvSpPr/>
            <p:nvPr/>
          </p:nvSpPr>
          <p:spPr>
            <a:xfrm>
              <a:off x="457171" y="5699761"/>
              <a:ext cx="5619537" cy="9144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Lets you cache the result of a calculation between re-renders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C1845D6-1BD0-735A-7929-D3077D63F043}"/>
                </a:ext>
              </a:extLst>
            </p:cNvPr>
            <p:cNvSpPr/>
            <p:nvPr/>
          </p:nvSpPr>
          <p:spPr>
            <a:xfrm>
              <a:off x="457170" y="6736081"/>
              <a:ext cx="5619537" cy="15760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Syntax : </a:t>
              </a:r>
            </a:p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const </a:t>
              </a:r>
              <a:r>
                <a:rPr lang="en-US" sz="2400" dirty="0" err="1">
                  <a:solidFill>
                    <a:schemeClr val="tx1"/>
                  </a:solidFill>
                  <a:latin typeface="Berlin Sans FB" panose="020E0602020502020306" pitchFamily="34" charset="0"/>
                </a:rPr>
                <a:t>cacheValue</a:t>
              </a:r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 = </a:t>
              </a:r>
              <a:r>
                <a:rPr lang="en-US" sz="2400" dirty="0" err="1">
                  <a:solidFill>
                    <a:schemeClr val="tx1"/>
                  </a:solidFill>
                  <a:latin typeface="Berlin Sans FB" panose="020E0602020502020306" pitchFamily="34" charset="0"/>
                </a:rPr>
                <a:t>useMemo</a:t>
              </a:r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(</a:t>
              </a:r>
              <a:r>
                <a:rPr lang="en-US" sz="2400" dirty="0" err="1">
                  <a:solidFill>
                    <a:schemeClr val="tx1"/>
                  </a:solidFill>
                  <a:latin typeface="Berlin Sans FB" panose="020E0602020502020306" pitchFamily="34" charset="0"/>
                </a:rPr>
                <a:t>calculateValue</a:t>
              </a:r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, dependencies)</a:t>
              </a: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78102FBC-0D3E-34AA-CAC2-FA872D2C6CE0}"/>
              </a:ext>
            </a:extLst>
          </p:cNvPr>
          <p:cNvSpPr/>
          <p:nvPr/>
        </p:nvSpPr>
        <p:spPr>
          <a:xfrm>
            <a:off x="472410" y="8564882"/>
            <a:ext cx="1943130" cy="6464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useCallback</a:t>
            </a:r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0CA8EC6-A5E0-8B0C-5D67-E7354720E9D5}"/>
              </a:ext>
            </a:extLst>
          </p:cNvPr>
          <p:cNvSpPr/>
          <p:nvPr/>
        </p:nvSpPr>
        <p:spPr>
          <a:xfrm>
            <a:off x="457170" y="10245967"/>
            <a:ext cx="5730270" cy="13034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Syntax : </a:t>
            </a:r>
          </a:p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Const 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cachedFn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= 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useCallback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(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fn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, dependencies)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94A97F8-CE7E-0AA4-92EE-DA5445F62A56}"/>
              </a:ext>
            </a:extLst>
          </p:cNvPr>
          <p:cNvSpPr/>
          <p:nvPr/>
        </p:nvSpPr>
        <p:spPr>
          <a:xfrm>
            <a:off x="472410" y="9271454"/>
            <a:ext cx="5715030" cy="914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Lets you cache a function definition between re-renders </a:t>
            </a:r>
          </a:p>
        </p:txBody>
      </p:sp>
    </p:spTree>
    <p:extLst>
      <p:ext uri="{BB962C8B-B14F-4D97-AF65-F5344CB8AC3E}">
        <p14:creationId xmlns:p14="http://schemas.microsoft.com/office/powerpoint/2010/main" val="36480103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8E00FE-41A1-BE53-4273-353C9043E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941C3191-1C5C-FFE3-6692-4728EF2F726B}"/>
              </a:ext>
            </a:extLst>
          </p:cNvPr>
          <p:cNvGrpSpPr/>
          <p:nvPr/>
        </p:nvGrpSpPr>
        <p:grpSpPr>
          <a:xfrm>
            <a:off x="195460" y="157485"/>
            <a:ext cx="6490472" cy="11774656"/>
            <a:chOff x="195460" y="157485"/>
            <a:chExt cx="6490472" cy="1177465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44CD96F-1FED-F9D0-CB5E-76D3186E471B}"/>
                </a:ext>
              </a:extLst>
            </p:cNvPr>
            <p:cNvGrpSpPr/>
            <p:nvPr/>
          </p:nvGrpSpPr>
          <p:grpSpPr>
            <a:xfrm>
              <a:off x="195460" y="157485"/>
              <a:ext cx="6490472" cy="474386"/>
              <a:chOff x="185856" y="-57562"/>
              <a:chExt cx="11538617" cy="84335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B8D5CD38-4065-3FD5-0ACD-F1B13F70C800}"/>
                  </a:ext>
                </a:extLst>
              </p:cNvPr>
              <p:cNvSpPr/>
              <p:nvPr/>
            </p:nvSpPr>
            <p:spPr>
              <a:xfrm>
                <a:off x="185856" y="-57562"/>
                <a:ext cx="11538617" cy="84335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88785D5-EAC6-5F4C-9D2E-9D03FCEAB5E2}"/>
                  </a:ext>
                </a:extLst>
              </p:cNvPr>
              <p:cNvSpPr/>
              <p:nvPr/>
            </p:nvSpPr>
            <p:spPr>
              <a:xfrm>
                <a:off x="427122" y="140605"/>
                <a:ext cx="448000" cy="448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795082B7-220D-36F3-0114-A30DE6A13D22}"/>
                  </a:ext>
                </a:extLst>
              </p:cNvPr>
              <p:cNvSpPr/>
              <p:nvPr/>
            </p:nvSpPr>
            <p:spPr>
              <a:xfrm>
                <a:off x="1075072" y="140605"/>
                <a:ext cx="448000" cy="44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A13DA830-1645-C24D-C066-F0E6C9A43996}"/>
                  </a:ext>
                </a:extLst>
              </p:cNvPr>
              <p:cNvSpPr/>
              <p:nvPr/>
            </p:nvSpPr>
            <p:spPr>
              <a:xfrm>
                <a:off x="1698549" y="140605"/>
                <a:ext cx="448000" cy="448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B3E0DCA-9FAC-6953-0926-25D06C4F9635}"/>
                </a:ext>
              </a:extLst>
            </p:cNvPr>
            <p:cNvSpPr/>
            <p:nvPr/>
          </p:nvSpPr>
          <p:spPr>
            <a:xfrm>
              <a:off x="247697" y="869527"/>
              <a:ext cx="6362609" cy="1106261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95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C2F2AB0-B318-80D4-07BF-95712892A654}"/>
              </a:ext>
            </a:extLst>
          </p:cNvPr>
          <p:cNvGrpSpPr/>
          <p:nvPr/>
        </p:nvGrpSpPr>
        <p:grpSpPr>
          <a:xfrm>
            <a:off x="457172" y="2373532"/>
            <a:ext cx="5876198" cy="7562948"/>
            <a:chOff x="457171" y="1166834"/>
            <a:chExt cx="5876198" cy="739646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9ED348-1F84-B888-2994-B33662ED14F3}"/>
                </a:ext>
              </a:extLst>
            </p:cNvPr>
            <p:cNvSpPr/>
            <p:nvPr/>
          </p:nvSpPr>
          <p:spPr>
            <a:xfrm>
              <a:off x="457172" y="1834851"/>
              <a:ext cx="5876197" cy="672844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2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Import React, { </a:t>
              </a:r>
              <a:r>
                <a:rPr lang="en-US" sz="2200" dirty="0" err="1">
                  <a:solidFill>
                    <a:schemeClr val="tx1"/>
                  </a:solidFill>
                  <a:latin typeface="Berlin Sans FB" panose="020E0602020502020306" pitchFamily="34" charset="0"/>
                </a:rPr>
                <a:t>useState</a:t>
              </a:r>
              <a:r>
                <a:rPr lang="en-US" sz="22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 } from “react”</a:t>
              </a:r>
            </a:p>
            <a:p>
              <a:endParaRPr lang="en-US" sz="2200" dirty="0">
                <a:solidFill>
                  <a:schemeClr val="tx1"/>
                </a:solidFill>
                <a:latin typeface="Berlin Sans FB" panose="020E0602020502020306" pitchFamily="34" charset="0"/>
              </a:endParaRPr>
            </a:p>
            <a:p>
              <a:r>
                <a:rPr lang="en-US" sz="22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const Child = </a:t>
              </a:r>
              <a:r>
                <a:rPr lang="en-US" sz="2200" dirty="0" err="1">
                  <a:solidFill>
                    <a:schemeClr val="tx1"/>
                  </a:solidFill>
                  <a:latin typeface="Berlin Sans FB" panose="020E0602020502020306" pitchFamily="34" charset="0"/>
                </a:rPr>
                <a:t>React.memo</a:t>
              </a:r>
              <a:r>
                <a:rPr lang="en-US" sz="22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(() =&gt; {</a:t>
              </a:r>
            </a:p>
            <a:p>
              <a:r>
                <a:rPr lang="en-US" sz="22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return (</a:t>
              </a:r>
            </a:p>
            <a:p>
              <a:r>
                <a:rPr lang="en-US" sz="22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  &lt;div&gt;Child Component&lt;/div&gt;</a:t>
              </a:r>
            </a:p>
            <a:p>
              <a:r>
                <a:rPr lang="en-US" sz="22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 )})</a:t>
              </a:r>
            </a:p>
            <a:p>
              <a:endParaRPr lang="en-US" sz="2200" dirty="0">
                <a:solidFill>
                  <a:schemeClr val="tx1"/>
                </a:solidFill>
                <a:latin typeface="Berlin Sans FB" panose="020E0602020502020306" pitchFamily="34" charset="0"/>
              </a:endParaRPr>
            </a:p>
            <a:p>
              <a:r>
                <a:rPr lang="en-US" sz="22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const App = () =&gt; { </a:t>
              </a:r>
            </a:p>
            <a:p>
              <a:r>
                <a:rPr lang="en-US" sz="22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 const [count, </a:t>
              </a:r>
              <a:r>
                <a:rPr lang="en-US" sz="2200" dirty="0" err="1">
                  <a:solidFill>
                    <a:schemeClr val="tx1"/>
                  </a:solidFill>
                  <a:latin typeface="Berlin Sans FB" panose="020E0602020502020306" pitchFamily="34" charset="0"/>
                </a:rPr>
                <a:t>setCount</a:t>
              </a:r>
              <a:r>
                <a:rPr lang="en-US" sz="22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] = </a:t>
              </a:r>
              <a:r>
                <a:rPr lang="en-US" sz="2200" dirty="0" err="1">
                  <a:solidFill>
                    <a:schemeClr val="tx1"/>
                  </a:solidFill>
                  <a:latin typeface="Berlin Sans FB" panose="020E0602020502020306" pitchFamily="34" charset="0"/>
                </a:rPr>
                <a:t>useState</a:t>
              </a:r>
              <a:r>
                <a:rPr lang="en-US" sz="22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(0)</a:t>
              </a:r>
            </a:p>
            <a:p>
              <a:r>
                <a:rPr lang="en-US" sz="22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 const </a:t>
              </a:r>
              <a:r>
                <a:rPr lang="en-US" sz="2200" dirty="0" err="1">
                  <a:solidFill>
                    <a:schemeClr val="tx1"/>
                  </a:solidFill>
                  <a:latin typeface="Berlin Sans FB" panose="020E0602020502020306" pitchFamily="34" charset="0"/>
                </a:rPr>
                <a:t>inc</a:t>
              </a:r>
              <a:r>
                <a:rPr lang="en-US" sz="22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 = () =&gt; </a:t>
              </a:r>
              <a:r>
                <a:rPr lang="en-US" sz="2200" dirty="0" err="1">
                  <a:solidFill>
                    <a:schemeClr val="tx1"/>
                  </a:solidFill>
                  <a:latin typeface="Berlin Sans FB" panose="020E0602020502020306" pitchFamily="34" charset="0"/>
                </a:rPr>
                <a:t>setCount</a:t>
              </a:r>
              <a:r>
                <a:rPr lang="en-US" sz="22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(()=&gt;count+1)</a:t>
              </a:r>
            </a:p>
            <a:p>
              <a:r>
                <a:rPr lang="en-US" sz="22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 return (</a:t>
              </a:r>
            </a:p>
            <a:p>
              <a:r>
                <a:rPr lang="en-US" sz="22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    &lt;div&gt;</a:t>
              </a:r>
            </a:p>
            <a:p>
              <a:r>
                <a:rPr lang="en-US" sz="22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       &lt;div&gt;{count}&lt;/div&gt;</a:t>
              </a:r>
            </a:p>
            <a:p>
              <a:r>
                <a:rPr lang="en-US" sz="22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       &lt;button </a:t>
              </a:r>
              <a:r>
                <a:rPr lang="en-US" sz="2200" dirty="0" err="1">
                  <a:solidFill>
                    <a:schemeClr val="tx1"/>
                  </a:solidFill>
                  <a:latin typeface="Berlin Sans FB" panose="020E0602020502020306" pitchFamily="34" charset="0"/>
                </a:rPr>
                <a:t>onClick</a:t>
              </a:r>
              <a:r>
                <a:rPr lang="en-US" sz="22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={</a:t>
              </a:r>
              <a:r>
                <a:rPr lang="en-US" sz="2200" dirty="0" err="1">
                  <a:solidFill>
                    <a:schemeClr val="tx1"/>
                  </a:solidFill>
                  <a:latin typeface="Berlin Sans FB" panose="020E0602020502020306" pitchFamily="34" charset="0"/>
                </a:rPr>
                <a:t>inc</a:t>
              </a:r>
              <a:r>
                <a:rPr lang="en-US" sz="22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}&gt;Count ++ &lt;/button&gt;</a:t>
              </a:r>
            </a:p>
            <a:p>
              <a:r>
                <a:rPr lang="en-US" sz="22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       &lt;Child&gt;</a:t>
              </a:r>
            </a:p>
            <a:p>
              <a:r>
                <a:rPr lang="en-US" sz="22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   &lt;/div&gt;</a:t>
              </a:r>
            </a:p>
            <a:p>
              <a:r>
                <a:rPr lang="en-US" sz="22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  )}</a:t>
              </a:r>
            </a:p>
            <a:p>
              <a:endParaRPr lang="en-US" sz="2200" dirty="0">
                <a:solidFill>
                  <a:schemeClr val="tx1"/>
                </a:solidFill>
                <a:latin typeface="Berlin Sans FB" panose="020E0602020502020306" pitchFamily="34" charset="0"/>
              </a:endParaRPr>
            </a:p>
            <a:p>
              <a:r>
                <a:rPr lang="en-US" sz="22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Export Default App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286ECB4-0427-9596-8916-DC1C858F51B3}"/>
                </a:ext>
              </a:extLst>
            </p:cNvPr>
            <p:cNvSpPr/>
            <p:nvPr/>
          </p:nvSpPr>
          <p:spPr>
            <a:xfrm>
              <a:off x="457171" y="1166834"/>
              <a:ext cx="3084681" cy="65423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Example React memo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1712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ED3994-3F29-F7C1-1842-07B1784C6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1C8D583F-9767-F2EC-6B07-96CA18640B98}"/>
              </a:ext>
            </a:extLst>
          </p:cNvPr>
          <p:cNvGrpSpPr/>
          <p:nvPr/>
        </p:nvGrpSpPr>
        <p:grpSpPr>
          <a:xfrm>
            <a:off x="195460" y="157485"/>
            <a:ext cx="6490472" cy="11774656"/>
            <a:chOff x="195460" y="157485"/>
            <a:chExt cx="6490472" cy="1177465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DABA7E3-63A2-F515-4222-588818146A0B}"/>
                </a:ext>
              </a:extLst>
            </p:cNvPr>
            <p:cNvGrpSpPr/>
            <p:nvPr/>
          </p:nvGrpSpPr>
          <p:grpSpPr>
            <a:xfrm>
              <a:off x="195460" y="157485"/>
              <a:ext cx="6490472" cy="474386"/>
              <a:chOff x="185856" y="-57562"/>
              <a:chExt cx="11538617" cy="84335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AAA5314D-8FBC-B36C-659F-55D6A60DF79E}"/>
                  </a:ext>
                </a:extLst>
              </p:cNvPr>
              <p:cNvSpPr/>
              <p:nvPr/>
            </p:nvSpPr>
            <p:spPr>
              <a:xfrm>
                <a:off x="185856" y="-57562"/>
                <a:ext cx="11538617" cy="84335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B6262D2-1627-CA4E-D117-6143A6310433}"/>
                  </a:ext>
                </a:extLst>
              </p:cNvPr>
              <p:cNvSpPr/>
              <p:nvPr/>
            </p:nvSpPr>
            <p:spPr>
              <a:xfrm>
                <a:off x="427122" y="140605"/>
                <a:ext cx="448000" cy="448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6E437AB-D768-D8F7-5A4C-7173EE384EA9}"/>
                  </a:ext>
                </a:extLst>
              </p:cNvPr>
              <p:cNvSpPr/>
              <p:nvPr/>
            </p:nvSpPr>
            <p:spPr>
              <a:xfrm>
                <a:off x="1075072" y="140605"/>
                <a:ext cx="448000" cy="44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14EA9125-8EEB-4F70-93C2-D4332B51C016}"/>
                  </a:ext>
                </a:extLst>
              </p:cNvPr>
              <p:cNvSpPr/>
              <p:nvPr/>
            </p:nvSpPr>
            <p:spPr>
              <a:xfrm>
                <a:off x="1698549" y="140605"/>
                <a:ext cx="448000" cy="448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84B62E2-3694-DCEF-FF97-FE9B81C7006A}"/>
                </a:ext>
              </a:extLst>
            </p:cNvPr>
            <p:cNvSpPr/>
            <p:nvPr/>
          </p:nvSpPr>
          <p:spPr>
            <a:xfrm>
              <a:off x="247697" y="869527"/>
              <a:ext cx="6362609" cy="1106261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95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94C7FD4-8FB3-BAC8-F4B4-10862C18D6F9}"/>
              </a:ext>
            </a:extLst>
          </p:cNvPr>
          <p:cNvGrpSpPr/>
          <p:nvPr/>
        </p:nvGrpSpPr>
        <p:grpSpPr>
          <a:xfrm>
            <a:off x="331173" y="1064872"/>
            <a:ext cx="4118908" cy="4803494"/>
            <a:chOff x="331172" y="150472"/>
            <a:chExt cx="4118908" cy="480349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4A28688-45ED-D299-01B5-D308301B4CB7}"/>
                </a:ext>
              </a:extLst>
            </p:cNvPr>
            <p:cNvSpPr/>
            <p:nvPr/>
          </p:nvSpPr>
          <p:spPr>
            <a:xfrm>
              <a:off x="331172" y="780752"/>
              <a:ext cx="4118908" cy="417321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200" dirty="0">
                <a:solidFill>
                  <a:schemeClr val="tx1"/>
                </a:solidFill>
                <a:latin typeface="Berlin Sans FB" panose="020E0602020502020306" pitchFamily="34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408E4F8-B080-D0AD-0EC8-B03B783C222A}"/>
                </a:ext>
              </a:extLst>
            </p:cNvPr>
            <p:cNvSpPr/>
            <p:nvPr/>
          </p:nvSpPr>
          <p:spPr>
            <a:xfrm>
              <a:off x="356014" y="150472"/>
              <a:ext cx="3984491" cy="52216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Illustration Memory without memo</a:t>
              </a:r>
            </a:p>
          </p:txBody>
        </p: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682EC27-70BB-6C2A-31AE-70D372FE64B7}"/>
              </a:ext>
            </a:extLst>
          </p:cNvPr>
          <p:cNvCxnSpPr>
            <a:cxnSpLocks/>
          </p:cNvCxnSpPr>
          <p:nvPr/>
        </p:nvCxnSpPr>
        <p:spPr>
          <a:xfrm>
            <a:off x="2348260" y="2397213"/>
            <a:ext cx="0" cy="8519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695A904-8AFC-073F-AFC6-14FCE4B10E88}"/>
              </a:ext>
            </a:extLst>
          </p:cNvPr>
          <p:cNvGrpSpPr/>
          <p:nvPr/>
        </p:nvGrpSpPr>
        <p:grpSpPr>
          <a:xfrm>
            <a:off x="420450" y="1824692"/>
            <a:ext cx="3920056" cy="572521"/>
            <a:chOff x="420450" y="1824692"/>
            <a:chExt cx="3920056" cy="57252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DD46793-7120-AAE7-3CF9-3E3F930A377A}"/>
                </a:ext>
              </a:extLst>
            </p:cNvPr>
            <p:cNvSpPr txBox="1"/>
            <p:nvPr/>
          </p:nvSpPr>
          <p:spPr>
            <a:xfrm>
              <a:off x="713714" y="1909053"/>
              <a:ext cx="33538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erlin Sans FB" panose="020E0602020502020306" pitchFamily="34" charset="0"/>
                </a:rPr>
                <a:t>All Components render First Time  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0744E37-529F-966F-B786-399CC4F3B288}"/>
                </a:ext>
              </a:extLst>
            </p:cNvPr>
            <p:cNvSpPr/>
            <p:nvPr/>
          </p:nvSpPr>
          <p:spPr>
            <a:xfrm>
              <a:off x="420450" y="1824692"/>
              <a:ext cx="3920056" cy="572521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E2C8571-8466-24C3-A15A-A73F8C26D53C}"/>
              </a:ext>
            </a:extLst>
          </p:cNvPr>
          <p:cNvGrpSpPr/>
          <p:nvPr/>
        </p:nvGrpSpPr>
        <p:grpSpPr>
          <a:xfrm>
            <a:off x="448960" y="3262023"/>
            <a:ext cx="3883334" cy="572521"/>
            <a:chOff x="457172" y="3497580"/>
            <a:chExt cx="3883334" cy="5725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F8EE081-3F4B-52C1-2D66-2862AD9D53EE}"/>
                </a:ext>
              </a:extLst>
            </p:cNvPr>
            <p:cNvSpPr txBox="1"/>
            <p:nvPr/>
          </p:nvSpPr>
          <p:spPr>
            <a:xfrm>
              <a:off x="821644" y="3599174"/>
              <a:ext cx="32596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When User Click Button Count++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79F75CB-2C94-A0BB-55CA-EF6187864D5C}"/>
                </a:ext>
              </a:extLst>
            </p:cNvPr>
            <p:cNvSpPr/>
            <p:nvPr/>
          </p:nvSpPr>
          <p:spPr>
            <a:xfrm>
              <a:off x="457172" y="3497580"/>
              <a:ext cx="3883334" cy="572521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7FF07C5-E21B-45CA-3EFC-8E810A72332E}"/>
              </a:ext>
            </a:extLst>
          </p:cNvPr>
          <p:cNvCxnSpPr>
            <a:cxnSpLocks/>
          </p:cNvCxnSpPr>
          <p:nvPr/>
        </p:nvCxnSpPr>
        <p:spPr>
          <a:xfrm>
            <a:off x="2371618" y="3834544"/>
            <a:ext cx="0" cy="8519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EB04AEB-535A-9B41-EFB5-B391C01E139D}"/>
              </a:ext>
            </a:extLst>
          </p:cNvPr>
          <p:cNvSpPr txBox="1"/>
          <p:nvPr/>
        </p:nvSpPr>
        <p:spPr>
          <a:xfrm>
            <a:off x="782302" y="4788094"/>
            <a:ext cx="3195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Component App renders again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E11588-9867-1F7B-53DD-9F83FAB44DD5}"/>
              </a:ext>
            </a:extLst>
          </p:cNvPr>
          <p:cNvSpPr txBox="1"/>
          <p:nvPr/>
        </p:nvSpPr>
        <p:spPr>
          <a:xfrm>
            <a:off x="802660" y="5191396"/>
            <a:ext cx="3320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Component </a:t>
            </a:r>
            <a:r>
              <a:rPr lang="en-US" dirty="0">
                <a:solidFill>
                  <a:srgbClr val="FF0000"/>
                </a:solidFill>
                <a:latin typeface="Berlin Sans FB" panose="020E0602020502020306" pitchFamily="34" charset="0"/>
              </a:rPr>
              <a:t>Child renders again</a:t>
            </a:r>
            <a:r>
              <a:rPr lang="en-US" dirty="0">
                <a:latin typeface="Berlin Sans FB" panose="020E0602020502020306" pitchFamily="34" charset="0"/>
              </a:rPr>
              <a:t>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697CAC-734B-1712-9A85-E1FEEE84B69F}"/>
              </a:ext>
            </a:extLst>
          </p:cNvPr>
          <p:cNvSpPr/>
          <p:nvPr/>
        </p:nvSpPr>
        <p:spPr>
          <a:xfrm>
            <a:off x="420449" y="4739489"/>
            <a:ext cx="3902697" cy="9144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FFDEFFD-35F6-DFA5-8416-B9341CA85058}"/>
              </a:ext>
            </a:extLst>
          </p:cNvPr>
          <p:cNvGrpSpPr/>
          <p:nvPr/>
        </p:nvGrpSpPr>
        <p:grpSpPr>
          <a:xfrm>
            <a:off x="3916398" y="4699354"/>
            <a:ext cx="845724" cy="845724"/>
            <a:chOff x="4653138" y="3975603"/>
            <a:chExt cx="845724" cy="845724"/>
          </a:xfrm>
          <a:solidFill>
            <a:srgbClr val="FF0000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9F9B3C6-AA05-9298-6257-0AD784EC9123}"/>
                </a:ext>
              </a:extLst>
            </p:cNvPr>
            <p:cNvSpPr/>
            <p:nvPr/>
          </p:nvSpPr>
          <p:spPr>
            <a:xfrm rot="18986826">
              <a:off x="4964326" y="3975603"/>
              <a:ext cx="223348" cy="84572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7B652E5-B072-D482-900D-2ADF3900E267}"/>
                </a:ext>
              </a:extLst>
            </p:cNvPr>
            <p:cNvSpPr/>
            <p:nvPr/>
          </p:nvSpPr>
          <p:spPr>
            <a:xfrm rot="3194585">
              <a:off x="4964326" y="3977794"/>
              <a:ext cx="223348" cy="84572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66B94D83-BA1E-930A-49ED-D901EE91AA4F}"/>
              </a:ext>
            </a:extLst>
          </p:cNvPr>
          <p:cNvSpPr txBox="1"/>
          <p:nvPr/>
        </p:nvSpPr>
        <p:spPr>
          <a:xfrm>
            <a:off x="4437110" y="4132489"/>
            <a:ext cx="21577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Berlin Sans FB" panose="020E0602020502020306" pitchFamily="34" charset="0"/>
              </a:rPr>
              <a:t>Component Child doesn’t use state count 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4F8710-5E3D-F6F1-DB26-394B5CEAA21A}"/>
              </a:ext>
            </a:extLst>
          </p:cNvPr>
          <p:cNvSpPr txBox="1"/>
          <p:nvPr/>
        </p:nvSpPr>
        <p:spPr>
          <a:xfrm>
            <a:off x="4700595" y="4865038"/>
            <a:ext cx="18942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Berlin Sans FB" panose="020E0602020502020306" pitchFamily="34" charset="0"/>
              </a:rPr>
              <a:t>Component doesn’t need to render </a:t>
            </a:r>
            <a:r>
              <a:rPr lang="en-US" sz="1600" dirty="0" err="1">
                <a:solidFill>
                  <a:srgbClr val="FF0000"/>
                </a:solidFill>
                <a:latin typeface="Berlin Sans FB" panose="020E0602020502020306" pitchFamily="34" charset="0"/>
              </a:rPr>
              <a:t>agin</a:t>
            </a:r>
            <a:r>
              <a:rPr lang="en-US" sz="1600" dirty="0">
                <a:solidFill>
                  <a:srgbClr val="FF0000"/>
                </a:solidFill>
                <a:latin typeface="Berlin Sans FB" panose="020E0602020502020306" pitchFamily="34" charset="0"/>
              </a:rPr>
              <a:t> 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2D30D6-F5F3-8B4A-FBEF-A55E5B858A66}"/>
              </a:ext>
            </a:extLst>
          </p:cNvPr>
          <p:cNvSpPr/>
          <p:nvPr/>
        </p:nvSpPr>
        <p:spPr>
          <a:xfrm>
            <a:off x="331172" y="6039587"/>
            <a:ext cx="4143968" cy="6544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Illustration Memory With Memo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7ABA352-5319-9430-9D3A-8D8543D449BE}"/>
              </a:ext>
            </a:extLst>
          </p:cNvPr>
          <p:cNvSpPr/>
          <p:nvPr/>
        </p:nvSpPr>
        <p:spPr>
          <a:xfrm>
            <a:off x="356232" y="6808202"/>
            <a:ext cx="4118908" cy="48808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B032121-541B-86B2-6410-B7608B9BE7DE}"/>
              </a:ext>
            </a:extLst>
          </p:cNvPr>
          <p:cNvGrpSpPr/>
          <p:nvPr/>
        </p:nvGrpSpPr>
        <p:grpSpPr>
          <a:xfrm>
            <a:off x="589150" y="6972148"/>
            <a:ext cx="3617090" cy="685952"/>
            <a:chOff x="589150" y="6972148"/>
            <a:chExt cx="3617090" cy="68595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A26FCF0-4476-FD00-94CD-9E9D326C86CB}"/>
                </a:ext>
              </a:extLst>
            </p:cNvPr>
            <p:cNvSpPr txBox="1"/>
            <p:nvPr/>
          </p:nvSpPr>
          <p:spPr>
            <a:xfrm>
              <a:off x="671237" y="7131068"/>
              <a:ext cx="34369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All Components Render First Time 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D57AED9-DBB4-9655-4DB0-0644D8E5EB9D}"/>
                </a:ext>
              </a:extLst>
            </p:cNvPr>
            <p:cNvSpPr/>
            <p:nvPr/>
          </p:nvSpPr>
          <p:spPr>
            <a:xfrm>
              <a:off x="589150" y="6972148"/>
              <a:ext cx="3617090" cy="685952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A94A1EC-BCEF-D27B-B114-E39B5C9C80D5}"/>
              </a:ext>
            </a:extLst>
          </p:cNvPr>
          <p:cNvCxnSpPr>
            <a:cxnSpLocks/>
          </p:cNvCxnSpPr>
          <p:nvPr/>
        </p:nvCxnSpPr>
        <p:spPr>
          <a:xfrm>
            <a:off x="2406343" y="7708900"/>
            <a:ext cx="0" cy="11099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E5BAE43-0F33-3700-0734-6D46AE8025A7}"/>
              </a:ext>
            </a:extLst>
          </p:cNvPr>
          <p:cNvGrpSpPr/>
          <p:nvPr/>
        </p:nvGrpSpPr>
        <p:grpSpPr>
          <a:xfrm>
            <a:off x="583171" y="8903009"/>
            <a:ext cx="3617089" cy="631135"/>
            <a:chOff x="583171" y="8903009"/>
            <a:chExt cx="3617089" cy="631135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820C71D-B30D-0FA2-3E4E-EFAABA03B01F}"/>
                </a:ext>
              </a:extLst>
            </p:cNvPr>
            <p:cNvSpPr txBox="1"/>
            <p:nvPr/>
          </p:nvSpPr>
          <p:spPr>
            <a:xfrm>
              <a:off x="692570" y="9035084"/>
              <a:ext cx="33377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When User Clicks Button Count++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BF62851-5348-66ED-54CD-3D1C7D5B526A}"/>
                </a:ext>
              </a:extLst>
            </p:cNvPr>
            <p:cNvSpPr/>
            <p:nvPr/>
          </p:nvSpPr>
          <p:spPr>
            <a:xfrm>
              <a:off x="583171" y="8903009"/>
              <a:ext cx="3617089" cy="631135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7853AA2E-6261-F371-6260-A92B6459068A}"/>
              </a:ext>
            </a:extLst>
          </p:cNvPr>
          <p:cNvSpPr txBox="1"/>
          <p:nvPr/>
        </p:nvSpPr>
        <p:spPr>
          <a:xfrm>
            <a:off x="540991" y="10669094"/>
            <a:ext cx="3749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Only Component App Renders Again   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00A8A96-5A99-4B6C-B9A2-2C16F60B88AD}"/>
              </a:ext>
            </a:extLst>
          </p:cNvPr>
          <p:cNvSpPr/>
          <p:nvPr/>
        </p:nvSpPr>
        <p:spPr>
          <a:xfrm>
            <a:off x="515014" y="10546122"/>
            <a:ext cx="3749389" cy="63871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DF83CAE-FB2E-2077-E60F-DBB267FD5F99}"/>
              </a:ext>
            </a:extLst>
          </p:cNvPr>
          <p:cNvCxnSpPr>
            <a:cxnSpLocks/>
          </p:cNvCxnSpPr>
          <p:nvPr/>
        </p:nvCxnSpPr>
        <p:spPr>
          <a:xfrm>
            <a:off x="2390361" y="9595207"/>
            <a:ext cx="15982" cy="90164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A1424E0-9DC5-713E-13DF-C53342A3BA50}"/>
              </a:ext>
            </a:extLst>
          </p:cNvPr>
          <p:cNvGrpSpPr/>
          <p:nvPr/>
        </p:nvGrpSpPr>
        <p:grpSpPr>
          <a:xfrm>
            <a:off x="4139224" y="9961177"/>
            <a:ext cx="886927" cy="1209226"/>
            <a:chOff x="4139224" y="9961177"/>
            <a:chExt cx="886927" cy="1209226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2C20C2A0-6DC6-3E32-8874-5F9E923F0E7C}"/>
                </a:ext>
              </a:extLst>
            </p:cNvPr>
            <p:cNvSpPr/>
            <p:nvPr/>
          </p:nvSpPr>
          <p:spPr>
            <a:xfrm rot="18800898">
              <a:off x="4330963" y="10501525"/>
              <a:ext cx="200289" cy="5837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7773755-377D-26B9-7C18-9DD93432F6B9}"/>
                </a:ext>
              </a:extLst>
            </p:cNvPr>
            <p:cNvSpPr/>
            <p:nvPr/>
          </p:nvSpPr>
          <p:spPr>
            <a:xfrm rot="2597620">
              <a:off x="4825862" y="9961177"/>
              <a:ext cx="200289" cy="1209226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837383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6976E1-B649-0E03-7F16-E282E60A8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B6DFD3BE-1E8F-E30C-1C80-B4D2688BAD92}"/>
              </a:ext>
            </a:extLst>
          </p:cNvPr>
          <p:cNvGrpSpPr/>
          <p:nvPr/>
        </p:nvGrpSpPr>
        <p:grpSpPr>
          <a:xfrm>
            <a:off x="195460" y="157485"/>
            <a:ext cx="6490472" cy="11774656"/>
            <a:chOff x="195460" y="157485"/>
            <a:chExt cx="6490472" cy="1177465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C9D7885-39E7-0324-98DE-DB3209CEB5FF}"/>
                </a:ext>
              </a:extLst>
            </p:cNvPr>
            <p:cNvGrpSpPr/>
            <p:nvPr/>
          </p:nvGrpSpPr>
          <p:grpSpPr>
            <a:xfrm>
              <a:off x="195460" y="157485"/>
              <a:ext cx="6490472" cy="474386"/>
              <a:chOff x="185856" y="-57562"/>
              <a:chExt cx="11538617" cy="84335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710D4DF8-4FA4-95A7-1013-67D9AA6AB66F}"/>
                  </a:ext>
                </a:extLst>
              </p:cNvPr>
              <p:cNvSpPr/>
              <p:nvPr/>
            </p:nvSpPr>
            <p:spPr>
              <a:xfrm>
                <a:off x="185856" y="-57562"/>
                <a:ext cx="11538617" cy="84335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4D551B38-8437-6335-0F09-852190B6EF9C}"/>
                  </a:ext>
                </a:extLst>
              </p:cNvPr>
              <p:cNvSpPr/>
              <p:nvPr/>
            </p:nvSpPr>
            <p:spPr>
              <a:xfrm>
                <a:off x="427122" y="140605"/>
                <a:ext cx="448000" cy="448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416A2F54-C823-A02E-3DBE-2210F304B704}"/>
                  </a:ext>
                </a:extLst>
              </p:cNvPr>
              <p:cNvSpPr/>
              <p:nvPr/>
            </p:nvSpPr>
            <p:spPr>
              <a:xfrm>
                <a:off x="1075072" y="140605"/>
                <a:ext cx="448000" cy="44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336E2A1B-A54D-6C7C-A7BA-355B06B6ECE7}"/>
                  </a:ext>
                </a:extLst>
              </p:cNvPr>
              <p:cNvSpPr/>
              <p:nvPr/>
            </p:nvSpPr>
            <p:spPr>
              <a:xfrm>
                <a:off x="1698549" y="140605"/>
                <a:ext cx="448000" cy="448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7A90AE6-5551-65CD-086B-660B39CC508D}"/>
                </a:ext>
              </a:extLst>
            </p:cNvPr>
            <p:cNvSpPr/>
            <p:nvPr/>
          </p:nvSpPr>
          <p:spPr>
            <a:xfrm>
              <a:off x="247697" y="869527"/>
              <a:ext cx="6362609" cy="1106261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95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123FA65E-5802-623F-EEFE-13C6306740DB}"/>
              </a:ext>
            </a:extLst>
          </p:cNvPr>
          <p:cNvSpPr/>
          <p:nvPr/>
        </p:nvSpPr>
        <p:spPr>
          <a:xfrm>
            <a:off x="471839" y="2738429"/>
            <a:ext cx="3446234" cy="5914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useRef</a:t>
            </a:r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 – </a:t>
            </a:r>
            <a:r>
              <a:rPr lang="en-US" sz="20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manupulating</a:t>
            </a:r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 DOM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21B90B-962C-F6BD-978D-EB9606EB4CEF}"/>
              </a:ext>
            </a:extLst>
          </p:cNvPr>
          <p:cNvSpPr/>
          <p:nvPr/>
        </p:nvSpPr>
        <p:spPr>
          <a:xfrm>
            <a:off x="476502" y="3567558"/>
            <a:ext cx="5928388" cy="46417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98BE5D4-8D99-83DC-7C58-7025BF0E786E}"/>
              </a:ext>
            </a:extLst>
          </p:cNvPr>
          <p:cNvGrpSpPr/>
          <p:nvPr/>
        </p:nvGrpSpPr>
        <p:grpSpPr>
          <a:xfrm>
            <a:off x="530366" y="3859385"/>
            <a:ext cx="5070877" cy="3893532"/>
            <a:chOff x="554976" y="2085349"/>
            <a:chExt cx="5070877" cy="3893532"/>
          </a:xfrm>
        </p:grpSpPr>
        <p:sp>
          <p:nvSpPr>
            <p:cNvPr id="22" name="import">
              <a:extLst>
                <a:ext uri="{FF2B5EF4-FFF2-40B4-BE49-F238E27FC236}">
                  <a16:creationId xmlns:a16="http://schemas.microsoft.com/office/drawing/2014/main" id="{57FA4E65-0995-0EE0-D1C4-5D3AB22D2126}"/>
                </a:ext>
              </a:extLst>
            </p:cNvPr>
            <p:cNvSpPr txBox="1"/>
            <p:nvPr/>
          </p:nvSpPr>
          <p:spPr>
            <a:xfrm>
              <a:off x="554976" y="2085349"/>
              <a:ext cx="30251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Import { </a:t>
              </a:r>
              <a:r>
                <a:rPr lang="en-US" dirty="0" err="1">
                  <a:latin typeface="Berlin Sans FB" panose="020E0602020502020306" pitchFamily="34" charset="0"/>
                </a:rPr>
                <a:t>useRef</a:t>
              </a:r>
              <a:r>
                <a:rPr lang="en-US" dirty="0">
                  <a:latin typeface="Berlin Sans FB" panose="020E0602020502020306" pitchFamily="34" charset="0"/>
                </a:rPr>
                <a:t> } from “react”</a:t>
              </a:r>
            </a:p>
          </p:txBody>
        </p:sp>
        <p:sp>
          <p:nvSpPr>
            <p:cNvPr id="9" name="app">
              <a:extLst>
                <a:ext uri="{FF2B5EF4-FFF2-40B4-BE49-F238E27FC236}">
                  <a16:creationId xmlns:a16="http://schemas.microsoft.com/office/drawing/2014/main" id="{A51DB09C-E8A7-59D0-5A22-B3E952E2FD84}"/>
                </a:ext>
              </a:extLst>
            </p:cNvPr>
            <p:cNvSpPr txBox="1"/>
            <p:nvPr/>
          </p:nvSpPr>
          <p:spPr>
            <a:xfrm>
              <a:off x="583172" y="2485459"/>
              <a:ext cx="2005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const  App = ()  =&gt; {</a:t>
              </a:r>
            </a:p>
          </p:txBody>
        </p:sp>
        <p:sp>
          <p:nvSpPr>
            <p:cNvPr id="23" name="useRef">
              <a:extLst>
                <a:ext uri="{FF2B5EF4-FFF2-40B4-BE49-F238E27FC236}">
                  <a16:creationId xmlns:a16="http://schemas.microsoft.com/office/drawing/2014/main" id="{F1805579-09CD-2DC7-7777-9B489AEC469C}"/>
                </a:ext>
              </a:extLst>
            </p:cNvPr>
            <p:cNvSpPr txBox="1"/>
            <p:nvPr/>
          </p:nvSpPr>
          <p:spPr>
            <a:xfrm>
              <a:off x="583172" y="2854947"/>
              <a:ext cx="17027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const </a:t>
              </a:r>
              <a:r>
                <a:rPr lang="en-US" dirty="0" err="1">
                  <a:latin typeface="Berlin Sans FB" panose="020E0602020502020306" pitchFamily="34" charset="0"/>
                </a:rPr>
                <a:t>inputRef</a:t>
              </a:r>
              <a:r>
                <a:rPr lang="en-US" dirty="0">
                  <a:latin typeface="Berlin Sans FB" panose="020E0602020502020306" pitchFamily="34" charset="0"/>
                </a:rPr>
                <a:t> =</a:t>
              </a:r>
            </a:p>
          </p:txBody>
        </p:sp>
        <p:sp>
          <p:nvSpPr>
            <p:cNvPr id="24" name="useRef-1">
              <a:extLst>
                <a:ext uri="{FF2B5EF4-FFF2-40B4-BE49-F238E27FC236}">
                  <a16:creationId xmlns:a16="http://schemas.microsoft.com/office/drawing/2014/main" id="{DC23E846-D818-352D-EC7E-2D2E49141A07}"/>
                </a:ext>
              </a:extLst>
            </p:cNvPr>
            <p:cNvSpPr txBox="1"/>
            <p:nvPr/>
          </p:nvSpPr>
          <p:spPr>
            <a:xfrm>
              <a:off x="2245124" y="2854791"/>
              <a:ext cx="13195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Berlin Sans FB" panose="020E0602020502020306" pitchFamily="34" charset="0"/>
                </a:rPr>
                <a:t>useRef</a:t>
              </a:r>
              <a:r>
                <a:rPr lang="en-US" dirty="0">
                  <a:latin typeface="Berlin Sans FB" panose="020E0602020502020306" pitchFamily="34" charset="0"/>
                </a:rPr>
                <a:t>(null)</a:t>
              </a:r>
            </a:p>
          </p:txBody>
        </p:sp>
        <p:sp>
          <p:nvSpPr>
            <p:cNvPr id="11" name="return">
              <a:extLst>
                <a:ext uri="{FF2B5EF4-FFF2-40B4-BE49-F238E27FC236}">
                  <a16:creationId xmlns:a16="http://schemas.microsoft.com/office/drawing/2014/main" id="{5EF196BD-35DE-2D2D-24B5-B7CCD2DCE5ED}"/>
                </a:ext>
              </a:extLst>
            </p:cNvPr>
            <p:cNvSpPr txBox="1"/>
            <p:nvPr/>
          </p:nvSpPr>
          <p:spPr>
            <a:xfrm>
              <a:off x="611590" y="3217625"/>
              <a:ext cx="9717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return ( </a:t>
              </a:r>
            </a:p>
          </p:txBody>
        </p:sp>
        <p:sp>
          <p:nvSpPr>
            <p:cNvPr id="12" name="div'">
              <a:extLst>
                <a:ext uri="{FF2B5EF4-FFF2-40B4-BE49-F238E27FC236}">
                  <a16:creationId xmlns:a16="http://schemas.microsoft.com/office/drawing/2014/main" id="{87DEEABE-76FC-04CD-B1CB-A111B903DAF8}"/>
                </a:ext>
              </a:extLst>
            </p:cNvPr>
            <p:cNvSpPr txBox="1"/>
            <p:nvPr/>
          </p:nvSpPr>
          <p:spPr>
            <a:xfrm>
              <a:off x="849986" y="3576040"/>
              <a:ext cx="644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&lt;div&gt;</a:t>
              </a:r>
            </a:p>
          </p:txBody>
        </p:sp>
        <p:sp>
          <p:nvSpPr>
            <p:cNvPr id="14" name="button">
              <a:extLst>
                <a:ext uri="{FF2B5EF4-FFF2-40B4-BE49-F238E27FC236}">
                  <a16:creationId xmlns:a16="http://schemas.microsoft.com/office/drawing/2014/main" id="{3DF3E776-ED1E-0257-95BC-F98621366D27}"/>
                </a:ext>
              </a:extLst>
            </p:cNvPr>
            <p:cNvSpPr txBox="1"/>
            <p:nvPr/>
          </p:nvSpPr>
          <p:spPr>
            <a:xfrm>
              <a:off x="1013176" y="3858335"/>
              <a:ext cx="9172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&lt;button</a:t>
              </a:r>
            </a:p>
          </p:txBody>
        </p:sp>
        <p:sp>
          <p:nvSpPr>
            <p:cNvPr id="25" name="onClick">
              <a:extLst>
                <a:ext uri="{FF2B5EF4-FFF2-40B4-BE49-F238E27FC236}">
                  <a16:creationId xmlns:a16="http://schemas.microsoft.com/office/drawing/2014/main" id="{FCE35D13-771E-25B4-6534-B127FED9FF0D}"/>
                </a:ext>
              </a:extLst>
            </p:cNvPr>
            <p:cNvSpPr txBox="1"/>
            <p:nvPr/>
          </p:nvSpPr>
          <p:spPr>
            <a:xfrm>
              <a:off x="1803506" y="3854643"/>
              <a:ext cx="110733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 err="1">
                  <a:latin typeface="Berlin Sans FB" panose="020E0602020502020306" pitchFamily="34" charset="0"/>
                </a:rPr>
                <a:t>onClick</a:t>
              </a:r>
              <a:r>
                <a:rPr lang="en-US" dirty="0">
                  <a:latin typeface="Berlin Sans FB" panose="020E0602020502020306" pitchFamily="34" charset="0"/>
                </a:rPr>
                <a:t>={</a:t>
              </a:r>
            </a:p>
          </p:txBody>
        </p:sp>
        <p:sp>
          <p:nvSpPr>
            <p:cNvPr id="29" name="arrow-function">
              <a:extLst>
                <a:ext uri="{FF2B5EF4-FFF2-40B4-BE49-F238E27FC236}">
                  <a16:creationId xmlns:a16="http://schemas.microsoft.com/office/drawing/2014/main" id="{FCB7A403-1617-3D4A-2E4F-8DA2224D10F7}"/>
                </a:ext>
              </a:extLst>
            </p:cNvPr>
            <p:cNvSpPr txBox="1"/>
            <p:nvPr/>
          </p:nvSpPr>
          <p:spPr>
            <a:xfrm>
              <a:off x="2697123" y="3861466"/>
              <a:ext cx="54160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()=&gt;</a:t>
              </a:r>
              <a:endParaRPr lang="en-US" dirty="0"/>
            </a:p>
          </p:txBody>
        </p:sp>
        <p:sp>
          <p:nvSpPr>
            <p:cNvPr id="30" name="arrow-function-1">
              <a:extLst>
                <a:ext uri="{FF2B5EF4-FFF2-40B4-BE49-F238E27FC236}">
                  <a16:creationId xmlns:a16="http://schemas.microsoft.com/office/drawing/2014/main" id="{9BF6F01C-3D05-1038-BD8A-559509CF1897}"/>
                </a:ext>
              </a:extLst>
            </p:cNvPr>
            <p:cNvSpPr txBox="1"/>
            <p:nvPr/>
          </p:nvSpPr>
          <p:spPr>
            <a:xfrm>
              <a:off x="3120315" y="3844051"/>
              <a:ext cx="10512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 err="1">
                  <a:latin typeface="Berlin Sans FB" panose="020E0602020502020306" pitchFamily="34" charset="0"/>
                </a:rPr>
                <a:t>inputRef</a:t>
              </a:r>
              <a:endParaRPr lang="en-US" dirty="0"/>
            </a:p>
          </p:txBody>
        </p:sp>
        <p:sp>
          <p:nvSpPr>
            <p:cNvPr id="32" name="arrow-function-2">
              <a:extLst>
                <a:ext uri="{FF2B5EF4-FFF2-40B4-BE49-F238E27FC236}">
                  <a16:creationId xmlns:a16="http://schemas.microsoft.com/office/drawing/2014/main" id="{343E2145-7ACC-1B11-94AF-594C2DFCDE4A}"/>
                </a:ext>
              </a:extLst>
            </p:cNvPr>
            <p:cNvSpPr txBox="1"/>
            <p:nvPr/>
          </p:nvSpPr>
          <p:spPr>
            <a:xfrm>
              <a:off x="3942683" y="3844051"/>
              <a:ext cx="16831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.</a:t>
              </a:r>
              <a:r>
                <a:rPr lang="en-US" dirty="0" err="1">
                  <a:latin typeface="Berlin Sans FB" panose="020E0602020502020306" pitchFamily="34" charset="0"/>
                </a:rPr>
                <a:t>current.focus</a:t>
              </a:r>
              <a:r>
                <a:rPr lang="en-US" dirty="0">
                  <a:latin typeface="Berlin Sans FB" panose="020E0602020502020306" pitchFamily="34" charset="0"/>
                </a:rPr>
                <a:t>()</a:t>
              </a:r>
              <a:endParaRPr lang="en-US" dirty="0"/>
            </a:p>
          </p:txBody>
        </p:sp>
        <p:sp>
          <p:nvSpPr>
            <p:cNvPr id="27" name="onClick-1">
              <a:extLst>
                <a:ext uri="{FF2B5EF4-FFF2-40B4-BE49-F238E27FC236}">
                  <a16:creationId xmlns:a16="http://schemas.microsoft.com/office/drawing/2014/main" id="{B6B8BBEE-5B5F-0752-E36B-40DE7B864510}"/>
                </a:ext>
              </a:extLst>
            </p:cNvPr>
            <p:cNvSpPr txBox="1"/>
            <p:nvPr/>
          </p:nvSpPr>
          <p:spPr>
            <a:xfrm>
              <a:off x="5361510" y="3854643"/>
              <a:ext cx="18227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}</a:t>
              </a:r>
              <a:endParaRPr lang="en-US" dirty="0"/>
            </a:p>
          </p:txBody>
        </p:sp>
        <p:sp>
          <p:nvSpPr>
            <p:cNvPr id="16" name="button-1">
              <a:extLst>
                <a:ext uri="{FF2B5EF4-FFF2-40B4-BE49-F238E27FC236}">
                  <a16:creationId xmlns:a16="http://schemas.microsoft.com/office/drawing/2014/main" id="{CFA7B450-DAD7-8AB9-A647-C24FB09A8AC6}"/>
                </a:ext>
              </a:extLst>
            </p:cNvPr>
            <p:cNvSpPr txBox="1"/>
            <p:nvPr/>
          </p:nvSpPr>
          <p:spPr>
            <a:xfrm>
              <a:off x="5495188" y="3861466"/>
              <a:ext cx="13066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&gt;</a:t>
              </a:r>
              <a:endParaRPr lang="en-US" dirty="0"/>
            </a:p>
          </p:txBody>
        </p:sp>
        <p:sp>
          <p:nvSpPr>
            <p:cNvPr id="18" name="button-2">
              <a:extLst>
                <a:ext uri="{FF2B5EF4-FFF2-40B4-BE49-F238E27FC236}">
                  <a16:creationId xmlns:a16="http://schemas.microsoft.com/office/drawing/2014/main" id="{F72D8AC2-23FB-E544-B5A4-3740E51A577D}"/>
                </a:ext>
              </a:extLst>
            </p:cNvPr>
            <p:cNvSpPr txBox="1"/>
            <p:nvPr/>
          </p:nvSpPr>
          <p:spPr>
            <a:xfrm>
              <a:off x="1172350" y="4206560"/>
              <a:ext cx="10996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Click Me !</a:t>
              </a:r>
              <a:endParaRPr lang="en-US" dirty="0"/>
            </a:p>
          </p:txBody>
        </p:sp>
        <p:sp>
          <p:nvSpPr>
            <p:cNvPr id="17" name="button-3">
              <a:extLst>
                <a:ext uri="{FF2B5EF4-FFF2-40B4-BE49-F238E27FC236}">
                  <a16:creationId xmlns:a16="http://schemas.microsoft.com/office/drawing/2014/main" id="{FFB7D47F-4236-B4A3-3461-8CD0468B4B04}"/>
                </a:ext>
              </a:extLst>
            </p:cNvPr>
            <p:cNvSpPr txBox="1"/>
            <p:nvPr/>
          </p:nvSpPr>
          <p:spPr>
            <a:xfrm>
              <a:off x="1013176" y="4522968"/>
              <a:ext cx="10996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&lt;/button&gt;</a:t>
              </a:r>
              <a:endParaRPr lang="en-US" dirty="0"/>
            </a:p>
          </p:txBody>
        </p:sp>
        <p:sp>
          <p:nvSpPr>
            <p:cNvPr id="19" name="input">
              <a:extLst>
                <a:ext uri="{FF2B5EF4-FFF2-40B4-BE49-F238E27FC236}">
                  <a16:creationId xmlns:a16="http://schemas.microsoft.com/office/drawing/2014/main" id="{AF7E7B06-F060-E8D5-2ED2-F980AEBBC9D8}"/>
                </a:ext>
              </a:extLst>
            </p:cNvPr>
            <p:cNvSpPr txBox="1"/>
            <p:nvPr/>
          </p:nvSpPr>
          <p:spPr>
            <a:xfrm>
              <a:off x="1007120" y="4834757"/>
              <a:ext cx="79326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&lt;input</a:t>
              </a:r>
              <a:endParaRPr lang="en-US" dirty="0"/>
            </a:p>
          </p:txBody>
        </p:sp>
        <p:sp>
          <p:nvSpPr>
            <p:cNvPr id="33" name="ref">
              <a:extLst>
                <a:ext uri="{FF2B5EF4-FFF2-40B4-BE49-F238E27FC236}">
                  <a16:creationId xmlns:a16="http://schemas.microsoft.com/office/drawing/2014/main" id="{260E3811-A17F-E060-5BBF-4F65084AFAAE}"/>
                </a:ext>
              </a:extLst>
            </p:cNvPr>
            <p:cNvSpPr txBox="1"/>
            <p:nvPr/>
          </p:nvSpPr>
          <p:spPr>
            <a:xfrm>
              <a:off x="1686651" y="4830872"/>
              <a:ext cx="75388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ref={</a:t>
              </a:r>
              <a:endParaRPr lang="en-US" dirty="0"/>
            </a:p>
          </p:txBody>
        </p:sp>
        <p:sp>
          <p:nvSpPr>
            <p:cNvPr id="39" name="inputRef">
              <a:extLst>
                <a:ext uri="{FF2B5EF4-FFF2-40B4-BE49-F238E27FC236}">
                  <a16:creationId xmlns:a16="http://schemas.microsoft.com/office/drawing/2014/main" id="{651CADDC-6102-9DAB-EC4A-5C74F7C7DAEF}"/>
                </a:ext>
              </a:extLst>
            </p:cNvPr>
            <p:cNvSpPr txBox="1"/>
            <p:nvPr/>
          </p:nvSpPr>
          <p:spPr>
            <a:xfrm>
              <a:off x="2138709" y="4851050"/>
              <a:ext cx="9882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 err="1">
                  <a:latin typeface="Berlin Sans FB" panose="020E0602020502020306" pitchFamily="34" charset="0"/>
                </a:rPr>
                <a:t>inputRef</a:t>
              </a:r>
              <a:endParaRPr lang="en-US" sz="1600" dirty="0"/>
            </a:p>
          </p:txBody>
        </p:sp>
        <p:sp>
          <p:nvSpPr>
            <p:cNvPr id="38" name="ref-1">
              <a:extLst>
                <a:ext uri="{FF2B5EF4-FFF2-40B4-BE49-F238E27FC236}">
                  <a16:creationId xmlns:a16="http://schemas.microsoft.com/office/drawing/2014/main" id="{B1D2C5DE-1414-05B3-450D-583F4BA6F226}"/>
                </a:ext>
              </a:extLst>
            </p:cNvPr>
            <p:cNvSpPr txBox="1"/>
            <p:nvPr/>
          </p:nvSpPr>
          <p:spPr>
            <a:xfrm>
              <a:off x="2967925" y="4830872"/>
              <a:ext cx="884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}</a:t>
              </a:r>
              <a:endParaRPr lang="en-US" dirty="0"/>
            </a:p>
          </p:txBody>
        </p:sp>
        <p:sp>
          <p:nvSpPr>
            <p:cNvPr id="21" name="input-1">
              <a:extLst>
                <a:ext uri="{FF2B5EF4-FFF2-40B4-BE49-F238E27FC236}">
                  <a16:creationId xmlns:a16="http://schemas.microsoft.com/office/drawing/2014/main" id="{C4EA7D70-C922-F582-8089-1838FF5397CD}"/>
                </a:ext>
              </a:extLst>
            </p:cNvPr>
            <p:cNvSpPr txBox="1"/>
            <p:nvPr/>
          </p:nvSpPr>
          <p:spPr>
            <a:xfrm>
              <a:off x="3070660" y="4851050"/>
              <a:ext cx="46211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/&gt;</a:t>
              </a:r>
              <a:endParaRPr lang="en-US" dirty="0"/>
            </a:p>
          </p:txBody>
        </p:sp>
        <p:sp>
          <p:nvSpPr>
            <p:cNvPr id="13" name="div-1">
              <a:extLst>
                <a:ext uri="{FF2B5EF4-FFF2-40B4-BE49-F238E27FC236}">
                  <a16:creationId xmlns:a16="http://schemas.microsoft.com/office/drawing/2014/main" id="{25AB7E6F-3530-E2C6-730F-70E313F8886B}"/>
                </a:ext>
              </a:extLst>
            </p:cNvPr>
            <p:cNvSpPr txBox="1"/>
            <p:nvPr/>
          </p:nvSpPr>
          <p:spPr>
            <a:xfrm>
              <a:off x="902024" y="5129820"/>
              <a:ext cx="710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&lt;/div&gt;</a:t>
              </a:r>
            </a:p>
          </p:txBody>
        </p:sp>
        <p:sp>
          <p:nvSpPr>
            <p:cNvPr id="15" name="return-1">
              <a:extLst>
                <a:ext uri="{FF2B5EF4-FFF2-40B4-BE49-F238E27FC236}">
                  <a16:creationId xmlns:a16="http://schemas.microsoft.com/office/drawing/2014/main" id="{6FD3F9FE-53B4-12B7-0CF1-E106A1BFBD41}"/>
                </a:ext>
              </a:extLst>
            </p:cNvPr>
            <p:cNvSpPr txBox="1"/>
            <p:nvPr/>
          </p:nvSpPr>
          <p:spPr>
            <a:xfrm>
              <a:off x="849986" y="5424883"/>
              <a:ext cx="2664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)</a:t>
              </a:r>
            </a:p>
          </p:txBody>
        </p:sp>
        <p:sp>
          <p:nvSpPr>
            <p:cNvPr id="20" name="app-1">
              <a:extLst>
                <a:ext uri="{FF2B5EF4-FFF2-40B4-BE49-F238E27FC236}">
                  <a16:creationId xmlns:a16="http://schemas.microsoft.com/office/drawing/2014/main" id="{DF69F5BD-209B-1E75-A478-BB2EF4BD5A61}"/>
                </a:ext>
              </a:extLst>
            </p:cNvPr>
            <p:cNvSpPr txBox="1"/>
            <p:nvPr/>
          </p:nvSpPr>
          <p:spPr>
            <a:xfrm>
              <a:off x="554976" y="5609549"/>
              <a:ext cx="2632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6769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99862D-44CB-37F1-7BD7-DE7858833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114A47FC-0288-3BCE-9536-64FB162276F2}"/>
              </a:ext>
            </a:extLst>
          </p:cNvPr>
          <p:cNvGrpSpPr/>
          <p:nvPr/>
        </p:nvGrpSpPr>
        <p:grpSpPr>
          <a:xfrm>
            <a:off x="195460" y="157485"/>
            <a:ext cx="6490472" cy="11774656"/>
            <a:chOff x="195460" y="157485"/>
            <a:chExt cx="6490472" cy="1177465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A529338-C640-B375-CC76-74BFA098D1E3}"/>
                </a:ext>
              </a:extLst>
            </p:cNvPr>
            <p:cNvGrpSpPr/>
            <p:nvPr/>
          </p:nvGrpSpPr>
          <p:grpSpPr>
            <a:xfrm>
              <a:off x="195460" y="157485"/>
              <a:ext cx="6490472" cy="474386"/>
              <a:chOff x="185856" y="-57562"/>
              <a:chExt cx="11538617" cy="84335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2802898-636C-48F7-645F-AB62105C436A}"/>
                  </a:ext>
                </a:extLst>
              </p:cNvPr>
              <p:cNvSpPr/>
              <p:nvPr/>
            </p:nvSpPr>
            <p:spPr>
              <a:xfrm>
                <a:off x="185856" y="-57562"/>
                <a:ext cx="11538617" cy="84335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DD1195C-A69E-D2A0-2480-75782AFC6DF0}"/>
                  </a:ext>
                </a:extLst>
              </p:cNvPr>
              <p:cNvSpPr/>
              <p:nvPr/>
            </p:nvSpPr>
            <p:spPr>
              <a:xfrm>
                <a:off x="427122" y="140605"/>
                <a:ext cx="448000" cy="448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F90FC376-DB31-63E3-0DB8-7C31D9AE18E1}"/>
                  </a:ext>
                </a:extLst>
              </p:cNvPr>
              <p:cNvSpPr/>
              <p:nvPr/>
            </p:nvSpPr>
            <p:spPr>
              <a:xfrm>
                <a:off x="1075072" y="140605"/>
                <a:ext cx="448000" cy="44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D1E65283-772F-CFBF-8D6A-E29D492DD758}"/>
                  </a:ext>
                </a:extLst>
              </p:cNvPr>
              <p:cNvSpPr/>
              <p:nvPr/>
            </p:nvSpPr>
            <p:spPr>
              <a:xfrm>
                <a:off x="1698549" y="140605"/>
                <a:ext cx="448000" cy="448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6F82CDE-DBE1-01C2-0D0D-6049692B2C00}"/>
                </a:ext>
              </a:extLst>
            </p:cNvPr>
            <p:cNvSpPr/>
            <p:nvPr/>
          </p:nvSpPr>
          <p:spPr>
            <a:xfrm>
              <a:off x="247697" y="869527"/>
              <a:ext cx="6362609" cy="1106261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95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130AC4A-4E62-F14D-26D0-EE68331050A7}"/>
              </a:ext>
            </a:extLst>
          </p:cNvPr>
          <p:cNvGrpSpPr/>
          <p:nvPr/>
        </p:nvGrpSpPr>
        <p:grpSpPr>
          <a:xfrm>
            <a:off x="457172" y="1257707"/>
            <a:ext cx="4877441" cy="2719115"/>
            <a:chOff x="436720" y="1055582"/>
            <a:chExt cx="4877441" cy="271911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1466791-20BB-69D0-D0C3-0CD1E7D0A4C9}"/>
                </a:ext>
              </a:extLst>
            </p:cNvPr>
            <p:cNvSpPr/>
            <p:nvPr/>
          </p:nvSpPr>
          <p:spPr>
            <a:xfrm>
              <a:off x="436722" y="1055582"/>
              <a:ext cx="933231" cy="49220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Redux 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B71786A-C99B-E9FD-DD92-D0ECA0DF1E90}"/>
                </a:ext>
              </a:extLst>
            </p:cNvPr>
            <p:cNvSpPr/>
            <p:nvPr/>
          </p:nvSpPr>
          <p:spPr>
            <a:xfrm>
              <a:off x="436722" y="1667943"/>
              <a:ext cx="4257681" cy="63864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Redux = State Management Library 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7CFB92A-933E-9F56-F695-CF10E3B7DFA9}"/>
                </a:ext>
              </a:extLst>
            </p:cNvPr>
            <p:cNvSpPr/>
            <p:nvPr/>
          </p:nvSpPr>
          <p:spPr>
            <a:xfrm>
              <a:off x="436720" y="2426747"/>
              <a:ext cx="4877441" cy="63864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Redux has same function with </a:t>
              </a:r>
              <a:r>
                <a:rPr lang="en-US" sz="2000" dirty="0" err="1">
                  <a:solidFill>
                    <a:schemeClr val="tx1"/>
                  </a:solidFill>
                  <a:latin typeface="Berlin Sans FB" panose="020E0602020502020306" pitchFamily="34" charset="0"/>
                </a:rPr>
                <a:t>useContext</a:t>
              </a:r>
              <a:r>
                <a:rPr lang="en-US" sz="20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()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837EC64-80F7-C3D7-37C9-8A2D1D6E39D3}"/>
                </a:ext>
              </a:extLst>
            </p:cNvPr>
            <p:cNvSpPr/>
            <p:nvPr/>
          </p:nvSpPr>
          <p:spPr>
            <a:xfrm>
              <a:off x="436720" y="3136049"/>
              <a:ext cx="4877441" cy="63864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Link Docs : https://redux.js.org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A3503A0-90E3-56AD-12F2-763F9475740F}"/>
              </a:ext>
            </a:extLst>
          </p:cNvPr>
          <p:cNvGrpSpPr/>
          <p:nvPr/>
        </p:nvGrpSpPr>
        <p:grpSpPr>
          <a:xfrm>
            <a:off x="457172" y="4610990"/>
            <a:ext cx="5344318" cy="3528023"/>
            <a:chOff x="436722" y="1162057"/>
            <a:chExt cx="5344318" cy="3528023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A1DDD39-854E-9E83-76B0-D414B9448A0C}"/>
                </a:ext>
              </a:extLst>
            </p:cNvPr>
            <p:cNvSpPr/>
            <p:nvPr/>
          </p:nvSpPr>
          <p:spPr>
            <a:xfrm>
              <a:off x="436722" y="1162057"/>
              <a:ext cx="2723038" cy="49220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Concepts of Redux  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2FD9339-255E-A01F-C3FC-A2503DCC172E}"/>
                </a:ext>
              </a:extLst>
            </p:cNvPr>
            <p:cNvSpPr/>
            <p:nvPr/>
          </p:nvSpPr>
          <p:spPr>
            <a:xfrm>
              <a:off x="436722" y="1779826"/>
              <a:ext cx="4257681" cy="63864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Store = it’s a place saved our data 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D5545EC-5E72-F0EB-A428-E5DAAB674C2D}"/>
                </a:ext>
              </a:extLst>
            </p:cNvPr>
            <p:cNvSpPr/>
            <p:nvPr/>
          </p:nvSpPr>
          <p:spPr>
            <a:xfrm>
              <a:off x="457172" y="2536790"/>
              <a:ext cx="2783868" cy="61134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State = Data is in store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B710155-9C30-C8B2-F530-6E40445A0F58}"/>
                </a:ext>
              </a:extLst>
            </p:cNvPr>
            <p:cNvSpPr/>
            <p:nvPr/>
          </p:nvSpPr>
          <p:spPr>
            <a:xfrm>
              <a:off x="457172" y="3280458"/>
              <a:ext cx="4877441" cy="63864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Action = a function changes state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806C0D2-FD34-D603-9406-78FBE1AC1E33}"/>
                </a:ext>
              </a:extLst>
            </p:cNvPr>
            <p:cNvSpPr/>
            <p:nvPr/>
          </p:nvSpPr>
          <p:spPr>
            <a:xfrm>
              <a:off x="457172" y="4051432"/>
              <a:ext cx="5323868" cy="63864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Reducer = a function how state will be changed</a:t>
              </a:r>
            </a:p>
          </p:txBody>
        </p: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8D394224-28CB-AB50-ABD0-FA61BD2EC75D}"/>
              </a:ext>
            </a:extLst>
          </p:cNvPr>
          <p:cNvSpPr/>
          <p:nvPr/>
        </p:nvSpPr>
        <p:spPr>
          <a:xfrm>
            <a:off x="457172" y="9161101"/>
            <a:ext cx="4618748" cy="9798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Installation </a:t>
            </a:r>
          </a:p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npm</a:t>
            </a:r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 install @reduxjs/toolkit react-redux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2588F68-75B5-2F0B-F949-E71D0171462D}"/>
              </a:ext>
            </a:extLst>
          </p:cNvPr>
          <p:cNvSpPr/>
          <p:nvPr/>
        </p:nvSpPr>
        <p:spPr>
          <a:xfrm>
            <a:off x="477622" y="8284797"/>
            <a:ext cx="5323868" cy="6386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Slice = a combination State, Reducer, Action</a:t>
            </a:r>
          </a:p>
        </p:txBody>
      </p:sp>
    </p:spTree>
    <p:extLst>
      <p:ext uri="{BB962C8B-B14F-4D97-AF65-F5344CB8AC3E}">
        <p14:creationId xmlns:p14="http://schemas.microsoft.com/office/powerpoint/2010/main" val="35781572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2319A9-93B2-51E6-134C-AA3CEF67B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5AD5363A-B67C-F081-D08F-9958A7D58FF4}"/>
              </a:ext>
            </a:extLst>
          </p:cNvPr>
          <p:cNvGrpSpPr/>
          <p:nvPr/>
        </p:nvGrpSpPr>
        <p:grpSpPr>
          <a:xfrm>
            <a:off x="195460" y="157485"/>
            <a:ext cx="6490472" cy="11774656"/>
            <a:chOff x="195460" y="157485"/>
            <a:chExt cx="6490472" cy="1177465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81D54B1-5118-BDD8-DA7B-A0675F99219B}"/>
                </a:ext>
              </a:extLst>
            </p:cNvPr>
            <p:cNvGrpSpPr/>
            <p:nvPr/>
          </p:nvGrpSpPr>
          <p:grpSpPr>
            <a:xfrm>
              <a:off x="195460" y="157485"/>
              <a:ext cx="6490472" cy="474386"/>
              <a:chOff x="185856" y="-57562"/>
              <a:chExt cx="11538617" cy="84335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A7689A78-2C2C-DC01-7702-E736A62F471D}"/>
                  </a:ext>
                </a:extLst>
              </p:cNvPr>
              <p:cNvSpPr/>
              <p:nvPr/>
            </p:nvSpPr>
            <p:spPr>
              <a:xfrm>
                <a:off x="185856" y="-57562"/>
                <a:ext cx="11538617" cy="84335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8D5653D9-D7D9-25FE-8D29-607695A2597C}"/>
                  </a:ext>
                </a:extLst>
              </p:cNvPr>
              <p:cNvSpPr/>
              <p:nvPr/>
            </p:nvSpPr>
            <p:spPr>
              <a:xfrm>
                <a:off x="427122" y="140605"/>
                <a:ext cx="448000" cy="448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92CACD3C-28BE-487A-0480-182A9DF8C7FF}"/>
                  </a:ext>
                </a:extLst>
              </p:cNvPr>
              <p:cNvSpPr/>
              <p:nvPr/>
            </p:nvSpPr>
            <p:spPr>
              <a:xfrm>
                <a:off x="1075072" y="140605"/>
                <a:ext cx="448000" cy="44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3519237B-5E90-C62C-F759-EF5C4FF335CB}"/>
                  </a:ext>
                </a:extLst>
              </p:cNvPr>
              <p:cNvSpPr/>
              <p:nvPr/>
            </p:nvSpPr>
            <p:spPr>
              <a:xfrm>
                <a:off x="1698549" y="140605"/>
                <a:ext cx="448000" cy="448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B21FE00-6AC4-9D94-6E9C-6C2F62962D85}"/>
                </a:ext>
              </a:extLst>
            </p:cNvPr>
            <p:cNvSpPr/>
            <p:nvPr/>
          </p:nvSpPr>
          <p:spPr>
            <a:xfrm>
              <a:off x="247697" y="869527"/>
              <a:ext cx="6362609" cy="1106261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95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92529E8-DD6E-073A-5DCB-C2A3AEF68874}"/>
              </a:ext>
            </a:extLst>
          </p:cNvPr>
          <p:cNvGrpSpPr/>
          <p:nvPr/>
        </p:nvGrpSpPr>
        <p:grpSpPr>
          <a:xfrm>
            <a:off x="463543" y="1062863"/>
            <a:ext cx="3860800" cy="5438184"/>
            <a:chOff x="1368184" y="5804087"/>
            <a:chExt cx="3860800" cy="5438184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7394B00-66A7-0D7F-E650-2E02B4DB3CF5}"/>
                </a:ext>
              </a:extLst>
            </p:cNvPr>
            <p:cNvSpPr/>
            <p:nvPr/>
          </p:nvSpPr>
          <p:spPr>
            <a:xfrm>
              <a:off x="1368184" y="5804087"/>
              <a:ext cx="3860800" cy="5765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Workflow Redux</a:t>
              </a:r>
              <a:r>
                <a:rPr lang="en-US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 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73CF5AE-0058-FB48-B45B-711A5ADE7406}"/>
                </a:ext>
              </a:extLst>
            </p:cNvPr>
            <p:cNvSpPr/>
            <p:nvPr/>
          </p:nvSpPr>
          <p:spPr>
            <a:xfrm>
              <a:off x="1368184" y="6435485"/>
              <a:ext cx="3860800" cy="480678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Berlin Sans FB" panose="020E0602020502020306" pitchFamily="34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11F9BA1-CB49-BC3E-08F6-DCC74308D7CF}"/>
                </a:ext>
              </a:extLst>
            </p:cNvPr>
            <p:cNvSpPr txBox="1"/>
            <p:nvPr/>
          </p:nvSpPr>
          <p:spPr>
            <a:xfrm>
              <a:off x="1992149" y="6568249"/>
              <a:ext cx="24721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latin typeface="Berlin Sans FB" panose="020E0602020502020306" pitchFamily="34" charset="0"/>
                </a:rPr>
                <a:t>User Clicks Button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86CBCA1-F458-D0F9-597E-997554108BDB}"/>
                </a:ext>
              </a:extLst>
            </p:cNvPr>
            <p:cNvCxnSpPr>
              <a:cxnSpLocks/>
            </p:cNvCxnSpPr>
            <p:nvPr/>
          </p:nvCxnSpPr>
          <p:spPr>
            <a:xfrm>
              <a:off x="3241037" y="6980870"/>
              <a:ext cx="1" cy="52661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CC0AACA-BFD8-369B-19E4-7A8245D9A365}"/>
                </a:ext>
              </a:extLst>
            </p:cNvPr>
            <p:cNvSpPr txBox="1"/>
            <p:nvPr/>
          </p:nvSpPr>
          <p:spPr>
            <a:xfrm>
              <a:off x="2202991" y="7470524"/>
              <a:ext cx="22573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latin typeface="Berlin Sans FB" panose="020E0602020502020306" pitchFamily="34" charset="0"/>
                </a:rPr>
                <a:t>Dispatch Action 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915E0AD-C7AE-532C-EC93-2362BBCE78B1}"/>
                </a:ext>
              </a:extLst>
            </p:cNvPr>
            <p:cNvSpPr txBox="1"/>
            <p:nvPr/>
          </p:nvSpPr>
          <p:spPr>
            <a:xfrm>
              <a:off x="2682068" y="8404537"/>
              <a:ext cx="12330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latin typeface="Berlin Sans FB" panose="020E0602020502020306" pitchFamily="34" charset="0"/>
                </a:rPr>
                <a:t>Reducer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912557EE-BC13-F344-1268-392E4FE0FF3B}"/>
                </a:ext>
              </a:extLst>
            </p:cNvPr>
            <p:cNvCxnSpPr>
              <a:cxnSpLocks/>
            </p:cNvCxnSpPr>
            <p:nvPr/>
          </p:nvCxnSpPr>
          <p:spPr>
            <a:xfrm>
              <a:off x="3251070" y="7894530"/>
              <a:ext cx="0" cy="61188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6F6FB08-B01F-6B46-3590-45E42C769132}"/>
                </a:ext>
              </a:extLst>
            </p:cNvPr>
            <p:cNvSpPr txBox="1"/>
            <p:nvPr/>
          </p:nvSpPr>
          <p:spPr>
            <a:xfrm>
              <a:off x="2192522" y="9388140"/>
              <a:ext cx="20714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latin typeface="Berlin Sans FB" panose="020E0602020502020306" pitchFamily="34" charset="0"/>
                </a:rPr>
                <a:t>Store Changes </a:t>
              </a: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E3BEA103-7CA2-C1B6-84BE-82A2AB633D04}"/>
                </a:ext>
              </a:extLst>
            </p:cNvPr>
            <p:cNvCxnSpPr>
              <a:cxnSpLocks/>
            </p:cNvCxnSpPr>
            <p:nvPr/>
          </p:nvCxnSpPr>
          <p:spPr>
            <a:xfrm>
              <a:off x="3228223" y="8821376"/>
              <a:ext cx="2" cy="64617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FDDE984-16F6-0B4D-CAE4-C81F8C466E1B}"/>
              </a:ext>
            </a:extLst>
          </p:cNvPr>
          <p:cNvGrpSpPr/>
          <p:nvPr/>
        </p:nvGrpSpPr>
        <p:grpSpPr>
          <a:xfrm>
            <a:off x="2609789" y="6395712"/>
            <a:ext cx="3860800" cy="5376046"/>
            <a:chOff x="1368184" y="5950323"/>
            <a:chExt cx="3860800" cy="537604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38F4BC6-E9E7-FE3D-EE64-4CD545E473F0}"/>
                </a:ext>
              </a:extLst>
            </p:cNvPr>
            <p:cNvSpPr/>
            <p:nvPr/>
          </p:nvSpPr>
          <p:spPr>
            <a:xfrm>
              <a:off x="1368184" y="5950323"/>
              <a:ext cx="3860800" cy="5765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ILLUSTRATION</a:t>
              </a:r>
              <a:r>
                <a:rPr lang="en-US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 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A930E6-0DC9-4A3D-CC77-581D96B03BA3}"/>
                </a:ext>
              </a:extLst>
            </p:cNvPr>
            <p:cNvSpPr/>
            <p:nvPr/>
          </p:nvSpPr>
          <p:spPr>
            <a:xfrm>
              <a:off x="1368184" y="6519583"/>
              <a:ext cx="3860800" cy="480678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Berlin Sans FB" panose="020E0602020502020306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E689C4A-7A83-907E-8925-B771C8622877}"/>
                </a:ext>
              </a:extLst>
            </p:cNvPr>
            <p:cNvSpPr txBox="1"/>
            <p:nvPr/>
          </p:nvSpPr>
          <p:spPr>
            <a:xfrm>
              <a:off x="2761586" y="6581721"/>
              <a:ext cx="11480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latin typeface="Berlin Sans FB" panose="020E0602020502020306" pitchFamily="34" charset="0"/>
                </a:rPr>
                <a:t>Button 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5CBF2E7-4AB8-F130-AF1D-0FB247F87358}"/>
                </a:ext>
              </a:extLst>
            </p:cNvPr>
            <p:cNvCxnSpPr>
              <a:cxnSpLocks/>
            </p:cNvCxnSpPr>
            <p:nvPr/>
          </p:nvCxnSpPr>
          <p:spPr>
            <a:xfrm>
              <a:off x="3237060" y="7070677"/>
              <a:ext cx="1" cy="52661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1DAE7DB-EAE3-BE17-FBD6-823FBEC4AB93}"/>
                </a:ext>
              </a:extLst>
            </p:cNvPr>
            <p:cNvSpPr txBox="1"/>
            <p:nvPr/>
          </p:nvSpPr>
          <p:spPr>
            <a:xfrm>
              <a:off x="1879933" y="7555548"/>
              <a:ext cx="29113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latin typeface="Berlin Sans FB" panose="020E0602020502020306" pitchFamily="34" charset="0"/>
                </a:rPr>
                <a:t>dispatch(</a:t>
              </a:r>
              <a:r>
                <a:rPr lang="en-US" sz="2400" dirty="0" err="1">
                  <a:latin typeface="Berlin Sans FB" panose="020E0602020502020306" pitchFamily="34" charset="0"/>
                </a:rPr>
                <a:t>addTodo</a:t>
              </a:r>
              <a:r>
                <a:rPr lang="en-US" sz="2400" dirty="0">
                  <a:latin typeface="Berlin Sans FB" panose="020E0602020502020306" pitchFamily="34" charset="0"/>
                </a:rPr>
                <a:t>()) 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8AB63A5-8AE0-FEE1-080C-4CD6E71B27B4}"/>
                </a:ext>
              </a:extLst>
            </p:cNvPr>
            <p:cNvSpPr txBox="1"/>
            <p:nvPr/>
          </p:nvSpPr>
          <p:spPr>
            <a:xfrm>
              <a:off x="2719104" y="8610741"/>
              <a:ext cx="12330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latin typeface="Berlin Sans FB" panose="020E0602020502020306" pitchFamily="34" charset="0"/>
                </a:rPr>
                <a:t>Reducer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5053C3C-AF78-9CE9-9E3C-2802ACD05209}"/>
                </a:ext>
              </a:extLst>
            </p:cNvPr>
            <p:cNvCxnSpPr>
              <a:cxnSpLocks/>
            </p:cNvCxnSpPr>
            <p:nvPr/>
          </p:nvCxnSpPr>
          <p:spPr>
            <a:xfrm>
              <a:off x="3251069" y="8017213"/>
              <a:ext cx="0" cy="61188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6B544C5-F081-840F-33C3-1CED8E489204}"/>
                </a:ext>
              </a:extLst>
            </p:cNvPr>
            <p:cNvSpPr txBox="1"/>
            <p:nvPr/>
          </p:nvSpPr>
          <p:spPr>
            <a:xfrm>
              <a:off x="2790846" y="9568053"/>
              <a:ext cx="92044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latin typeface="Berlin Sans FB" panose="020E0602020502020306" pitchFamily="34" charset="0"/>
                </a:rPr>
                <a:t>Store 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6612E5E0-39E2-11DA-814B-F7A61A7CCC39}"/>
                </a:ext>
              </a:extLst>
            </p:cNvPr>
            <p:cNvCxnSpPr>
              <a:cxnSpLocks/>
            </p:cNvCxnSpPr>
            <p:nvPr/>
          </p:nvCxnSpPr>
          <p:spPr>
            <a:xfrm>
              <a:off x="3253026" y="9072406"/>
              <a:ext cx="0" cy="56074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CC6F11E-1ADF-AE24-8310-8420C0A8E6B3}"/>
              </a:ext>
            </a:extLst>
          </p:cNvPr>
          <p:cNvCxnSpPr>
            <a:cxnSpLocks/>
          </p:cNvCxnSpPr>
          <p:nvPr/>
        </p:nvCxnSpPr>
        <p:spPr>
          <a:xfrm>
            <a:off x="2323581" y="5108581"/>
            <a:ext cx="0" cy="42886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3D90D41F-FD76-40B0-B1E6-50711C35B7D1}"/>
              </a:ext>
            </a:extLst>
          </p:cNvPr>
          <p:cNvSpPr txBox="1"/>
          <p:nvPr/>
        </p:nvSpPr>
        <p:spPr>
          <a:xfrm>
            <a:off x="1671849" y="5490834"/>
            <a:ext cx="15103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Berlin Sans FB" panose="020E0602020502020306" pitchFamily="34" charset="0"/>
              </a:rPr>
              <a:t>UI Update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9FAEDFA-F2AD-973E-5A14-95136F733371}"/>
              </a:ext>
            </a:extLst>
          </p:cNvPr>
          <p:cNvCxnSpPr>
            <a:cxnSpLocks/>
          </p:cNvCxnSpPr>
          <p:nvPr/>
        </p:nvCxnSpPr>
        <p:spPr>
          <a:xfrm>
            <a:off x="4478665" y="10475107"/>
            <a:ext cx="0" cy="64617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4332EF95-2F25-1EBB-7A8E-9C6554F72E84}"/>
              </a:ext>
            </a:extLst>
          </p:cNvPr>
          <p:cNvSpPr txBox="1"/>
          <p:nvPr/>
        </p:nvSpPr>
        <p:spPr>
          <a:xfrm>
            <a:off x="3547770" y="11129137"/>
            <a:ext cx="1984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Berlin Sans FB" panose="020E0602020502020306" pitchFamily="34" charset="0"/>
              </a:rPr>
              <a:t>React Render </a:t>
            </a:r>
          </a:p>
        </p:txBody>
      </p:sp>
    </p:spTree>
    <p:extLst>
      <p:ext uri="{BB962C8B-B14F-4D97-AF65-F5344CB8AC3E}">
        <p14:creationId xmlns:p14="http://schemas.microsoft.com/office/powerpoint/2010/main" val="27039694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B835E8-0568-F8AE-12AC-2A17AA1A0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55F16482-4075-9859-A85E-51721B7AB22F}"/>
              </a:ext>
            </a:extLst>
          </p:cNvPr>
          <p:cNvGrpSpPr/>
          <p:nvPr/>
        </p:nvGrpSpPr>
        <p:grpSpPr>
          <a:xfrm>
            <a:off x="195460" y="157485"/>
            <a:ext cx="6490472" cy="11774656"/>
            <a:chOff x="195460" y="157485"/>
            <a:chExt cx="6490472" cy="1177465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891E380-B63A-C069-AEDE-C7404F070979}"/>
                </a:ext>
              </a:extLst>
            </p:cNvPr>
            <p:cNvGrpSpPr/>
            <p:nvPr/>
          </p:nvGrpSpPr>
          <p:grpSpPr>
            <a:xfrm>
              <a:off x="195460" y="157485"/>
              <a:ext cx="6490472" cy="474386"/>
              <a:chOff x="185856" y="-57562"/>
              <a:chExt cx="11538617" cy="84335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0980F53-C4DE-4152-0AE7-CC973BE288F5}"/>
                  </a:ext>
                </a:extLst>
              </p:cNvPr>
              <p:cNvSpPr/>
              <p:nvPr/>
            </p:nvSpPr>
            <p:spPr>
              <a:xfrm>
                <a:off x="185856" y="-57562"/>
                <a:ext cx="11538617" cy="84335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AE99D2E5-7F98-9ACD-9158-479C8433B4B8}"/>
                  </a:ext>
                </a:extLst>
              </p:cNvPr>
              <p:cNvSpPr/>
              <p:nvPr/>
            </p:nvSpPr>
            <p:spPr>
              <a:xfrm>
                <a:off x="427122" y="140605"/>
                <a:ext cx="448000" cy="448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3712B0AD-613B-BE31-5D44-FF047174A556}"/>
                  </a:ext>
                </a:extLst>
              </p:cNvPr>
              <p:cNvSpPr/>
              <p:nvPr/>
            </p:nvSpPr>
            <p:spPr>
              <a:xfrm>
                <a:off x="1075072" y="140605"/>
                <a:ext cx="448000" cy="44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19CBD6C7-E274-C98F-A53C-466AAE5D0C56}"/>
                  </a:ext>
                </a:extLst>
              </p:cNvPr>
              <p:cNvSpPr/>
              <p:nvPr/>
            </p:nvSpPr>
            <p:spPr>
              <a:xfrm>
                <a:off x="1698549" y="140605"/>
                <a:ext cx="448000" cy="448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5AA744C-7AB6-E45F-8E07-CAA116BA625F}"/>
                </a:ext>
              </a:extLst>
            </p:cNvPr>
            <p:cNvSpPr/>
            <p:nvPr/>
          </p:nvSpPr>
          <p:spPr>
            <a:xfrm>
              <a:off x="247697" y="869527"/>
              <a:ext cx="6362609" cy="1106261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95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5ED3C7AE-B1E2-2241-B7BC-092D23E005E6}"/>
              </a:ext>
            </a:extLst>
          </p:cNvPr>
          <p:cNvGrpSpPr/>
          <p:nvPr/>
        </p:nvGrpSpPr>
        <p:grpSpPr>
          <a:xfrm>
            <a:off x="457172" y="1135599"/>
            <a:ext cx="5098676" cy="3070641"/>
            <a:chOff x="457172" y="1135599"/>
            <a:chExt cx="5098676" cy="307064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CC879AB-7AF9-C783-3EFC-0ECA2F9E5DC1}"/>
                </a:ext>
              </a:extLst>
            </p:cNvPr>
            <p:cNvSpPr/>
            <p:nvPr/>
          </p:nvSpPr>
          <p:spPr>
            <a:xfrm>
              <a:off x="457172" y="1637638"/>
              <a:ext cx="5098676" cy="256860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latin typeface="Berlin Sans FB" panose="020E0602020502020306" pitchFamily="34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A90957E-C176-634B-5034-329DA14AAEE0}"/>
                </a:ext>
              </a:extLst>
            </p:cNvPr>
            <p:cNvSpPr/>
            <p:nvPr/>
          </p:nvSpPr>
          <p:spPr>
            <a:xfrm>
              <a:off x="457172" y="1135599"/>
              <a:ext cx="2066686" cy="50203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Creating Store 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350D3AD-A4F6-05C5-F472-0F85FD8FE186}"/>
                </a:ext>
              </a:extLst>
            </p:cNvPr>
            <p:cNvSpPr txBox="1"/>
            <p:nvPr/>
          </p:nvSpPr>
          <p:spPr>
            <a:xfrm>
              <a:off x="583172" y="1786107"/>
              <a:ext cx="47708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Import { </a:t>
              </a:r>
              <a:r>
                <a:rPr lang="en-US" dirty="0" err="1">
                  <a:latin typeface="Berlin Sans FB" panose="020E0602020502020306" pitchFamily="34" charset="0"/>
                </a:rPr>
                <a:t>configureStore</a:t>
              </a:r>
              <a:r>
                <a:rPr lang="en-US" dirty="0">
                  <a:latin typeface="Berlin Sans FB" panose="020E0602020502020306" pitchFamily="34" charset="0"/>
                </a:rPr>
                <a:t> } from “@</a:t>
              </a:r>
              <a:r>
                <a:rPr lang="en-US" dirty="0" err="1">
                  <a:latin typeface="Berlin Sans FB" panose="020E0602020502020306" pitchFamily="34" charset="0"/>
                </a:rPr>
                <a:t>reduxjs</a:t>
              </a:r>
              <a:r>
                <a:rPr lang="en-US" dirty="0">
                  <a:latin typeface="Berlin Sans FB" panose="020E0602020502020306" pitchFamily="34" charset="0"/>
                </a:rPr>
                <a:t>/toolkit”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113E403-20B5-EF94-15DB-7DDD5DBA7D2A}"/>
                </a:ext>
              </a:extLst>
            </p:cNvPr>
            <p:cNvSpPr txBox="1"/>
            <p:nvPr/>
          </p:nvSpPr>
          <p:spPr>
            <a:xfrm>
              <a:off x="583172" y="2173144"/>
              <a:ext cx="43845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import </a:t>
              </a:r>
              <a:r>
                <a:rPr lang="en-US" dirty="0" err="1">
                  <a:latin typeface="Berlin Sans FB" panose="020E0602020502020306" pitchFamily="34" charset="0"/>
                </a:rPr>
                <a:t>counterReducer</a:t>
              </a:r>
              <a:r>
                <a:rPr lang="en-US" dirty="0">
                  <a:latin typeface="Berlin Sans FB" panose="020E0602020502020306" pitchFamily="34" charset="0"/>
                </a:rPr>
                <a:t> from “./</a:t>
              </a:r>
              <a:r>
                <a:rPr lang="en-US" dirty="0" err="1">
                  <a:latin typeface="Berlin Sans FB" panose="020E0602020502020306" pitchFamily="34" charset="0"/>
                </a:rPr>
                <a:t>counterSlice</a:t>
              </a:r>
              <a:r>
                <a:rPr lang="en-US" dirty="0">
                  <a:latin typeface="Berlin Sans FB" panose="020E0602020502020306" pitchFamily="34" charset="0"/>
                </a:rPr>
                <a:t>”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2544705-04AB-1962-61AA-BA9B6DAFCDCD}"/>
                </a:ext>
              </a:extLst>
            </p:cNvPr>
            <p:cNvSpPr txBox="1"/>
            <p:nvPr/>
          </p:nvSpPr>
          <p:spPr>
            <a:xfrm>
              <a:off x="595364" y="2538084"/>
              <a:ext cx="3602268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export const store = </a:t>
              </a:r>
              <a:r>
                <a:rPr lang="en-US" dirty="0" err="1">
                  <a:latin typeface="Berlin Sans FB" panose="020E0602020502020306" pitchFamily="34" charset="0"/>
                </a:rPr>
                <a:t>configureStore</a:t>
              </a:r>
              <a:r>
                <a:rPr lang="en-US" dirty="0">
                  <a:latin typeface="Berlin Sans FB" panose="020E0602020502020306" pitchFamily="34" charset="0"/>
                </a:rPr>
                <a:t>({</a:t>
              </a:r>
            </a:p>
            <a:p>
              <a:r>
                <a:rPr lang="en-US" dirty="0">
                  <a:latin typeface="Berlin Sans FB" panose="020E0602020502020306" pitchFamily="34" charset="0"/>
                </a:rPr>
                <a:t> reducer:{</a:t>
              </a:r>
            </a:p>
            <a:p>
              <a:r>
                <a:rPr lang="en-US" dirty="0">
                  <a:latin typeface="Berlin Sans FB" panose="020E0602020502020306" pitchFamily="34" charset="0"/>
                </a:rPr>
                <a:t>  counter: </a:t>
              </a:r>
              <a:r>
                <a:rPr lang="en-US" dirty="0" err="1">
                  <a:latin typeface="Berlin Sans FB" panose="020E0602020502020306" pitchFamily="34" charset="0"/>
                </a:rPr>
                <a:t>counterReducer</a:t>
              </a:r>
              <a:endParaRPr lang="en-US" dirty="0">
                <a:latin typeface="Berlin Sans FB" panose="020E0602020502020306" pitchFamily="34" charset="0"/>
              </a:endParaRPr>
            </a:p>
            <a:p>
              <a:r>
                <a:rPr lang="en-US" dirty="0">
                  <a:latin typeface="Berlin Sans FB" panose="020E0602020502020306" pitchFamily="34" charset="0"/>
                </a:rPr>
                <a:t> }</a:t>
              </a:r>
            </a:p>
            <a:p>
              <a:r>
                <a:rPr lang="en-US" dirty="0">
                  <a:latin typeface="Berlin Sans FB" panose="020E0602020502020306" pitchFamily="34" charset="0"/>
                </a:rPr>
                <a:t>})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E6161E7-8B4D-0105-046D-9C62636C9564}"/>
              </a:ext>
            </a:extLst>
          </p:cNvPr>
          <p:cNvGrpSpPr/>
          <p:nvPr/>
        </p:nvGrpSpPr>
        <p:grpSpPr>
          <a:xfrm>
            <a:off x="457172" y="4443896"/>
            <a:ext cx="5943656" cy="7275664"/>
            <a:chOff x="457172" y="1135599"/>
            <a:chExt cx="5943656" cy="727566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4A5870C-9DE9-12E9-8306-9A9BCC61016C}"/>
                </a:ext>
              </a:extLst>
            </p:cNvPr>
            <p:cNvSpPr/>
            <p:nvPr/>
          </p:nvSpPr>
          <p:spPr>
            <a:xfrm>
              <a:off x="457172" y="1637637"/>
              <a:ext cx="5943656" cy="677362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latin typeface="Berlin Sans FB" panose="020E0602020502020306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9A597CC-BD90-6750-E701-094651E63B39}"/>
                </a:ext>
              </a:extLst>
            </p:cNvPr>
            <p:cNvSpPr/>
            <p:nvPr/>
          </p:nvSpPr>
          <p:spPr>
            <a:xfrm>
              <a:off x="457172" y="1135599"/>
              <a:ext cx="2066686" cy="50203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Creating Slice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DE5B470-BCE8-BAAB-2B94-DB97B1A0755B}"/>
                </a:ext>
              </a:extLst>
            </p:cNvPr>
            <p:cNvSpPr txBox="1"/>
            <p:nvPr/>
          </p:nvSpPr>
          <p:spPr>
            <a:xfrm>
              <a:off x="583172" y="1762957"/>
              <a:ext cx="44230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Import { </a:t>
              </a:r>
              <a:r>
                <a:rPr lang="en-US" dirty="0" err="1">
                  <a:latin typeface="Berlin Sans FB" panose="020E0602020502020306" pitchFamily="34" charset="0"/>
                </a:rPr>
                <a:t>createSlice</a:t>
              </a:r>
              <a:r>
                <a:rPr lang="en-US" dirty="0">
                  <a:latin typeface="Berlin Sans FB" panose="020E0602020502020306" pitchFamily="34" charset="0"/>
                </a:rPr>
                <a:t> } from “@</a:t>
              </a:r>
              <a:r>
                <a:rPr lang="en-US" dirty="0" err="1">
                  <a:latin typeface="Berlin Sans FB" panose="020E0602020502020306" pitchFamily="34" charset="0"/>
                </a:rPr>
                <a:t>reduxjs</a:t>
              </a:r>
              <a:r>
                <a:rPr lang="en-US" dirty="0">
                  <a:latin typeface="Berlin Sans FB" panose="020E0602020502020306" pitchFamily="34" charset="0"/>
                </a:rPr>
                <a:t>/toolkit”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953AF49-84B8-3610-0126-AFECE23B0055}"/>
                </a:ext>
              </a:extLst>
            </p:cNvPr>
            <p:cNvSpPr txBox="1"/>
            <p:nvPr/>
          </p:nvSpPr>
          <p:spPr>
            <a:xfrm>
              <a:off x="595364" y="2055494"/>
              <a:ext cx="187904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const </a:t>
              </a:r>
              <a:r>
                <a:rPr lang="en-US" dirty="0" err="1">
                  <a:latin typeface="Berlin Sans FB" panose="020E0602020502020306" pitchFamily="34" charset="0"/>
                </a:rPr>
                <a:t>initState</a:t>
              </a:r>
              <a:r>
                <a:rPr lang="en-US" dirty="0">
                  <a:latin typeface="Berlin Sans FB" panose="020E0602020502020306" pitchFamily="34" charset="0"/>
                </a:rPr>
                <a:t> = { </a:t>
              </a:r>
            </a:p>
            <a:p>
              <a:r>
                <a:rPr lang="en-US" dirty="0">
                  <a:latin typeface="Berlin Sans FB" panose="020E0602020502020306" pitchFamily="34" charset="0"/>
                </a:rPr>
                <a:t> value: 0.</a:t>
              </a:r>
            </a:p>
            <a:p>
              <a:r>
                <a:rPr lang="en-US" dirty="0">
                  <a:latin typeface="Berlin Sans FB" panose="020E0602020502020306" pitchFamily="34" charset="0"/>
                </a:rPr>
                <a:t>}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C3C5ABC-4449-B3B5-B069-4A2ECD3C4958}"/>
              </a:ext>
            </a:extLst>
          </p:cNvPr>
          <p:cNvSpPr txBox="1"/>
          <p:nvPr/>
        </p:nvSpPr>
        <p:spPr>
          <a:xfrm>
            <a:off x="574434" y="6230146"/>
            <a:ext cx="2432076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const </a:t>
            </a:r>
            <a:r>
              <a:rPr lang="en-US" dirty="0" err="1">
                <a:latin typeface="Berlin Sans FB" panose="020E0602020502020306" pitchFamily="34" charset="0"/>
              </a:rPr>
              <a:t>counterSlice</a:t>
            </a:r>
            <a:r>
              <a:rPr lang="en-US" dirty="0">
                <a:latin typeface="Berlin Sans FB" panose="020E0602020502020306" pitchFamily="34" charset="0"/>
              </a:rPr>
              <a:t> = ({</a:t>
            </a:r>
          </a:p>
          <a:p>
            <a:r>
              <a:rPr lang="en-US" dirty="0">
                <a:latin typeface="Berlin Sans FB" panose="020E0602020502020306" pitchFamily="34" charset="0"/>
              </a:rPr>
              <a:t> name: ”counter”,</a:t>
            </a:r>
          </a:p>
          <a:p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initialState</a:t>
            </a:r>
            <a:r>
              <a:rPr lang="en-US" dirty="0">
                <a:latin typeface="Berlin Sans FB" panose="020E0602020502020306" pitchFamily="34" charset="0"/>
              </a:rPr>
              <a:t>.</a:t>
            </a:r>
          </a:p>
          <a:p>
            <a:r>
              <a:rPr lang="en-US" dirty="0">
                <a:latin typeface="Berlin Sans FB" panose="020E0602020502020306" pitchFamily="34" charset="0"/>
              </a:rPr>
              <a:t> reducers: {</a:t>
            </a:r>
          </a:p>
          <a:p>
            <a:r>
              <a:rPr lang="en-US" dirty="0">
                <a:latin typeface="Berlin Sans FB" panose="020E0602020502020306" pitchFamily="34" charset="0"/>
              </a:rPr>
              <a:t>  increment: (state) =&gt; {</a:t>
            </a:r>
          </a:p>
          <a:p>
            <a:r>
              <a:rPr lang="en-US" dirty="0">
                <a:latin typeface="Berlin Sans FB" panose="020E0602020502020306" pitchFamily="34" charset="0"/>
              </a:rPr>
              <a:t>    </a:t>
            </a:r>
            <a:r>
              <a:rPr lang="en-US" dirty="0" err="1">
                <a:latin typeface="Berlin Sans FB" panose="020E0602020502020306" pitchFamily="34" charset="0"/>
              </a:rPr>
              <a:t>state.value</a:t>
            </a:r>
            <a:r>
              <a:rPr lang="en-US" dirty="0">
                <a:latin typeface="Berlin Sans FB" panose="020E0602020502020306" pitchFamily="34" charset="0"/>
              </a:rPr>
              <a:t> += 1;</a:t>
            </a:r>
          </a:p>
          <a:p>
            <a:r>
              <a:rPr lang="en-US" dirty="0">
                <a:latin typeface="Berlin Sans FB" panose="020E0602020502020306" pitchFamily="34" charset="0"/>
              </a:rPr>
              <a:t>  },</a:t>
            </a:r>
          </a:p>
          <a:p>
            <a:r>
              <a:rPr lang="en-US" dirty="0">
                <a:latin typeface="Berlin Sans FB" panose="020E0602020502020306" pitchFamily="34" charset="0"/>
              </a:rPr>
              <a:t>  decrement: (state) =&gt; {</a:t>
            </a:r>
          </a:p>
          <a:p>
            <a:r>
              <a:rPr lang="en-US" dirty="0">
                <a:latin typeface="Berlin Sans FB" panose="020E0602020502020306" pitchFamily="34" charset="0"/>
              </a:rPr>
              <a:t>    </a:t>
            </a:r>
            <a:r>
              <a:rPr lang="en-US" dirty="0" err="1">
                <a:latin typeface="Berlin Sans FB" panose="020E0602020502020306" pitchFamily="34" charset="0"/>
              </a:rPr>
              <a:t>state.value</a:t>
            </a:r>
            <a:r>
              <a:rPr lang="en-US" dirty="0">
                <a:latin typeface="Berlin Sans FB" panose="020E0602020502020306" pitchFamily="34" charset="0"/>
              </a:rPr>
              <a:t> -= 1;</a:t>
            </a:r>
          </a:p>
          <a:p>
            <a:r>
              <a:rPr lang="en-US" dirty="0">
                <a:latin typeface="Berlin Sans FB" panose="020E0602020502020306" pitchFamily="34" charset="0"/>
              </a:rPr>
              <a:t>  }.</a:t>
            </a:r>
          </a:p>
          <a:p>
            <a:r>
              <a:rPr lang="en-US" dirty="0">
                <a:latin typeface="Berlin Sans FB" panose="020E0602020502020306" pitchFamily="34" charset="0"/>
              </a:rPr>
              <a:t>  reset: (state) -&gt; {</a:t>
            </a:r>
          </a:p>
          <a:p>
            <a:r>
              <a:rPr lang="en-US" dirty="0">
                <a:latin typeface="Berlin Sans FB" panose="020E0602020502020306" pitchFamily="34" charset="0"/>
              </a:rPr>
              <a:t>    </a:t>
            </a:r>
            <a:r>
              <a:rPr lang="en-US" dirty="0" err="1">
                <a:latin typeface="Berlin Sans FB" panose="020E0602020502020306" pitchFamily="34" charset="0"/>
              </a:rPr>
              <a:t>state.value</a:t>
            </a:r>
            <a:r>
              <a:rPr lang="en-US" dirty="0">
                <a:latin typeface="Berlin Sans FB" panose="020E0602020502020306" pitchFamily="34" charset="0"/>
              </a:rPr>
              <a:t> = 0</a:t>
            </a:r>
          </a:p>
          <a:p>
            <a:r>
              <a:rPr lang="en-US" dirty="0">
                <a:latin typeface="Berlin Sans FB" panose="020E0602020502020306" pitchFamily="34" charset="0"/>
              </a:rPr>
              <a:t>  },</a:t>
            </a:r>
          </a:p>
          <a:p>
            <a:r>
              <a:rPr lang="en-US" dirty="0">
                <a:latin typeface="Berlin Sans FB" panose="020E0602020502020306" pitchFamily="34" charset="0"/>
              </a:rPr>
              <a:t> },</a:t>
            </a:r>
          </a:p>
          <a:p>
            <a:r>
              <a:rPr lang="en-US" dirty="0">
                <a:latin typeface="Berlin Sans FB" panose="020E0602020502020306" pitchFamily="34" charset="0"/>
              </a:rPr>
              <a:t>});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EA88DC-0384-5A8F-1648-927DA8FD0A62}"/>
              </a:ext>
            </a:extLst>
          </p:cNvPr>
          <p:cNvSpPr txBox="1"/>
          <p:nvPr/>
        </p:nvSpPr>
        <p:spPr>
          <a:xfrm>
            <a:off x="583172" y="10477463"/>
            <a:ext cx="5574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const { increment, decrement, reset } = </a:t>
            </a:r>
            <a:r>
              <a:rPr lang="en-US" dirty="0" err="1">
                <a:latin typeface="Berlin Sans FB" panose="020E0602020502020306" pitchFamily="34" charset="0"/>
              </a:rPr>
              <a:t>couterSlice.actions</a:t>
            </a:r>
            <a:r>
              <a:rPr lang="en-US" dirty="0">
                <a:latin typeface="Berlin Sans FB" panose="020E0602020502020306" pitchFamily="34" charset="0"/>
              </a:rPr>
              <a:t> 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EEF43F-F22B-CBD9-45AA-34E47308F68F}"/>
              </a:ext>
            </a:extLst>
          </p:cNvPr>
          <p:cNvSpPr txBox="1"/>
          <p:nvPr/>
        </p:nvSpPr>
        <p:spPr>
          <a:xfrm>
            <a:off x="583172" y="11098512"/>
            <a:ext cx="5574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Export default </a:t>
            </a:r>
            <a:r>
              <a:rPr lang="en-US" dirty="0" err="1">
                <a:latin typeface="Berlin Sans FB" panose="020E0602020502020306" pitchFamily="34" charset="0"/>
              </a:rPr>
              <a:t>couterSlice.reducer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265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E21F62-8333-021B-C53C-D23BA0613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C2112B47-97A5-4A52-2285-D9D7FE2981C2}"/>
              </a:ext>
            </a:extLst>
          </p:cNvPr>
          <p:cNvGrpSpPr/>
          <p:nvPr/>
        </p:nvGrpSpPr>
        <p:grpSpPr>
          <a:xfrm>
            <a:off x="195460" y="157485"/>
            <a:ext cx="6490472" cy="11774656"/>
            <a:chOff x="195460" y="157485"/>
            <a:chExt cx="6490472" cy="1177465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E14F67-109A-14BD-E30A-4989A50AA279}"/>
                </a:ext>
              </a:extLst>
            </p:cNvPr>
            <p:cNvGrpSpPr/>
            <p:nvPr/>
          </p:nvGrpSpPr>
          <p:grpSpPr>
            <a:xfrm>
              <a:off x="195460" y="157485"/>
              <a:ext cx="6490472" cy="474386"/>
              <a:chOff x="185856" y="-57562"/>
              <a:chExt cx="11538617" cy="84335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977EFA15-3758-B8E1-BED9-B2F520217974}"/>
                  </a:ext>
                </a:extLst>
              </p:cNvPr>
              <p:cNvSpPr/>
              <p:nvPr/>
            </p:nvSpPr>
            <p:spPr>
              <a:xfrm>
                <a:off x="185856" y="-57562"/>
                <a:ext cx="11538617" cy="84335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F4E8C4F6-08CC-351B-682C-95926957F5EF}"/>
                  </a:ext>
                </a:extLst>
              </p:cNvPr>
              <p:cNvSpPr/>
              <p:nvPr/>
            </p:nvSpPr>
            <p:spPr>
              <a:xfrm>
                <a:off x="427122" y="140605"/>
                <a:ext cx="448000" cy="448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9078FFF8-F3DD-94D4-D4D9-2BA5F3747EF7}"/>
                  </a:ext>
                </a:extLst>
              </p:cNvPr>
              <p:cNvSpPr/>
              <p:nvPr/>
            </p:nvSpPr>
            <p:spPr>
              <a:xfrm>
                <a:off x="1075072" y="140605"/>
                <a:ext cx="448000" cy="44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3D120CFA-E096-A87B-808C-B609A6DC48A1}"/>
                  </a:ext>
                </a:extLst>
              </p:cNvPr>
              <p:cNvSpPr/>
              <p:nvPr/>
            </p:nvSpPr>
            <p:spPr>
              <a:xfrm>
                <a:off x="1698549" y="140605"/>
                <a:ext cx="448000" cy="448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449B3B5-1666-5AA4-8815-2FA71665FF48}"/>
                </a:ext>
              </a:extLst>
            </p:cNvPr>
            <p:cNvSpPr/>
            <p:nvPr/>
          </p:nvSpPr>
          <p:spPr>
            <a:xfrm>
              <a:off x="247697" y="869527"/>
              <a:ext cx="6362609" cy="1106261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95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6955C04-115C-2A13-FC14-91C7E7893464}"/>
              </a:ext>
            </a:extLst>
          </p:cNvPr>
          <p:cNvGrpSpPr/>
          <p:nvPr/>
        </p:nvGrpSpPr>
        <p:grpSpPr>
          <a:xfrm>
            <a:off x="468868" y="1082668"/>
            <a:ext cx="5943656" cy="3712852"/>
            <a:chOff x="457172" y="1135599"/>
            <a:chExt cx="5943656" cy="371285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DA8CAC6-F2B2-39C0-62FF-06C327950F7C}"/>
                </a:ext>
              </a:extLst>
            </p:cNvPr>
            <p:cNvSpPr/>
            <p:nvPr/>
          </p:nvSpPr>
          <p:spPr>
            <a:xfrm>
              <a:off x="457172" y="1637638"/>
              <a:ext cx="5943656" cy="321081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latin typeface="Berlin Sans FB" panose="020E0602020502020306" pitchFamily="34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9880189-FCAD-6AC3-3F76-FA9FCF9DB233}"/>
                </a:ext>
              </a:extLst>
            </p:cNvPr>
            <p:cNvSpPr/>
            <p:nvPr/>
          </p:nvSpPr>
          <p:spPr>
            <a:xfrm>
              <a:off x="457172" y="1135599"/>
              <a:ext cx="2971828" cy="50203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Connect Redux to React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9A01DFC-9F75-C706-49ED-4C7108F037F6}"/>
                </a:ext>
              </a:extLst>
            </p:cNvPr>
            <p:cNvSpPr txBox="1"/>
            <p:nvPr/>
          </p:nvSpPr>
          <p:spPr>
            <a:xfrm>
              <a:off x="583172" y="1786107"/>
              <a:ext cx="38427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Import { Provider } from “react-redux”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017715F-B591-7FCF-F545-4F3BC7ACCE03}"/>
                </a:ext>
              </a:extLst>
            </p:cNvPr>
            <p:cNvSpPr txBox="1"/>
            <p:nvPr/>
          </p:nvSpPr>
          <p:spPr>
            <a:xfrm>
              <a:off x="583172" y="2173144"/>
              <a:ext cx="35445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import { store } from “./redux/store”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474B790-5DC7-CD1B-4AE9-67352463FA44}"/>
              </a:ext>
            </a:extLst>
          </p:cNvPr>
          <p:cNvSpPr txBox="1"/>
          <p:nvPr/>
        </p:nvSpPr>
        <p:spPr>
          <a:xfrm>
            <a:off x="594868" y="2507250"/>
            <a:ext cx="2565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Import App from “./App”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8077E1-2146-8DBE-3531-1EE8DADB0E1E}"/>
              </a:ext>
            </a:extLst>
          </p:cNvPr>
          <p:cNvSpPr txBox="1"/>
          <p:nvPr/>
        </p:nvSpPr>
        <p:spPr>
          <a:xfrm>
            <a:off x="583172" y="2897450"/>
            <a:ext cx="55636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ReactDOM.createRoot</a:t>
            </a:r>
            <a:r>
              <a:rPr lang="en-US" dirty="0">
                <a:latin typeface="Berlin Sans FB" panose="020E0602020502020306" pitchFamily="34" charset="0"/>
              </a:rPr>
              <a:t>(</a:t>
            </a:r>
            <a:r>
              <a:rPr lang="en-US" dirty="0" err="1">
                <a:latin typeface="Berlin Sans FB" panose="020E0602020502020306" pitchFamily="34" charset="0"/>
              </a:rPr>
              <a:t>document.getElementById</a:t>
            </a:r>
            <a:r>
              <a:rPr lang="en-US" dirty="0">
                <a:latin typeface="Berlin Sans FB" panose="020E0602020502020306" pitchFamily="34" charset="0"/>
              </a:rPr>
              <a:t>(“root”)).render(</a:t>
            </a:r>
          </a:p>
          <a:p>
            <a:r>
              <a:rPr lang="en-US" dirty="0">
                <a:latin typeface="Berlin Sans FB" panose="020E0602020502020306" pitchFamily="34" charset="0"/>
              </a:rPr>
              <a:t> &lt;Provider store={store}&gt;</a:t>
            </a:r>
          </a:p>
          <a:p>
            <a:r>
              <a:rPr lang="en-US" dirty="0">
                <a:latin typeface="Berlin Sans FB" panose="020E0602020502020306" pitchFamily="34" charset="0"/>
              </a:rPr>
              <a:t>  &lt;App /&gt;</a:t>
            </a:r>
          </a:p>
          <a:p>
            <a:r>
              <a:rPr lang="en-US" dirty="0">
                <a:latin typeface="Berlin Sans FB" panose="020E0602020502020306" pitchFamily="34" charset="0"/>
              </a:rPr>
              <a:t> &lt;/Provider&gt;</a:t>
            </a:r>
          </a:p>
          <a:p>
            <a:r>
              <a:rPr lang="en-US" dirty="0">
                <a:latin typeface="Berlin Sans FB" panose="020E0602020502020306" pitchFamily="34" charset="0"/>
              </a:rPr>
              <a:t>)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802FDAA-D7AD-ACDF-9F63-38718E024D0C}"/>
              </a:ext>
            </a:extLst>
          </p:cNvPr>
          <p:cNvGrpSpPr/>
          <p:nvPr/>
        </p:nvGrpSpPr>
        <p:grpSpPr>
          <a:xfrm>
            <a:off x="468868" y="5203425"/>
            <a:ext cx="5943656" cy="2485156"/>
            <a:chOff x="457172" y="1135599"/>
            <a:chExt cx="5943656" cy="2485156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7F625B0-7B0E-416D-976B-9C7D32612CB5}"/>
                </a:ext>
              </a:extLst>
            </p:cNvPr>
            <p:cNvSpPr/>
            <p:nvPr/>
          </p:nvSpPr>
          <p:spPr>
            <a:xfrm>
              <a:off x="457172" y="1637639"/>
              <a:ext cx="5943656" cy="198311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latin typeface="Berlin Sans FB" panose="020E0602020502020306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03703EC-E111-702A-00B8-6AB7AB149E6C}"/>
                </a:ext>
              </a:extLst>
            </p:cNvPr>
            <p:cNvSpPr/>
            <p:nvPr/>
          </p:nvSpPr>
          <p:spPr>
            <a:xfrm>
              <a:off x="457172" y="1135599"/>
              <a:ext cx="4263152" cy="50203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Get Data from Redux ( </a:t>
              </a:r>
              <a:r>
                <a:rPr lang="en-US" sz="2000" dirty="0" err="1">
                  <a:solidFill>
                    <a:schemeClr val="tx1"/>
                  </a:solidFill>
                  <a:latin typeface="Berlin Sans FB" panose="020E0602020502020306" pitchFamily="34" charset="0"/>
                </a:rPr>
                <a:t>useSelector</a:t>
              </a:r>
              <a:r>
                <a:rPr lang="en-US" sz="20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 )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2396620-5306-6B4B-9DCD-A7ABA22F3137}"/>
                </a:ext>
              </a:extLst>
            </p:cNvPr>
            <p:cNvSpPr txBox="1"/>
            <p:nvPr/>
          </p:nvSpPr>
          <p:spPr>
            <a:xfrm>
              <a:off x="583172" y="1786107"/>
              <a:ext cx="4071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Import { </a:t>
              </a:r>
              <a:r>
                <a:rPr lang="en-US" dirty="0" err="1">
                  <a:latin typeface="Berlin Sans FB" panose="020E0602020502020306" pitchFamily="34" charset="0"/>
                </a:rPr>
                <a:t>useSelector</a:t>
              </a:r>
              <a:r>
                <a:rPr lang="en-US" dirty="0">
                  <a:latin typeface="Berlin Sans FB" panose="020E0602020502020306" pitchFamily="34" charset="0"/>
                </a:rPr>
                <a:t> } from “react-redux”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0F882D5-C91A-268E-E356-65E6695D661F}"/>
                </a:ext>
              </a:extLst>
            </p:cNvPr>
            <p:cNvSpPr txBox="1"/>
            <p:nvPr/>
          </p:nvSpPr>
          <p:spPr>
            <a:xfrm>
              <a:off x="583172" y="2173144"/>
              <a:ext cx="5569153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function App() {</a:t>
              </a:r>
            </a:p>
            <a:p>
              <a:r>
                <a:rPr lang="en-US" dirty="0">
                  <a:latin typeface="Berlin Sans FB" panose="020E0602020502020306" pitchFamily="34" charset="0"/>
                </a:rPr>
                <a:t> const count = </a:t>
              </a:r>
              <a:r>
                <a:rPr lang="en-US" dirty="0" err="1">
                  <a:latin typeface="Berlin Sans FB" panose="020E0602020502020306" pitchFamily="34" charset="0"/>
                </a:rPr>
                <a:t>useSelector</a:t>
              </a:r>
              <a:r>
                <a:rPr lang="en-US" dirty="0">
                  <a:latin typeface="Berlin Sans FB" panose="020E0602020502020306" pitchFamily="34" charset="0"/>
                </a:rPr>
                <a:t>((state)=&gt; </a:t>
              </a:r>
              <a:r>
                <a:rPr lang="en-US" dirty="0" err="1">
                  <a:latin typeface="Berlin Sans FB" panose="020E0602020502020306" pitchFamily="34" charset="0"/>
                </a:rPr>
                <a:t>state.counter.value</a:t>
              </a:r>
              <a:r>
                <a:rPr lang="en-US" dirty="0">
                  <a:latin typeface="Berlin Sans FB" panose="020E0602020502020306" pitchFamily="34" charset="0"/>
                </a:rPr>
                <a:t>));</a:t>
              </a:r>
            </a:p>
            <a:p>
              <a:r>
                <a:rPr lang="en-US" dirty="0">
                  <a:latin typeface="Berlin Sans FB" panose="020E0602020502020306" pitchFamily="34" charset="0"/>
                </a:rPr>
                <a:t> return &lt;h1&gt;{count}&lt;/h1&gt;</a:t>
              </a:r>
            </a:p>
            <a:p>
              <a:r>
                <a:rPr lang="en-US" dirty="0">
                  <a:latin typeface="Berlin Sans FB" panose="020E0602020502020306" pitchFamily="34" charset="0"/>
                </a:rPr>
                <a:t>}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6513C0E-6A8F-C1D6-56C3-BCEE589ACB58}"/>
              </a:ext>
            </a:extLst>
          </p:cNvPr>
          <p:cNvGrpSpPr/>
          <p:nvPr/>
        </p:nvGrpSpPr>
        <p:grpSpPr>
          <a:xfrm>
            <a:off x="468868" y="7973668"/>
            <a:ext cx="5943656" cy="3710332"/>
            <a:chOff x="457172" y="1135599"/>
            <a:chExt cx="5943656" cy="3710332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5689C3A-2D77-0DFB-3550-84970C33171E}"/>
                </a:ext>
              </a:extLst>
            </p:cNvPr>
            <p:cNvSpPr/>
            <p:nvPr/>
          </p:nvSpPr>
          <p:spPr>
            <a:xfrm>
              <a:off x="457172" y="1637639"/>
              <a:ext cx="5943656" cy="320829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latin typeface="Berlin Sans FB" panose="020E0602020502020306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635C80E-D689-BDB6-4B20-3E4E536CB4DB}"/>
                </a:ext>
              </a:extLst>
            </p:cNvPr>
            <p:cNvSpPr/>
            <p:nvPr/>
          </p:nvSpPr>
          <p:spPr>
            <a:xfrm>
              <a:off x="457172" y="1135599"/>
              <a:ext cx="4263152" cy="50203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Change Data to Redux ( </a:t>
              </a:r>
              <a:r>
                <a:rPr lang="en-US" sz="2000" dirty="0" err="1">
                  <a:solidFill>
                    <a:schemeClr val="tx1"/>
                  </a:solidFill>
                  <a:latin typeface="Berlin Sans FB" panose="020E0602020502020306" pitchFamily="34" charset="0"/>
                </a:rPr>
                <a:t>useDispatch</a:t>
              </a:r>
              <a:r>
                <a:rPr lang="en-US" sz="20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 )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C90ADCE-C027-50B6-C0CF-130E0204DD6D}"/>
                </a:ext>
              </a:extLst>
            </p:cNvPr>
            <p:cNvSpPr txBox="1"/>
            <p:nvPr/>
          </p:nvSpPr>
          <p:spPr>
            <a:xfrm>
              <a:off x="583172" y="1786107"/>
              <a:ext cx="4152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Import { </a:t>
              </a:r>
              <a:r>
                <a:rPr lang="en-US" dirty="0" err="1">
                  <a:latin typeface="Berlin Sans FB" panose="020E0602020502020306" pitchFamily="34" charset="0"/>
                </a:rPr>
                <a:t>useDispatch</a:t>
              </a:r>
              <a:r>
                <a:rPr lang="en-US" dirty="0">
                  <a:latin typeface="Berlin Sans FB" panose="020E0602020502020306" pitchFamily="34" charset="0"/>
                </a:rPr>
                <a:t> } from “react-redux”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0578097-622E-B5EC-5BF5-94154EEC2E48}"/>
                </a:ext>
              </a:extLst>
            </p:cNvPr>
            <p:cNvSpPr txBox="1"/>
            <p:nvPr/>
          </p:nvSpPr>
          <p:spPr>
            <a:xfrm>
              <a:off x="621970" y="2560047"/>
              <a:ext cx="4818948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function App() {</a:t>
              </a:r>
            </a:p>
            <a:p>
              <a:r>
                <a:rPr lang="en-US" dirty="0">
                  <a:latin typeface="Berlin Sans FB" panose="020E0602020502020306" pitchFamily="34" charset="0"/>
                </a:rPr>
                <a:t> const dispatch = </a:t>
              </a:r>
              <a:r>
                <a:rPr lang="en-US" dirty="0" err="1">
                  <a:latin typeface="Berlin Sans FB" panose="020E0602020502020306" pitchFamily="34" charset="0"/>
                </a:rPr>
                <a:t>useDispatch</a:t>
              </a:r>
              <a:r>
                <a:rPr lang="en-US" dirty="0">
                  <a:latin typeface="Berlin Sans FB" panose="020E0602020502020306" pitchFamily="34" charset="0"/>
                </a:rPr>
                <a:t>();</a:t>
              </a:r>
            </a:p>
            <a:p>
              <a:r>
                <a:rPr lang="en-US" dirty="0">
                  <a:latin typeface="Berlin Sans FB" panose="020E0602020502020306" pitchFamily="34" charset="0"/>
                </a:rPr>
                <a:t> const </a:t>
              </a:r>
              <a:r>
                <a:rPr lang="en-US" dirty="0" err="1">
                  <a:latin typeface="Berlin Sans FB" panose="020E0602020502020306" pitchFamily="34" charset="0"/>
                </a:rPr>
                <a:t>handleClick</a:t>
              </a:r>
              <a:r>
                <a:rPr lang="en-US" dirty="0">
                  <a:latin typeface="Berlin Sans FB" panose="020E0602020502020306" pitchFamily="34" charset="0"/>
                </a:rPr>
                <a:t> = dispatch(increment());</a:t>
              </a:r>
            </a:p>
            <a:p>
              <a:r>
                <a:rPr lang="en-US" dirty="0">
                  <a:latin typeface="Berlin Sans FB" panose="020E0602020502020306" pitchFamily="34" charset="0"/>
                </a:rPr>
                <a:t> return (</a:t>
              </a:r>
            </a:p>
            <a:p>
              <a:r>
                <a:rPr lang="en-US" dirty="0">
                  <a:latin typeface="Berlin Sans FB" panose="020E0602020502020306" pitchFamily="34" charset="0"/>
                </a:rPr>
                <a:t>  &lt;button </a:t>
              </a:r>
              <a:r>
                <a:rPr lang="en-US" dirty="0" err="1">
                  <a:latin typeface="Berlin Sans FB" panose="020E0602020502020306" pitchFamily="34" charset="0"/>
                </a:rPr>
                <a:t>onClick</a:t>
              </a:r>
              <a:r>
                <a:rPr lang="en-US" dirty="0">
                  <a:latin typeface="Berlin Sans FB" panose="020E0602020502020306" pitchFamily="34" charset="0"/>
                </a:rPr>
                <a:t>={</a:t>
              </a:r>
              <a:r>
                <a:rPr lang="en-US" dirty="0" err="1">
                  <a:latin typeface="Berlin Sans FB" panose="020E0602020502020306" pitchFamily="34" charset="0"/>
                </a:rPr>
                <a:t>handleClick</a:t>
              </a:r>
              <a:r>
                <a:rPr lang="en-US" dirty="0">
                  <a:latin typeface="Berlin Sans FB" panose="020E0602020502020306" pitchFamily="34" charset="0"/>
                </a:rPr>
                <a:t>}&gt;{count}&lt;/button&gt;</a:t>
              </a:r>
            </a:p>
            <a:p>
              <a:r>
                <a:rPr lang="en-US" dirty="0">
                  <a:latin typeface="Berlin Sans FB" panose="020E0602020502020306" pitchFamily="34" charset="0"/>
                </a:rPr>
                <a:t>  )</a:t>
              </a:r>
            </a:p>
            <a:p>
              <a:r>
                <a:rPr lang="en-US" dirty="0">
                  <a:latin typeface="Berlin Sans FB" panose="020E0602020502020306" pitchFamily="34" charset="0"/>
                </a:rPr>
                <a:t>}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A7D952B0-CE76-7517-55D4-AF194A5E9962}"/>
              </a:ext>
            </a:extLst>
          </p:cNvPr>
          <p:cNvSpPr txBox="1"/>
          <p:nvPr/>
        </p:nvSpPr>
        <p:spPr>
          <a:xfrm>
            <a:off x="628586" y="9028784"/>
            <a:ext cx="4733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Import { increment } from “./redux/</a:t>
            </a:r>
            <a:r>
              <a:rPr lang="en-US" dirty="0" err="1">
                <a:latin typeface="Berlin Sans FB" panose="020E0602020502020306" pitchFamily="34" charset="0"/>
              </a:rPr>
              <a:t>counterSlice</a:t>
            </a:r>
            <a:r>
              <a:rPr lang="en-US" dirty="0">
                <a:latin typeface="Berlin Sans FB" panose="020E0602020502020306" pitchFamily="3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68976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D69191-2683-83F2-BEA1-76C2ADA9B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525DBB29-32F1-6AFE-F7A5-DEC3C428AF68}"/>
              </a:ext>
            </a:extLst>
          </p:cNvPr>
          <p:cNvGrpSpPr/>
          <p:nvPr/>
        </p:nvGrpSpPr>
        <p:grpSpPr>
          <a:xfrm>
            <a:off x="195460" y="157485"/>
            <a:ext cx="6490472" cy="11774656"/>
            <a:chOff x="195460" y="157485"/>
            <a:chExt cx="6490472" cy="1177465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FFAF855-1ABA-0BDD-DDB2-7A05B4ED8602}"/>
                </a:ext>
              </a:extLst>
            </p:cNvPr>
            <p:cNvGrpSpPr/>
            <p:nvPr/>
          </p:nvGrpSpPr>
          <p:grpSpPr>
            <a:xfrm>
              <a:off x="195460" y="157485"/>
              <a:ext cx="6490472" cy="474386"/>
              <a:chOff x="185856" y="-57562"/>
              <a:chExt cx="11538617" cy="84335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C6243692-8FD4-EA5C-AF61-4B64A2F34195}"/>
                  </a:ext>
                </a:extLst>
              </p:cNvPr>
              <p:cNvSpPr/>
              <p:nvPr/>
            </p:nvSpPr>
            <p:spPr>
              <a:xfrm>
                <a:off x="185856" y="-57562"/>
                <a:ext cx="11538617" cy="84335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4B4E069A-6DEF-32A6-913C-27CC498C0A6D}"/>
                  </a:ext>
                </a:extLst>
              </p:cNvPr>
              <p:cNvSpPr/>
              <p:nvPr/>
            </p:nvSpPr>
            <p:spPr>
              <a:xfrm>
                <a:off x="427122" y="140605"/>
                <a:ext cx="448000" cy="448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AAE09D9B-9C50-60DF-7360-70983F865439}"/>
                  </a:ext>
                </a:extLst>
              </p:cNvPr>
              <p:cNvSpPr/>
              <p:nvPr/>
            </p:nvSpPr>
            <p:spPr>
              <a:xfrm>
                <a:off x="1075072" y="140605"/>
                <a:ext cx="448000" cy="44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14980119-1C79-D2B6-6BE3-EC9801DE6F7C}"/>
                  </a:ext>
                </a:extLst>
              </p:cNvPr>
              <p:cNvSpPr/>
              <p:nvPr/>
            </p:nvSpPr>
            <p:spPr>
              <a:xfrm>
                <a:off x="1698549" y="140605"/>
                <a:ext cx="448000" cy="448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2A3FCD5-6200-D17B-AB35-F9C57E8C5621}"/>
                </a:ext>
              </a:extLst>
            </p:cNvPr>
            <p:cNvSpPr/>
            <p:nvPr/>
          </p:nvSpPr>
          <p:spPr>
            <a:xfrm>
              <a:off x="247697" y="869527"/>
              <a:ext cx="6362609" cy="1106261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95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3B182A17-E0C8-D5E0-6777-A4DE446F19DF}"/>
              </a:ext>
            </a:extLst>
          </p:cNvPr>
          <p:cNvGrpSpPr/>
          <p:nvPr/>
        </p:nvGrpSpPr>
        <p:grpSpPr>
          <a:xfrm>
            <a:off x="1021633" y="3336763"/>
            <a:ext cx="2408487" cy="4651472"/>
            <a:chOff x="761559" y="2577478"/>
            <a:chExt cx="2408487" cy="4651472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9EF5EF31-AD3F-1D38-3B9E-83781E3633B6}"/>
                </a:ext>
              </a:extLst>
            </p:cNvPr>
            <p:cNvGrpSpPr/>
            <p:nvPr/>
          </p:nvGrpSpPr>
          <p:grpSpPr>
            <a:xfrm>
              <a:off x="761559" y="2577478"/>
              <a:ext cx="1655754" cy="4651472"/>
              <a:chOff x="457182" y="1782909"/>
              <a:chExt cx="1655754" cy="4651472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04141C0-3E9D-78BE-C8FA-C9984C7C1F8B}"/>
                  </a:ext>
                </a:extLst>
              </p:cNvPr>
              <p:cNvSpPr/>
              <p:nvPr/>
            </p:nvSpPr>
            <p:spPr>
              <a:xfrm>
                <a:off x="457182" y="2522747"/>
                <a:ext cx="1655754" cy="391163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F5A91C5E-0191-A9EF-9A4B-5338DB8D3570}"/>
                  </a:ext>
                </a:extLst>
              </p:cNvPr>
              <p:cNvGrpSpPr/>
              <p:nvPr/>
            </p:nvGrpSpPr>
            <p:grpSpPr>
              <a:xfrm>
                <a:off x="678703" y="2725164"/>
                <a:ext cx="1295051" cy="3426664"/>
                <a:chOff x="684062" y="2624586"/>
                <a:chExt cx="2807358" cy="3571866"/>
              </a:xfrm>
            </p:grpSpPr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5674264-7CB6-C784-FF10-9C34A6CB435E}"/>
                    </a:ext>
                  </a:extLst>
                </p:cNvPr>
                <p:cNvSpPr txBox="1"/>
                <p:nvPr/>
              </p:nvSpPr>
              <p:spPr>
                <a:xfrm>
                  <a:off x="1084894" y="2624586"/>
                  <a:ext cx="1838275" cy="3849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Berlin Sans FB" panose="020E0602020502020306" pitchFamily="34" charset="0"/>
                    </a:rPr>
                    <a:t>fetch()</a:t>
                  </a:r>
                </a:p>
              </p:txBody>
            </p:sp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9E3005C2-1071-B08B-4F35-63360B151E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49648" y="3112746"/>
                  <a:ext cx="0" cy="69596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A0F8C5C-F716-27AC-82A9-61B9029EF2DA}"/>
                    </a:ext>
                  </a:extLst>
                </p:cNvPr>
                <p:cNvSpPr txBox="1"/>
                <p:nvPr/>
              </p:nvSpPr>
              <p:spPr>
                <a:xfrm>
                  <a:off x="1084896" y="3921608"/>
                  <a:ext cx="173858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Berlin Sans FB" panose="020E0602020502020306" pitchFamily="34" charset="0"/>
                    </a:rPr>
                    <a:t>Store </a:t>
                  </a:r>
                </a:p>
              </p:txBody>
            </p:sp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5CE78E9C-E53D-E7EA-7B95-08FCC057E3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54190" y="4464026"/>
                  <a:ext cx="0" cy="69596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06FC887-7C25-B8A3-9644-9B057EE854CC}"/>
                    </a:ext>
                  </a:extLst>
                </p:cNvPr>
                <p:cNvSpPr txBox="1"/>
                <p:nvPr/>
              </p:nvSpPr>
              <p:spPr>
                <a:xfrm>
                  <a:off x="684062" y="5273122"/>
                  <a:ext cx="2807358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Berlin Sans FB" panose="020E0602020502020306" pitchFamily="34" charset="0"/>
                    </a:rPr>
                    <a:t>Home, </a:t>
                  </a:r>
                </a:p>
                <a:p>
                  <a:pPr algn="ctr"/>
                  <a:r>
                    <a:rPr lang="en-US" dirty="0">
                      <a:latin typeface="Berlin Sans FB" panose="020E0602020502020306" pitchFamily="34" charset="0"/>
                    </a:rPr>
                    <a:t>Profile, </a:t>
                  </a:r>
                </a:p>
                <a:p>
                  <a:pPr algn="ctr"/>
                  <a:r>
                    <a:rPr lang="en-US" dirty="0">
                      <a:latin typeface="Berlin Sans FB" panose="020E0602020502020306" pitchFamily="34" charset="0"/>
                    </a:rPr>
                    <a:t>Dashboard </a:t>
                  </a: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943DB0CB-2D4F-EA6A-7A46-729D5AE580A5}"/>
                  </a:ext>
                </a:extLst>
              </p:cNvPr>
              <p:cNvGrpSpPr/>
              <p:nvPr/>
            </p:nvGrpSpPr>
            <p:grpSpPr>
              <a:xfrm>
                <a:off x="472888" y="1782909"/>
                <a:ext cx="1605610" cy="688557"/>
                <a:chOff x="472888" y="1782909"/>
                <a:chExt cx="1605610" cy="688557"/>
              </a:xfrm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41F15E7B-B8E7-F156-E53B-BE43D8EC4936}"/>
                    </a:ext>
                  </a:extLst>
                </p:cNvPr>
                <p:cNvSpPr/>
                <p:nvPr/>
              </p:nvSpPr>
              <p:spPr>
                <a:xfrm>
                  <a:off x="472888" y="1782909"/>
                  <a:ext cx="1605610" cy="688557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145E17BB-3A01-3B93-6AE9-8BED634E32EA}"/>
                    </a:ext>
                  </a:extLst>
                </p:cNvPr>
                <p:cNvSpPr txBox="1"/>
                <p:nvPr/>
              </p:nvSpPr>
              <p:spPr>
                <a:xfrm>
                  <a:off x="593001" y="1813624"/>
                  <a:ext cx="1339048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Berlin Sans FB" panose="020E0602020502020306" pitchFamily="34" charset="0"/>
                    </a:rPr>
                    <a:t>With Async Redux</a:t>
                  </a:r>
                </a:p>
              </p:txBody>
            </p:sp>
          </p:grp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9A8D28EC-9598-8C45-9EE3-35C036857AA8}"/>
                </a:ext>
              </a:extLst>
            </p:cNvPr>
            <p:cNvGrpSpPr/>
            <p:nvPr/>
          </p:nvGrpSpPr>
          <p:grpSpPr>
            <a:xfrm>
              <a:off x="1942947" y="3519733"/>
              <a:ext cx="1227099" cy="1543274"/>
              <a:chOff x="1744065" y="3576992"/>
              <a:chExt cx="1227099" cy="1543274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A29B19F5-D2CB-8904-4F38-5A135201ACE9}"/>
                  </a:ext>
                </a:extLst>
              </p:cNvPr>
              <p:cNvGrpSpPr/>
              <p:nvPr/>
            </p:nvGrpSpPr>
            <p:grpSpPr>
              <a:xfrm>
                <a:off x="1779211" y="3911040"/>
                <a:ext cx="886927" cy="1209226"/>
                <a:chOff x="4139224" y="9961177"/>
                <a:chExt cx="886927" cy="1209226"/>
              </a:xfrm>
            </p:grpSpPr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C773E6B2-8213-2A00-5DFA-13FE4059E1CD}"/>
                    </a:ext>
                  </a:extLst>
                </p:cNvPr>
                <p:cNvSpPr/>
                <p:nvPr/>
              </p:nvSpPr>
              <p:spPr>
                <a:xfrm rot="18800898">
                  <a:off x="4330963" y="10501525"/>
                  <a:ext cx="200289" cy="583767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F7C32F57-C15F-D6E7-63E8-7A04B8987675}"/>
                    </a:ext>
                  </a:extLst>
                </p:cNvPr>
                <p:cNvSpPr/>
                <p:nvPr/>
              </p:nvSpPr>
              <p:spPr>
                <a:xfrm rot="2597620">
                  <a:off x="4825862" y="9961177"/>
                  <a:ext cx="200289" cy="1209226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F2A35B9-EE6E-322B-3EC6-D415749F2B01}"/>
                  </a:ext>
                </a:extLst>
              </p:cNvPr>
              <p:cNvSpPr txBox="1"/>
              <p:nvPr/>
            </p:nvSpPr>
            <p:spPr>
              <a:xfrm>
                <a:off x="1744065" y="3576992"/>
                <a:ext cx="122709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highlight>
                      <a:srgbClr val="FFFF00"/>
                    </a:highlight>
                    <a:latin typeface="Berlin Sans FB" panose="020E0602020502020306" pitchFamily="34" charset="0"/>
                  </a:rPr>
                  <a:t>API Calls Only One time</a:t>
                </a:r>
              </a:p>
            </p:txBody>
          </p:sp>
        </p:grp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FD80D330-27F5-1C67-5B8E-B353C700BA4E}"/>
              </a:ext>
            </a:extLst>
          </p:cNvPr>
          <p:cNvGrpSpPr/>
          <p:nvPr/>
        </p:nvGrpSpPr>
        <p:grpSpPr>
          <a:xfrm>
            <a:off x="3833840" y="1889041"/>
            <a:ext cx="1708355" cy="8314139"/>
            <a:chOff x="3833840" y="1889041"/>
            <a:chExt cx="1708355" cy="8314139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B38FBDD-4EAA-B901-CF70-59F89FC05E63}"/>
                </a:ext>
              </a:extLst>
            </p:cNvPr>
            <p:cNvSpPr/>
            <p:nvPr/>
          </p:nvSpPr>
          <p:spPr>
            <a:xfrm>
              <a:off x="3833840" y="2551128"/>
              <a:ext cx="1655754" cy="765205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55D8D0A-1952-4CAF-C049-386EDDD9879C}"/>
                </a:ext>
              </a:extLst>
            </p:cNvPr>
            <p:cNvSpPr txBox="1"/>
            <p:nvPr/>
          </p:nvSpPr>
          <p:spPr>
            <a:xfrm>
              <a:off x="4240267" y="2753546"/>
              <a:ext cx="8480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erlin Sans FB" panose="020E0602020502020306" pitchFamily="34" charset="0"/>
                </a:rPr>
                <a:t>Home</a:t>
              </a: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B12F0821-ADB4-412F-DBA9-4BCC347BA84F}"/>
                </a:ext>
              </a:extLst>
            </p:cNvPr>
            <p:cNvCxnSpPr>
              <a:cxnSpLocks/>
            </p:cNvCxnSpPr>
            <p:nvPr/>
          </p:nvCxnSpPr>
          <p:spPr>
            <a:xfrm>
              <a:off x="4639183" y="3221862"/>
              <a:ext cx="0" cy="66766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745ABCB-B702-3A4F-A133-DA987227CB90}"/>
                </a:ext>
              </a:extLst>
            </p:cNvPr>
            <p:cNvSpPr txBox="1"/>
            <p:nvPr/>
          </p:nvSpPr>
          <p:spPr>
            <a:xfrm>
              <a:off x="4240267" y="3997843"/>
              <a:ext cx="9184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erlin Sans FB" panose="020E0602020502020306" pitchFamily="34" charset="0"/>
                </a:rPr>
                <a:t>fetch() </a:t>
              </a: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CA55FD27-47F2-1BEC-1F33-89685364C9F2}"/>
                </a:ext>
              </a:extLst>
            </p:cNvPr>
            <p:cNvCxnSpPr>
              <a:cxnSpLocks/>
            </p:cNvCxnSpPr>
            <p:nvPr/>
          </p:nvCxnSpPr>
          <p:spPr>
            <a:xfrm>
              <a:off x="4641279" y="4518211"/>
              <a:ext cx="0" cy="66766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65D5DE5-DD25-6328-C938-D63CFF45147D}"/>
                </a:ext>
              </a:extLst>
            </p:cNvPr>
            <p:cNvSpPr txBox="1"/>
            <p:nvPr/>
          </p:nvSpPr>
          <p:spPr>
            <a:xfrm>
              <a:off x="4055361" y="5294416"/>
              <a:ext cx="12950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erlin Sans FB" panose="020E0602020502020306" pitchFamily="34" charset="0"/>
                </a:rPr>
                <a:t> Profile 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89882D55-EF98-322C-331F-6394CD189A60}"/>
                </a:ext>
              </a:extLst>
            </p:cNvPr>
            <p:cNvSpPr/>
            <p:nvPr/>
          </p:nvSpPr>
          <p:spPr>
            <a:xfrm>
              <a:off x="3849545" y="1915072"/>
              <a:ext cx="1655753" cy="58477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E675F30-350C-4BEE-2122-F5CB6850D449}"/>
                </a:ext>
              </a:extLst>
            </p:cNvPr>
            <p:cNvSpPr txBox="1"/>
            <p:nvPr/>
          </p:nvSpPr>
          <p:spPr>
            <a:xfrm>
              <a:off x="3886442" y="1889041"/>
              <a:ext cx="16557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erlin Sans FB" panose="020E0602020502020306" pitchFamily="34" charset="0"/>
                </a:rPr>
                <a:t>Without Async Redux</a:t>
              </a:r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2FEAC65B-833F-4327-9F00-5F0F105A811C}"/>
                </a:ext>
              </a:extLst>
            </p:cNvPr>
            <p:cNvCxnSpPr>
              <a:cxnSpLocks/>
            </p:cNvCxnSpPr>
            <p:nvPr/>
          </p:nvCxnSpPr>
          <p:spPr>
            <a:xfrm>
              <a:off x="4639183" y="5713027"/>
              <a:ext cx="0" cy="66766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3D80376-0C47-109D-48EE-55B4B0C2E3AD}"/>
                </a:ext>
              </a:extLst>
            </p:cNvPr>
            <p:cNvSpPr txBox="1"/>
            <p:nvPr/>
          </p:nvSpPr>
          <p:spPr>
            <a:xfrm>
              <a:off x="4207676" y="6528253"/>
              <a:ext cx="9184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erlin Sans FB" panose="020E0602020502020306" pitchFamily="34" charset="0"/>
                </a:rPr>
                <a:t>fetch() </a:t>
              </a: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C695A2C7-0F42-FAB5-FE66-42AD4889192B}"/>
                </a:ext>
              </a:extLst>
            </p:cNvPr>
            <p:cNvCxnSpPr>
              <a:cxnSpLocks/>
            </p:cNvCxnSpPr>
            <p:nvPr/>
          </p:nvCxnSpPr>
          <p:spPr>
            <a:xfrm>
              <a:off x="4639183" y="7077007"/>
              <a:ext cx="0" cy="66766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3EE784F-962E-133B-36C9-D0C4113F6565}"/>
                </a:ext>
              </a:extLst>
            </p:cNvPr>
            <p:cNvSpPr txBox="1"/>
            <p:nvPr/>
          </p:nvSpPr>
          <p:spPr>
            <a:xfrm>
              <a:off x="3991657" y="7889819"/>
              <a:ext cx="12950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erlin Sans FB" panose="020E0602020502020306" pitchFamily="34" charset="0"/>
                </a:rPr>
                <a:t> Dashboard </a:t>
              </a: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C944857A-3C23-6243-5773-26912DB275CE}"/>
                </a:ext>
              </a:extLst>
            </p:cNvPr>
            <p:cNvCxnSpPr>
              <a:cxnSpLocks/>
            </p:cNvCxnSpPr>
            <p:nvPr/>
          </p:nvCxnSpPr>
          <p:spPr>
            <a:xfrm>
              <a:off x="4639183" y="8402887"/>
              <a:ext cx="0" cy="66766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33CC752-5BB5-1EAD-1203-BD809B7ADDA9}"/>
                </a:ext>
              </a:extLst>
            </p:cNvPr>
            <p:cNvSpPr txBox="1"/>
            <p:nvPr/>
          </p:nvSpPr>
          <p:spPr>
            <a:xfrm>
              <a:off x="4207676" y="9356204"/>
              <a:ext cx="9184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erlin Sans FB" panose="020E0602020502020306" pitchFamily="34" charset="0"/>
                </a:rPr>
                <a:t>fetch()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2167123-16CE-916D-71ED-E7FD8EE23B2F}"/>
              </a:ext>
            </a:extLst>
          </p:cNvPr>
          <p:cNvGrpSpPr/>
          <p:nvPr/>
        </p:nvGrpSpPr>
        <p:grpSpPr>
          <a:xfrm>
            <a:off x="5125171" y="2484632"/>
            <a:ext cx="1227099" cy="1492846"/>
            <a:chOff x="5126145" y="4261571"/>
            <a:chExt cx="1227099" cy="1492846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A730681F-FAAC-5363-28E2-E3CB297B96E5}"/>
                </a:ext>
              </a:extLst>
            </p:cNvPr>
            <p:cNvGrpSpPr/>
            <p:nvPr/>
          </p:nvGrpSpPr>
          <p:grpSpPr>
            <a:xfrm>
              <a:off x="5286708" y="4908693"/>
              <a:ext cx="845724" cy="845724"/>
              <a:chOff x="4653138" y="3975603"/>
              <a:chExt cx="845724" cy="845724"/>
            </a:xfrm>
            <a:solidFill>
              <a:srgbClr val="FF0000"/>
            </a:solidFill>
          </p:grpSpPr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423724CF-4EA5-5AB7-76C6-4FB4B8ED1F74}"/>
                  </a:ext>
                </a:extLst>
              </p:cNvPr>
              <p:cNvSpPr/>
              <p:nvPr/>
            </p:nvSpPr>
            <p:spPr>
              <a:xfrm rot="18986826">
                <a:off x="4964326" y="3975603"/>
                <a:ext cx="223348" cy="84572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EED13F8F-CAF0-899B-90A2-950F124E3816}"/>
                  </a:ext>
                </a:extLst>
              </p:cNvPr>
              <p:cNvSpPr/>
              <p:nvPr/>
            </p:nvSpPr>
            <p:spPr>
              <a:xfrm rot="3194585">
                <a:off x="4964326" y="3977794"/>
                <a:ext cx="223348" cy="84572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44FE32A1-03FD-D6BA-DB0C-FFFCD925681C}"/>
                </a:ext>
              </a:extLst>
            </p:cNvPr>
            <p:cNvSpPr txBox="1"/>
            <p:nvPr/>
          </p:nvSpPr>
          <p:spPr>
            <a:xfrm>
              <a:off x="5126145" y="4261571"/>
              <a:ext cx="122709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highlight>
                    <a:srgbClr val="FF0000"/>
                  </a:highlight>
                  <a:latin typeface="Berlin Sans FB" panose="020E0602020502020306" pitchFamily="34" charset="0"/>
                </a:rPr>
                <a:t>API Calls for Many times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79803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7902D2-D3BA-B4CF-88E6-F0B590E25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217B7F35-3301-8B19-20B8-A0750E2A65E6}"/>
              </a:ext>
            </a:extLst>
          </p:cNvPr>
          <p:cNvGrpSpPr/>
          <p:nvPr/>
        </p:nvGrpSpPr>
        <p:grpSpPr>
          <a:xfrm>
            <a:off x="195460" y="157485"/>
            <a:ext cx="6490472" cy="11774656"/>
            <a:chOff x="195460" y="157485"/>
            <a:chExt cx="6490472" cy="1177465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928E119-C432-EC9F-4D89-19BA5F2F02BA}"/>
                </a:ext>
              </a:extLst>
            </p:cNvPr>
            <p:cNvGrpSpPr/>
            <p:nvPr/>
          </p:nvGrpSpPr>
          <p:grpSpPr>
            <a:xfrm>
              <a:off x="195460" y="157485"/>
              <a:ext cx="6490472" cy="474386"/>
              <a:chOff x="185856" y="-57562"/>
              <a:chExt cx="11538617" cy="84335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9B10142F-B7CF-53EC-58C4-BB8BAEA9F4A8}"/>
                  </a:ext>
                </a:extLst>
              </p:cNvPr>
              <p:cNvSpPr/>
              <p:nvPr/>
            </p:nvSpPr>
            <p:spPr>
              <a:xfrm>
                <a:off x="185856" y="-57562"/>
                <a:ext cx="11538617" cy="84335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5D8C8D91-6ED5-DEBB-FDFA-1CEDAF598B39}"/>
                  </a:ext>
                </a:extLst>
              </p:cNvPr>
              <p:cNvSpPr/>
              <p:nvPr/>
            </p:nvSpPr>
            <p:spPr>
              <a:xfrm>
                <a:off x="427122" y="140605"/>
                <a:ext cx="448000" cy="448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18004F1A-A47B-BF76-640B-522F1AA507B6}"/>
                  </a:ext>
                </a:extLst>
              </p:cNvPr>
              <p:cNvSpPr/>
              <p:nvPr/>
            </p:nvSpPr>
            <p:spPr>
              <a:xfrm>
                <a:off x="1075072" y="140605"/>
                <a:ext cx="448000" cy="44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7EE384E7-1894-A53C-9A13-61C99077CA87}"/>
                  </a:ext>
                </a:extLst>
              </p:cNvPr>
              <p:cNvSpPr/>
              <p:nvPr/>
            </p:nvSpPr>
            <p:spPr>
              <a:xfrm>
                <a:off x="1698549" y="140605"/>
                <a:ext cx="448000" cy="448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0DF038D-2D19-16FA-84EF-1BA50361B5E0}"/>
                </a:ext>
              </a:extLst>
            </p:cNvPr>
            <p:cNvSpPr/>
            <p:nvPr/>
          </p:nvSpPr>
          <p:spPr>
            <a:xfrm>
              <a:off x="247697" y="869527"/>
              <a:ext cx="6362609" cy="1106261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95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9740FD2-BAC8-3F8D-1F21-46B6F4C45333}"/>
              </a:ext>
            </a:extLst>
          </p:cNvPr>
          <p:cNvGrpSpPr/>
          <p:nvPr/>
        </p:nvGrpSpPr>
        <p:grpSpPr>
          <a:xfrm>
            <a:off x="490443" y="1203960"/>
            <a:ext cx="5691001" cy="601980"/>
            <a:chOff x="490443" y="1203960"/>
            <a:chExt cx="5691001" cy="60198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613343F-9341-4283-67BF-2263AB2AA439}"/>
                </a:ext>
              </a:extLst>
            </p:cNvPr>
            <p:cNvSpPr/>
            <p:nvPr/>
          </p:nvSpPr>
          <p:spPr>
            <a:xfrm>
              <a:off x="490443" y="1203960"/>
              <a:ext cx="5691001" cy="6019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Berlin Sans FB" panose="020E0602020502020306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29E5E43-EB62-9ACD-3935-FF7ED3A25092}"/>
                </a:ext>
              </a:extLst>
            </p:cNvPr>
            <p:cNvSpPr txBox="1"/>
            <p:nvPr/>
          </p:nvSpPr>
          <p:spPr>
            <a:xfrm>
              <a:off x="544289" y="1320284"/>
              <a:ext cx="56371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erlin Sans FB" panose="020E0602020502020306" pitchFamily="34" charset="0"/>
                </a:rPr>
                <a:t>Async Redux = handling process asynchronous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EA87D5EC-AA9E-4D34-C6E2-97D1B02AA775}"/>
              </a:ext>
            </a:extLst>
          </p:cNvPr>
          <p:cNvSpPr/>
          <p:nvPr/>
        </p:nvSpPr>
        <p:spPr>
          <a:xfrm>
            <a:off x="501518" y="2043596"/>
            <a:ext cx="5691001" cy="4661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A4295B-0BE7-5AF2-886F-060682626C43}"/>
              </a:ext>
            </a:extLst>
          </p:cNvPr>
          <p:cNvSpPr txBox="1"/>
          <p:nvPr/>
        </p:nvSpPr>
        <p:spPr>
          <a:xfrm>
            <a:off x="2500435" y="2081824"/>
            <a:ext cx="15327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Visualization</a:t>
            </a:r>
            <a:endParaRPr lang="en-US" sz="2400" dirty="0">
              <a:latin typeface="Berlin Sans FB" panose="020E0602020502020306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096434-61CA-5992-AEDF-37DB6DB77405}"/>
              </a:ext>
            </a:extLst>
          </p:cNvPr>
          <p:cNvSpPr/>
          <p:nvPr/>
        </p:nvSpPr>
        <p:spPr>
          <a:xfrm>
            <a:off x="490442" y="2611120"/>
            <a:ext cx="5691001" cy="74888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A5A117-0E56-20CC-0C7E-3115A0617722}"/>
              </a:ext>
            </a:extLst>
          </p:cNvPr>
          <p:cNvSpPr txBox="1"/>
          <p:nvPr/>
        </p:nvSpPr>
        <p:spPr>
          <a:xfrm>
            <a:off x="2365798" y="2698972"/>
            <a:ext cx="18870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Button Clicked !</a:t>
            </a:r>
            <a:endParaRPr lang="en-US" dirty="0">
              <a:latin typeface="Berlin Sans FB" panose="020E0602020502020306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4702319-4B14-F37E-0B94-B30DFC7BC697}"/>
              </a:ext>
            </a:extLst>
          </p:cNvPr>
          <p:cNvCxnSpPr>
            <a:cxnSpLocks/>
          </p:cNvCxnSpPr>
          <p:nvPr/>
        </p:nvCxnSpPr>
        <p:spPr>
          <a:xfrm>
            <a:off x="3266831" y="3099082"/>
            <a:ext cx="0" cy="5400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7A20E15-6CBB-F7E0-303F-53B982ECA68D}"/>
              </a:ext>
            </a:extLst>
          </p:cNvPr>
          <p:cNvSpPr txBox="1"/>
          <p:nvPr/>
        </p:nvSpPr>
        <p:spPr>
          <a:xfrm>
            <a:off x="2066837" y="3615034"/>
            <a:ext cx="24849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dispatch(</a:t>
            </a:r>
            <a:r>
              <a:rPr lang="en-US" sz="2000" dirty="0" err="1">
                <a:latin typeface="Berlin Sans FB" panose="020E0602020502020306" pitchFamily="34" charset="0"/>
              </a:rPr>
              <a:t>fetchUsers</a:t>
            </a:r>
            <a:r>
              <a:rPr lang="en-US" sz="2000" dirty="0">
                <a:latin typeface="Berlin Sans FB" panose="020E0602020502020306" pitchFamily="34" charset="0"/>
              </a:rPr>
              <a:t>())</a:t>
            </a:r>
            <a:endParaRPr lang="en-US" dirty="0">
              <a:latin typeface="Berlin Sans FB" panose="020E0602020502020306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6589DB8-69AF-0357-B512-A202C6F64E95}"/>
              </a:ext>
            </a:extLst>
          </p:cNvPr>
          <p:cNvCxnSpPr>
            <a:cxnSpLocks/>
          </p:cNvCxnSpPr>
          <p:nvPr/>
        </p:nvCxnSpPr>
        <p:spPr>
          <a:xfrm>
            <a:off x="3255136" y="4015144"/>
            <a:ext cx="0" cy="5400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8AEFB67-D851-4442-2DA6-AAE919245963}"/>
              </a:ext>
            </a:extLst>
          </p:cNvPr>
          <p:cNvSpPr txBox="1"/>
          <p:nvPr/>
        </p:nvSpPr>
        <p:spPr>
          <a:xfrm>
            <a:off x="2706136" y="4533760"/>
            <a:ext cx="1053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pending</a:t>
            </a:r>
            <a:endParaRPr lang="en-US" dirty="0">
              <a:latin typeface="Berlin Sans FB" panose="020E0602020502020306" pitchFamily="34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0438243-3078-AF67-B74A-AE9AEBAB74A3}"/>
              </a:ext>
            </a:extLst>
          </p:cNvPr>
          <p:cNvCxnSpPr>
            <a:cxnSpLocks/>
          </p:cNvCxnSpPr>
          <p:nvPr/>
        </p:nvCxnSpPr>
        <p:spPr>
          <a:xfrm>
            <a:off x="3259019" y="4971471"/>
            <a:ext cx="0" cy="5528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A803A26-0C3E-6D11-C5F8-FF42344C6107}"/>
              </a:ext>
            </a:extLst>
          </p:cNvPr>
          <p:cNvSpPr txBox="1"/>
          <p:nvPr/>
        </p:nvSpPr>
        <p:spPr>
          <a:xfrm>
            <a:off x="2778271" y="5559058"/>
            <a:ext cx="9813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loading</a:t>
            </a:r>
            <a:endParaRPr lang="en-US" dirty="0">
              <a:latin typeface="Berlin Sans FB" panose="020E0602020502020306" pitchFamily="34" charset="0"/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ACE74F2-FEA0-FBC2-EB8E-941AD9D991EC}"/>
              </a:ext>
            </a:extLst>
          </p:cNvPr>
          <p:cNvCxnSpPr>
            <a:cxnSpLocks/>
          </p:cNvCxnSpPr>
          <p:nvPr/>
        </p:nvCxnSpPr>
        <p:spPr>
          <a:xfrm>
            <a:off x="3255136" y="5996769"/>
            <a:ext cx="11695" cy="53635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189FB0CD-260D-CF7B-69F6-8B20BFFAF36C}"/>
              </a:ext>
            </a:extLst>
          </p:cNvPr>
          <p:cNvSpPr txBox="1"/>
          <p:nvPr/>
        </p:nvSpPr>
        <p:spPr>
          <a:xfrm>
            <a:off x="2825859" y="7613845"/>
            <a:ext cx="9669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fulfilled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3453A61-9018-2BF3-DC4A-7961EF69598E}"/>
              </a:ext>
            </a:extLst>
          </p:cNvPr>
          <p:cNvSpPr txBox="1"/>
          <p:nvPr/>
        </p:nvSpPr>
        <p:spPr>
          <a:xfrm>
            <a:off x="2981852" y="6636134"/>
            <a:ext cx="574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API</a:t>
            </a:r>
            <a:endParaRPr lang="en-US" dirty="0">
              <a:latin typeface="Berlin Sans FB" panose="020E0602020502020306" pitchFamily="34" charset="0"/>
            </a:endParaRP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ABAC237E-5B54-6D6B-D9FA-487F277594E7}"/>
              </a:ext>
            </a:extLst>
          </p:cNvPr>
          <p:cNvCxnSpPr>
            <a:cxnSpLocks/>
            <a:stCxn id="80" idx="2"/>
          </p:cNvCxnSpPr>
          <p:nvPr/>
        </p:nvCxnSpPr>
        <p:spPr>
          <a:xfrm>
            <a:off x="3268950" y="7036244"/>
            <a:ext cx="0" cy="5400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B6F0CFB-EE38-EC2C-754A-AB1D03E21677}"/>
              </a:ext>
            </a:extLst>
          </p:cNvPr>
          <p:cNvCxnSpPr>
            <a:cxnSpLocks/>
          </p:cNvCxnSpPr>
          <p:nvPr/>
        </p:nvCxnSpPr>
        <p:spPr>
          <a:xfrm>
            <a:off x="3255136" y="8051556"/>
            <a:ext cx="11695" cy="5400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32ECD82A-7CAA-6127-1B42-E6B753598B29}"/>
              </a:ext>
            </a:extLst>
          </p:cNvPr>
          <p:cNvSpPr txBox="1"/>
          <p:nvPr/>
        </p:nvSpPr>
        <p:spPr>
          <a:xfrm>
            <a:off x="2542951" y="8690921"/>
            <a:ext cx="16081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Receive Data</a:t>
            </a:r>
            <a:endParaRPr lang="en-US" dirty="0">
              <a:latin typeface="Berlin Sans FB" panose="020E0602020502020306" pitchFamily="34" charset="0"/>
            </a:endParaRP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42620DD3-E4A6-2290-5EEF-ED357B34D57F}"/>
              </a:ext>
            </a:extLst>
          </p:cNvPr>
          <p:cNvCxnSpPr>
            <a:cxnSpLocks/>
          </p:cNvCxnSpPr>
          <p:nvPr/>
        </p:nvCxnSpPr>
        <p:spPr>
          <a:xfrm flipH="1">
            <a:off x="2066837" y="7036244"/>
            <a:ext cx="1177601" cy="32772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CC2D4AF7-6991-6D5E-E2A9-06FCE29E5165}"/>
              </a:ext>
            </a:extLst>
          </p:cNvPr>
          <p:cNvSpPr txBox="1"/>
          <p:nvPr/>
        </p:nvSpPr>
        <p:spPr>
          <a:xfrm>
            <a:off x="1023900" y="7200106"/>
            <a:ext cx="10967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Berlin Sans FB" panose="020E0602020502020306" pitchFamily="34" charset="0"/>
              </a:rPr>
              <a:t>Rejected</a:t>
            </a:r>
            <a:br>
              <a:rPr lang="en-US" sz="2000" dirty="0">
                <a:solidFill>
                  <a:srgbClr val="FF0000"/>
                </a:solidFill>
                <a:latin typeface="Berlin Sans FB" panose="020E0602020502020306" pitchFamily="34" charset="0"/>
              </a:rPr>
            </a:br>
            <a:r>
              <a:rPr lang="en-US" sz="2000" dirty="0">
                <a:solidFill>
                  <a:srgbClr val="FF0000"/>
                </a:solidFill>
                <a:latin typeface="Berlin Sans FB" panose="020E0602020502020306" pitchFamily="34" charset="0"/>
              </a:rPr>
              <a:t>Error</a:t>
            </a:r>
            <a:endParaRPr lang="en-US" dirty="0">
              <a:solidFill>
                <a:srgbClr val="FF0000"/>
              </a:solidFill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6926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D939E9-03EA-FB02-4705-E7FBEFD9B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C03550E2-1748-4C39-1708-151B45BDCF4E}"/>
              </a:ext>
            </a:extLst>
          </p:cNvPr>
          <p:cNvGrpSpPr/>
          <p:nvPr/>
        </p:nvGrpSpPr>
        <p:grpSpPr>
          <a:xfrm>
            <a:off x="183764" y="214039"/>
            <a:ext cx="6490472" cy="11774656"/>
            <a:chOff x="195460" y="157485"/>
            <a:chExt cx="6490472" cy="1177465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A858F41-38CD-4DD7-DA04-E393030A6A6C}"/>
                </a:ext>
              </a:extLst>
            </p:cNvPr>
            <p:cNvGrpSpPr/>
            <p:nvPr/>
          </p:nvGrpSpPr>
          <p:grpSpPr>
            <a:xfrm>
              <a:off x="195460" y="157485"/>
              <a:ext cx="6490472" cy="474386"/>
              <a:chOff x="185856" y="-57562"/>
              <a:chExt cx="11538617" cy="84335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4FE41C6-57AA-D551-FE5C-D401C035B814}"/>
                  </a:ext>
                </a:extLst>
              </p:cNvPr>
              <p:cNvSpPr/>
              <p:nvPr/>
            </p:nvSpPr>
            <p:spPr>
              <a:xfrm>
                <a:off x="185856" y="-57562"/>
                <a:ext cx="11538617" cy="84335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095B3AE5-DC51-574C-7E4C-FCBA36DAE727}"/>
                  </a:ext>
                </a:extLst>
              </p:cNvPr>
              <p:cNvSpPr/>
              <p:nvPr/>
            </p:nvSpPr>
            <p:spPr>
              <a:xfrm>
                <a:off x="427122" y="140605"/>
                <a:ext cx="448000" cy="448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AC9A8DBB-3F6E-4F08-7BA3-7936C83793D5}"/>
                  </a:ext>
                </a:extLst>
              </p:cNvPr>
              <p:cNvSpPr/>
              <p:nvPr/>
            </p:nvSpPr>
            <p:spPr>
              <a:xfrm>
                <a:off x="1075072" y="140605"/>
                <a:ext cx="448000" cy="44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139FE11A-CF68-E378-0189-0BF0034FDCD0}"/>
                  </a:ext>
                </a:extLst>
              </p:cNvPr>
              <p:cNvSpPr/>
              <p:nvPr/>
            </p:nvSpPr>
            <p:spPr>
              <a:xfrm>
                <a:off x="1698549" y="140605"/>
                <a:ext cx="448000" cy="448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77C5F97-C8DC-1AE3-6278-7A6A3918CB71}"/>
                </a:ext>
              </a:extLst>
            </p:cNvPr>
            <p:cNvSpPr/>
            <p:nvPr/>
          </p:nvSpPr>
          <p:spPr>
            <a:xfrm>
              <a:off x="247697" y="869527"/>
              <a:ext cx="6362609" cy="1106261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95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B57987D-2FEF-63EF-5C2C-FE89D9FCD008}"/>
              </a:ext>
            </a:extLst>
          </p:cNvPr>
          <p:cNvGrpSpPr/>
          <p:nvPr/>
        </p:nvGrpSpPr>
        <p:grpSpPr>
          <a:xfrm>
            <a:off x="471261" y="1673420"/>
            <a:ext cx="5670834" cy="2950852"/>
            <a:chOff x="481633" y="1401479"/>
            <a:chExt cx="5670834" cy="295085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E0114EB-D34C-B6DF-ED0C-DDC398621FAF}"/>
                </a:ext>
              </a:extLst>
            </p:cNvPr>
            <p:cNvGrpSpPr/>
            <p:nvPr/>
          </p:nvGrpSpPr>
          <p:grpSpPr>
            <a:xfrm>
              <a:off x="481633" y="1401479"/>
              <a:ext cx="2123217" cy="516374"/>
              <a:chOff x="481634" y="1285155"/>
              <a:chExt cx="2123217" cy="516374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874313D-98D8-129D-B762-893A607FE8F6}"/>
                  </a:ext>
                </a:extLst>
              </p:cNvPr>
              <p:cNvSpPr/>
              <p:nvPr/>
            </p:nvSpPr>
            <p:spPr>
              <a:xfrm>
                <a:off x="481634" y="1285155"/>
                <a:ext cx="2123217" cy="51637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Berlin Sans FB" panose="020E0602020502020306" pitchFamily="34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CB5B5C1-CB75-D7B9-7618-DDC4D6E6E43A}"/>
                  </a:ext>
                </a:extLst>
              </p:cNvPr>
              <p:cNvSpPr txBox="1"/>
              <p:nvPr/>
            </p:nvSpPr>
            <p:spPr>
              <a:xfrm>
                <a:off x="518162" y="1358676"/>
                <a:ext cx="19774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>
                    <a:latin typeface="Berlin Sans FB" panose="020E0602020502020306" pitchFamily="34" charset="0"/>
                  </a:rPr>
                  <a:t>createAsyncThunk</a:t>
                </a:r>
                <a:endParaRPr lang="en-US" dirty="0">
                  <a:latin typeface="Berlin Sans FB" panose="020E0602020502020306" pitchFamily="34" charset="0"/>
                </a:endParaRPr>
              </a:p>
            </p:txBody>
          </p:sp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C487A48-8296-B942-2DBB-F7658D2404C1}"/>
                </a:ext>
              </a:extLst>
            </p:cNvPr>
            <p:cNvSpPr/>
            <p:nvPr/>
          </p:nvSpPr>
          <p:spPr>
            <a:xfrm>
              <a:off x="490442" y="1922264"/>
              <a:ext cx="5662025" cy="243006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02B01D9-8522-787A-6050-89D71A627E97}"/>
                </a:ext>
              </a:extLst>
            </p:cNvPr>
            <p:cNvSpPr txBox="1"/>
            <p:nvPr/>
          </p:nvSpPr>
          <p:spPr>
            <a:xfrm>
              <a:off x="523645" y="2059793"/>
              <a:ext cx="8457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Berlin Sans FB" panose="020E0602020502020306" pitchFamily="34" charset="0"/>
                </a:rPr>
                <a:t>Syntax ;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EA06449-49A3-A9DD-135A-A6B1EF695888}"/>
                </a:ext>
              </a:extLst>
            </p:cNvPr>
            <p:cNvSpPr txBox="1"/>
            <p:nvPr/>
          </p:nvSpPr>
          <p:spPr>
            <a:xfrm>
              <a:off x="1506873" y="2067099"/>
              <a:ext cx="44384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latin typeface="Berlin Sans FB" panose="020E0602020502020306" pitchFamily="34" charset="0"/>
                </a:rPr>
                <a:t>createAsyncThunk</a:t>
              </a:r>
              <a:r>
                <a:rPr lang="en-US" sz="1600" dirty="0">
                  <a:latin typeface="Berlin Sans FB" panose="020E0602020502020306" pitchFamily="34" charset="0"/>
                </a:rPr>
                <a:t>(“</a:t>
              </a:r>
              <a:r>
                <a:rPr lang="en-US" sz="1600" dirty="0" err="1">
                  <a:latin typeface="Berlin Sans FB" panose="020E0602020502020306" pitchFamily="34" charset="0"/>
                </a:rPr>
                <a:t>namaAction</a:t>
              </a:r>
              <a:r>
                <a:rPr lang="en-US" sz="1600" dirty="0">
                  <a:latin typeface="Berlin Sans FB" panose="020E0602020502020306" pitchFamily="34" charset="0"/>
                </a:rPr>
                <a:t>’, async ( ) = &gt; { } 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6A17232-FC0E-C72C-9BB7-7462F1CC945A}"/>
                </a:ext>
              </a:extLst>
            </p:cNvPr>
            <p:cNvSpPr txBox="1"/>
            <p:nvPr/>
          </p:nvSpPr>
          <p:spPr>
            <a:xfrm>
              <a:off x="1582140" y="2419261"/>
              <a:ext cx="4547628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Berlin Sans FB" panose="020E0602020502020306" pitchFamily="34" charset="0"/>
                </a:rPr>
                <a:t>export const </a:t>
              </a:r>
              <a:r>
                <a:rPr lang="en-US" sz="1600" dirty="0" err="1">
                  <a:latin typeface="Berlin Sans FB" panose="020E0602020502020306" pitchFamily="34" charset="0"/>
                </a:rPr>
                <a:t>fetchUsers</a:t>
              </a:r>
              <a:r>
                <a:rPr lang="en-US" sz="1600" dirty="0">
                  <a:latin typeface="Berlin Sans FB" panose="020E0602020502020306" pitchFamily="34" charset="0"/>
                </a:rPr>
                <a:t> = </a:t>
              </a:r>
              <a:r>
                <a:rPr lang="en-US" sz="1600" dirty="0" err="1">
                  <a:latin typeface="Berlin Sans FB" panose="020E0602020502020306" pitchFamily="34" charset="0"/>
                </a:rPr>
                <a:t>createAsyncThunk</a:t>
              </a:r>
              <a:r>
                <a:rPr lang="en-US" sz="1600" dirty="0">
                  <a:latin typeface="Berlin Sans FB" panose="020E0602020502020306" pitchFamily="34" charset="0"/>
                </a:rPr>
                <a:t>(</a:t>
              </a:r>
            </a:p>
            <a:p>
              <a:r>
                <a:rPr lang="en-US" sz="1600" dirty="0">
                  <a:latin typeface="Berlin Sans FB" panose="020E0602020502020306" pitchFamily="34" charset="0"/>
                </a:rPr>
                <a:t>“users/</a:t>
              </a:r>
              <a:r>
                <a:rPr lang="en-US" sz="1600" dirty="0" err="1">
                  <a:latin typeface="Berlin Sans FB" panose="020E0602020502020306" pitchFamily="34" charset="0"/>
                </a:rPr>
                <a:t>fetchUsers</a:t>
              </a:r>
              <a:r>
                <a:rPr lang="en-US" sz="1600" dirty="0">
                  <a:latin typeface="Berlin Sans FB" panose="020E0602020502020306" pitchFamily="34" charset="0"/>
                </a:rPr>
                <a:t>”,</a:t>
              </a:r>
              <a:br>
                <a:rPr lang="en-US" sz="1600" dirty="0">
                  <a:latin typeface="Berlin Sans FB" panose="020E0602020502020306" pitchFamily="34" charset="0"/>
                </a:rPr>
              </a:br>
              <a:r>
                <a:rPr lang="en-US" sz="1600" dirty="0">
                  <a:latin typeface="Berlin Sans FB" panose="020E0602020502020306" pitchFamily="34" charset="0"/>
                </a:rPr>
                <a:t>async ( ) = &gt; { </a:t>
              </a:r>
              <a:br>
                <a:rPr lang="en-US" sz="1600" dirty="0">
                  <a:latin typeface="Berlin Sans FB" panose="020E0602020502020306" pitchFamily="34" charset="0"/>
                </a:rPr>
              </a:br>
              <a:r>
                <a:rPr lang="en-US" sz="1600" dirty="0">
                  <a:latin typeface="Berlin Sans FB" panose="020E0602020502020306" pitchFamily="34" charset="0"/>
                </a:rPr>
                <a:t>  const response = await fetch(`https://api.com`)</a:t>
              </a:r>
            </a:p>
            <a:p>
              <a:r>
                <a:rPr lang="en-US" sz="1600" dirty="0">
                  <a:latin typeface="Berlin Sans FB" panose="020E0602020502020306" pitchFamily="34" charset="0"/>
                </a:rPr>
                <a:t>  return </a:t>
              </a:r>
              <a:r>
                <a:rPr lang="en-US" sz="1600" dirty="0" err="1">
                  <a:latin typeface="Berlin Sans FB" panose="020E0602020502020306" pitchFamily="34" charset="0"/>
                </a:rPr>
                <a:t>response.json</a:t>
              </a:r>
              <a:r>
                <a:rPr lang="en-US" sz="1600" dirty="0">
                  <a:latin typeface="Berlin Sans FB" panose="020E0602020502020306" pitchFamily="34" charset="0"/>
                </a:rPr>
                <a:t>()</a:t>
              </a:r>
            </a:p>
            <a:p>
              <a:r>
                <a:rPr lang="en-US" sz="1600" dirty="0">
                  <a:latin typeface="Berlin Sans FB" panose="020E0602020502020306" pitchFamily="34" charset="0"/>
                </a:rPr>
                <a:t> }</a:t>
              </a:r>
            </a:p>
            <a:p>
              <a:r>
                <a:rPr lang="en-US" sz="1600" dirty="0">
                  <a:latin typeface="Berlin Sans FB" panose="020E0602020502020306" pitchFamily="34" charset="0"/>
                </a:rPr>
                <a:t>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479B213-3CB9-7D0A-7B00-620067A730C1}"/>
                </a:ext>
              </a:extLst>
            </p:cNvPr>
            <p:cNvSpPr txBox="1"/>
            <p:nvPr/>
          </p:nvSpPr>
          <p:spPr>
            <a:xfrm>
              <a:off x="509322" y="2463060"/>
              <a:ext cx="10589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Berlin Sans FB" panose="020E0602020502020306" pitchFamily="34" charset="0"/>
                </a:rPr>
                <a:t>Example ;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0F35BF-2C30-54CA-ACAA-7B425AFF1F83}"/>
              </a:ext>
            </a:extLst>
          </p:cNvPr>
          <p:cNvGrpSpPr/>
          <p:nvPr/>
        </p:nvGrpSpPr>
        <p:grpSpPr>
          <a:xfrm>
            <a:off x="538650" y="5121269"/>
            <a:ext cx="4539948" cy="2601160"/>
            <a:chOff x="481633" y="5059480"/>
            <a:chExt cx="4539948" cy="260116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78240B1-A99E-4986-575C-12ACABD1967D}"/>
                </a:ext>
              </a:extLst>
            </p:cNvPr>
            <p:cNvSpPr/>
            <p:nvPr/>
          </p:nvSpPr>
          <p:spPr>
            <a:xfrm>
              <a:off x="481633" y="5059480"/>
              <a:ext cx="780189" cy="4878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Berlin Sans FB" panose="020E0602020502020306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EC946C8-2A33-EEFE-6431-DDCBF1008158}"/>
                </a:ext>
              </a:extLst>
            </p:cNvPr>
            <p:cNvSpPr txBox="1"/>
            <p:nvPr/>
          </p:nvSpPr>
          <p:spPr>
            <a:xfrm>
              <a:off x="518161" y="5109841"/>
              <a:ext cx="6705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Store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F0194D8-6FD2-4ECB-423F-DA56201C0416}"/>
                </a:ext>
              </a:extLst>
            </p:cNvPr>
            <p:cNvSpPr/>
            <p:nvPr/>
          </p:nvSpPr>
          <p:spPr>
            <a:xfrm>
              <a:off x="490443" y="5597721"/>
              <a:ext cx="4531138" cy="206291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6607B9F-08FE-85A4-71D9-6717FF4B2630}"/>
                </a:ext>
              </a:extLst>
            </p:cNvPr>
            <p:cNvSpPr txBox="1"/>
            <p:nvPr/>
          </p:nvSpPr>
          <p:spPr>
            <a:xfrm>
              <a:off x="583172" y="5728909"/>
              <a:ext cx="4438408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Berlin Sans FB" panose="020E0602020502020306" pitchFamily="34" charset="0"/>
                </a:rPr>
                <a:t>Import { </a:t>
              </a:r>
              <a:r>
                <a:rPr lang="en-US" sz="1600" dirty="0" err="1">
                  <a:latin typeface="Berlin Sans FB" panose="020E0602020502020306" pitchFamily="34" charset="0"/>
                </a:rPr>
                <a:t>configureStore</a:t>
              </a:r>
              <a:r>
                <a:rPr lang="en-US" sz="1600" dirty="0">
                  <a:latin typeface="Berlin Sans FB" panose="020E0602020502020306" pitchFamily="34" charset="0"/>
                </a:rPr>
                <a:t> } from “@</a:t>
              </a:r>
              <a:r>
                <a:rPr lang="en-US" sz="1600" dirty="0" err="1">
                  <a:latin typeface="Berlin Sans FB" panose="020E0602020502020306" pitchFamily="34" charset="0"/>
                </a:rPr>
                <a:t>reduxjs</a:t>
              </a:r>
              <a:r>
                <a:rPr lang="en-US" sz="1600" dirty="0">
                  <a:latin typeface="Berlin Sans FB" panose="020E0602020502020306" pitchFamily="34" charset="0"/>
                </a:rPr>
                <a:t>/toolkit”;</a:t>
              </a:r>
            </a:p>
            <a:p>
              <a:r>
                <a:rPr lang="en-US" sz="1600" dirty="0">
                  <a:latin typeface="Berlin Sans FB" panose="020E0602020502020306" pitchFamily="34" charset="0"/>
                </a:rPr>
                <a:t>Import </a:t>
              </a:r>
              <a:r>
                <a:rPr lang="en-US" sz="1600" dirty="0" err="1">
                  <a:latin typeface="Berlin Sans FB" panose="020E0602020502020306" pitchFamily="34" charset="0"/>
                </a:rPr>
                <a:t>useReducer</a:t>
              </a:r>
              <a:r>
                <a:rPr lang="en-US" sz="1600" dirty="0">
                  <a:latin typeface="Berlin Sans FB" panose="020E0602020502020306" pitchFamily="34" charset="0"/>
                </a:rPr>
                <a:t> from “./users/</a:t>
              </a:r>
              <a:r>
                <a:rPr lang="en-US" sz="1600" dirty="0" err="1">
                  <a:latin typeface="Berlin Sans FB" panose="020E0602020502020306" pitchFamily="34" charset="0"/>
                </a:rPr>
                <a:t>userSlice</a:t>
              </a:r>
              <a:r>
                <a:rPr lang="en-US" sz="1600" dirty="0">
                  <a:latin typeface="Berlin Sans FB" panose="020E0602020502020306" pitchFamily="34" charset="0"/>
                </a:rPr>
                <a:t>”;</a:t>
              </a:r>
            </a:p>
            <a:p>
              <a:r>
                <a:rPr lang="en-US" sz="1600" dirty="0">
                  <a:latin typeface="Berlin Sans FB" panose="020E0602020502020306" pitchFamily="34" charset="0"/>
                </a:rPr>
                <a:t>export const store = </a:t>
              </a:r>
              <a:r>
                <a:rPr lang="en-US" sz="1600" dirty="0" err="1">
                  <a:latin typeface="Berlin Sans FB" panose="020E0602020502020306" pitchFamily="34" charset="0"/>
                </a:rPr>
                <a:t>configureStore</a:t>
              </a:r>
              <a:r>
                <a:rPr lang="en-US" sz="1600" dirty="0">
                  <a:latin typeface="Berlin Sans FB" panose="020E0602020502020306" pitchFamily="34" charset="0"/>
                </a:rPr>
                <a:t>({</a:t>
              </a:r>
            </a:p>
            <a:p>
              <a:r>
                <a:rPr lang="en-US" sz="1600" dirty="0">
                  <a:latin typeface="Berlin Sans FB" panose="020E0602020502020306" pitchFamily="34" charset="0"/>
                </a:rPr>
                <a:t> reducer:{</a:t>
              </a:r>
            </a:p>
            <a:p>
              <a:r>
                <a:rPr lang="en-US" sz="1600" dirty="0">
                  <a:latin typeface="Berlin Sans FB" panose="020E0602020502020306" pitchFamily="34" charset="0"/>
                </a:rPr>
                <a:t>  </a:t>
              </a:r>
              <a:r>
                <a:rPr lang="en-US" sz="1600" dirty="0" err="1">
                  <a:latin typeface="Berlin Sans FB" panose="020E0602020502020306" pitchFamily="34" charset="0"/>
                </a:rPr>
                <a:t>users:useReducer</a:t>
              </a:r>
              <a:endParaRPr lang="en-US" sz="1600" dirty="0">
                <a:latin typeface="Berlin Sans FB" panose="020E0602020502020306" pitchFamily="34" charset="0"/>
              </a:endParaRPr>
            </a:p>
            <a:p>
              <a:r>
                <a:rPr lang="en-US" sz="1600" dirty="0">
                  <a:latin typeface="Berlin Sans FB" panose="020E0602020502020306" pitchFamily="34" charset="0"/>
                </a:rPr>
                <a:t> }</a:t>
              </a:r>
            </a:p>
            <a:p>
              <a:r>
                <a:rPr lang="en-US" sz="1600" dirty="0">
                  <a:latin typeface="Berlin Sans FB" panose="020E0602020502020306" pitchFamily="34" charset="0"/>
                </a:rPr>
                <a:t>]);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3DFC670-BD1C-54E5-FE0B-DAEDA69DF055}"/>
              </a:ext>
            </a:extLst>
          </p:cNvPr>
          <p:cNvGrpSpPr/>
          <p:nvPr/>
        </p:nvGrpSpPr>
        <p:grpSpPr>
          <a:xfrm>
            <a:off x="599165" y="8509293"/>
            <a:ext cx="4531138" cy="3032762"/>
            <a:chOff x="608004" y="8697468"/>
            <a:chExt cx="4531138" cy="3032762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2428AE4-2EA8-F13C-E258-D80743A01C6E}"/>
                </a:ext>
              </a:extLst>
            </p:cNvPr>
            <p:cNvSpPr/>
            <p:nvPr/>
          </p:nvSpPr>
          <p:spPr>
            <a:xfrm>
              <a:off x="616788" y="8697468"/>
              <a:ext cx="2228012" cy="4878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Berlin Sans FB" panose="020E0602020502020306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E3AE237-C571-1BD3-53FF-D59DBE90E647}"/>
                </a:ext>
              </a:extLst>
            </p:cNvPr>
            <p:cNvSpPr txBox="1"/>
            <p:nvPr/>
          </p:nvSpPr>
          <p:spPr>
            <a:xfrm>
              <a:off x="649029" y="8756742"/>
              <a:ext cx="1850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Connect to React 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FF7B72D-3EFC-CB61-B6E8-B8EAB2FE8CD8}"/>
                </a:ext>
              </a:extLst>
            </p:cNvPr>
            <p:cNvSpPr/>
            <p:nvPr/>
          </p:nvSpPr>
          <p:spPr>
            <a:xfrm>
              <a:off x="608004" y="9300163"/>
              <a:ext cx="4531138" cy="243006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54BE2C6-671D-5865-8AC9-0893DCAFA46E}"/>
                </a:ext>
              </a:extLst>
            </p:cNvPr>
            <p:cNvSpPr txBox="1"/>
            <p:nvPr/>
          </p:nvSpPr>
          <p:spPr>
            <a:xfrm>
              <a:off x="649029" y="9361034"/>
              <a:ext cx="4438408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Berlin Sans FB" panose="020E0602020502020306" pitchFamily="34" charset="0"/>
                </a:rPr>
                <a:t>import { Provider } from “react-redux”</a:t>
              </a:r>
            </a:p>
            <a:p>
              <a:r>
                <a:rPr lang="en-US" sz="1600" dirty="0">
                  <a:latin typeface="Berlin Sans FB" panose="020E0602020502020306" pitchFamily="34" charset="0"/>
                </a:rPr>
                <a:t>Import { store } from “./redux/store”</a:t>
              </a:r>
            </a:p>
            <a:p>
              <a:r>
                <a:rPr lang="en-US" sz="1600" dirty="0" err="1">
                  <a:latin typeface="Berlin Sans FB" panose="020E0602020502020306" pitchFamily="34" charset="0"/>
                </a:rPr>
                <a:t>ReactDOM.createRoot</a:t>
              </a:r>
              <a:r>
                <a:rPr lang="en-US" sz="1600" dirty="0">
                  <a:latin typeface="Berlin Sans FB" panose="020E0602020502020306" pitchFamily="34" charset="0"/>
                </a:rPr>
                <a:t>(</a:t>
              </a:r>
            </a:p>
            <a:p>
              <a:r>
                <a:rPr lang="en-US" sz="1600" dirty="0" err="1">
                  <a:latin typeface="Berlin Sans FB" panose="020E0602020502020306" pitchFamily="34" charset="0"/>
                </a:rPr>
                <a:t>document.getElementById</a:t>
              </a:r>
              <a:r>
                <a:rPr lang="en-US" sz="1600" dirty="0">
                  <a:latin typeface="Berlin Sans FB" panose="020E0602020502020306" pitchFamily="34" charset="0"/>
                </a:rPr>
                <a:t>(“root”)</a:t>
              </a:r>
            </a:p>
            <a:p>
              <a:r>
                <a:rPr lang="en-US" sz="1600" dirty="0">
                  <a:latin typeface="Berlin Sans FB" panose="020E0602020502020306" pitchFamily="34" charset="0"/>
                </a:rPr>
                <a:t>).render(</a:t>
              </a:r>
            </a:p>
            <a:p>
              <a:r>
                <a:rPr lang="en-US" sz="1600" dirty="0">
                  <a:latin typeface="Berlin Sans FB" panose="020E0602020502020306" pitchFamily="34" charset="0"/>
                </a:rPr>
                <a:t>&lt;Provider store={store}&gt;</a:t>
              </a:r>
            </a:p>
            <a:p>
              <a:r>
                <a:rPr lang="en-US" sz="1600" dirty="0">
                  <a:latin typeface="Berlin Sans FB" panose="020E0602020502020306" pitchFamily="34" charset="0"/>
                </a:rPr>
                <a:t>  &lt;App/&gt;</a:t>
              </a:r>
            </a:p>
            <a:p>
              <a:r>
                <a:rPr lang="en-US" sz="1600" dirty="0">
                  <a:latin typeface="Berlin Sans FB" panose="020E0602020502020306" pitchFamily="34" charset="0"/>
                </a:rPr>
                <a:t>&lt;/Provider&gt;</a:t>
              </a:r>
            </a:p>
            <a:p>
              <a:r>
                <a:rPr lang="en-US" sz="1600" dirty="0">
                  <a:latin typeface="Berlin Sans FB" panose="020E0602020502020306" pitchFamily="34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13255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63EEC0-367D-D3AF-CC40-3D2DAE545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E9887A69-7A53-F0BD-5309-87BACDB6A841}"/>
              </a:ext>
            </a:extLst>
          </p:cNvPr>
          <p:cNvGrpSpPr/>
          <p:nvPr/>
        </p:nvGrpSpPr>
        <p:grpSpPr>
          <a:xfrm>
            <a:off x="195460" y="157485"/>
            <a:ext cx="6490472" cy="11774656"/>
            <a:chOff x="195460" y="157485"/>
            <a:chExt cx="6490472" cy="1177465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9E04FB0-7569-4CF5-8E0A-35C3588F0C39}"/>
                </a:ext>
              </a:extLst>
            </p:cNvPr>
            <p:cNvGrpSpPr/>
            <p:nvPr/>
          </p:nvGrpSpPr>
          <p:grpSpPr>
            <a:xfrm>
              <a:off x="195460" y="157485"/>
              <a:ext cx="6490472" cy="474386"/>
              <a:chOff x="185856" y="-57562"/>
              <a:chExt cx="11538617" cy="84335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B7BAEF3-D6DA-C1DB-C865-8F56BDCBE6BF}"/>
                  </a:ext>
                </a:extLst>
              </p:cNvPr>
              <p:cNvSpPr/>
              <p:nvPr/>
            </p:nvSpPr>
            <p:spPr>
              <a:xfrm>
                <a:off x="185856" y="-57562"/>
                <a:ext cx="11538617" cy="84335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1720ABF-84E9-81A1-8F38-886CAFBEC0F4}"/>
                  </a:ext>
                </a:extLst>
              </p:cNvPr>
              <p:cNvSpPr/>
              <p:nvPr/>
            </p:nvSpPr>
            <p:spPr>
              <a:xfrm>
                <a:off x="427122" y="140605"/>
                <a:ext cx="448000" cy="448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5B78FB0-29B7-DCA4-1FB5-0A390ED31028}"/>
                  </a:ext>
                </a:extLst>
              </p:cNvPr>
              <p:cNvSpPr/>
              <p:nvPr/>
            </p:nvSpPr>
            <p:spPr>
              <a:xfrm>
                <a:off x="1075072" y="140605"/>
                <a:ext cx="448000" cy="44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2C5E083-D454-6326-EB08-603B1A550236}"/>
                  </a:ext>
                </a:extLst>
              </p:cNvPr>
              <p:cNvSpPr/>
              <p:nvPr/>
            </p:nvSpPr>
            <p:spPr>
              <a:xfrm>
                <a:off x="1698549" y="140605"/>
                <a:ext cx="448000" cy="448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F001A1C-27A5-3FF0-98C7-EBD0A4A8DBCC}"/>
                </a:ext>
              </a:extLst>
            </p:cNvPr>
            <p:cNvSpPr/>
            <p:nvPr/>
          </p:nvSpPr>
          <p:spPr>
            <a:xfrm>
              <a:off x="247697" y="869527"/>
              <a:ext cx="6362609" cy="1106261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95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7670EE0-D0FA-4B85-BEA7-5FA13EF88E11}"/>
              </a:ext>
            </a:extLst>
          </p:cNvPr>
          <p:cNvGrpSpPr/>
          <p:nvPr/>
        </p:nvGrpSpPr>
        <p:grpSpPr>
          <a:xfrm>
            <a:off x="457172" y="1116443"/>
            <a:ext cx="1389158" cy="487880"/>
            <a:chOff x="578738" y="7654356"/>
            <a:chExt cx="1389158" cy="48788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80045CE-B0D4-149E-259A-508A1D4C8903}"/>
                </a:ext>
              </a:extLst>
            </p:cNvPr>
            <p:cNvSpPr/>
            <p:nvPr/>
          </p:nvSpPr>
          <p:spPr>
            <a:xfrm>
              <a:off x="578738" y="7654356"/>
              <a:ext cx="1389158" cy="4878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Berlin Sans FB" panose="020E0602020502020306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955699E-F79B-39B2-FECD-50601ED35E44}"/>
                </a:ext>
              </a:extLst>
            </p:cNvPr>
            <p:cNvSpPr txBox="1"/>
            <p:nvPr/>
          </p:nvSpPr>
          <p:spPr>
            <a:xfrm>
              <a:off x="615266" y="7704717"/>
              <a:ext cx="12357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Async Slice </a:t>
              </a: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3345AD2D-AC9A-D105-3756-61F680AC40A4}"/>
              </a:ext>
            </a:extLst>
          </p:cNvPr>
          <p:cNvSpPr/>
          <p:nvPr/>
        </p:nvSpPr>
        <p:spPr>
          <a:xfrm>
            <a:off x="449314" y="1773792"/>
            <a:ext cx="5860045" cy="9138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75061C9-7079-7897-0643-6701893D6EF3}"/>
              </a:ext>
            </a:extLst>
          </p:cNvPr>
          <p:cNvSpPr txBox="1"/>
          <p:nvPr/>
        </p:nvSpPr>
        <p:spPr>
          <a:xfrm>
            <a:off x="548641" y="1851239"/>
            <a:ext cx="5434124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Berlin Sans FB" panose="020E0602020502020306" pitchFamily="34" charset="0"/>
              </a:rPr>
              <a:t>import { </a:t>
            </a:r>
            <a:r>
              <a:rPr lang="en-US" sz="1600" dirty="0" err="1">
                <a:latin typeface="Berlin Sans FB" panose="020E0602020502020306" pitchFamily="34" charset="0"/>
              </a:rPr>
              <a:t>createSlice</a:t>
            </a:r>
            <a:r>
              <a:rPr lang="en-US" sz="1600" dirty="0">
                <a:latin typeface="Berlin Sans FB" panose="020E0602020502020306" pitchFamily="34" charset="0"/>
              </a:rPr>
              <a:t>, </a:t>
            </a:r>
            <a:r>
              <a:rPr lang="en-US" sz="1600" dirty="0" err="1">
                <a:latin typeface="Berlin Sans FB" panose="020E0602020502020306" pitchFamily="34" charset="0"/>
              </a:rPr>
              <a:t>createAsyncThunk</a:t>
            </a:r>
            <a:r>
              <a:rPr lang="en-US" sz="1600" dirty="0">
                <a:latin typeface="Berlin Sans FB" panose="020E0602020502020306" pitchFamily="34" charset="0"/>
              </a:rPr>
              <a:t> } 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from  “@</a:t>
            </a:r>
            <a:r>
              <a:rPr lang="en-US" sz="1600" dirty="0" err="1">
                <a:latin typeface="Berlin Sans FB" panose="020E0602020502020306" pitchFamily="34" charset="0"/>
              </a:rPr>
              <a:t>reduxjs</a:t>
            </a:r>
            <a:r>
              <a:rPr lang="en-US" sz="1600" dirty="0">
                <a:latin typeface="Berlin Sans FB" panose="020E0602020502020306" pitchFamily="34" charset="0"/>
              </a:rPr>
              <a:t>/toolkit”;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export const </a:t>
            </a:r>
            <a:r>
              <a:rPr lang="en-US" sz="1600" dirty="0" err="1">
                <a:latin typeface="Berlin Sans FB" panose="020E0602020502020306" pitchFamily="34" charset="0"/>
              </a:rPr>
              <a:t>fetchUsers</a:t>
            </a:r>
            <a:r>
              <a:rPr lang="en-US" sz="1600" dirty="0">
                <a:latin typeface="Berlin Sans FB" panose="020E0602020502020306" pitchFamily="34" charset="0"/>
              </a:rPr>
              <a:t> = </a:t>
            </a:r>
            <a:r>
              <a:rPr lang="en-US" sz="1600" dirty="0" err="1">
                <a:latin typeface="Berlin Sans FB" panose="020E0602020502020306" pitchFamily="34" charset="0"/>
              </a:rPr>
              <a:t>createAsyncThunk</a:t>
            </a:r>
            <a:r>
              <a:rPr lang="en-US" sz="1600" dirty="0">
                <a:latin typeface="Berlin Sans FB" panose="020E0602020502020306" pitchFamily="34" charset="0"/>
              </a:rPr>
              <a:t>(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“users/</a:t>
            </a:r>
            <a:r>
              <a:rPr lang="en-US" sz="1600" dirty="0" err="1">
                <a:latin typeface="Berlin Sans FB" panose="020E0602020502020306" pitchFamily="34" charset="0"/>
              </a:rPr>
              <a:t>fetchUsers</a:t>
            </a:r>
            <a:r>
              <a:rPr lang="en-US" sz="1600" dirty="0">
                <a:latin typeface="Berlin Sans FB" panose="020E0602020502020306" pitchFamily="34" charset="0"/>
              </a:rPr>
              <a:t>”,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async ( ) = &gt; {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 const response = await fetch(`https://api.com`)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 return </a:t>
            </a:r>
            <a:r>
              <a:rPr lang="en-US" sz="1600" dirty="0" err="1">
                <a:latin typeface="Berlin Sans FB" panose="020E0602020502020306" pitchFamily="34" charset="0"/>
              </a:rPr>
              <a:t>response.json</a:t>
            </a:r>
            <a:r>
              <a:rPr lang="en-US" sz="1600" dirty="0">
                <a:latin typeface="Berlin Sans FB" panose="020E0602020502020306" pitchFamily="34" charset="0"/>
              </a:rPr>
              <a:t>()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}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);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const </a:t>
            </a:r>
            <a:r>
              <a:rPr lang="en-US" sz="1600" dirty="0" err="1">
                <a:latin typeface="Berlin Sans FB" panose="020E0602020502020306" pitchFamily="34" charset="0"/>
              </a:rPr>
              <a:t>initialState</a:t>
            </a:r>
            <a:r>
              <a:rPr lang="en-US" sz="1600" dirty="0">
                <a:latin typeface="Berlin Sans FB" panose="020E0602020502020306" pitchFamily="34" charset="0"/>
              </a:rPr>
              <a:t> = { 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users:[],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loading: false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</a:t>
            </a:r>
            <a:r>
              <a:rPr lang="en-US" sz="1600" dirty="0" err="1">
                <a:latin typeface="Berlin Sans FB" panose="020E0602020502020306" pitchFamily="34" charset="0"/>
              </a:rPr>
              <a:t>error:null</a:t>
            </a:r>
            <a:r>
              <a:rPr lang="en-US" sz="1600" dirty="0">
                <a:latin typeface="Berlin Sans FB" panose="020E0602020502020306" pitchFamily="34" charset="0"/>
              </a:rPr>
              <a:t> 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}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const </a:t>
            </a:r>
            <a:r>
              <a:rPr lang="en-US" sz="1600" dirty="0" err="1">
                <a:latin typeface="Berlin Sans FB" panose="020E0602020502020306" pitchFamily="34" charset="0"/>
              </a:rPr>
              <a:t>userSlice</a:t>
            </a:r>
            <a:r>
              <a:rPr lang="en-US" sz="1600" dirty="0">
                <a:latin typeface="Berlin Sans FB" panose="020E0602020502020306" pitchFamily="34" charset="0"/>
              </a:rPr>
              <a:t> = </a:t>
            </a:r>
            <a:r>
              <a:rPr lang="en-US" sz="1600" dirty="0" err="1">
                <a:latin typeface="Berlin Sans FB" panose="020E0602020502020306" pitchFamily="34" charset="0"/>
              </a:rPr>
              <a:t>createSlice</a:t>
            </a:r>
            <a:r>
              <a:rPr lang="en-US" sz="1600" dirty="0">
                <a:latin typeface="Berlin Sans FB" panose="020E0602020502020306" pitchFamily="34" charset="0"/>
              </a:rPr>
              <a:t>({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name: “users”,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</a:t>
            </a:r>
            <a:r>
              <a:rPr lang="en-US" sz="1600" dirty="0" err="1">
                <a:latin typeface="Berlin Sans FB" panose="020E0602020502020306" pitchFamily="34" charset="0"/>
              </a:rPr>
              <a:t>initialState</a:t>
            </a:r>
            <a:r>
              <a:rPr lang="en-US" sz="1600" dirty="0">
                <a:latin typeface="Berlin Sans FB" panose="020E0602020502020306" pitchFamily="34" charset="0"/>
              </a:rPr>
              <a:t>,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reducers:{}.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</a:t>
            </a:r>
            <a:r>
              <a:rPr lang="en-US" sz="1600" dirty="0" err="1">
                <a:latin typeface="Berlin Sans FB" panose="020E0602020502020306" pitchFamily="34" charset="0"/>
              </a:rPr>
              <a:t>extraReducers</a:t>
            </a:r>
            <a:r>
              <a:rPr lang="en-US" sz="1600" dirty="0">
                <a:latin typeface="Berlin Sans FB" panose="020E0602020502020306" pitchFamily="34" charset="0"/>
              </a:rPr>
              <a:t>: (builder) =&gt; {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 builder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 .</a:t>
            </a:r>
            <a:r>
              <a:rPr lang="en-US" sz="1600" dirty="0" err="1">
                <a:latin typeface="Berlin Sans FB" panose="020E0602020502020306" pitchFamily="34" charset="0"/>
              </a:rPr>
              <a:t>addCase</a:t>
            </a:r>
            <a:r>
              <a:rPr lang="en-US" sz="1600" dirty="0">
                <a:latin typeface="Berlin Sans FB" panose="020E0602020502020306" pitchFamily="34" charset="0"/>
              </a:rPr>
              <a:t>(</a:t>
            </a:r>
            <a:r>
              <a:rPr lang="en-US" sz="1600" dirty="0" err="1">
                <a:latin typeface="Berlin Sans FB" panose="020E0602020502020306" pitchFamily="34" charset="0"/>
              </a:rPr>
              <a:t>fetchUsers.pending</a:t>
            </a:r>
            <a:r>
              <a:rPr lang="en-US" sz="1600" dirty="0">
                <a:latin typeface="Berlin Sans FB" panose="020E0602020502020306" pitchFamily="34" charset="0"/>
              </a:rPr>
              <a:t>, (state) =&gt; {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  </a:t>
            </a:r>
            <a:r>
              <a:rPr lang="en-US" sz="1600" dirty="0" err="1">
                <a:latin typeface="Berlin Sans FB" panose="020E0602020502020306" pitchFamily="34" charset="0"/>
              </a:rPr>
              <a:t>state.loading</a:t>
            </a:r>
            <a:r>
              <a:rPr lang="en-US" sz="1600" dirty="0">
                <a:latin typeface="Berlin Sans FB" panose="020E0602020502020306" pitchFamily="34" charset="0"/>
              </a:rPr>
              <a:t> = true;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  </a:t>
            </a:r>
            <a:r>
              <a:rPr lang="en-US" sz="1600" dirty="0" err="1">
                <a:latin typeface="Berlin Sans FB" panose="020E0602020502020306" pitchFamily="34" charset="0"/>
              </a:rPr>
              <a:t>state.error</a:t>
            </a:r>
            <a:r>
              <a:rPr lang="en-US" sz="1600" dirty="0">
                <a:latin typeface="Berlin Sans FB" panose="020E0602020502020306" pitchFamily="34" charset="0"/>
              </a:rPr>
              <a:t> = null;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 })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 .</a:t>
            </a:r>
            <a:r>
              <a:rPr lang="en-US" sz="1600" dirty="0" err="1">
                <a:latin typeface="Berlin Sans FB" panose="020E0602020502020306" pitchFamily="34" charset="0"/>
              </a:rPr>
              <a:t>addCase</a:t>
            </a:r>
            <a:r>
              <a:rPr lang="en-US" sz="1600" dirty="0">
                <a:latin typeface="Berlin Sans FB" panose="020E0602020502020306" pitchFamily="34" charset="0"/>
              </a:rPr>
              <a:t>(</a:t>
            </a:r>
            <a:r>
              <a:rPr lang="en-US" sz="1600" dirty="0" err="1">
                <a:latin typeface="Berlin Sans FB" panose="020E0602020502020306" pitchFamily="34" charset="0"/>
              </a:rPr>
              <a:t>fetchusers.fulfilled</a:t>
            </a:r>
            <a:r>
              <a:rPr lang="en-US" sz="1600" dirty="0">
                <a:latin typeface="Berlin Sans FB" panose="020E0602020502020306" pitchFamily="34" charset="0"/>
              </a:rPr>
              <a:t>, (</a:t>
            </a:r>
            <a:r>
              <a:rPr lang="en-US" sz="1600" dirty="0" err="1">
                <a:latin typeface="Berlin Sans FB" panose="020E0602020502020306" pitchFamily="34" charset="0"/>
              </a:rPr>
              <a:t>state,action</a:t>
            </a:r>
            <a:r>
              <a:rPr lang="en-US" sz="1600" dirty="0">
                <a:latin typeface="Berlin Sans FB" panose="020E0602020502020306" pitchFamily="34" charset="0"/>
              </a:rPr>
              <a:t>) =&gt; {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  </a:t>
            </a:r>
            <a:r>
              <a:rPr lang="en-US" sz="1600" dirty="0" err="1">
                <a:latin typeface="Berlin Sans FB" panose="020E0602020502020306" pitchFamily="34" charset="0"/>
              </a:rPr>
              <a:t>state.loading</a:t>
            </a:r>
            <a:r>
              <a:rPr lang="en-US" sz="1600" dirty="0">
                <a:latin typeface="Berlin Sans FB" panose="020E0602020502020306" pitchFamily="34" charset="0"/>
              </a:rPr>
              <a:t> = false;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  </a:t>
            </a:r>
            <a:r>
              <a:rPr lang="en-US" sz="1600" dirty="0" err="1">
                <a:latin typeface="Berlin Sans FB" panose="020E0602020502020306" pitchFamily="34" charset="0"/>
              </a:rPr>
              <a:t>state.users</a:t>
            </a:r>
            <a:r>
              <a:rPr lang="en-US" sz="1600" dirty="0">
                <a:latin typeface="Berlin Sans FB" panose="020E0602020502020306" pitchFamily="34" charset="0"/>
              </a:rPr>
              <a:t> = </a:t>
            </a:r>
            <a:r>
              <a:rPr lang="en-US" sz="1600" dirty="0" err="1">
                <a:latin typeface="Berlin Sans FB" panose="020E0602020502020306" pitchFamily="34" charset="0"/>
              </a:rPr>
              <a:t>action.payload</a:t>
            </a:r>
            <a:r>
              <a:rPr lang="en-US" sz="1600" dirty="0">
                <a:latin typeface="Berlin Sans FB" panose="020E0602020502020306" pitchFamily="34" charset="0"/>
              </a:rPr>
              <a:t>;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 })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 .</a:t>
            </a:r>
            <a:r>
              <a:rPr lang="en-US" sz="1600" dirty="0" err="1">
                <a:latin typeface="Berlin Sans FB" panose="020E0602020502020306" pitchFamily="34" charset="0"/>
              </a:rPr>
              <a:t>addCase</a:t>
            </a:r>
            <a:r>
              <a:rPr lang="en-US" sz="1600" dirty="0">
                <a:latin typeface="Berlin Sans FB" panose="020E0602020502020306" pitchFamily="34" charset="0"/>
              </a:rPr>
              <a:t>(</a:t>
            </a:r>
            <a:r>
              <a:rPr lang="en-US" sz="1600" dirty="0" err="1">
                <a:latin typeface="Berlin Sans FB" panose="020E0602020502020306" pitchFamily="34" charset="0"/>
              </a:rPr>
              <a:t>fetchUsers.rejected</a:t>
            </a:r>
            <a:r>
              <a:rPr lang="en-US" sz="1600" dirty="0">
                <a:latin typeface="Berlin Sans FB" panose="020E0602020502020306" pitchFamily="34" charset="0"/>
              </a:rPr>
              <a:t>, (</a:t>
            </a:r>
            <a:r>
              <a:rPr lang="en-US" sz="1600" dirty="0" err="1">
                <a:latin typeface="Berlin Sans FB" panose="020E0602020502020306" pitchFamily="34" charset="0"/>
              </a:rPr>
              <a:t>state,action</a:t>
            </a:r>
            <a:r>
              <a:rPr lang="en-US" sz="1600" dirty="0">
                <a:latin typeface="Berlin Sans FB" panose="020E0602020502020306" pitchFamily="34" charset="0"/>
              </a:rPr>
              <a:t>) =&gt; {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   </a:t>
            </a:r>
            <a:r>
              <a:rPr lang="en-US" sz="1600" dirty="0" err="1">
                <a:latin typeface="Berlin Sans FB" panose="020E0602020502020306" pitchFamily="34" charset="0"/>
              </a:rPr>
              <a:t>state.loading</a:t>
            </a:r>
            <a:r>
              <a:rPr lang="en-US" sz="1600" dirty="0">
                <a:latin typeface="Berlin Sans FB" panose="020E0602020502020306" pitchFamily="34" charset="0"/>
              </a:rPr>
              <a:t> = false;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   </a:t>
            </a:r>
            <a:r>
              <a:rPr lang="en-US" sz="1600" dirty="0" err="1">
                <a:latin typeface="Berlin Sans FB" panose="020E0602020502020306" pitchFamily="34" charset="0"/>
              </a:rPr>
              <a:t>state.error</a:t>
            </a:r>
            <a:r>
              <a:rPr lang="en-US" sz="1600" dirty="0">
                <a:latin typeface="Berlin Sans FB" panose="020E0602020502020306" pitchFamily="34" charset="0"/>
              </a:rPr>
              <a:t> = </a:t>
            </a:r>
            <a:r>
              <a:rPr lang="en-US" sz="1600" dirty="0" err="1">
                <a:latin typeface="Berlin Sans FB" panose="020E0602020502020306" pitchFamily="34" charset="0"/>
              </a:rPr>
              <a:t>action.error.message</a:t>
            </a:r>
            <a:r>
              <a:rPr lang="en-US" sz="1600" dirty="0">
                <a:latin typeface="Berlin Sans FB" panose="020E0602020502020306" pitchFamily="34" charset="0"/>
              </a:rPr>
              <a:t>;   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  });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}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)}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export default </a:t>
            </a:r>
            <a:r>
              <a:rPr lang="en-US" sz="1600" dirty="0" err="1">
                <a:latin typeface="Berlin Sans FB" panose="020E0602020502020306" pitchFamily="34" charset="0"/>
              </a:rPr>
              <a:t>userSlice</a:t>
            </a:r>
            <a:r>
              <a:rPr lang="en-US" sz="1600" dirty="0">
                <a:latin typeface="Berlin Sans FB" panose="020E0602020502020306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007586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58A6D-438D-F2C5-2503-2D8FC5233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9F38113B-8866-2AF5-F087-B9138B7A3465}"/>
              </a:ext>
            </a:extLst>
          </p:cNvPr>
          <p:cNvGrpSpPr/>
          <p:nvPr/>
        </p:nvGrpSpPr>
        <p:grpSpPr>
          <a:xfrm>
            <a:off x="195460" y="157485"/>
            <a:ext cx="6490472" cy="11774656"/>
            <a:chOff x="195460" y="157485"/>
            <a:chExt cx="6490472" cy="1177465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771A532-91A7-F0B4-3896-D4828CEB3B81}"/>
                </a:ext>
              </a:extLst>
            </p:cNvPr>
            <p:cNvGrpSpPr/>
            <p:nvPr/>
          </p:nvGrpSpPr>
          <p:grpSpPr>
            <a:xfrm>
              <a:off x="195460" y="157485"/>
              <a:ext cx="6490472" cy="474386"/>
              <a:chOff x="185856" y="-57562"/>
              <a:chExt cx="11538617" cy="84335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C1CC0992-52D6-516F-84AD-085BCFA55114}"/>
                  </a:ext>
                </a:extLst>
              </p:cNvPr>
              <p:cNvSpPr/>
              <p:nvPr/>
            </p:nvSpPr>
            <p:spPr>
              <a:xfrm>
                <a:off x="185856" y="-57562"/>
                <a:ext cx="11538617" cy="84335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4A80BAB9-34B6-CFA6-B400-3A6BB4996C45}"/>
                  </a:ext>
                </a:extLst>
              </p:cNvPr>
              <p:cNvSpPr/>
              <p:nvPr/>
            </p:nvSpPr>
            <p:spPr>
              <a:xfrm>
                <a:off x="427122" y="140605"/>
                <a:ext cx="448000" cy="448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03D8EFD-8EFC-7BED-F4F8-A62F1F1C1955}"/>
                  </a:ext>
                </a:extLst>
              </p:cNvPr>
              <p:cNvSpPr/>
              <p:nvPr/>
            </p:nvSpPr>
            <p:spPr>
              <a:xfrm>
                <a:off x="1075072" y="140605"/>
                <a:ext cx="448000" cy="44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A0F85D75-C484-94D8-973F-39B59427F789}"/>
                  </a:ext>
                </a:extLst>
              </p:cNvPr>
              <p:cNvSpPr/>
              <p:nvPr/>
            </p:nvSpPr>
            <p:spPr>
              <a:xfrm>
                <a:off x="1698549" y="140605"/>
                <a:ext cx="448000" cy="448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7BE6EF6-1719-82FD-7A33-09CE4909CAE7}"/>
                </a:ext>
              </a:extLst>
            </p:cNvPr>
            <p:cNvSpPr/>
            <p:nvPr/>
          </p:nvSpPr>
          <p:spPr>
            <a:xfrm>
              <a:off x="247697" y="869527"/>
              <a:ext cx="6362609" cy="1106261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95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267A9E2-72F8-DF8C-E85E-A7AF71A2FFC5}"/>
              </a:ext>
            </a:extLst>
          </p:cNvPr>
          <p:cNvGrpSpPr/>
          <p:nvPr/>
        </p:nvGrpSpPr>
        <p:grpSpPr>
          <a:xfrm>
            <a:off x="457172" y="1116443"/>
            <a:ext cx="1389158" cy="487880"/>
            <a:chOff x="578738" y="7654356"/>
            <a:chExt cx="1389158" cy="48788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1D6810E-63E6-D410-80DF-3123FAC32C0A}"/>
                </a:ext>
              </a:extLst>
            </p:cNvPr>
            <p:cNvSpPr/>
            <p:nvPr/>
          </p:nvSpPr>
          <p:spPr>
            <a:xfrm>
              <a:off x="578738" y="7654356"/>
              <a:ext cx="1389158" cy="4878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Berlin Sans FB" panose="020E0602020502020306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FDCD54C-C5C9-BC61-5622-21B6E025A8F3}"/>
                </a:ext>
              </a:extLst>
            </p:cNvPr>
            <p:cNvSpPr txBox="1"/>
            <p:nvPr/>
          </p:nvSpPr>
          <p:spPr>
            <a:xfrm>
              <a:off x="615266" y="7704717"/>
              <a:ext cx="12357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erlin Sans FB" panose="020E0602020502020306" pitchFamily="34" charset="0"/>
                </a:rPr>
                <a:t>Get Data </a:t>
              </a: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F0D3E4A4-C846-D5AD-1F2D-845E517CFF8A}"/>
              </a:ext>
            </a:extLst>
          </p:cNvPr>
          <p:cNvSpPr/>
          <p:nvPr/>
        </p:nvSpPr>
        <p:spPr>
          <a:xfrm>
            <a:off x="449314" y="1773792"/>
            <a:ext cx="5860045" cy="65320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E96A11-418E-98FD-AA5B-7F6CA6EDE7DE}"/>
              </a:ext>
            </a:extLst>
          </p:cNvPr>
          <p:cNvSpPr txBox="1"/>
          <p:nvPr/>
        </p:nvSpPr>
        <p:spPr>
          <a:xfrm>
            <a:off x="548641" y="1851239"/>
            <a:ext cx="5434124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Berlin Sans FB" panose="020E0602020502020306" pitchFamily="34" charset="0"/>
              </a:rPr>
              <a:t>Import { </a:t>
            </a:r>
            <a:r>
              <a:rPr lang="en-US" sz="1600" dirty="0" err="1">
                <a:latin typeface="Berlin Sans FB" panose="020E0602020502020306" pitchFamily="34" charset="0"/>
              </a:rPr>
              <a:t>useSelector</a:t>
            </a:r>
            <a:r>
              <a:rPr lang="en-US" sz="1600" dirty="0">
                <a:latin typeface="Berlin Sans FB" panose="020E0602020502020306" pitchFamily="34" charset="0"/>
              </a:rPr>
              <a:t>, </a:t>
            </a:r>
            <a:r>
              <a:rPr lang="en-US" sz="1600" dirty="0" err="1">
                <a:latin typeface="Berlin Sans FB" panose="020E0602020502020306" pitchFamily="34" charset="0"/>
              </a:rPr>
              <a:t>useDispatch</a:t>
            </a:r>
            <a:r>
              <a:rPr lang="en-US" sz="1600" dirty="0">
                <a:latin typeface="Berlin Sans FB" panose="020E0602020502020306" pitchFamily="34" charset="0"/>
              </a:rPr>
              <a:t> } from “react-redux”;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Import { </a:t>
            </a:r>
            <a:r>
              <a:rPr lang="en-US" sz="1600" dirty="0" err="1">
                <a:latin typeface="Berlin Sans FB" panose="020E0602020502020306" pitchFamily="34" charset="0"/>
              </a:rPr>
              <a:t>fetchUsers</a:t>
            </a:r>
            <a:r>
              <a:rPr lang="en-US" sz="1600" dirty="0">
                <a:latin typeface="Berlin Sans FB" panose="020E0602020502020306" pitchFamily="34" charset="0"/>
              </a:rPr>
              <a:t> } from “./redux/users/</a:t>
            </a:r>
            <a:r>
              <a:rPr lang="en-US" sz="1600" dirty="0" err="1">
                <a:latin typeface="Berlin Sans FB" panose="020E0602020502020306" pitchFamily="34" charset="0"/>
              </a:rPr>
              <a:t>userSlice</a:t>
            </a:r>
            <a:r>
              <a:rPr lang="en-US" sz="1600" dirty="0">
                <a:latin typeface="Berlin Sans FB" panose="020E0602020502020306" pitchFamily="34" charset="0"/>
              </a:rPr>
              <a:t>”;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Import { </a:t>
            </a:r>
            <a:r>
              <a:rPr lang="en-US" sz="1600" dirty="0" err="1">
                <a:latin typeface="Berlin Sans FB" panose="020E0602020502020306" pitchFamily="34" charset="0"/>
              </a:rPr>
              <a:t>useEffect</a:t>
            </a:r>
            <a:r>
              <a:rPr lang="en-US" sz="1600" dirty="0">
                <a:latin typeface="Berlin Sans FB" panose="020E0602020502020306" pitchFamily="34" charset="0"/>
              </a:rPr>
              <a:t> } from “react”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const app = () =&gt; { 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const dispatch = </a:t>
            </a:r>
            <a:r>
              <a:rPr lang="en-US" sz="1600" dirty="0" err="1">
                <a:latin typeface="Berlin Sans FB" panose="020E0602020502020306" pitchFamily="34" charset="0"/>
              </a:rPr>
              <a:t>useDispatch</a:t>
            </a:r>
            <a:r>
              <a:rPr lang="en-US" sz="1600" dirty="0">
                <a:latin typeface="Berlin Sans FB" panose="020E0602020502020306" pitchFamily="34" charset="0"/>
              </a:rPr>
              <a:t>();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const { users, loading, error } = </a:t>
            </a:r>
            <a:r>
              <a:rPr lang="en-US" sz="1600" dirty="0" err="1">
                <a:latin typeface="Berlin Sans FB" panose="020E0602020502020306" pitchFamily="34" charset="0"/>
              </a:rPr>
              <a:t>useSelector</a:t>
            </a:r>
            <a:r>
              <a:rPr lang="en-US" sz="1600" dirty="0">
                <a:latin typeface="Berlin Sans FB" panose="020E0602020502020306" pitchFamily="34" charset="0"/>
              </a:rPr>
              <a:t>(state=&gt;</a:t>
            </a:r>
            <a:r>
              <a:rPr lang="en-US" sz="1600" dirty="0" err="1">
                <a:latin typeface="Berlin Sans FB" panose="020E0602020502020306" pitchFamily="34" charset="0"/>
              </a:rPr>
              <a:t>state.users</a:t>
            </a:r>
            <a:r>
              <a:rPr lang="en-US" sz="1600" dirty="0">
                <a:latin typeface="Berlin Sans FB" panose="020E0602020502020306" pitchFamily="34" charset="0"/>
              </a:rPr>
              <a:t>)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</a:t>
            </a:r>
            <a:r>
              <a:rPr lang="en-US" sz="1600" dirty="0" err="1">
                <a:latin typeface="Berlin Sans FB" panose="020E0602020502020306" pitchFamily="34" charset="0"/>
              </a:rPr>
              <a:t>useEffect</a:t>
            </a:r>
            <a:r>
              <a:rPr lang="en-US" sz="1600" dirty="0">
                <a:latin typeface="Berlin Sans FB" panose="020E0602020502020306" pitchFamily="34" charset="0"/>
              </a:rPr>
              <a:t>(()=&gt;{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 dispatch(</a:t>
            </a:r>
            <a:r>
              <a:rPr lang="en-US" sz="1600" dirty="0" err="1">
                <a:latin typeface="Berlin Sans FB" panose="020E0602020502020306" pitchFamily="34" charset="0"/>
              </a:rPr>
              <a:t>fetchUsers</a:t>
            </a:r>
            <a:r>
              <a:rPr lang="en-US" sz="1600" dirty="0">
                <a:latin typeface="Berlin Sans FB" panose="020E0602020502020306" pitchFamily="34" charset="0"/>
              </a:rPr>
              <a:t>());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}, [] )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return (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 &lt;&gt;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  &lt;h1&gt;User List &lt;/h1&gt;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  {loading&amp;&amp;&lt;p&gt;loading….&lt;/p&gt;}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  {error&amp;&amp;&lt;p&gt;{error}&lt;/p&gt;}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   &lt;ul&gt;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    {</a:t>
            </a:r>
            <a:r>
              <a:rPr lang="en-US" sz="1600" dirty="0" err="1">
                <a:latin typeface="Berlin Sans FB" panose="020E0602020502020306" pitchFamily="34" charset="0"/>
              </a:rPr>
              <a:t>users.map</a:t>
            </a:r>
            <a:r>
              <a:rPr lang="en-US" sz="1600" dirty="0">
                <a:latin typeface="Berlin Sans FB" panose="020E0602020502020306" pitchFamily="34" charset="0"/>
              </a:rPr>
              <a:t>(user=&gt;(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      &lt;li key={user.id}&gt;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        {</a:t>
            </a:r>
            <a:r>
              <a:rPr lang="en-US" sz="1600" dirty="0" err="1">
                <a:latin typeface="Berlin Sans FB" panose="020E0602020502020306" pitchFamily="34" charset="0"/>
              </a:rPr>
              <a:t>user.nama</a:t>
            </a:r>
            <a:r>
              <a:rPr lang="en-US" sz="1600" dirty="0">
                <a:latin typeface="Berlin Sans FB" panose="020E0602020502020306" pitchFamily="34" charset="0"/>
              </a:rPr>
              <a:t>}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       &lt;/li&gt;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     ))}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    &lt;/ul&gt;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 &lt;/&gt;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 )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}</a:t>
            </a:r>
          </a:p>
          <a:p>
            <a:r>
              <a:rPr lang="en-US" sz="1600" dirty="0">
                <a:latin typeface="Berlin Sans FB" panose="020E0602020502020306" pitchFamily="34" charset="0"/>
              </a:rPr>
              <a:t>export default App ;</a:t>
            </a:r>
          </a:p>
        </p:txBody>
      </p:sp>
    </p:spTree>
    <p:extLst>
      <p:ext uri="{BB962C8B-B14F-4D97-AF65-F5344CB8AC3E}">
        <p14:creationId xmlns:p14="http://schemas.microsoft.com/office/powerpoint/2010/main" val="27562435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520A5B-477F-2E3E-9547-8E555A8F2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4BF6079A-16D9-B98B-C3A5-84A45B856654}"/>
              </a:ext>
            </a:extLst>
          </p:cNvPr>
          <p:cNvGrpSpPr/>
          <p:nvPr/>
        </p:nvGrpSpPr>
        <p:grpSpPr>
          <a:xfrm>
            <a:off x="195460" y="157485"/>
            <a:ext cx="6490472" cy="11774656"/>
            <a:chOff x="195460" y="157485"/>
            <a:chExt cx="6490472" cy="1177465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B42564A-6832-FF18-12CF-E5ABF67C9829}"/>
                </a:ext>
              </a:extLst>
            </p:cNvPr>
            <p:cNvGrpSpPr/>
            <p:nvPr/>
          </p:nvGrpSpPr>
          <p:grpSpPr>
            <a:xfrm>
              <a:off x="195460" y="157485"/>
              <a:ext cx="6490472" cy="474386"/>
              <a:chOff x="185856" y="-57562"/>
              <a:chExt cx="11538617" cy="84335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716FF758-F9B8-6D90-3779-9BB5424A156D}"/>
                  </a:ext>
                </a:extLst>
              </p:cNvPr>
              <p:cNvSpPr/>
              <p:nvPr/>
            </p:nvSpPr>
            <p:spPr>
              <a:xfrm>
                <a:off x="185856" y="-57562"/>
                <a:ext cx="11538617" cy="84335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02A4E1C-874C-9FA1-FBE1-8D05F4F693A9}"/>
                  </a:ext>
                </a:extLst>
              </p:cNvPr>
              <p:cNvSpPr/>
              <p:nvPr/>
            </p:nvSpPr>
            <p:spPr>
              <a:xfrm>
                <a:off x="427122" y="140605"/>
                <a:ext cx="448000" cy="448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E7228AD2-1C3D-B3D6-9490-806BC3C8D881}"/>
                  </a:ext>
                </a:extLst>
              </p:cNvPr>
              <p:cNvSpPr/>
              <p:nvPr/>
            </p:nvSpPr>
            <p:spPr>
              <a:xfrm>
                <a:off x="1075072" y="140605"/>
                <a:ext cx="448000" cy="44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1D7EE392-E326-6F65-7D02-8629D53A67F3}"/>
                  </a:ext>
                </a:extLst>
              </p:cNvPr>
              <p:cNvSpPr/>
              <p:nvPr/>
            </p:nvSpPr>
            <p:spPr>
              <a:xfrm>
                <a:off x="1698549" y="140605"/>
                <a:ext cx="448000" cy="448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01B72AA-F602-3D5D-197D-CE2072D3C116}"/>
                </a:ext>
              </a:extLst>
            </p:cNvPr>
            <p:cNvSpPr/>
            <p:nvPr/>
          </p:nvSpPr>
          <p:spPr>
            <a:xfrm>
              <a:off x="247697" y="869527"/>
              <a:ext cx="6362609" cy="1106261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95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C308160-A323-67C3-72D4-B636301EC01F}"/>
              </a:ext>
            </a:extLst>
          </p:cNvPr>
          <p:cNvSpPr txBox="1"/>
          <p:nvPr/>
        </p:nvSpPr>
        <p:spPr>
          <a:xfrm>
            <a:off x="1280591" y="6182291"/>
            <a:ext cx="4539742" cy="218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accent1"/>
                </a:solidFill>
                <a:latin typeface="Goudy Stout" panose="0202090407030B020401" pitchFamily="18" charset="0"/>
              </a:rPr>
              <a:t>Thank</a:t>
            </a:r>
            <a:br>
              <a:rPr lang="en-US" sz="4800" dirty="0">
                <a:solidFill>
                  <a:schemeClr val="accent1"/>
                </a:solidFill>
                <a:latin typeface="Goudy Stout" panose="0202090407030B020401" pitchFamily="18" charset="0"/>
              </a:rPr>
            </a:br>
            <a:r>
              <a:rPr lang="en-US" sz="4800" dirty="0">
                <a:solidFill>
                  <a:schemeClr val="accent1"/>
                </a:solidFill>
                <a:latin typeface="Goudy Stout" panose="0202090407030B020401" pitchFamily="18" charset="0"/>
              </a:rPr>
              <a:t>you !</a:t>
            </a:r>
            <a:br>
              <a:rPr lang="en-US" sz="3713" dirty="0">
                <a:latin typeface="Goudy Stout" panose="0202090407030B020401" pitchFamily="18" charset="0"/>
              </a:rPr>
            </a:br>
            <a:r>
              <a:rPr lang="en-US" sz="2000" i="1" dirty="0">
                <a:latin typeface="Kristen ITC" panose="03050502040202030202" pitchFamily="66" charset="0"/>
              </a:rPr>
              <a:t>Don’t forget to visit </a:t>
            </a:r>
            <a:br>
              <a:rPr lang="en-US" sz="3713" dirty="0">
                <a:latin typeface="Goudy Stout" panose="0202090407030B020401" pitchFamily="18" charset="0"/>
              </a:rPr>
            </a:br>
            <a:r>
              <a:rPr lang="en-US" sz="2025" i="1" u="sng" dirty="0">
                <a:solidFill>
                  <a:schemeClr val="accent2"/>
                </a:solidFill>
                <a:highlight>
                  <a:srgbClr val="FFFF00"/>
                </a:highlight>
                <a:latin typeface="Bahnschrift" panose="020B0502040204020203" pitchFamily="34" charset="0"/>
                <a:cs typeface="Arial" panose="020B0604020202020204" pitchFamily="34" charset="0"/>
              </a:rPr>
              <a:t>https://josserich.github.io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DCE844E-12CD-3225-ECD1-2C327128B740}"/>
              </a:ext>
            </a:extLst>
          </p:cNvPr>
          <p:cNvGrpSpPr/>
          <p:nvPr/>
        </p:nvGrpSpPr>
        <p:grpSpPr>
          <a:xfrm>
            <a:off x="539376" y="1246291"/>
            <a:ext cx="5698329" cy="10076182"/>
            <a:chOff x="545040" y="1448068"/>
            <a:chExt cx="10130363" cy="15136252"/>
          </a:xfrm>
        </p:grpSpPr>
        <p:sp>
          <p:nvSpPr>
            <p:cNvPr id="28" name="Star: 4 Points 27">
              <a:extLst>
                <a:ext uri="{FF2B5EF4-FFF2-40B4-BE49-F238E27FC236}">
                  <a16:creationId xmlns:a16="http://schemas.microsoft.com/office/drawing/2014/main" id="{AD098A3D-2B7A-730A-D18A-1397563C2A4F}"/>
                </a:ext>
              </a:extLst>
            </p:cNvPr>
            <p:cNvSpPr/>
            <p:nvPr/>
          </p:nvSpPr>
          <p:spPr>
            <a:xfrm>
              <a:off x="1021270" y="1825147"/>
              <a:ext cx="1003618" cy="1577326"/>
            </a:xfrm>
            <a:prstGeom prst="star4">
              <a:avLst/>
            </a:prstGeom>
            <a:solidFill>
              <a:srgbClr val="FFC0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31" name="Star: 4 Points 30">
              <a:extLst>
                <a:ext uri="{FF2B5EF4-FFF2-40B4-BE49-F238E27FC236}">
                  <a16:creationId xmlns:a16="http://schemas.microsoft.com/office/drawing/2014/main" id="{A20261FE-F958-62C3-5154-93F79C4F9919}"/>
                </a:ext>
              </a:extLst>
            </p:cNvPr>
            <p:cNvSpPr/>
            <p:nvPr/>
          </p:nvSpPr>
          <p:spPr>
            <a:xfrm>
              <a:off x="7546790" y="14699230"/>
              <a:ext cx="1994875" cy="1885090"/>
            </a:xfrm>
            <a:prstGeom prst="star4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34" name="Star: 5 Points 33">
              <a:extLst>
                <a:ext uri="{FF2B5EF4-FFF2-40B4-BE49-F238E27FC236}">
                  <a16:creationId xmlns:a16="http://schemas.microsoft.com/office/drawing/2014/main" id="{3E52BA86-0B13-95E4-60E4-4B5EC0BFB0B0}"/>
                </a:ext>
              </a:extLst>
            </p:cNvPr>
            <p:cNvSpPr/>
            <p:nvPr/>
          </p:nvSpPr>
          <p:spPr>
            <a:xfrm>
              <a:off x="725865" y="3688750"/>
              <a:ext cx="558800" cy="471948"/>
            </a:xfrm>
            <a:prstGeom prst="star5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36" name="Star: 5 Points 35">
              <a:extLst>
                <a:ext uri="{FF2B5EF4-FFF2-40B4-BE49-F238E27FC236}">
                  <a16:creationId xmlns:a16="http://schemas.microsoft.com/office/drawing/2014/main" id="{53FC56C7-9271-A497-24AE-4DFCA9EF9360}"/>
                </a:ext>
              </a:extLst>
            </p:cNvPr>
            <p:cNvSpPr/>
            <p:nvPr/>
          </p:nvSpPr>
          <p:spPr>
            <a:xfrm>
              <a:off x="4460845" y="15766235"/>
              <a:ext cx="1289804" cy="818085"/>
            </a:xfrm>
            <a:prstGeom prst="star5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40" name="Star: 5 Points 39">
              <a:extLst>
                <a:ext uri="{FF2B5EF4-FFF2-40B4-BE49-F238E27FC236}">
                  <a16:creationId xmlns:a16="http://schemas.microsoft.com/office/drawing/2014/main" id="{F7D283CE-9D3A-A135-54B5-7F67319D8D4A}"/>
                </a:ext>
              </a:extLst>
            </p:cNvPr>
            <p:cNvSpPr/>
            <p:nvPr/>
          </p:nvSpPr>
          <p:spPr>
            <a:xfrm>
              <a:off x="10116603" y="2406146"/>
              <a:ext cx="558800" cy="471948"/>
            </a:xfrm>
            <a:prstGeom prst="star5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41" name="Star: 5 Points 40">
              <a:extLst>
                <a:ext uri="{FF2B5EF4-FFF2-40B4-BE49-F238E27FC236}">
                  <a16:creationId xmlns:a16="http://schemas.microsoft.com/office/drawing/2014/main" id="{FCB13269-883A-12EA-DF57-87DF921D7A1E}"/>
                </a:ext>
              </a:extLst>
            </p:cNvPr>
            <p:cNvSpPr/>
            <p:nvPr/>
          </p:nvSpPr>
          <p:spPr>
            <a:xfrm>
              <a:off x="9557803" y="12252286"/>
              <a:ext cx="751211" cy="674875"/>
            </a:xfrm>
            <a:prstGeom prst="star5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42" name="Star: 6 Points 41">
              <a:extLst>
                <a:ext uri="{FF2B5EF4-FFF2-40B4-BE49-F238E27FC236}">
                  <a16:creationId xmlns:a16="http://schemas.microsoft.com/office/drawing/2014/main" id="{3A273F26-DF7C-0F26-E6A5-47AF50DCE6C1}"/>
                </a:ext>
              </a:extLst>
            </p:cNvPr>
            <p:cNvSpPr/>
            <p:nvPr/>
          </p:nvSpPr>
          <p:spPr>
            <a:xfrm>
              <a:off x="7550242" y="1448068"/>
              <a:ext cx="734245" cy="818672"/>
            </a:xfrm>
            <a:prstGeom prst="star6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43" name="Star: 6 Points 42">
              <a:extLst>
                <a:ext uri="{FF2B5EF4-FFF2-40B4-BE49-F238E27FC236}">
                  <a16:creationId xmlns:a16="http://schemas.microsoft.com/office/drawing/2014/main" id="{B123432C-9CE4-6BF9-5E2A-F41B2B81B694}"/>
                </a:ext>
              </a:extLst>
            </p:cNvPr>
            <p:cNvSpPr/>
            <p:nvPr/>
          </p:nvSpPr>
          <p:spPr>
            <a:xfrm flipH="1">
              <a:off x="1005266" y="14470573"/>
              <a:ext cx="938247" cy="1016078"/>
            </a:xfrm>
            <a:prstGeom prst="star6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44" name="Star: 4 Points 43">
              <a:extLst>
                <a:ext uri="{FF2B5EF4-FFF2-40B4-BE49-F238E27FC236}">
                  <a16:creationId xmlns:a16="http://schemas.microsoft.com/office/drawing/2014/main" id="{FFFBF5BB-5171-97A7-6C61-FD3092AB5168}"/>
                </a:ext>
              </a:extLst>
            </p:cNvPr>
            <p:cNvSpPr/>
            <p:nvPr/>
          </p:nvSpPr>
          <p:spPr>
            <a:xfrm>
              <a:off x="545040" y="10837966"/>
              <a:ext cx="1003618" cy="1177228"/>
            </a:xfrm>
            <a:prstGeom prst="star4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8AE52F2-077A-89E8-C181-496DB5674B59}"/>
              </a:ext>
            </a:extLst>
          </p:cNvPr>
          <p:cNvGrpSpPr/>
          <p:nvPr/>
        </p:nvGrpSpPr>
        <p:grpSpPr>
          <a:xfrm>
            <a:off x="1931348" y="2498349"/>
            <a:ext cx="2902660" cy="3398908"/>
            <a:chOff x="8981371" y="2824912"/>
            <a:chExt cx="2997907" cy="3510212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578B266E-73F7-7C5C-60D9-A7085C3C8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B5463C57-D517-4477-3BB6-0C63889B7FA5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8F517904-07C7-21AA-0D15-2260509838E8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845FB09-BD0D-4C87-3A9E-3129CB6523F5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58E3030-41EF-7884-56B0-23EA34CD30D3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00064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5988</TotalTime>
  <Words>2047</Words>
  <Application>Microsoft Office PowerPoint</Application>
  <PresentationFormat>Widescreen</PresentationFormat>
  <Paragraphs>515</Paragraphs>
  <Slides>27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9" baseType="lpstr">
      <vt:lpstr>Arial</vt:lpstr>
      <vt:lpstr>Bahnschrift</vt:lpstr>
      <vt:lpstr>Berlin Sans FB</vt:lpstr>
      <vt:lpstr>Berlin Sans FB Demi</vt:lpstr>
      <vt:lpstr>Calibri</vt:lpstr>
      <vt:lpstr>Calibri Light</vt:lpstr>
      <vt:lpstr>Copperplate Gothic Bold</vt:lpstr>
      <vt:lpstr>Eras Bold ITC</vt:lpstr>
      <vt:lpstr>Gill Sans MT</vt:lpstr>
      <vt:lpstr>Goudy Stout</vt:lpstr>
      <vt:lpstr>Kristen ITC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josse</dc:creator>
  <cp:lastModifiedBy>TUF GAMING</cp:lastModifiedBy>
  <cp:revision>170</cp:revision>
  <dcterms:created xsi:type="dcterms:W3CDTF">2025-11-04T03:39:38Z</dcterms:created>
  <dcterms:modified xsi:type="dcterms:W3CDTF">2026-07-12T11:28:27Z</dcterms:modified>
</cp:coreProperties>
</file>
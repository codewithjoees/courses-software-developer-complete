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9" r:id="rId11"/>
    <p:sldId id="267" r:id="rId12"/>
    <p:sldId id="268" r:id="rId13"/>
    <p:sldId id="270" r:id="rId14"/>
    <p:sldId id="271" r:id="rId15"/>
    <p:sldId id="272" r:id="rId16"/>
    <p:sldId id="274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2" r:id="rId35"/>
    <p:sldId id="293" r:id="rId36"/>
    <p:sldId id="297" r:id="rId37"/>
    <p:sldId id="298" r:id="rId38"/>
    <p:sldId id="294" r:id="rId39"/>
    <p:sldId id="295" r:id="rId40"/>
    <p:sldId id="296" r:id="rId41"/>
    <p:sldId id="299" r:id="rId42"/>
    <p:sldId id="301" r:id="rId43"/>
    <p:sldId id="302" r:id="rId44"/>
    <p:sldId id="303" r:id="rId45"/>
    <p:sldId id="304" r:id="rId46"/>
    <p:sldId id="305" r:id="rId47"/>
    <p:sldId id="306" r:id="rId48"/>
    <p:sldId id="309" r:id="rId49"/>
    <p:sldId id="310" r:id="rId50"/>
    <p:sldId id="311" r:id="rId51"/>
    <p:sldId id="312" r:id="rId52"/>
    <p:sldId id="313" r:id="rId53"/>
    <p:sldId id="314" r:id="rId54"/>
    <p:sldId id="316" r:id="rId55"/>
    <p:sldId id="315" r:id="rId56"/>
    <p:sldId id="300" r:id="rId57"/>
    <p:sldId id="257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2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5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04EC-4039-EE61-22A8-6D2A6F4FA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51E24-56B7-4541-0A09-C37A5DA4D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872EA-3438-0033-865F-05C1194E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0BD8-7E5B-704A-4071-33C00AA3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3BDC6-5A1B-BFED-EBF3-B335E058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8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D70E-8E44-36F4-37ED-431B2813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9A6-CA29-F128-7CC1-3A0A673D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C7F8-F9E1-82CA-DFEC-166DB7B9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E926-1EE2-DE5C-6D28-BA299A6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316F-B378-E9D4-7191-BC035958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CF00-1773-D9D0-D89D-9CC8CD39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F422F-6802-CFC3-557E-06678C0B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D49A-3533-E2CD-3ABE-44B270F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5B51-75E5-71B9-3E83-A5A00E5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D20B-CAC1-3175-A7E8-E08F377D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3D7-DD23-31E1-B522-0DC6FD4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B1D0-C293-6754-4D4D-CB81BCA26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0468F-6878-6C6F-B64A-25A19B0B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BBDB8-2080-3AF8-076D-2B83A336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84BCD-D9AF-875A-7912-E24349A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97F9-DE86-BB0E-F897-65514D93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ED9D-F6D3-8600-2320-7DCF0653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E576-DC50-1D1F-3A7A-8F8DE2B2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3E3E-AE21-D330-BC12-FD1B16D0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C5C1-7F23-0CBC-66C0-C1B77793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C16BF-0364-1C1D-90CD-E6A6E38E3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0D3B1-60DF-8C79-8083-9238A4E2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C7BC3-826E-32E3-133C-604129CE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6593C-5BE3-3ACA-DD28-394B67D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21D0-5F64-A22A-62E6-241E9C5E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576BA-A2E5-5357-BD25-5F5E95C1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6E412-EA4F-785A-BF7D-7AB5944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85CB2-8076-D766-667B-C1A69887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6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0FF35-4FC6-CD03-CC73-04586439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E7138-94B5-28C7-C296-3CC2EBD7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F9C5-8E7D-637D-8EFB-8109BE62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46C3-A19E-3B0B-B7E8-F0FFE494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DE83-7AF7-A694-5A10-EF123045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7F8A-F8A3-F430-645D-A5B8340B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50DE6-0DFE-A56A-F072-016606A0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E462-6AE0-ABB1-5BD7-7E27F05A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CE51-A6D9-F91F-9DC6-A6576CC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4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A1DD-8DFF-A1F2-DDB7-DFC5D2E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F256B-AEDF-3A35-DB89-8BD356F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555A2-1C69-CC0C-828A-BA42C4A19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47F5C-BDD1-3E3D-696A-02108852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5CF22-33CD-9325-1E40-5A01568F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77DC3-0FC6-7B35-0A5E-453D20BC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6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658F-5DF7-6E63-DF5B-ED4D5C94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F61EE-032E-B93D-DC52-2B545141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DD7B-8069-2771-424E-DEF26EED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3AA03-1EA5-2A37-AF8E-F6A54613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58BA-D1AA-83FC-2E35-DE0982A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E225-9FE6-BAD6-AF40-76952706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93AF-0288-E974-71C8-E68A85EE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9E-B004-4DC3-50A6-32958611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4770-04B3-83C4-7701-597DA5F4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6224-0840-70C3-49FC-1CECE4DB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D323D-2A70-ECAF-D2BF-74EEFD47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FCC5-C095-6B99-0821-B7D14D56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D852-4D9D-FF3A-3065-556D2CE7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0401-5E56-943E-685A-F129C079F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E51E-4649-C770-FA47-435DBEF2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fakestoreapi.com/user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fakestoreapi.com/user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108333" y="941046"/>
              <a:ext cx="8804791" cy="5802344"/>
              <a:chOff x="97378" y="962804"/>
              <a:chExt cx="8804791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97378" y="1713733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1BD6A8-FACC-EEF8-22CF-8E816F8F1F9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70F94D-19F1-127E-C4F8-D0E1026CA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C437DA-622A-826D-F8C0-88E26BC2694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85DC9D-2E5F-30EF-3BC2-5C8CCFC8CE4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0079F11-6302-EFE6-90A8-029433B98C7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64F573-D02B-0468-E51F-462A9CDA8A5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7F2F08B0-2010-1E66-5342-26E129086E68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9ED1D0B8-4FDE-EB84-4974-A71B32754701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1450314" y="1599039"/>
            <a:ext cx="6116776" cy="3538451"/>
            <a:chOff x="1683994" y="1599039"/>
            <a:chExt cx="6116776" cy="353845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683994" y="2800549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3399802" y="4320075"/>
              <a:ext cx="3010003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#3 – </a:t>
              </a:r>
              <a:r>
                <a:rPr lang="en-US" sz="3200" b="1" dirty="0" err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Javascript</a:t>
              </a:r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 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A020B29-6DD9-BC81-1E14-5AE2F5F44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1632" y="1599039"/>
              <a:ext cx="1463590" cy="1463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1C1F4-317C-D09C-6FAA-4C3BBD73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FEC7CCD-0C1C-59CC-16A8-2066A3B71BD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388C9FE-DFC3-AA03-1FC5-C0A521D753F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2357477-D838-45EA-68DF-CBD0C5740A9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5FB2A64-3F5D-F814-FE73-F388762DE3B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7868A2A-4330-03D2-CA9F-8775A82A6E8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7F1587F-4F81-5BB3-71DE-F6BA983BD5F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A49AA61-AB2C-56FB-9B73-C6C49B3FB7B6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7E8ABA2-E520-B649-86F1-D4338712DC2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CB3CCD0-9687-5983-F19A-E1AFD5768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CC4AC2-44B2-C3BF-A30F-809E3ED77A3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AC4B48-C159-FF6C-F311-706987F44F6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32FD67A-ADCF-C0FA-B153-96B1561C00C9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DBD270B-B62E-3F00-DE19-1492A2268EEA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93DB2BEE-65AA-FA69-4432-954B2FD8B79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DBDA6572-60EF-7FBE-0BED-2EC4755D225C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0F86E-70AA-5540-E3EE-FCA5A32D52D2}"/>
              </a:ext>
            </a:extLst>
          </p:cNvPr>
          <p:cNvSpPr txBox="1"/>
          <p:nvPr/>
        </p:nvSpPr>
        <p:spPr>
          <a:xfrm>
            <a:off x="505031" y="1922151"/>
            <a:ext cx="8219753" cy="3427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Berlin Sans FB" panose="020E0602020502020306" pitchFamily="34" charset="0"/>
              </a:rPr>
              <a:t>Programming</a:t>
            </a:r>
            <a:br>
              <a:rPr lang="en-US" sz="3600" dirty="0">
                <a:latin typeface="Aptos" panose="020B0004020202020204" pitchFamily="34" charset="0"/>
              </a:rPr>
            </a:br>
            <a:r>
              <a:rPr lang="en-US" sz="2800" dirty="0" err="1">
                <a:latin typeface="Berlin Sans FB" panose="020E0602020502020306" pitchFamily="34" charset="0"/>
              </a:rPr>
              <a:t>Programming</a:t>
            </a:r>
            <a:r>
              <a:rPr lang="en-US" sz="2800" dirty="0">
                <a:latin typeface="Berlin Sans FB" panose="020E0602020502020306" pitchFamily="34" charset="0"/>
              </a:rPr>
              <a:t> is the way we give instructions to a computer to perform specific tasks.</a:t>
            </a:r>
            <a:br>
              <a:rPr lang="en-US" sz="2800" dirty="0">
                <a:latin typeface="Berlin Sans FB" panose="020E0602020502020306" pitchFamily="34" charset="0"/>
              </a:rPr>
            </a:br>
            <a:r>
              <a:rPr lang="en-US" sz="2800" dirty="0">
                <a:latin typeface="Berlin Sans FB" panose="020E0602020502020306" pitchFamily="34" charset="0"/>
              </a:rPr>
              <a:t>The instructions must be correct, well-structured,  follow rules of the programming language being used.</a:t>
            </a:r>
            <a:endParaRPr lang="en-US" sz="2700" dirty="0">
              <a:latin typeface="Berlin Sans FB" panose="020E0602020502020306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0A8F71-256D-2A07-0203-A48544B63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569" y="979279"/>
            <a:ext cx="1255921" cy="12559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15CEAE-501A-02CF-69C5-423444CDE8F3}"/>
              </a:ext>
            </a:extLst>
          </p:cNvPr>
          <p:cNvSpPr/>
          <p:nvPr/>
        </p:nvSpPr>
        <p:spPr>
          <a:xfrm>
            <a:off x="429614" y="4236665"/>
            <a:ext cx="2517058" cy="5248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96CA6-6AFD-145D-05F4-8DFDC7C564E7}"/>
              </a:ext>
            </a:extLst>
          </p:cNvPr>
          <p:cNvSpPr/>
          <p:nvPr/>
        </p:nvSpPr>
        <p:spPr>
          <a:xfrm>
            <a:off x="4154129" y="4236665"/>
            <a:ext cx="1125794" cy="5248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F92F60-0207-7169-5304-6EA8ECD996F9}"/>
              </a:ext>
            </a:extLst>
          </p:cNvPr>
          <p:cNvSpPr/>
          <p:nvPr/>
        </p:nvSpPr>
        <p:spPr>
          <a:xfrm>
            <a:off x="5355340" y="4236665"/>
            <a:ext cx="2412144" cy="5248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A16740-E59A-AEDC-D8CF-9FCD417093D6}"/>
              </a:ext>
            </a:extLst>
          </p:cNvPr>
          <p:cNvSpPr/>
          <p:nvPr/>
        </p:nvSpPr>
        <p:spPr>
          <a:xfrm>
            <a:off x="552368" y="4824363"/>
            <a:ext cx="8060689" cy="5248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3863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ACB3BA-E46E-9618-A2BD-B2EC4A387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2649B38-6B4F-14CC-D88A-AC387AB17EC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A90871F-C4B8-C5D1-F545-927B09F56B6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453F981-5542-E3BA-340F-D33D2D837D1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2A7376E-9C32-E3BD-E6CC-E9E9E361DA99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0373309-A585-304A-6E14-C4E8017E0CD8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DCAAE88-F62F-CE79-00EA-705417161975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09C83D7-74CB-4231-3F47-54C223D653D4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8A07DFD-DA1E-62EC-8088-810EC838CD1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BEDE112-5128-34FE-BE14-2BA6B35F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71A834-11D8-9930-99A2-5A507D24BE5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6A1E57-7519-3B59-9441-19F5A4EE22C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43FD9F6-37BA-C25F-AEC9-C31B0A07377C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2EE3032-EFA1-8682-6F8B-57BF0C500D5B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9615705B-3881-ABB3-90EA-5639A62F8FBF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2438621B-8821-D3AB-5128-D5827094099C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5E67705-D2DC-9D0A-8BDD-568AB0B3DD73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95A701-9719-17EF-A71B-91BD24B9532B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F13B69F-6C68-FBA1-4E99-FAAABECA3B42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B5A23D-223D-A355-E1BB-F7C0842C5E76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B4FD2E-9F5D-9F65-7121-FA8658287465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726A1E5-3D5A-BD8B-6079-E3A48727E508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FAB19-A63A-A724-DA3F-3D3B26332F10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7A97DE-F643-7228-F619-A53C693C8222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FCA031-BE5B-EE6E-7760-967CA94E0EE5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15AD8FC-AD73-0ED4-31B4-56D91CB999A4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84797A7-DC3D-84DE-1D6B-AD9796280A1F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20400D-D7D4-4B72-EBA4-3C764257AB9B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D3EF65D-293F-1006-7570-12246212059F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4B1DA23-0352-26EB-08FE-8891008CC80E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FE4E8CE-F620-4EC2-F225-4CA93E37E3D0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B9B2AF-C5EF-9B0A-3BA4-EC8DBD355C7A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8003A3F-963A-BE57-37B2-DBA89D3AE9E7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0B9667-5C26-5B7D-457C-74DAE09EA13C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1CB633B-0A29-BB10-144E-1B4A993FBB3C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9365C50-FD1B-7A89-C98F-72B0F6A441DD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D72755-45EE-7CE4-385C-96ECBE7711B7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A2E8FC7-4215-63EA-EEBA-7DB3BAC0AD00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61508D6-CC9B-398E-89C1-FD5C821E7A8B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78B7E1E-1BB2-ED43-37CB-6DD89CE4199C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0C1A26D-37F0-FF08-9FB8-8E8DCD6803FD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73A1790-D875-710F-B0A9-DAE6DE65DA1C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6C78D57-5400-EE54-3EA4-9C129694AB22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DF94C7C-C054-A64C-429A-5FD66295710C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543696A-FBAB-B5A7-7AB7-BD5888ADB2FF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29A0774-DDAE-AC50-F934-2D5C0E48B07F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E3E97EE-CEDE-35CF-9795-11C20BC2E168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DA269F1-95C9-5B0E-8901-9BC084EBF554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B6B3171-FD0F-4350-5710-69761140108D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EC2FAC0-100C-FAC0-8D0A-B37369D9CC13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8B51016F-8838-D478-0113-A82944D25629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F86DE27-C0CB-E5AB-BA6B-8ECD8A3E0113}"/>
              </a:ext>
            </a:extLst>
          </p:cNvPr>
          <p:cNvSpPr/>
          <p:nvPr/>
        </p:nvSpPr>
        <p:spPr>
          <a:xfrm>
            <a:off x="5659120" y="2687377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1.Go Straight from Gate In 500m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60BF558-462F-AB44-1DF4-8FA9440D289C}"/>
              </a:ext>
            </a:extLst>
          </p:cNvPr>
          <p:cNvSpPr/>
          <p:nvPr/>
        </p:nvSpPr>
        <p:spPr>
          <a:xfrm>
            <a:off x="6875261" y="3123420"/>
            <a:ext cx="217202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2.Turn Right 500m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DBE3C95-9481-A9BC-2D35-5CC28ACC26BB}"/>
              </a:ext>
            </a:extLst>
          </p:cNvPr>
          <p:cNvSpPr/>
          <p:nvPr/>
        </p:nvSpPr>
        <p:spPr>
          <a:xfrm>
            <a:off x="6150174" y="3541613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Find House Number D-6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9A72A4A-1634-2436-DA8C-278885A436E7}"/>
              </a:ext>
            </a:extLst>
          </p:cNvPr>
          <p:cNvGrpSpPr/>
          <p:nvPr/>
        </p:nvGrpSpPr>
        <p:grpSpPr>
          <a:xfrm>
            <a:off x="419168" y="2602762"/>
            <a:ext cx="914400" cy="3965311"/>
            <a:chOff x="419168" y="2602762"/>
            <a:chExt cx="914400" cy="3965311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DE92EE30-7D1E-FF9C-C29A-D1F91DA065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283" y="2602762"/>
              <a:ext cx="0" cy="396531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553E418-ECDC-86B5-F143-45228CB69ED1}"/>
                </a:ext>
              </a:extLst>
            </p:cNvPr>
            <p:cNvSpPr/>
            <p:nvPr/>
          </p:nvSpPr>
          <p:spPr>
            <a:xfrm rot="16200000">
              <a:off x="419168" y="3936981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highlight>
                    <a:srgbClr val="FFFF00"/>
                  </a:highlight>
                  <a:latin typeface="Berlin Sans FB" panose="020E0602020502020306" pitchFamily="34" charset="0"/>
                </a:rPr>
                <a:t>500m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82B0FB3-0B47-C989-73C8-F4282C780C8A}"/>
              </a:ext>
            </a:extLst>
          </p:cNvPr>
          <p:cNvGrpSpPr/>
          <p:nvPr/>
        </p:nvGrpSpPr>
        <p:grpSpPr>
          <a:xfrm>
            <a:off x="1352292" y="1856322"/>
            <a:ext cx="5829742" cy="914400"/>
            <a:chOff x="1352292" y="1856322"/>
            <a:chExt cx="5829742" cy="914400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54C1EB34-C4AB-0E0B-86CB-31396AD40D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292" y="2504758"/>
              <a:ext cx="5829742" cy="4563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8CEB4BD-D8A2-283C-C05C-20A60F76AF62}"/>
                </a:ext>
              </a:extLst>
            </p:cNvPr>
            <p:cNvSpPr/>
            <p:nvPr/>
          </p:nvSpPr>
          <p:spPr>
            <a:xfrm>
              <a:off x="4973264" y="1856322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highlight>
                    <a:srgbClr val="FFFF00"/>
                  </a:highlight>
                  <a:latin typeface="Berlin Sans FB" panose="020E0602020502020306" pitchFamily="34" charset="0"/>
                </a:rPr>
                <a:t>500m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CDCA9235-2BE4-BFB1-9C3C-0400757CE0B0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A0B3622-286A-B397-F5C0-7C0B3654286E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C6B9073-7C0E-E692-12F2-F9788774CCAE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08FC966-0E87-F016-EE76-FA1ECAA95804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E4EB0EB-8085-3289-F5AF-1C64A572C860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24F3755-C437-CA6D-CEFA-6E835FA5D014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0040668-821B-9AAE-AAF2-7859D04D14E7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1809780-A8D2-EA2D-0291-8D0E5F653A0B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9B6985E-0AAE-1DFB-053E-D23503E97E17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C04E49AB-51F4-51E3-F90B-3BD655CCCDAF}"/>
              </a:ext>
            </a:extLst>
          </p:cNvPr>
          <p:cNvSpPr/>
          <p:nvPr/>
        </p:nvSpPr>
        <p:spPr>
          <a:xfrm>
            <a:off x="7086834" y="1378131"/>
            <a:ext cx="914400" cy="9144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7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8" grpId="0" animBg="1"/>
      <p:bldP spid="89" grpId="0" animBg="1"/>
      <p:bldP spid="42" grpId="0" animBg="1"/>
      <p:bldP spid="43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D6014-6CDB-AD15-4DF1-3D2ABCD47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A820951-3C29-0387-65CE-5ADED985DE1F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D25E8F0-7190-DADD-350B-E78B55D67C17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06894F9-7043-2BFA-C929-5FD4020CF41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9A5385-9797-FE45-383F-3E8BAD9F12C6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CAFCE3E-D336-796D-8C38-428853E86C3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CAE6E32-9EB8-A595-BDF4-8576CF813B6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C05DAAC-CD29-61E5-B70C-16B09491661D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20E95AD-D8B4-F711-14DF-1C74157C0366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43B0D95-C2F3-A61D-D2E3-F9C2CD24B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37E32B7-23E6-2DD3-A72A-B4E8BB4BC0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BD45B7C-075C-19F1-E319-22697387051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0DCA52B-E149-1DA6-52EB-1919B002E82A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470C4E1-D498-23BB-ED5C-E24449B34A91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BA18641D-AC36-702C-5FC8-6D0876F5E580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C8C06BB7-666D-86F0-FE23-EA836159DFCA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6A620DF-0BCB-2D7D-90E1-CB503ECD1EE4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18F985-678E-1D80-3979-5F75EDC5706F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55E5ACD-F263-A925-0D09-239F5DAB7E62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3103E9-E1C7-989A-0071-BEBDEA746C80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0BE9AA7-19CA-C63F-1671-60546B003C77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B17EAD9-233F-F3AD-15B5-A2247D772E17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A92B86-7E6F-CBB8-A52A-444DF9622B42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5760CFC-EAC2-E40A-5860-23F40AB12C82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2AF4758-5CD1-D51A-9F26-E49D744F08A5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1E1EFF1-ECB8-4E59-A963-DD70E60A95C4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A68035C-43DF-C9FF-05F8-3AA2BB62EC56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1BD6E4C-17C7-BDDC-062E-657C95F36E17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434F465-91EC-8C6B-4B54-367A0834F9CB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7BF5F32-8D30-E184-35D8-860D55A23A01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D575E39-83D3-FE82-7D2D-85F209B5C30E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DCB6DB1-9060-32F2-5F46-E391C62856B3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81E5D04-0127-E577-742C-6C507D42C525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E35FF3B-456F-CF85-6FDF-BA38727BBC40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F66D2B2-C90A-2539-B4DD-6BF5E5CB5AFB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4DCE483-3B09-374B-5532-8D390DA89F6A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9E56594-836C-4732-C351-14CCE7DEC740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75899EC-9AA3-DACF-A324-27A1D8790AEB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C5695DD-8A84-A833-9FEF-DE5F57A4626C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95C264A-1E2A-7D17-289B-44E33E990BE1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0F39600-0327-B646-3287-83674AE2F471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7551CDC-0C71-635B-4D0B-36E85BCD8199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97000AB-8D6B-95A4-9D5F-A8B162BC5CFA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6FE8605F-FB8D-E9E1-4EF5-FB43BE4C2A24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8818C0A-9505-3325-9994-2FA598284124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4352251-8295-C496-E125-179E305C7136}"/>
              </a:ext>
            </a:extLst>
          </p:cNvPr>
          <p:cNvGrpSpPr/>
          <p:nvPr/>
        </p:nvGrpSpPr>
        <p:grpSpPr>
          <a:xfrm>
            <a:off x="340666" y="483145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0FB018E-2713-016D-3962-12B6CB98FF0B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E775359-272D-9F74-C374-41E4956BC7D4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61FD17A-36BC-C031-2C8B-B1CCFC41B37D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5E23C4-E736-CBC1-406D-966C55AD8F41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21158BE-B9BD-2B64-844E-6A733FD170FA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9CA9AEB-F102-4D56-1716-C545DF98CDBC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ECADF4D-5DF9-F24B-D1BB-143CE28E5864}"/>
              </a:ext>
            </a:extLst>
          </p:cNvPr>
          <p:cNvGrpSpPr/>
          <p:nvPr/>
        </p:nvGrpSpPr>
        <p:grpSpPr>
          <a:xfrm>
            <a:off x="7781214" y="1114739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845D946-28D4-45AC-5EEB-B79B750C86CD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D2D7BB7-3889-6E82-95B8-31734041D38F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97B5C04-7A6C-3136-EBA6-E22FF9477A1A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07E15E6-1640-9CA7-40CF-40A482900BFE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8CD4039-EDC2-7504-C338-62319F6554D1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0B51ADB-3FED-63A2-ECE6-98B65BC4B7C6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8891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6C869-67E1-8D84-90BB-895BFA236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A2343E4-B233-E53A-6FEB-F0B207127B6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A796EB6-02C8-B4E5-AA19-F53678F03AB8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FB2BEDA-0E0D-E39C-FC98-0DA8F8209109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E08E854-A1F7-C482-2803-FE919820C6CB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C80E2B8-E91D-3FA5-A0A4-236E21A7CEB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8B00FBD-85EE-BCDC-92BB-E94E936389A3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E9E6E57-6081-72A1-9F39-C26513770A77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12B4D95-2BA0-14B6-C9BE-90AD0BB977D6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D133474-B020-A811-9555-FE036902E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6F06415-2342-4291-3E72-47D0436D5B6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74FD3EB-F004-8174-B71D-048B8A0A9C1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3948BD-509A-1531-B1A3-438EAA355C7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7DF5831-99B2-6073-6149-D3AEF6998F3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FFA61CC6-3664-F019-701E-613242E1982D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F5446F7E-AD6D-D71A-D362-7CA69B67DFC2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15CDAE1-02D6-E7AE-ACCF-EDD64F061C50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6AAFC2-EA1E-5BA9-2F4E-81013D7E7AE4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25E5340-E7C9-D64B-531F-9A4273BEA8CA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F6370F0-E6CC-45B9-D6E0-133FCA7E1BAF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F86790-5A13-727B-E494-4E9D73D7D0BD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5BF2528-B390-3D36-AE1F-4ADB7FF74D2E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67C7E9B-1BDB-B5E3-F6FF-C5F4E627DF88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E640948-B952-ADEE-D7AE-954835CC5A32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62CE0C-AA06-1CB3-8B03-D930A02E35B7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1EE932D-F94E-2A91-EFD4-AA2BB16B11ED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59121E8-8D8F-A22A-2E33-7D219989E522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E7874E1-ECB4-E706-7BC3-B1DBD34ECDFF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220168A-0DAC-BA05-C51E-ABEA15F7F7BB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1C991FB-0927-22BF-DA51-A167033D5B51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29668A-5440-86B3-E0C6-53305EF8C3A6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D2C8C76-78EB-C417-2FBB-301F4C2B47FE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DEBBE3-4006-8628-8EDC-C4E2453CE68A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F5C02E5-97EF-223C-9E64-32E4CD75F386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15703B4-B54E-2615-C45D-2F2F1F936C72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4B87DB7-5C15-DF03-29A0-3B8CC344288D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723EE39-AA28-150A-34CD-5190BCBDC2BD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FF11F07-DB27-799C-34D6-EB48846F9F3F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FF5820-6334-89C5-DB6C-079C3BF7172E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C47CA01-3117-6DD8-0C49-14B2F5F1FDFA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A28AA51-E99D-6219-2EF2-112E2387A49B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049DC86-F70B-EDCD-6885-A0DE9F2F225B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FB471E4-019C-7206-C9AD-A5EBD4B31292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4B09B859-2B6D-5E1C-46A9-470347B9875F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AD6F2C4-73D6-2A6C-72CA-29C01886E890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CAC484A-8D2A-9733-2145-E8DA8891AF17}"/>
              </a:ext>
            </a:extLst>
          </p:cNvPr>
          <p:cNvGrpSpPr/>
          <p:nvPr/>
        </p:nvGrpSpPr>
        <p:grpSpPr>
          <a:xfrm>
            <a:off x="450157" y="2078888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331DB33-D57C-8CDB-4BBC-196B5B07C767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934AD53-2E8F-00AE-299D-4A5A4425773F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9207E24-44FC-E06A-8613-0D86E722EBA8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B3B7B1B-D3A7-74F8-002A-1AF032F08861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23B5B9A-B259-972F-0C0B-837C4108874E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B8D3146-BE9A-2E86-82A7-6FBDC1B01891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1B0FDD6-3396-9408-398B-194F6E430A62}"/>
              </a:ext>
            </a:extLst>
          </p:cNvPr>
          <p:cNvGrpSpPr/>
          <p:nvPr/>
        </p:nvGrpSpPr>
        <p:grpSpPr>
          <a:xfrm>
            <a:off x="7781214" y="1114739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FABE54A-35EA-2F55-CE8A-C282F3849347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8436305-61F8-B208-A74C-0617D251ACFF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E6704D1-29F7-DB16-0A8B-B0A8FAC26A8E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D43748E-4F5C-5047-045F-E2EF9B333EB0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B013B27-2B9D-EA8D-5FD9-AF61EFD1449D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0482554-F2AF-416F-4D29-87B22F7C9CFA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0902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E1D82-371D-3EF5-044F-641E4883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03BEDCD-4199-6D30-E08A-AE0E89E3BF87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70EDE9-16CA-B2B9-BC15-013CCC40F22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C1DFE19-4B31-5B20-7CF6-457D770BD02C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DAC4071-1672-72CC-6B79-9A454EA366B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32CBBF7-0714-7171-1F69-E96A2B1C89CA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C1E893A-56BA-0F32-C530-87C294C398D3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CB543F1-8E7F-A299-0503-914CCB0050E6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591F5DE-CD5B-60B3-FF36-5803535BC12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719E230-0383-F31A-0573-4F8001181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08B3418-A23B-089B-42D9-09B1D77E115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18CEDE6-1A5E-52CF-4081-5EBD4E7E767C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CF99659-7DA5-BD89-69B2-FFBDDC3C683C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55960D4-937D-B5B2-875A-CAEEADE72E0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18AD6F88-DC26-5128-F49C-40B77F0A1E85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80F929DD-5B9A-E056-3188-47D8BB262EA4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A677E26-8100-086F-435E-4144B37F89CC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CB97DC-70FE-13AA-39E6-9AD616B520ED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DA75E27-EC4E-77E1-29AC-320C6D1ABBE5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307EBF2-76E2-753A-6063-4D90335C5472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56186B5-94AF-7C23-999E-1F05B4213968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DFC1DE-98D7-3E3C-155E-B0B585783D80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288B325-9E84-D27B-CE63-3E7F2A629581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F546DBB-A6B7-54E5-0F1D-A886C71D1427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78925D-C109-4C50-B650-F77AD864317C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0A36DB-F00E-303C-330A-0EA9F80FF53A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AEC42D8-2692-C886-400C-0EFB875E96AF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B11B55A-C4EF-83E0-49CD-527ECE7103B2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DC99D40-F821-797E-650D-02D109CED949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5A61240-6BCE-47A5-7388-1FAF0188F28A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C41521A-F1A7-EC4B-5EB1-B6629D431195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5201293-D77A-6896-2922-D2194DD4DBA9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2591FA3-A5AA-691F-0873-72A8E86057C8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FE60B6A-2EF1-19CD-B1CB-66D70984F611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81DC04B-5667-ADCF-9C8E-007DF3090E0C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A32B885-25B3-42E3-37B0-D1EBC238ED71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3B6D8D6-A732-0B35-631A-96C67DB55B1A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D8FB9FD-7355-57F2-5FD2-E679F90158F2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D86F310-A00D-6B5D-B1E4-BECBFA238611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FB481C0-5AD5-AE8A-CAAD-3EECFACF96A0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2AE11D4-3A68-5C7B-EF26-7FD1734D531C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BA349DA5-43A3-AAFA-2CE3-3AE9F93D6B3D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8311901-D6E1-94FE-0A24-121DF45DD837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822BD6E8-8808-C8E4-4C1A-798B9B806ADF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40E468B-F5B9-F0A5-1EAE-84CDCD6AAA90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6D89792-1B27-E5C5-03BC-6732223436C3}"/>
              </a:ext>
            </a:extLst>
          </p:cNvPr>
          <p:cNvGrpSpPr/>
          <p:nvPr/>
        </p:nvGrpSpPr>
        <p:grpSpPr>
          <a:xfrm>
            <a:off x="6836772" y="1650623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1DFCCF1-3EDA-25D3-BB94-0271E7AF532B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D30C3C2-0A83-5962-09BD-8EAEDCB68031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0E00E79-5425-7D9F-B983-3B8B62A72A9C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357389-C31A-278F-AEE6-70A493A00D2A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E5F3A58-8727-5580-8F61-5DE75A6D7F5C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897C24B-1FD1-66C4-BAA4-07818FF22967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0C919AA-2453-FA6E-E072-945540393F7B}"/>
              </a:ext>
            </a:extLst>
          </p:cNvPr>
          <p:cNvGrpSpPr/>
          <p:nvPr/>
        </p:nvGrpSpPr>
        <p:grpSpPr>
          <a:xfrm>
            <a:off x="7618164" y="1620477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F46F620-91EA-1030-50B1-8703B2019D72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1160A91-AB75-7D55-B33A-8DA8263E7F36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2BB94DB-5E11-6C8A-3FDC-966C6099606A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7CDDE19-E7AA-506D-082C-992AAFD5C009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159F883-3412-D9F7-8F00-2927C8D41EED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330C49D-3A5C-E760-F208-E2C20DE089A7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7F2F34-699D-9E62-2E23-92F24C07710A}"/>
              </a:ext>
            </a:extLst>
          </p:cNvPr>
          <p:cNvGrpSpPr/>
          <p:nvPr/>
        </p:nvGrpSpPr>
        <p:grpSpPr>
          <a:xfrm>
            <a:off x="7130919" y="2436009"/>
            <a:ext cx="1465603" cy="1800000"/>
            <a:chOff x="5394992" y="3022870"/>
            <a:chExt cx="1465603" cy="1800000"/>
          </a:xfrm>
          <a:solidFill>
            <a:srgbClr val="00B050"/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6132E7A-01DF-D6B3-BD14-F0C2EE8476C8}"/>
                </a:ext>
              </a:extLst>
            </p:cNvPr>
            <p:cNvSpPr/>
            <p:nvPr/>
          </p:nvSpPr>
          <p:spPr>
            <a:xfrm rot="18831412">
              <a:off x="5602742" y="3650212"/>
              <a:ext cx="360000" cy="7754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33B25B-492A-24F1-0DE9-73B150274D26}"/>
                </a:ext>
              </a:extLst>
            </p:cNvPr>
            <p:cNvSpPr/>
            <p:nvPr/>
          </p:nvSpPr>
          <p:spPr>
            <a:xfrm rot="18881215">
              <a:off x="5780595" y="3742870"/>
              <a:ext cx="180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518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A4656-2476-55DB-6A3C-5A54B562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C6D390A-3BD7-4131-4B11-6F0165710318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8478C8D-D58F-56DF-3BA1-C09AC80D192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408D7F-4020-DE69-06D0-A7FDA656E2C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F21AA49-5B0F-392A-0403-CEF5AACB3BD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A42AEBA-5253-C7CC-1B5B-F3591EECAB7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DC8F978-B089-6D95-BFC3-7B35164966E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7218BC-AD3F-A1A4-F776-FBA39B98D56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ACC7144-60EA-0B4D-E95C-48BC19258AB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17DA3E6-A657-3386-DAE9-B1530CBC0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FDD04D1-A737-833A-961C-DDC5CA06DC0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E1A6D05-5C58-10EB-473F-1449B0E3E4B5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6ECB23B-4271-BC0B-3E53-935BE6D87408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0B6F8C-42BF-42EE-8656-32F230E74DD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B6453062-B0F8-DF34-F1A8-11D2DB266EA5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114FEB2D-EB9D-AC33-169A-FFB1699BBEEF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1AB51C4-796A-9275-D5B7-3A144B8F93A8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FA1728-527E-B79A-50CA-DD12A29184DF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E88FBF6-E1A0-23B4-4F34-38E9E4A9B3C3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E9A6CC-DC7D-353C-9D70-3847548C4D96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6284D9E-1DAD-0170-1DDC-A88DCE6028D8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D85F96-F806-7ED9-761E-DE76891B4ED2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9BCD67-A739-61E0-237A-E70B1C026590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DAB03D8-8C5E-FDF0-3087-41AF32B118FA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7299CF-BE4A-6F11-D9C5-6C3868ABE315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8A3D089-71C7-4AD7-8237-43EB006C7F50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787C1D-F2E6-1F93-620A-7BDC9AFA746C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6DBAB36-5A5B-4567-8E08-DBF76707CF7A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1F0657E-D538-89D9-4F43-E22A23791F48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5D0C12E-DDCD-7320-BF8F-16160B804884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D2CA325-4C6C-D380-42EE-28A0AB614A20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BD4F9C9-3CD8-2ECB-5594-507AE26D96A3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FC5AB36-D90F-8CCE-40EE-3D7CE6F15945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BCF226B-C9FE-70BA-DF40-669867B938E9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6A5C8A5-3748-0195-9009-7DA753FCDBEF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85DE3C9-8A0D-535B-8484-72955D86A83E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49B69BD-FFE4-D667-3AA3-3A2204EEF41A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70C648-526A-379E-18F8-1014AA14A8D2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E3FEC07-2C8E-A7DA-9F85-0F5DBA04CE34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0952E27-7C43-D672-169E-A8BDF7F6EBA8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9ECCDF8-AC52-3672-7A76-B824DDCE9042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97083B3-49D4-4B55-795F-076CC8BA5DE1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A091889-3DF3-63B7-E40B-BDC21EE281E3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B79CA19-129A-1F9A-59C6-83FFF62131A6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BD74-1D7C-9E92-E48A-204E8BE0EF10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12AACE1-EE6F-572A-809E-3B3F04B130E3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C481921-4772-6081-027E-BE58E4FFD324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EED07EA-8631-F36D-4D83-EC735802E7E7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6D00679-3757-5D28-4DA7-5BFFCBB512C7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A18A3F9-1BD9-03F4-54AE-E3F1C2E23C90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287D81C2-C1AE-AA3F-854D-7B9DE0383260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A32E179-D0B4-4C36-AC7E-7AEB0691881D}"/>
              </a:ext>
            </a:extLst>
          </p:cNvPr>
          <p:cNvSpPr/>
          <p:nvPr/>
        </p:nvSpPr>
        <p:spPr>
          <a:xfrm>
            <a:off x="5659120" y="2687377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1.Go Straight from Gate In 500m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BD443B1-A0AA-486F-7DF5-B52C107A2712}"/>
              </a:ext>
            </a:extLst>
          </p:cNvPr>
          <p:cNvSpPr/>
          <p:nvPr/>
        </p:nvSpPr>
        <p:spPr>
          <a:xfrm>
            <a:off x="6875261" y="3123420"/>
            <a:ext cx="217202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2.Turn Right 500m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4F0F9E6-DBC1-03C4-790B-11705ED33647}"/>
              </a:ext>
            </a:extLst>
          </p:cNvPr>
          <p:cNvSpPr/>
          <p:nvPr/>
        </p:nvSpPr>
        <p:spPr>
          <a:xfrm>
            <a:off x="6150174" y="3541613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Find House Number D-6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5A86E9B-49B3-5C2D-1385-74B01F38D1F0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AE755D5-DEE0-22EF-16E2-B6510F16FAD0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A4AFC72-7926-5FC0-5409-65C2E330143A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0A4B159-4E10-8DB5-6236-F83DE573D315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0ABC9E8-4DC5-A799-FCAB-E585A991A7D6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AD0AF6D-CC6F-26E2-3FFB-77D3BF53F80D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4B728DB-6706-FA68-7759-85417840A699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F614CC4-DB77-197C-C1A7-E960D8FD6B7B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C9FFFF3-C858-0F29-2D7A-CB499B44CDC5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87389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FEDC9-AA4D-93FB-FA23-949D6773E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ABFB708-12A8-A7C2-A716-42D2DC38242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309D25D-DBB7-4BD4-9049-E4F1402B205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5C54F0-BC86-9A24-714B-E175E5E7C19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61AAEF0-BB74-5D5C-6809-7C7C311D2C5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2E08914-2F26-27C5-EE7F-882BCDE0AE1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7BA2C69-CF3F-783E-3634-AF60566CBB2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78C06BE-27A7-E28C-8EAB-EDD5056F67C7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C39D46-EE68-6AF2-10AD-123DF56A146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EE589DC-EF6C-FB05-58F6-6CD3822DA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E5AAF76-3D23-BD12-8FC7-DF75C471454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04B58E-1D1C-84BF-934A-1A2D26B1A2B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CEA6EE-7EE4-3CB3-1A10-60474746B5B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9D909B5-ACD8-EF29-6145-45FD143CBAD4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C1CEF668-B021-9D61-2B3D-1DB361EBE807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EFFA7E25-F6AF-E04B-7F05-51924C52423E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2C82F8-6B5C-0F76-13F1-0780EF389BCB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71EE17-2834-626F-6277-B59C2FE60F4C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73D075F-0772-FEF3-21DB-C4CE679C0274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6EEF553-8D65-7929-4508-167D5AF0FBE1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B8A77E6-209E-81CF-E736-96E518F15EDD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4DBD7D5-277E-067B-4F25-7414A290F260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F88C3B-CE3D-DF67-9E4E-32333C553FF0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6F3D25-D377-401F-FD81-AB5D173C8143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C2ED35-633D-0BAF-3280-85130A3D1457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5A04C57-3851-B05C-CD5F-2DF3D37185EA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4F85D98-FCF7-D9AB-0104-D9DDAB89282C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371D2F1-82BC-F229-3AA4-5BED7E7D2AE1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162A146-E61F-5B83-0567-6741B37DEB95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F658C0D-2C69-D2F7-83BE-C48612014E5E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FFFA9C5-38D8-81A1-9203-306852199677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7AB5F0F-0FDE-C754-87D6-1685AEE2F4ED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7BEC3AF-42F0-2C1E-B575-A5069BD95ECC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4552F59-DA58-B486-8085-1DB329589B5B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2D59AD-6F97-3AE8-4CD5-EAF058092792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4081971-EC68-990D-60B9-879906651F72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FDF4337-5075-635F-107C-046422847F34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38B402E-02F5-6C6F-B1B1-26042EB74A11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A2238B8-09D8-27C7-6011-AFBF6D582CB8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E48456E-C4BF-9C9A-5229-F36B87A95172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BB82221-9619-B54B-1DC8-B43BA47BD64F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28A4827-75C4-0E6D-217D-3FFFCCDA1881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F76726-DB53-7F52-C717-0A774DA2A907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6FB1046-0754-8924-062C-8389345E3516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E4530B1-9ABB-7A18-1B6E-05086F791E33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A5EC7B2-BFEC-4EFA-A0AC-2DF6D01A0090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D720C98-8439-7049-9F07-056D60267F60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008A4C3-C958-694D-05FD-A506FDEBF71F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CCED5D1-2D0D-3406-A0CE-7F2B73306D83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FD3308C-AAB8-68E6-F613-23D87461C7FA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56EE8D93-1747-82FA-B060-E82ED71BC1BA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CA4EDC3-469C-DB1E-1CF7-21CA72A14F7D}"/>
              </a:ext>
            </a:extLst>
          </p:cNvPr>
          <p:cNvSpPr/>
          <p:nvPr/>
        </p:nvSpPr>
        <p:spPr>
          <a:xfrm>
            <a:off x="5647652" y="3206113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1.Go Straight from Gate In 500m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47829F6-1BBF-146A-BB5A-FD5D737F88C5}"/>
              </a:ext>
            </a:extLst>
          </p:cNvPr>
          <p:cNvSpPr/>
          <p:nvPr/>
        </p:nvSpPr>
        <p:spPr>
          <a:xfrm>
            <a:off x="6859259" y="3690272"/>
            <a:ext cx="217202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2.Turn Right 500m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2621BEC-282F-CC3A-1228-F0E47A49AA36}"/>
              </a:ext>
            </a:extLst>
          </p:cNvPr>
          <p:cNvSpPr/>
          <p:nvPr/>
        </p:nvSpPr>
        <p:spPr>
          <a:xfrm>
            <a:off x="6146792" y="2738336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Find House Number D-6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9E06F5B-ECA5-51B5-3BA6-E33CEAF16345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DE10ED9-7777-F03B-2F75-CCD8AEABBB1D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DF48AE5-3078-DE93-711C-274A3395847F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DA7F7E8-5FC2-3FCB-56A6-0313801E2F44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9EE7FBC-76E8-1C0C-90AD-28EEEA814F9C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80710B2-17B1-32C4-DD4D-A2806D2DC1D6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27BC27F-DD39-4305-3115-E9334A3E438C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7953625-0CBB-6896-C2E8-C11E0701A761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88327AB-B742-51C3-2F32-34A2E9BDE3A2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44982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9353C-9F22-303E-C263-E88B0E5F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0AA6F7F-6B21-76A9-63F0-F25CE1A417E6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4FCBADA-56B7-6B6A-75F3-C56771E33FF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1DB9609-0545-35AA-D3C3-A4BB19F213B9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D8EDADE-3F3D-28E4-2C7F-6157E247C1E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8A8359F-6515-4CA7-EAA9-47EFF9440B3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F19FB72-5E11-E4EC-A21B-8051F74AE0A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B3B428-6FD0-7FA0-3A93-EA173A199AFE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F359F7-2BA5-3490-7E1C-A2E6BB54A5DE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94D5B7B-CC3B-D9B1-F3BF-1082F53F9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745C6F8-7C5C-C691-BD34-D9C519AC2C1E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3AC9780-3372-3199-8989-7C04BE64F84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846708E-06DA-84FB-CEAA-9C4DDE19020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C7A0CC9-04D0-BFBA-883F-DC1E34141A8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17D80821-0982-78D2-9429-51ACE952DF54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C52CD8B9-E609-9BBD-D607-E3F169163BB3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529B67A-65A7-D906-CB81-F9D2D84297E1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6899F4-6C78-9080-F479-1903B96F1DFF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B8529CE-3A3A-5A02-C3B3-D392276C11BA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9F814D3-AD97-3616-3EE1-1025BC7A642B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4F4B8E0-5ADF-68F7-4D7B-B42DC8145E37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9BD4419-511E-09A5-1336-D4C04E7711EE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195E4D0-6C3D-F70C-4E87-7B276447C143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AE6088-8A6F-8B07-10ED-75E3C5997F07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DA287DA-3644-D4EF-109F-04D4EFC27F2D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7C45201-89F3-CDA5-5D44-1168CDA806F2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F78827C-DB84-48F4-FACF-A6A2B9DAD8B6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095208A-1933-21D0-94EF-22F072AD557F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559BE90-BA6F-1E79-6540-5EF021650492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5E5B7F3-EA15-BEC9-560F-4502B38E8632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24CFC83-3770-B52C-43BA-04A4E01A9CBA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4D49415-EE25-0978-F4ED-AA010C56D6A3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8A9672A-571E-2044-91AB-8FE482BC410C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985294B-BCE3-120C-F485-C0021408ED03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606CA9-97A1-EEAA-8B1C-A046CB16BDF4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5D7CCA7-BC52-82AD-E872-E80566574E17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B50464-26C1-F9DE-1F6F-A28BD324D325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0DA6589-9B81-6439-5BE3-6DA7BB736A54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1000822-8139-5A27-6952-5CCA3CD69EF7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4BF0C02-86D5-8BE0-9947-B4995099530C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1319F92-7D31-4BFE-30FC-C7D04A1C1E03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37F91A-D360-1D06-8335-204D982BFBDD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F209C5E-8A85-8B9E-5D3E-3943465B8A63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3428767-A32D-67CA-A50C-BE8F43B639B8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99C7102-462C-DAA7-9091-0F3E5FF7FF8E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351948F-44D2-413F-6321-B8B83D52F449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BAAC67D-9D77-0BED-12A0-6CD8127DE4BB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A5B75C9-5F54-FD72-C788-10517A9C9865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5930E98-D79C-B743-1643-3867E4FD24E4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74A9FD7-D166-AB45-D6D5-E8B3E06A82A5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045AC532-337F-4BD1-DC4F-3CFC4D103ED7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1B199E5-F664-E9CD-ABB7-C3C7B7CB36D6}"/>
              </a:ext>
            </a:extLst>
          </p:cNvPr>
          <p:cNvSpPr/>
          <p:nvPr/>
        </p:nvSpPr>
        <p:spPr>
          <a:xfrm>
            <a:off x="5647652" y="3206113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1.Go Straight from Gate In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600m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45D04E3-135F-615F-1F9F-CB3C4F18028F}"/>
              </a:ext>
            </a:extLst>
          </p:cNvPr>
          <p:cNvSpPr/>
          <p:nvPr/>
        </p:nvSpPr>
        <p:spPr>
          <a:xfrm>
            <a:off x="6859259" y="3690272"/>
            <a:ext cx="217202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2.Turn Right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1000m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45E2F91-B686-BFBD-425C-FC85A0C885C8}"/>
              </a:ext>
            </a:extLst>
          </p:cNvPr>
          <p:cNvSpPr/>
          <p:nvPr/>
        </p:nvSpPr>
        <p:spPr>
          <a:xfrm>
            <a:off x="6146792" y="2738336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Find House Number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A-6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DDCA6E7-0966-A6CE-6E32-37F352AA860B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17F7DFA-1F6E-BC4B-8699-CD55B715197C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28E1F36-67C6-B1B2-37D4-C2A499BBD2A0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F7E5B2C-3855-30F4-B0CE-825C510C647F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0E7CF21-A113-3799-B347-CAB22909E6D4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FBBE87C-30F4-5930-C1F3-28C93BDC0AF9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32903A8-9AA2-3335-6D1C-F8CD7A81D1AD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57F8789-C605-849F-DEA4-01BC92887019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6CA1431-8C5F-E940-9028-6D41F5E98392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7124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C2BA3-FE15-D8CC-75FB-2BBCC43F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13BBFC8-4D5F-F172-04F3-090F512490E9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3B5198D-BCB1-2C77-3E94-77083E6E3A7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7DEE7F6-3A9A-7831-6509-819025C0C652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9401801-6F84-B8FB-BA0F-D614C05AAA2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206D754-27DF-929D-3868-8769B1068C2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48F33AA-40EE-4D7F-2EB6-58BE6CD7D5A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8BD8364-A9A8-6CFB-8AE0-9AFDDA5C1BDD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3B6587-1F9C-FD7B-1FA1-5990091A25A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10C61C4-0AA4-010B-BB8F-C09155498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C8DBA68-7688-D26C-67FB-D8291AD207ED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F91AD88-8DD6-06BB-0BBB-A7D4245514E8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29267B1-FE21-1B7C-D689-760CFF94CF1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D2A174B-5D13-B16E-B198-5BE7F442990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F731FA27-3A23-1923-A8A9-9DF89AE4A77A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E0752310-A624-6DFE-16DF-031206DC53E8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D8A347D-AE05-F770-3060-03C39517F93F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BEC349-0D8D-9556-D90E-7247705E3DBE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9AFAE2E-A7A0-4756-9FA6-D0B9DA28CA27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E45B42-AC3D-3EF5-26A6-FCC0A05DD5AF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69145AF-6BEE-1A60-AB86-2D2FBD490141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6EEF97-2DB4-C3D6-9BEF-20E605B3ECF7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4265868-24E4-FA25-56CF-07E37B0D51E6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58E4881-F118-83C6-0FDA-B3C810CFC58F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8E37A58-213C-E6CE-7041-62A9B19CACC9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0F8E386-273D-6769-2B5C-5F8D4376B6DE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9CBA3D-B82E-425F-D32E-D4EE3C97D104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1D892AA-BDE8-BE33-4281-0EAD97EEE659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4D1EC71-95D3-C992-3A12-CFDB054B63B7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159F041-64B5-DD79-6BED-C0B9D52A3036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C618331-2D0B-4DCE-2973-CD27C528BA10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03606-0E31-046C-82DB-C153769A285B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A9F3C07-9B42-3A67-EAE0-6CC1BFBB322C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E626580-61F3-8931-BD47-7F38DADBD847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08C3930-2770-19C0-8DE4-B5E4251E31D8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497CD80-EB1B-ACE1-01F2-E26FF1D68178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8DEB4CD-D6F4-5016-944E-8E6D25991566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BDD1C7E-92A9-0907-294E-D3AE3FF0542B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996A23B-49B3-A1D5-AFF5-FF3C0C6C9C12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F2C02F3-2974-1630-19A7-1D9CEFA0C6B5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3749FB8-85A8-D96D-4C9A-CA252660F5CB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94B6F1F-09FF-8A65-D85F-18074CA316D6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49953A5-5B22-20B5-8922-52800AD200B9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1D97EBE-27A5-02F3-FCF4-567C4E67D3D7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7E2D145-E751-110B-6121-94833301AF57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2B76D51-BE99-9669-B305-BA8646F6C054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45623CA-D58D-1E0E-5F07-5E7BA688CB58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B57F40A-90FE-9F4A-F4C1-B24AAEDF619D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A8EBB33-186C-B38A-660B-B1E75E714242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AA41E54-E69C-BD0A-5141-07FEA580CF95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587614E9-0EAC-52E0-D867-4FBADD02516C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56B62CF-545B-9CB7-14EB-75F46CD054D9}"/>
              </a:ext>
            </a:extLst>
          </p:cNvPr>
          <p:cNvSpPr/>
          <p:nvPr/>
        </p:nvSpPr>
        <p:spPr>
          <a:xfrm>
            <a:off x="5647652" y="3206113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1.Jalan </a:t>
            </a:r>
            <a:r>
              <a:rPr lang="en-US" dirty="0" err="1">
                <a:latin typeface="Berlin Sans FB" panose="020E0602020502020306" pitchFamily="34" charset="0"/>
                <a:cs typeface="Arial" panose="020B0604020202020204" pitchFamily="34" charset="0"/>
              </a:rPr>
              <a:t>Lurus</a:t>
            </a:r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  <a:cs typeface="Arial" panose="020B0604020202020204" pitchFamily="34" charset="0"/>
              </a:rPr>
              <a:t>saja</a:t>
            </a:r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  <a:cs typeface="Arial" panose="020B0604020202020204" pitchFamily="34" charset="0"/>
              </a:rPr>
              <a:t>sampai</a:t>
            </a:r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600m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CCBD099-AC20-EE1D-755A-8B93E994CCF1}"/>
              </a:ext>
            </a:extLst>
          </p:cNvPr>
          <p:cNvSpPr/>
          <p:nvPr/>
        </p:nvSpPr>
        <p:spPr>
          <a:xfrm>
            <a:off x="6528847" y="3690272"/>
            <a:ext cx="2502437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2.Belok </a:t>
            </a:r>
            <a:r>
              <a:rPr lang="en-US" dirty="0" err="1">
                <a:latin typeface="Berlin Sans FB" panose="020E0602020502020306" pitchFamily="34" charset="0"/>
                <a:cs typeface="Arial" panose="020B0604020202020204" pitchFamily="34" charset="0"/>
              </a:rPr>
              <a:t>kanan</a:t>
            </a:r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1000m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2A8B34A-4703-6AD0-0989-EBFC433923A9}"/>
              </a:ext>
            </a:extLst>
          </p:cNvPr>
          <p:cNvSpPr/>
          <p:nvPr/>
        </p:nvSpPr>
        <p:spPr>
          <a:xfrm>
            <a:off x="6146792" y="2738336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Liat Rumah No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A-6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270A516-D0CA-45FC-EAB0-8C819E1B592A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AD7820B-B0EA-8757-DB95-15001C21E79D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4D0F110-6852-4291-9CD1-52D05D5A2D93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46686AF1-40FE-7C42-1760-0FD885F16544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A9B1B96-4554-79BC-4E24-EC2DB40A12CA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E3121FE-0A7E-8961-1FBB-BE57B1F1573F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A656D79-EFB6-8ECF-8C09-4277E319F3E3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4EFAD07-BC55-1D3A-716A-18E6CD8850C7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9E8098-A6C9-F814-E325-6B19B2D8A786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C41B72EE-182F-94E0-99C4-0AEBF9DA03CC}"/>
              </a:ext>
            </a:extLst>
          </p:cNvPr>
          <p:cNvSpPr/>
          <p:nvPr/>
        </p:nvSpPr>
        <p:spPr>
          <a:xfrm>
            <a:off x="3261292" y="3050236"/>
            <a:ext cx="2285942" cy="232403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37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9C9CF-EE5B-885A-737B-7F9AFEF4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820372D-100E-9256-BFB5-A6D5F459D891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8592B27-F146-81BF-6936-FC34EE904D9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EF6F942-1DAC-ECA7-E7E7-42667D5063B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5D59105-DE8C-C1B6-F2B3-2DFEA3025A9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551355C-5B02-1A14-A733-2A32042EF197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DB08272-E318-7925-7F94-A61258A488EC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26E4C19-8223-3175-5A20-DDA74F77ED5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62051B-1DEA-F6EB-4A17-F32D32151B6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F269D6C-0A06-C4C3-7E29-338612E00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F066763-3A47-31D2-7351-902DAC0FFFCE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AC70430-7478-3F5B-C1F7-ADBA6F2CB31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7D07BF3-81D3-DAA4-D276-7FA0BA59DF27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4513848-8954-65F1-3909-07C3D117CE74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7625FA5-1F83-104E-30E4-C667FAF23A95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F944128-2FC6-78D6-BF94-4C467C2BD902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E77198C-30D3-FD38-7A6D-99697DB925C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AEFABB9-2D1F-6E17-5A9E-2A5A0F8A187F}"/>
              </a:ext>
            </a:extLst>
          </p:cNvPr>
          <p:cNvGrpSpPr/>
          <p:nvPr/>
        </p:nvGrpSpPr>
        <p:grpSpPr>
          <a:xfrm>
            <a:off x="981993" y="1848465"/>
            <a:ext cx="1976271" cy="3750496"/>
            <a:chOff x="4821578" y="898938"/>
            <a:chExt cx="1881029" cy="2763974"/>
          </a:xfrm>
          <a:solidFill>
            <a:schemeClr val="tx2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5160729-3841-0013-E376-1CDBFA205449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F7D626-64A8-9FE3-EBC8-8C28E6AD9691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4F26B1-81BB-22A1-32D6-D8630FD2698C}"/>
                </a:ext>
              </a:extLst>
            </p:cNvPr>
            <p:cNvSpPr/>
            <p:nvPr/>
          </p:nvSpPr>
          <p:spPr>
            <a:xfrm>
              <a:off x="5312416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D68785-8352-54B9-32A5-59F291D6365F}"/>
                </a:ext>
              </a:extLst>
            </p:cNvPr>
            <p:cNvSpPr/>
            <p:nvPr/>
          </p:nvSpPr>
          <p:spPr>
            <a:xfrm>
              <a:off x="5850553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D22CBB-6CB9-4070-4CC7-717FCE5D45F9}"/>
                </a:ext>
              </a:extLst>
            </p:cNvPr>
            <p:cNvSpPr/>
            <p:nvPr/>
          </p:nvSpPr>
          <p:spPr>
            <a:xfrm rot="20795293">
              <a:off x="6342607" y="1799960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4CD7D3-CA8A-A58F-9D0C-DE0D7261B537}"/>
                </a:ext>
              </a:extLst>
            </p:cNvPr>
            <p:cNvSpPr/>
            <p:nvPr/>
          </p:nvSpPr>
          <p:spPr>
            <a:xfrm rot="963197">
              <a:off x="4821578" y="1773684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55FDA60-4F8D-7717-08C7-E5704FE1BD66}"/>
              </a:ext>
            </a:extLst>
          </p:cNvPr>
          <p:cNvGrpSpPr/>
          <p:nvPr/>
        </p:nvGrpSpPr>
        <p:grpSpPr>
          <a:xfrm>
            <a:off x="4630994" y="2243621"/>
            <a:ext cx="3170648" cy="2904660"/>
            <a:chOff x="4186867" y="2014626"/>
            <a:chExt cx="3170648" cy="290466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89C3DAD-518A-5766-5CCF-1EE9672E08B8}"/>
                </a:ext>
              </a:extLst>
            </p:cNvPr>
            <p:cNvSpPr/>
            <p:nvPr/>
          </p:nvSpPr>
          <p:spPr>
            <a:xfrm>
              <a:off x="4186867" y="2014626"/>
              <a:ext cx="3170648" cy="236182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sz="1050" dirty="0">
                <a:latin typeface="Fira Code SemiBold" pitchFamily="1" charset="0"/>
                <a:ea typeface="Fira Code SemiBold" pitchFamily="1" charset="0"/>
                <a:cs typeface="Fira Code SemiBold" pitchFamily="1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B1B3CC0-460B-45D1-75CC-C3842FB19F6D}"/>
                </a:ext>
              </a:extLst>
            </p:cNvPr>
            <p:cNvSpPr/>
            <p:nvPr/>
          </p:nvSpPr>
          <p:spPr>
            <a:xfrm>
              <a:off x="4891218" y="4376445"/>
              <a:ext cx="1769807" cy="5428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B3450EB-BB66-77BE-F7DE-B8E8EB8C1A81}"/>
              </a:ext>
            </a:extLst>
          </p:cNvPr>
          <p:cNvCxnSpPr>
            <a:cxnSpLocks/>
          </p:cNvCxnSpPr>
          <p:nvPr/>
        </p:nvCxnSpPr>
        <p:spPr>
          <a:xfrm>
            <a:off x="2926039" y="3424530"/>
            <a:ext cx="1617226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D0D3880-AC6C-F6C9-8835-DFDF489F0ECC}"/>
              </a:ext>
            </a:extLst>
          </p:cNvPr>
          <p:cNvGrpSpPr/>
          <p:nvPr/>
        </p:nvGrpSpPr>
        <p:grpSpPr>
          <a:xfrm>
            <a:off x="5712389" y="2889111"/>
            <a:ext cx="1091381" cy="1163851"/>
            <a:chOff x="3515437" y="3159906"/>
            <a:chExt cx="1512359" cy="1725635"/>
          </a:xfrm>
        </p:grpSpPr>
        <p:sp>
          <p:nvSpPr>
            <p:cNvPr id="6" name="Arrow: Circular 5">
              <a:extLst>
                <a:ext uri="{FF2B5EF4-FFF2-40B4-BE49-F238E27FC236}">
                  <a16:creationId xmlns:a16="http://schemas.microsoft.com/office/drawing/2014/main" id="{37CA4FFD-4D23-2DBB-BE49-D0B41D8276FB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Arrow: Circular 6">
              <a:extLst>
                <a:ext uri="{FF2B5EF4-FFF2-40B4-BE49-F238E27FC236}">
                  <a16:creationId xmlns:a16="http://schemas.microsoft.com/office/drawing/2014/main" id="{16FE8B83-7759-4EE4-7BDF-3B07E59C99E8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1531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18838-FE60-D3A0-90F2-9A6EFA0A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AC0E681-0382-F059-AEF8-54F940620176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CCDB124-3498-EF58-143C-22AC8257749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7557172-D70A-6E24-56DD-A8F2CDB583C9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341845-FC87-77A7-A7F8-C9B5EE5350D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E598150-7B47-41AF-4347-B99F2F79375E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F29B07-7D95-6277-C34D-47E3C0E68CA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C933334-32F2-6DA7-93BA-ADC32D4748E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E8ABCD-2AF0-1759-84FA-E3C8ACAB8F9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A0CDDC3-A364-FFC5-D019-5D88D3F72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2AC6C05-BE53-9207-7D90-7AC197E8F52D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B121C1E-C25A-C004-CC67-E6B69BCEC232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F686D20-39E2-2DC9-B20F-641651E599C3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C243D3F-976F-FDB6-41FD-7C09EBEA5B1E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F61EF5D-D99E-52A5-70F8-59C72E02747F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ED560897-FB84-8611-C6F3-8161E7EF493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BDFE64E7-AFE5-737F-63BE-03369982DD4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6BECCD4-5E95-55B7-6FB5-E36AF82B9901}"/>
              </a:ext>
            </a:extLst>
          </p:cNvPr>
          <p:cNvGrpSpPr/>
          <p:nvPr/>
        </p:nvGrpSpPr>
        <p:grpSpPr>
          <a:xfrm>
            <a:off x="981993" y="1848465"/>
            <a:ext cx="1976271" cy="3750496"/>
            <a:chOff x="4821578" y="898938"/>
            <a:chExt cx="1881029" cy="2763974"/>
          </a:xfrm>
          <a:solidFill>
            <a:schemeClr val="tx2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76DBBCC-5739-91D1-9005-9DDF3C255062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F37FE4-59D3-B559-CE20-D366F1DAA8A0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B126F5-07BE-E7C9-C756-7183147C536D}"/>
                </a:ext>
              </a:extLst>
            </p:cNvPr>
            <p:cNvSpPr/>
            <p:nvPr/>
          </p:nvSpPr>
          <p:spPr>
            <a:xfrm>
              <a:off x="5312416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BAC33F-EABA-9FD6-FEF5-A6BAC356A38A}"/>
                </a:ext>
              </a:extLst>
            </p:cNvPr>
            <p:cNvSpPr/>
            <p:nvPr/>
          </p:nvSpPr>
          <p:spPr>
            <a:xfrm>
              <a:off x="5850553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9ED546-78CC-C7A8-20B4-D53277F67A30}"/>
                </a:ext>
              </a:extLst>
            </p:cNvPr>
            <p:cNvSpPr/>
            <p:nvPr/>
          </p:nvSpPr>
          <p:spPr>
            <a:xfrm rot="20795293">
              <a:off x="6342607" y="1799960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52B94BA-6609-D783-4143-5D0695DCB864}"/>
                </a:ext>
              </a:extLst>
            </p:cNvPr>
            <p:cNvSpPr/>
            <p:nvPr/>
          </p:nvSpPr>
          <p:spPr>
            <a:xfrm rot="963197">
              <a:off x="4821578" y="1773684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7F0687-160E-8E1A-9D13-CC978187F67B}"/>
              </a:ext>
            </a:extLst>
          </p:cNvPr>
          <p:cNvGrpSpPr/>
          <p:nvPr/>
        </p:nvGrpSpPr>
        <p:grpSpPr>
          <a:xfrm>
            <a:off x="4630994" y="2243621"/>
            <a:ext cx="3170648" cy="2904660"/>
            <a:chOff x="4186867" y="2014626"/>
            <a:chExt cx="3170648" cy="290466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2364686-12A8-528C-8DD6-D7E0B6C300B4}"/>
                </a:ext>
              </a:extLst>
            </p:cNvPr>
            <p:cNvSpPr/>
            <p:nvPr/>
          </p:nvSpPr>
          <p:spPr>
            <a:xfrm>
              <a:off x="4186867" y="2014626"/>
              <a:ext cx="3170648" cy="236182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sz="1050" dirty="0">
                <a:latin typeface="Fira Code SemiBold" pitchFamily="1" charset="0"/>
                <a:ea typeface="Fira Code SemiBold" pitchFamily="1" charset="0"/>
                <a:cs typeface="Fira Code SemiBold" pitchFamily="1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1E1798A-C7FD-C968-489F-68B8F50535DE}"/>
                </a:ext>
              </a:extLst>
            </p:cNvPr>
            <p:cNvSpPr/>
            <p:nvPr/>
          </p:nvSpPr>
          <p:spPr>
            <a:xfrm>
              <a:off x="4891218" y="4376445"/>
              <a:ext cx="1769807" cy="5428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285622B-5F5C-60C0-7B06-73031DCC049E}"/>
              </a:ext>
            </a:extLst>
          </p:cNvPr>
          <p:cNvSpPr/>
          <p:nvPr/>
        </p:nvSpPr>
        <p:spPr>
          <a:xfrm>
            <a:off x="4793478" y="2643342"/>
            <a:ext cx="3008164" cy="1562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Fira Code SemiBold" pitchFamily="1" charset="0"/>
                <a:ea typeface="Fira Code SemiBold" pitchFamily="1" charset="0"/>
                <a:cs typeface="Fira Code SemiBold" pitchFamily="1" charset="0"/>
              </a:rPr>
              <a:t>01010101010101010101010010101001010101001010101001010101010101001010101010101001010100101010101001010101010010101010010101001010100101010100101010100101</a:t>
            </a:r>
            <a:endParaRPr lang="en-US" sz="800" dirty="0">
              <a:latin typeface="Fira Code SemiBold" pitchFamily="1" charset="0"/>
              <a:ea typeface="Fira Code SemiBold" pitchFamily="1" charset="0"/>
              <a:cs typeface="Fira Code SemiBold" pitchFamily="1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04DA7-23E8-A54E-5714-13F647114375}"/>
              </a:ext>
            </a:extLst>
          </p:cNvPr>
          <p:cNvSpPr/>
          <p:nvPr/>
        </p:nvSpPr>
        <p:spPr>
          <a:xfrm rot="20835050">
            <a:off x="2134729" y="1312886"/>
            <a:ext cx="212915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259079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EFC18-13EB-A955-4635-96280AF12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2D7359B-2D10-8563-EDEA-823EF4EC9D7B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70BF41A-16B9-8A13-AFC1-3172D64F760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635547F-E094-C909-F506-17330250FCCA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9C32474-7955-54D7-4517-D8CEFDC64A0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E2F2049-B1BA-B5E9-F3BB-1365A29AC702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E741BFB-CB86-8983-102D-347DFC5D07E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884A483-9843-4D66-FCCA-DFDCC5331A5B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8507A65-FE7A-6E9A-5C3A-7529244D7B76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264FB11-5305-4951-5215-855249987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26C1442-F087-5F0A-6F6B-82C2225B296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5AA315E-7183-3B3F-64B9-BF7B392E74B5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BA9A428-5A3B-2139-91D4-C9944D04A514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1AAA56-34ED-AA09-ECE3-9028A1A3494A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BB2AEC1-0FC7-D4A4-1464-D4D20920F3D7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5AE3CBFE-3902-D2BE-C07F-B0FBAD52640E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F3F2D73F-D503-447C-BD97-2FA076B7804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D15922-3127-7BD6-B9ED-06424E2FC30B}"/>
              </a:ext>
            </a:extLst>
          </p:cNvPr>
          <p:cNvGrpSpPr/>
          <p:nvPr/>
        </p:nvGrpSpPr>
        <p:grpSpPr>
          <a:xfrm>
            <a:off x="3494366" y="5185983"/>
            <a:ext cx="1730048" cy="1337732"/>
            <a:chOff x="3242975" y="4211015"/>
            <a:chExt cx="1730048" cy="133773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3BE1859-6977-18E7-DE55-5CF8DF2D0265}"/>
                </a:ext>
              </a:extLst>
            </p:cNvPr>
            <p:cNvGrpSpPr/>
            <p:nvPr/>
          </p:nvGrpSpPr>
          <p:grpSpPr>
            <a:xfrm>
              <a:off x="3252913" y="4211015"/>
              <a:ext cx="1720110" cy="1337732"/>
              <a:chOff x="4186867" y="2014626"/>
              <a:chExt cx="3170648" cy="290466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BF1648F3-C10C-AA6E-B755-19DE2699031D}"/>
                  </a:ext>
                </a:extLst>
              </p:cNvPr>
              <p:cNvSpPr/>
              <p:nvPr/>
            </p:nvSpPr>
            <p:spPr>
              <a:xfrm>
                <a:off x="4186867" y="2014626"/>
                <a:ext cx="3170648" cy="236182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en-US" sz="1050" dirty="0">
                  <a:latin typeface="Fira Code SemiBold" pitchFamily="1" charset="0"/>
                  <a:ea typeface="Fira Code SemiBold" pitchFamily="1" charset="0"/>
                  <a:cs typeface="Fira Code SemiBold" pitchFamily="1" charset="0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6B6330F-7A35-3538-409F-19A86D031651}"/>
                  </a:ext>
                </a:extLst>
              </p:cNvPr>
              <p:cNvSpPr/>
              <p:nvPr/>
            </p:nvSpPr>
            <p:spPr>
              <a:xfrm>
                <a:off x="4891218" y="4376445"/>
                <a:ext cx="1769807" cy="54284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F03A1C-25E0-341D-68D6-D2133C89D3F2}"/>
                </a:ext>
              </a:extLst>
            </p:cNvPr>
            <p:cNvSpPr/>
            <p:nvPr/>
          </p:nvSpPr>
          <p:spPr>
            <a:xfrm>
              <a:off x="3242975" y="4291461"/>
              <a:ext cx="1720110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900" dirty="0">
                  <a:latin typeface="Fira Code SemiBold" pitchFamily="1" charset="0"/>
                  <a:ea typeface="Fira Code SemiBold" pitchFamily="1" charset="0"/>
                  <a:cs typeface="Fira Code SemiBold" pitchFamily="1" charset="0"/>
                </a:rPr>
                <a:t>01010101010101010101010010101001010101001010101001010101010101001010101010101001010100101010101001010101010010101010010101001010100101010100101010100101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3671C5-3371-B8EC-39A2-F64A008E34F3}"/>
              </a:ext>
            </a:extLst>
          </p:cNvPr>
          <p:cNvCxnSpPr>
            <a:cxnSpLocks/>
          </p:cNvCxnSpPr>
          <p:nvPr/>
        </p:nvCxnSpPr>
        <p:spPr>
          <a:xfrm flipH="1" flipV="1">
            <a:off x="4431265" y="2027824"/>
            <a:ext cx="1588" cy="30957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A05F7E-7DA8-2BA7-383A-28247230A638}"/>
              </a:ext>
            </a:extLst>
          </p:cNvPr>
          <p:cNvGrpSpPr/>
          <p:nvPr/>
        </p:nvGrpSpPr>
        <p:grpSpPr>
          <a:xfrm>
            <a:off x="4118642" y="973436"/>
            <a:ext cx="625246" cy="961505"/>
            <a:chOff x="4821578" y="898938"/>
            <a:chExt cx="1881029" cy="2763974"/>
          </a:xfrm>
          <a:solidFill>
            <a:schemeClr val="tx2"/>
          </a:solidFill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08D95CA-0A44-9CB9-E7AA-D3073E025F67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84C73CE-C98C-6DD6-7070-DE5C06114172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8F9768C-BF2C-AD07-571C-A2016345EAE0}"/>
                </a:ext>
              </a:extLst>
            </p:cNvPr>
            <p:cNvSpPr/>
            <p:nvPr/>
          </p:nvSpPr>
          <p:spPr>
            <a:xfrm>
              <a:off x="5312416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6EAA246-209C-A5EF-2144-619532E03947}"/>
                </a:ext>
              </a:extLst>
            </p:cNvPr>
            <p:cNvSpPr/>
            <p:nvPr/>
          </p:nvSpPr>
          <p:spPr>
            <a:xfrm>
              <a:off x="5850553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1694AEE-D0F1-6596-4EAF-A466222049BB}"/>
                </a:ext>
              </a:extLst>
            </p:cNvPr>
            <p:cNvSpPr/>
            <p:nvPr/>
          </p:nvSpPr>
          <p:spPr>
            <a:xfrm rot="20795293">
              <a:off x="6342607" y="1799960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6D57C9-1DF6-740C-4C80-55F979862E57}"/>
                </a:ext>
              </a:extLst>
            </p:cNvPr>
            <p:cNvSpPr/>
            <p:nvPr/>
          </p:nvSpPr>
          <p:spPr>
            <a:xfrm rot="963197">
              <a:off x="4821578" y="1773684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3AB1CB9-41E8-C8B1-A24D-E3F8E7226975}"/>
              </a:ext>
            </a:extLst>
          </p:cNvPr>
          <p:cNvSpPr/>
          <p:nvPr/>
        </p:nvSpPr>
        <p:spPr>
          <a:xfrm>
            <a:off x="1935060" y="4346976"/>
            <a:ext cx="1951361" cy="776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C</a:t>
            </a:r>
            <a:b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Assembly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828D1E-49E2-EEC6-EC25-722BFBAAAF4F}"/>
              </a:ext>
            </a:extLst>
          </p:cNvPr>
          <p:cNvSpPr/>
          <p:nvPr/>
        </p:nvSpPr>
        <p:spPr>
          <a:xfrm>
            <a:off x="4846561" y="4271583"/>
            <a:ext cx="1951361" cy="776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Low Language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9533292-0D60-01AE-92A0-A90FA59DC199}"/>
              </a:ext>
            </a:extLst>
          </p:cNvPr>
          <p:cNvGrpSpPr/>
          <p:nvPr/>
        </p:nvGrpSpPr>
        <p:grpSpPr>
          <a:xfrm>
            <a:off x="548391" y="1934941"/>
            <a:ext cx="3175879" cy="4318514"/>
            <a:chOff x="548391" y="1934941"/>
            <a:chExt cx="3175879" cy="4318514"/>
          </a:xfrm>
          <a:noFill/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4D72E2D-9128-3D35-D305-6183B55F15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391" y="2468585"/>
              <a:ext cx="1527858" cy="3784870"/>
            </a:xfrm>
            <a:prstGeom prst="straightConnector1">
              <a:avLst/>
            </a:prstGeom>
            <a:grpFill/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DDCC64C-70B2-E6F0-5909-6CE11E683070}"/>
                </a:ext>
              </a:extLst>
            </p:cNvPr>
            <p:cNvSpPr/>
            <p:nvPr/>
          </p:nvSpPr>
          <p:spPr>
            <a:xfrm>
              <a:off x="2048719" y="1934941"/>
              <a:ext cx="1675551" cy="530467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4B9F59-6962-7D90-EF80-367E1F48395C}"/>
              </a:ext>
            </a:extLst>
          </p:cNvPr>
          <p:cNvGrpSpPr/>
          <p:nvPr/>
        </p:nvGrpSpPr>
        <p:grpSpPr>
          <a:xfrm>
            <a:off x="1935061" y="1935466"/>
            <a:ext cx="4671472" cy="2474486"/>
            <a:chOff x="1935061" y="1935466"/>
            <a:chExt cx="4671472" cy="247448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98902F-F778-779F-8064-86159BD698ED}"/>
                </a:ext>
              </a:extLst>
            </p:cNvPr>
            <p:cNvSpPr/>
            <p:nvPr/>
          </p:nvSpPr>
          <p:spPr>
            <a:xfrm>
              <a:off x="1935061" y="2027824"/>
              <a:ext cx="1951361" cy="750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Javascript</a:t>
              </a:r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 Typescript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98A480-F078-A7C4-B81B-D3E6D4F1D15E}"/>
                </a:ext>
              </a:extLst>
            </p:cNvPr>
            <p:cNvSpPr/>
            <p:nvPr/>
          </p:nvSpPr>
          <p:spPr>
            <a:xfrm>
              <a:off x="1935061" y="2819173"/>
              <a:ext cx="1951361" cy="15907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Ruby </a:t>
              </a:r>
              <a:b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Python</a:t>
              </a:r>
              <a:b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Vb.net</a:t>
              </a:r>
              <a:b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C++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D400335-46A4-465E-1EB3-3E3A459148C7}"/>
                </a:ext>
              </a:extLst>
            </p:cNvPr>
            <p:cNvSpPr/>
            <p:nvPr/>
          </p:nvSpPr>
          <p:spPr>
            <a:xfrm>
              <a:off x="4655172" y="1935466"/>
              <a:ext cx="1951361" cy="7766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High Language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7148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5D4C1-8AC2-E5C0-A4F4-F915AE3A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5AF5615-C876-9BA9-1A74-ABC90A6BE02C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F5CB24A-B77A-CCED-8EE0-7369EFBA46D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CE22D2F-55E3-0B0F-4ACE-F13B667C47E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01A070B-5307-8EE6-64B0-A97EA037955A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89B82A7-E96F-AF5F-2723-138304AEF00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A3437B1-FA66-50D9-1C68-D249F1F6298D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A283450-D0B7-E1ED-301D-7A1787E4DE6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5075527-2FD5-A6AA-C1ED-839C811FF67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D47BBEC-26B3-0DA2-AC1D-055BE5C5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D9249E-A153-B06D-5B91-B09ED0D64DE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652C433-539F-AF49-7404-A3966EBC0D98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6BCEBCC-504F-E9AC-314B-0822B4E5BBD8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F60C58E-8882-E8CB-AD37-D35062C1565B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09A4BCC-7BD1-F687-4F1C-71DC5A62CA25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A37AFCA-1F06-FADA-0F13-2688A16E88F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C438A69-3C50-2910-C2C7-05E0104144F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EC50F34-6C89-9A1E-70FB-FDB7E7DB600B}"/>
              </a:ext>
            </a:extLst>
          </p:cNvPr>
          <p:cNvSpPr/>
          <p:nvPr/>
        </p:nvSpPr>
        <p:spPr>
          <a:xfrm>
            <a:off x="356740" y="1449088"/>
            <a:ext cx="3891169" cy="761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Why </a:t>
            </a:r>
            <a:r>
              <a:rPr lang="en-US" sz="3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Javascript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 ????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882A95-50F2-4B37-231E-B580F45C42A8}"/>
              </a:ext>
            </a:extLst>
          </p:cNvPr>
          <p:cNvSpPr/>
          <p:nvPr/>
        </p:nvSpPr>
        <p:spPr>
          <a:xfrm>
            <a:off x="625804" y="3596592"/>
            <a:ext cx="1899180" cy="761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dirty="0">
                <a:solidFill>
                  <a:schemeClr val="tx1"/>
                </a:solidFill>
                <a:latin typeface="Berlin Sans FB" panose="020E0602020502020306" pitchFamily="34" charset="0"/>
              </a:rPr>
              <a:t>- Free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BE06D-1196-C2EE-2145-53C23E672095}"/>
              </a:ext>
            </a:extLst>
          </p:cNvPr>
          <p:cNvSpPr/>
          <p:nvPr/>
        </p:nvSpPr>
        <p:spPr>
          <a:xfrm>
            <a:off x="625804" y="4411308"/>
            <a:ext cx="4769702" cy="761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dirty="0">
                <a:solidFill>
                  <a:schemeClr val="tx1"/>
                </a:solidFill>
                <a:latin typeface="Berlin Sans FB" panose="020E0602020502020306" pitchFamily="34" charset="0"/>
              </a:rPr>
              <a:t>- Easy to Understand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5A448C-373F-C8EA-ABF7-4E6741CDDB74}"/>
              </a:ext>
            </a:extLst>
          </p:cNvPr>
          <p:cNvSpPr/>
          <p:nvPr/>
        </p:nvSpPr>
        <p:spPr>
          <a:xfrm>
            <a:off x="570488" y="5262345"/>
            <a:ext cx="4769702" cy="761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dirty="0">
                <a:solidFill>
                  <a:schemeClr val="tx1"/>
                </a:solidFill>
                <a:latin typeface="Berlin Sans FB" panose="020E0602020502020306" pitchFamily="34" charset="0"/>
              </a:rPr>
              <a:t>- Versatile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CB0431-6B5E-0275-CE18-2D0B54928658}"/>
              </a:ext>
            </a:extLst>
          </p:cNvPr>
          <p:cNvSpPr/>
          <p:nvPr/>
        </p:nvSpPr>
        <p:spPr>
          <a:xfrm>
            <a:off x="625804" y="2278737"/>
            <a:ext cx="8116758" cy="135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The Programming Language of the web</a:t>
            </a:r>
          </a:p>
          <a:p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(modify element web by event)</a:t>
            </a:r>
          </a:p>
        </p:txBody>
      </p:sp>
    </p:spTree>
    <p:extLst>
      <p:ext uri="{BB962C8B-B14F-4D97-AF65-F5344CB8AC3E}">
        <p14:creationId xmlns:p14="http://schemas.microsoft.com/office/powerpoint/2010/main" val="88051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1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492D2-0FD1-F3E2-AA49-CFCC2727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FB9C244-7D6A-53E0-955C-44B501787B39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B10A53F-66C8-D54D-9735-F6BA9E06ADB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91DE43-D42A-456E-2A03-AD33410B1A1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D0D8A99-FB7B-D4D2-5355-D1C5204E1337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FE7DAB1-3245-43A4-79FB-CC9F3B0C56E8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FB40D2D-A558-7605-6EC6-892200519B2A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1399BB2-79C2-6832-E2D2-8703A5F9C8B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E99394-D1A9-040A-8C7B-240AE56C0435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9B57C0F-C31C-3313-CB73-23F74C23D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13ED934-0AFF-00B8-BFD7-D08600C8D738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6B53847-B44F-2210-06B2-C03DDF143C22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BC7E332-FE60-EE8E-766F-963F460527E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C44C1CB-6425-8B2C-47E5-7474C3C9634A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E218C48-DDD6-F4E1-353D-AB32F15719CA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2A5413B-4198-8350-A18D-588407F9DD9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405A0EB4-CF30-5E56-CF6E-B23CE188B236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D8BF7DE-90A0-4E76-0EDD-29DD8CFED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662" y="1966294"/>
            <a:ext cx="4145812" cy="333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62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ED87F-FBEA-2CF4-162E-E10D3349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4EA32DD-29E7-1AE1-1827-EE8442B2A342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B289AD6-7C7B-3141-091E-3050E814602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4A7823-0BCA-75B8-3C2D-B6DD739ABFC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03845B5-DFE8-57D7-724F-68404A1BCF8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7D7D139-BC3C-19BA-6A8A-6CE6DC4081CC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9404BD2-377C-B68A-B074-6B7CAE7D1A16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BEC4FC-7FFA-DA02-9CBE-E0A4F2AF58AD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DED3FEC-BB95-8336-D555-8D0898DC70B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D83D044-63F2-A179-42BA-9C0C0F32F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7284C96-0BEF-2AD9-EDFA-CAD5E5E41D4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601D7B8-71F5-6CD5-F08F-8B4598C3AD7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AAD71D-6725-AECD-4FC8-B6EF9736F17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746F0A4-6E53-67FD-AF22-F22F457B521F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28B09C1-A974-38DE-34D8-FBF9F09C22C4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293A457-8A58-CFFF-7039-AE3BE1BD152F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F4626DA-F070-3459-20BA-3F4E198EC2A4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pic>
        <p:nvPicPr>
          <p:cNvPr id="13" name="Screen Recording 2025-11-07 154856">
            <a:hlinkClick r:id="" action="ppaction://media"/>
            <a:extLst>
              <a:ext uri="{FF2B5EF4-FFF2-40B4-BE49-F238E27FC236}">
                <a16:creationId xmlns:a16="http://schemas.microsoft.com/office/drawing/2014/main" id="{03DE452C-80A7-11FA-C234-F5FF83439A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86798" y="1403026"/>
            <a:ext cx="5592763" cy="429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26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4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FA761-55F7-8031-344C-5DAE2752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1E1134A-EB7F-67A2-5156-2894BE551BC8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8207198-DA7C-B145-83CF-3F65B48110C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3720458-1699-B518-964B-5C4BC0100683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BC0BCBD-785A-4E8E-819B-09CFB4F28EE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5DD2203-1958-6032-C650-7CC90876396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C69F817-9DA9-9CFF-6DB2-FA7C04238431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0FB5E51-53A8-0CA0-4946-54CA4AD1E654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582032D-3E4F-413B-280E-F2A646EFE53B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BD824C3-AEE8-6DE9-4389-654AA1D72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750CE23-5B62-640C-FCAD-BA4FCC15CC5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0D8812-B2B7-07B9-E6E5-13458689F90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49E0852-DD53-9088-0663-F267B1BC5B97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ACB87BE-E9CF-8335-36F0-8DDE985B0B9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3CACDDE-F070-A2AF-ED0A-4E0CFD28021B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518E267-03A3-6D09-77E9-2983DE67F10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037607C2-9750-3858-598B-9537AF7508D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16618CB-384C-7388-6092-1887F0561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644" y="2027824"/>
            <a:ext cx="5615582" cy="316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38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7EDB7-572F-EDB3-BA62-4C2A854C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89732953-BA40-50F3-066F-1339BFDC35D6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087F8AC-35D0-EA98-BD13-A6CA7ACB7FF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685FEE8-FB6A-23E0-D964-02F25D83BC6E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8A3DA67-ECA5-56E5-90A8-13ABA71181EB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3A80E7-0EBE-F5AF-5EF7-BE0545F4E249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9B5E7DE-FB37-3DA4-2364-577E01D8A31C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AD95A39-9E89-2D40-E105-2606EF3F1866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7D6B85A-CACB-39B3-FEFE-43475F82AE6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E236DEE-11C4-1464-5439-1AE1681DA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6A0A18-0464-A123-61AE-0F38B507FABD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4731DB7-C4A4-A2EE-2B01-CF29A26FA12A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0CE13C8-9D13-799E-0E08-CCFB6FB56F8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0326FCA-B0AB-F8D0-981A-AC30D2DB0FB3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86F60E3-38B9-2EAD-1F2E-9C767487ECF6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FA6B4CFC-07BB-4DFD-5F8F-336DB64E9594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FCD536B-0BCA-3241-711C-5F0927FC202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2FBC013-5534-DC24-831C-AC75D092BE1D}"/>
              </a:ext>
            </a:extLst>
          </p:cNvPr>
          <p:cNvSpPr/>
          <p:nvPr/>
        </p:nvSpPr>
        <p:spPr>
          <a:xfrm>
            <a:off x="427537" y="2243218"/>
            <a:ext cx="1529082" cy="572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1992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6C1740-3ED3-950B-4FBF-4AEB87CAA7CC}"/>
              </a:ext>
            </a:extLst>
          </p:cNvPr>
          <p:cNvSpPr/>
          <p:nvPr/>
        </p:nvSpPr>
        <p:spPr>
          <a:xfrm>
            <a:off x="436450" y="4630340"/>
            <a:ext cx="1296311" cy="572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1994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AD85D2-0947-1B70-0698-A2475D2FBCF8}"/>
              </a:ext>
            </a:extLst>
          </p:cNvPr>
          <p:cNvGrpSpPr/>
          <p:nvPr/>
        </p:nvGrpSpPr>
        <p:grpSpPr>
          <a:xfrm>
            <a:off x="356740" y="1077686"/>
            <a:ext cx="3859707" cy="949222"/>
            <a:chOff x="356740" y="1077686"/>
            <a:chExt cx="3859707" cy="9492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468816-F9DE-0135-0E10-CA4AAB1C6584}"/>
                </a:ext>
              </a:extLst>
            </p:cNvPr>
            <p:cNvSpPr/>
            <p:nvPr/>
          </p:nvSpPr>
          <p:spPr>
            <a:xfrm>
              <a:off x="356740" y="1112508"/>
              <a:ext cx="3859707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A24CFC3-36CF-2B43-17AC-72B0A6458F51}"/>
                </a:ext>
              </a:extLst>
            </p:cNvPr>
            <p:cNvSpPr/>
            <p:nvPr/>
          </p:nvSpPr>
          <p:spPr>
            <a:xfrm>
              <a:off x="436450" y="1077686"/>
              <a:ext cx="3491896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6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History </a:t>
              </a:r>
              <a:r>
                <a:rPr lang="en-US" sz="3600" dirty="0" err="1">
                  <a:solidFill>
                    <a:schemeClr val="bg1"/>
                  </a:solidFill>
                  <a:latin typeface="Berlin Sans FB" panose="020E0602020502020306" pitchFamily="34" charset="0"/>
                </a:rPr>
                <a:t>Javascript</a:t>
              </a:r>
              <a:endParaRPr lang="en-US" sz="3600" dirty="0">
                <a:solidFill>
                  <a:schemeClr val="bg1"/>
                </a:solidFill>
                <a:latin typeface="Berlin Sans FB" panose="020E0602020502020306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A6EE083-B9CC-989E-7842-8C1D1F079F0C}"/>
              </a:ext>
            </a:extLst>
          </p:cNvPr>
          <p:cNvSpPr txBox="1"/>
          <p:nvPr/>
        </p:nvSpPr>
        <p:spPr>
          <a:xfrm>
            <a:off x="436450" y="272497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National Center for Supercomputing Applications (NCSA),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University of Illinois at Urbana–Champaign developed Mosaic,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2F862-CC94-9366-07A2-F87C8D5CFF43}"/>
              </a:ext>
            </a:extLst>
          </p:cNvPr>
          <p:cNvSpPr txBox="1"/>
          <p:nvPr/>
        </p:nvSpPr>
        <p:spPr>
          <a:xfrm>
            <a:off x="427537" y="518598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The Mosaic team created Netscape and launched Netscape Navigator  </a:t>
            </a:r>
          </a:p>
        </p:txBody>
      </p:sp>
    </p:spTree>
    <p:extLst>
      <p:ext uri="{BB962C8B-B14F-4D97-AF65-F5344CB8AC3E}">
        <p14:creationId xmlns:p14="http://schemas.microsoft.com/office/powerpoint/2010/main" val="787406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C321B-6F7A-E601-ED6E-59954C70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1AB7DD9-07DD-56CA-F45A-5A43436007C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1257853-EE12-B462-D1E7-4261B69A0D9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605A755-2BDE-BCFE-75D8-EA89D58088CE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4C21E6A-F95E-FA42-BE06-B9CB5B4EB9B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EE669C4-74DD-8AB1-5BAF-A063D3961AC7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F37BF6D-6D57-592B-9FDB-441C5CA68DC9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2D2BFC-4BCE-9161-2627-99250627E2BB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7BCF195-5F2A-0BFC-7BB2-84A4F3CF35AF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4618A7D-8D80-00E8-DE04-502A95976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312F154-2FD3-C6B2-BAE8-E33B903F5B98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83B077D-4214-DB95-BF8D-EA227DFEC49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83DDA2B-3368-FB6A-CA07-226D8DEF415A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E4A0A3-CB1A-4CD8-22E8-F4959A72BE81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D7627B5-9E38-03AC-7C88-204AD2E585D8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2DF7D8F4-0CD6-47B7-4110-23B90D71332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05FAF4E9-C92A-A8E3-7C9D-48B69C28ED6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779F6A-A7F7-ADC8-0B51-5294F61F90C9}"/>
              </a:ext>
            </a:extLst>
          </p:cNvPr>
          <p:cNvSpPr/>
          <p:nvPr/>
        </p:nvSpPr>
        <p:spPr>
          <a:xfrm>
            <a:off x="356740" y="1274298"/>
            <a:ext cx="7316129" cy="2354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  <a:b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Brendan Eich get hired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Created A New language inspire by </a:t>
            </a:r>
            <a:b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Java + Scheme + Self = Mocha (in just 10 days!)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Mocha -&gt;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Livescript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-&gt;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Javascript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679622-4442-69D2-644C-319EF330DCCD}"/>
              </a:ext>
            </a:extLst>
          </p:cNvPr>
          <p:cNvSpPr/>
          <p:nvPr/>
        </p:nvSpPr>
        <p:spPr>
          <a:xfrm>
            <a:off x="390488" y="3592571"/>
            <a:ext cx="7316129" cy="2091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Netscape sought Standardization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W3C rejected the proposal, so Netscape turned to ECMA International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07D5F-E64C-BB4F-7740-A10139D01F6E}"/>
              </a:ext>
            </a:extLst>
          </p:cNvPr>
          <p:cNvSpPr txBox="1"/>
          <p:nvPr/>
        </p:nvSpPr>
        <p:spPr>
          <a:xfrm>
            <a:off x="395512" y="1275488"/>
            <a:ext cx="983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1995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44F4E-E654-B6BC-6B43-3727CC9DE4B7}"/>
              </a:ext>
            </a:extLst>
          </p:cNvPr>
          <p:cNvSpPr txBox="1"/>
          <p:nvPr/>
        </p:nvSpPr>
        <p:spPr>
          <a:xfrm>
            <a:off x="390488" y="370616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1996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725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EB672-04BF-A526-0166-32BE7CC5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7446807-E8BF-BF33-BCAC-8B39F02913F9}"/>
              </a:ext>
            </a:extLst>
          </p:cNvPr>
          <p:cNvGrpSpPr/>
          <p:nvPr/>
        </p:nvGrpSpPr>
        <p:grpSpPr>
          <a:xfrm>
            <a:off x="122723" y="140981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0F2C312-16AC-2204-79B0-42378C000707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576707C-94E1-07A2-2987-97CFACFC405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F19819D-1D0E-19E0-F5E9-0F9BE8C2B6D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ABC1076-9851-438E-8CBA-D2719025AA4E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F6C93BC-13E0-DF9F-F626-48531C9E786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E9CBE77-1B30-F864-D0DC-25FCACE32BA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CA5289E-0744-81B9-3B42-E4D98C3CF12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C20B7A1-4BB6-55EA-6AD2-E3099BDFC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EB642A1-0303-CCDA-EB42-CF1206579035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79F2E9D-2DC8-0AC2-46E0-2CCB81180B00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14DB791-D89B-8BFF-EA0B-0A4028377E3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981DF03-85DD-D1EA-4BC3-28DF650E3C10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AEC82BD-2921-48F1-EE32-1B6366E03ECB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50D17DB-5031-C43E-E971-0E0447A57DA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127BB7D-BC3D-2A4D-14B4-A4D6D48066E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9693E62-CD89-1D9C-316E-A3425977836C}"/>
              </a:ext>
            </a:extLst>
          </p:cNvPr>
          <p:cNvSpPr/>
          <p:nvPr/>
        </p:nvSpPr>
        <p:spPr>
          <a:xfrm>
            <a:off x="436450" y="1106527"/>
            <a:ext cx="4427098" cy="8317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editions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1F980-8B75-1FAB-A52A-4C8376A9388F}"/>
              </a:ext>
            </a:extLst>
          </p:cNvPr>
          <p:cNvSpPr/>
          <p:nvPr/>
        </p:nvSpPr>
        <p:spPr>
          <a:xfrm>
            <a:off x="436450" y="2148936"/>
            <a:ext cx="7316129" cy="663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1 (1997) -&gt; First Edition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6C526B-CD38-C3FC-2D83-914F5707D804}"/>
              </a:ext>
            </a:extLst>
          </p:cNvPr>
          <p:cNvSpPr/>
          <p:nvPr/>
        </p:nvSpPr>
        <p:spPr>
          <a:xfrm>
            <a:off x="436450" y="3117008"/>
            <a:ext cx="7316129" cy="663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2 (1998) -&gt; Only Editorial Changes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78839-B77D-2290-E970-3C0BFB46C645}"/>
              </a:ext>
            </a:extLst>
          </p:cNvPr>
          <p:cNvSpPr/>
          <p:nvPr/>
        </p:nvSpPr>
        <p:spPr>
          <a:xfrm>
            <a:off x="436450" y="4156800"/>
            <a:ext cx="7316129" cy="1022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3 (1999) -&gt; Regex, Try/Catch, Switch, do-while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374B03-BAAB-F09B-E0B2-0105F8B637B2}"/>
              </a:ext>
            </a:extLst>
          </p:cNvPr>
          <p:cNvSpPr/>
          <p:nvPr/>
        </p:nvSpPr>
        <p:spPr>
          <a:xfrm>
            <a:off x="436449" y="5645910"/>
            <a:ext cx="7316129" cy="663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4 -&gt; Never Released</a:t>
            </a:r>
          </a:p>
        </p:txBody>
      </p:sp>
    </p:spTree>
    <p:extLst>
      <p:ext uri="{BB962C8B-B14F-4D97-AF65-F5344CB8AC3E}">
        <p14:creationId xmlns:p14="http://schemas.microsoft.com/office/powerpoint/2010/main" val="3115743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9C5CE-63B7-FA89-728D-703A2F11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EC8AEDB-65FB-B34C-30EC-A551B9062A6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5DBB76B-B134-29B7-3BEB-F4C41CE748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F598C7A-6717-2900-4D9F-466162694C8A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D1750A2-7955-B38B-C3E8-46077ED8B297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9FBA3BC-4D5C-38A2-00F7-40E6C2A09D7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EA06924-CD3A-C606-C85C-084BC521512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A06AEB5-1BF8-794B-E045-161940D5B19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252B96F-CAAB-569A-067A-783C73D6D1CA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5D39969-B78F-8CAE-5869-6EDC869F0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59BE51D-3289-9BF5-6078-26B286A20DF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BDB4A17-7B25-FE6F-2220-BCFC67919C50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2A7AA5A-C035-7475-364D-AE6085E1C96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9B32DD-F01F-787A-4C97-2858CAE53E5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E313B35-FE22-FC79-BC7F-6E91CF78331D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923C52AA-8C1D-F558-D588-BE9C8502824B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6257732-D163-FEBD-F779-AB2743CA14B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044FC16-827C-0780-1C46-4CB71D65E2EF}"/>
              </a:ext>
            </a:extLst>
          </p:cNvPr>
          <p:cNvSpPr/>
          <p:nvPr/>
        </p:nvSpPr>
        <p:spPr>
          <a:xfrm>
            <a:off x="390488" y="3769549"/>
            <a:ext cx="7316129" cy="1756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6 (2015)  -&gt; Added let and const, Default parameter values,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Array.find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(),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Array.findIndex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227269-E076-8B03-3BDA-EA58DA0210D7}"/>
              </a:ext>
            </a:extLst>
          </p:cNvPr>
          <p:cNvSpPr/>
          <p:nvPr/>
        </p:nvSpPr>
        <p:spPr>
          <a:xfrm>
            <a:off x="390488" y="1695106"/>
            <a:ext cx="8233559" cy="1756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5 (2009)  -&gt; use strict, JSON Support,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String.trim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(),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Array.isArray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(), Array iteration methods, Allows trailing commas for object literals</a:t>
            </a:r>
          </a:p>
        </p:txBody>
      </p:sp>
    </p:spTree>
    <p:extLst>
      <p:ext uri="{BB962C8B-B14F-4D97-AF65-F5344CB8AC3E}">
        <p14:creationId xmlns:p14="http://schemas.microsoft.com/office/powerpoint/2010/main" val="4256480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D667A-4955-DB7A-5DA3-FC133283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7347BD9-B462-C99F-EFC2-DD786657ACF9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664C28-8A7A-3D10-DEC9-C456F599939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F8BF7DA-BCDE-870A-1078-010479B1192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A7B4BDA-24B2-FA43-1EF7-8CFCD43F06D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2862B47-3D69-74C7-8594-FA221ED57C4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C8068EA-ADA8-E7B6-7341-6DF11D71B02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E41879-F891-B05D-7847-1171D4FF932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A5FDF6-887D-65FA-9E86-60D1DCEA8416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92D3B89-60F3-2528-FBC7-534DFB647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620FFB-343E-8A37-0A77-CA6AD1A9F4E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49AFF4D-05F9-338E-A3A3-10BF6A651B42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574ACBF-D6AD-5564-D78B-341BC7754279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B73BA76-EEE4-BC51-C38D-AA8D7738605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4B2EEC4-05FB-9EAC-5709-D063DFD1D78C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D0E74DA-4F8C-50B6-4051-21D5B6E430C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73832D8-56DA-7AD9-2CE0-3377BB082AEF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C7972E-08B4-625E-D5F7-5D87876CD531}"/>
              </a:ext>
            </a:extLst>
          </p:cNvPr>
          <p:cNvSpPr/>
          <p:nvPr/>
        </p:nvSpPr>
        <p:spPr>
          <a:xfrm>
            <a:off x="390488" y="1442950"/>
            <a:ext cx="2903318" cy="835742"/>
          </a:xfrm>
          <a:prstGeom prst="roundRect">
            <a:avLst>
              <a:gd name="adj" fmla="val 2392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How To Add</a:t>
            </a:r>
            <a:endParaRPr lang="en-US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9CD4C-B60C-75EE-BC4F-0AF92AF22621}"/>
              </a:ext>
            </a:extLst>
          </p:cNvPr>
          <p:cNvSpPr/>
          <p:nvPr/>
        </p:nvSpPr>
        <p:spPr>
          <a:xfrm>
            <a:off x="368071" y="4350239"/>
            <a:ext cx="5973736" cy="835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&lt;script&gt;//your code &lt;/script&gt; </a:t>
            </a:r>
            <a:endParaRPr lang="en-US" sz="28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3BB73-E314-EC8C-6340-D726A3638118}"/>
              </a:ext>
            </a:extLst>
          </p:cNvPr>
          <p:cNvSpPr/>
          <p:nvPr/>
        </p:nvSpPr>
        <p:spPr>
          <a:xfrm>
            <a:off x="356741" y="3085866"/>
            <a:ext cx="6889634" cy="835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&lt;script </a:t>
            </a:r>
            <a:r>
              <a:rPr lang="en-US" sz="24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src</a:t>
            </a:r>
            <a:r>
              <a:rPr lang="en-US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=“./script.js”&gt;&lt;/script&gt; </a:t>
            </a:r>
            <a:endParaRPr lang="en-US" sz="28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D528C-93A1-3177-3C17-F7C17F778F24}"/>
              </a:ext>
            </a:extLst>
          </p:cNvPr>
          <p:cNvSpPr txBox="1"/>
          <p:nvPr/>
        </p:nvSpPr>
        <p:spPr>
          <a:xfrm>
            <a:off x="3405881" y="1563576"/>
            <a:ext cx="6115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Fira Code" pitchFamily="1" charset="0"/>
                <a:ea typeface="Fira Code" pitchFamily="1" charset="0"/>
                <a:cs typeface="Fira Code" pitchFamily="1" charset="0"/>
              </a:rPr>
              <a:t>it can be placed in the &lt;body&gt;, or in the &lt;head&gt; section of an HTML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71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25951-0269-4BD8-63BF-56D01C73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E688C80-7251-D201-C98C-B7041116D55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0DA4138-F54E-F7FD-3C99-0A081922F25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6917911-6B85-BA9C-2A58-CF6EFF1F925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268A4C0-D2F2-CA40-68DD-07341C18AF20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802AEEA-1CD4-6C56-7F8F-276DFDE8D5C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7C4DA7E-A1E0-E75E-7B0E-5E31DB7FCCE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62207B-91FC-EE3B-CCD1-6249E992952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5CEB97-2BE0-FFAE-DEBF-70AB6DED1BF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A1262A5-8B4F-5687-0289-BE4A69C83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6A769E9-13D8-589E-1C50-7D494B442262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F2E755-4FE6-DB46-7903-AD6A91946033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EC91FDA-365B-923A-27E0-868BDB70C01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6687A6-0AE0-E336-59F9-D537B8AF332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0294CA8-C5FF-275F-D185-8570F60C6ABA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B81AF51-E9FB-B113-0BE5-F690BA486331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D76B1D7-CF4F-9C44-7870-B54A3CD6674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6079E8-C5DC-FDCF-5DED-ACD18FA159B3}"/>
              </a:ext>
            </a:extLst>
          </p:cNvPr>
          <p:cNvSpPr/>
          <p:nvPr/>
        </p:nvSpPr>
        <p:spPr>
          <a:xfrm>
            <a:off x="390488" y="1192082"/>
            <a:ext cx="2903318" cy="835742"/>
          </a:xfrm>
          <a:prstGeom prst="roundRect">
            <a:avLst>
              <a:gd name="adj" fmla="val 2392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Output</a:t>
            </a:r>
            <a:endParaRPr lang="en-US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DB58C-6C9A-78DA-E97A-1A65C9FAB45F}"/>
              </a:ext>
            </a:extLst>
          </p:cNvPr>
          <p:cNvSpPr/>
          <p:nvPr/>
        </p:nvSpPr>
        <p:spPr>
          <a:xfrm>
            <a:off x="390487" y="2325221"/>
            <a:ext cx="8350389" cy="725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console.log(“output”)</a:t>
            </a:r>
            <a:endParaRPr lang="en-US" sz="28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D1287-F65F-A119-7C65-054D2D889DEC}"/>
              </a:ext>
            </a:extLst>
          </p:cNvPr>
          <p:cNvSpPr/>
          <p:nvPr/>
        </p:nvSpPr>
        <p:spPr>
          <a:xfrm>
            <a:off x="390487" y="3343161"/>
            <a:ext cx="8350389" cy="725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document.getElementById</a:t>
            </a:r>
            <a:r>
              <a:rPr lang="en-US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("demo").</a:t>
            </a:r>
            <a:r>
              <a:rPr lang="en-US" sz="20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innerText</a:t>
            </a:r>
            <a:r>
              <a:rPr lang="en-US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= “demo” </a:t>
            </a:r>
            <a:endParaRPr lang="en-US" sz="32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E9611-D5E0-DBB8-6699-8CCE3E38DCDF}"/>
              </a:ext>
            </a:extLst>
          </p:cNvPr>
          <p:cNvSpPr/>
          <p:nvPr/>
        </p:nvSpPr>
        <p:spPr>
          <a:xfrm>
            <a:off x="368070" y="4361101"/>
            <a:ext cx="8350389" cy="725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document.write</a:t>
            </a:r>
            <a:r>
              <a:rPr lang="en-US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(“output”)</a:t>
            </a:r>
            <a:endParaRPr lang="en-US" sz="32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C4412A-6CF6-5252-0327-4ACE1CA59453}"/>
              </a:ext>
            </a:extLst>
          </p:cNvPr>
          <p:cNvSpPr/>
          <p:nvPr/>
        </p:nvSpPr>
        <p:spPr>
          <a:xfrm>
            <a:off x="368069" y="5443266"/>
            <a:ext cx="8350389" cy="725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window.alert</a:t>
            </a:r>
            <a:r>
              <a:rPr lang="en-US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(“output”)</a:t>
            </a:r>
            <a:endParaRPr lang="en-US" sz="32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906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C02D6-D57D-C635-B9DD-45A3E0E5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2C0AF91-8D3F-6423-C7EB-18CBF2EF3E87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F852105-59B3-5D07-5E66-2804A8FFB9C7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3CFEEB0-8018-86D4-7A8F-434B9C6CE8E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2BE9EE5-9940-4E6C-3A94-BD6389D0723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78912CC-6EF4-5395-8389-2B06ABC23F2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AC51E89-B7D4-1AE1-89E1-3F349C255018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6DEAA82-EE85-E971-78F5-8529A9153033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B97A61-D4E7-20DB-0CC4-510D23050B1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809C22C-FEE1-567E-5D9E-843CD5012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43100FD-EBF1-0B6A-03A6-61554274266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45DAD37-32D2-BECD-6390-A2DFD27DB12A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7A39CF0-4E38-CF6A-9333-E4083AFCC97E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010B8B-787F-2677-2C45-4BB74A315BF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AE38FBF-822E-1349-7F0C-FBE6977C898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AF3B6E5-81AD-3BC1-ABBD-2E703D695D2F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A0EBDA9-1705-6B5F-95F5-7E17FD727C5F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3602ED8-9F3E-7AD4-F2DC-1AB0E1AF435C}"/>
              </a:ext>
            </a:extLst>
          </p:cNvPr>
          <p:cNvSpPr/>
          <p:nvPr/>
        </p:nvSpPr>
        <p:spPr>
          <a:xfrm>
            <a:off x="390487" y="1172409"/>
            <a:ext cx="1615293" cy="656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erlin Sans FB" panose="020E0602020502020306" pitchFamily="34" charset="0"/>
              </a:rPr>
              <a:t>Variable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B24F5F-B99D-F651-7C1C-C256344D5EFD}"/>
              </a:ext>
            </a:extLst>
          </p:cNvPr>
          <p:cNvSpPr/>
          <p:nvPr/>
        </p:nvSpPr>
        <p:spPr>
          <a:xfrm>
            <a:off x="2005780" y="1172409"/>
            <a:ext cx="4496144" cy="6563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Variable = Data Container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777A6-4902-1A50-385F-A4526A2050D7}"/>
              </a:ext>
            </a:extLst>
          </p:cNvPr>
          <p:cNvSpPr/>
          <p:nvPr/>
        </p:nvSpPr>
        <p:spPr>
          <a:xfrm>
            <a:off x="390487" y="1852001"/>
            <a:ext cx="5843165" cy="6203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Variable = containers for storing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9E826-8D45-A267-14B8-1E3477B950F5}"/>
              </a:ext>
            </a:extLst>
          </p:cNvPr>
          <p:cNvSpPr/>
          <p:nvPr/>
        </p:nvSpPr>
        <p:spPr>
          <a:xfrm>
            <a:off x="3338302" y="2629125"/>
            <a:ext cx="5459550" cy="3909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Rules Variable :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Variable can contain letter, digits, underscores, and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dollarsign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Variable must begin with a letter, a $ sign or an underscore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Hyphens are not allowed in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Javascript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JavaScript programmers tend to use lower camel case </a:t>
            </a:r>
            <a:b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</a:t>
            </a:r>
            <a:b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yourName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= “Josse Surya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43FBC8-2EAD-71DE-5669-581E17BEFF3F}"/>
              </a:ext>
            </a:extLst>
          </p:cNvPr>
          <p:cNvGrpSpPr/>
          <p:nvPr/>
        </p:nvGrpSpPr>
        <p:grpSpPr>
          <a:xfrm>
            <a:off x="390487" y="2734636"/>
            <a:ext cx="2727791" cy="3301995"/>
            <a:chOff x="6035420" y="2479970"/>
            <a:chExt cx="2727791" cy="33019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FA0133-33E6-705E-EF48-D3BF7B7C0E1E}"/>
                </a:ext>
              </a:extLst>
            </p:cNvPr>
            <p:cNvSpPr/>
            <p:nvPr/>
          </p:nvSpPr>
          <p:spPr>
            <a:xfrm>
              <a:off x="6040006" y="3256347"/>
              <a:ext cx="936311" cy="66111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Let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22C654-1246-2DB1-C303-0AB5044DA8D9}"/>
                </a:ext>
              </a:extLst>
            </p:cNvPr>
            <p:cNvSpPr/>
            <p:nvPr/>
          </p:nvSpPr>
          <p:spPr>
            <a:xfrm>
              <a:off x="6056537" y="2479970"/>
              <a:ext cx="1296311" cy="66111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8033E-32D6-2ED4-B4A0-2DE1EE541FE2}"/>
                </a:ext>
              </a:extLst>
            </p:cNvPr>
            <p:cNvSpPr/>
            <p:nvPr/>
          </p:nvSpPr>
          <p:spPr>
            <a:xfrm>
              <a:off x="6035420" y="4047474"/>
              <a:ext cx="2706674" cy="66111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Var </a:t>
              </a:r>
              <a:r>
                <a:rPr lang="en-US" sz="2800" dirty="0">
                  <a:solidFill>
                    <a:srgbClr val="FF0000"/>
                  </a:solidFill>
                  <a:latin typeface="Berlin Sans FB" panose="020E0602020502020306" pitchFamily="34" charset="0"/>
                </a:rPr>
                <a:t>(obsolete)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D0D973-FE1E-21D5-AD90-0FB0E06D550A}"/>
                </a:ext>
              </a:extLst>
            </p:cNvPr>
            <p:cNvSpPr/>
            <p:nvPr/>
          </p:nvSpPr>
          <p:spPr>
            <a:xfrm>
              <a:off x="6056537" y="4838601"/>
              <a:ext cx="2706674" cy="9433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5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Automatically  </a:t>
              </a:r>
              <a:r>
                <a:rPr lang="en-US" sz="2500" dirty="0">
                  <a:solidFill>
                    <a:srgbClr val="FF0000"/>
                  </a:solidFill>
                  <a:latin typeface="Berlin Sans FB" panose="020E0602020502020306" pitchFamily="34" charset="0"/>
                </a:rPr>
                <a:t>(obsolete)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248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B0C35-70C4-34B7-DE4B-A486F1A9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49590F3-EDDB-03C4-A046-F0CDC231EB4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8015FC2-8F33-3024-F8FF-9357A6D6435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752A411-60D0-99B4-3035-C0B37EDC587B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DD56025-E880-0C74-79CA-D3E39D653F6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B18AB58-99A1-2F2A-0200-C397B8D7A1E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7BB438-1EB4-5422-1F2F-A07A17FB741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F1A423-4E0C-B2E2-3D56-8793F0F7502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71BCC89-740C-C697-67E4-6C45C58B19C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8898D65-C4EF-5237-56FC-01A02E827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4727089-8E67-7548-F9A4-F325DF79079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1B85CE7-ACF5-B7AB-D846-8F3612D4878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4442504-C185-2D76-790B-DC159B583CF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83F0F5C-6CF9-3922-1CD1-4D4A88F5D94E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D199D5-9C9A-8971-905D-15EFB55039F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CA1E9AF4-3714-14C3-1569-42C1BD63324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D15553E-E427-8406-27DB-2AC420095FF1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4AF323C-98F4-7A86-C37C-C73B1A8C4CAD}"/>
              </a:ext>
            </a:extLst>
          </p:cNvPr>
          <p:cNvSpPr/>
          <p:nvPr/>
        </p:nvSpPr>
        <p:spPr>
          <a:xfrm>
            <a:off x="284578" y="1101212"/>
            <a:ext cx="2674932" cy="6489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8 </a:t>
            </a:r>
            <a:r>
              <a:rPr lang="en-US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DataTypes</a:t>
            </a:r>
            <a:endParaRPr lang="en-US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9A4EB-B4C8-DD19-B7EE-1E3500F5C636}"/>
              </a:ext>
            </a:extLst>
          </p:cNvPr>
          <p:cNvSpPr/>
          <p:nvPr/>
        </p:nvSpPr>
        <p:spPr>
          <a:xfrm>
            <a:off x="356740" y="1955880"/>
            <a:ext cx="5653916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String = A Text of Characters enclosed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person = “Josse Surya 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D2518-56D7-BA30-AB8D-2D95336BDC80}"/>
              </a:ext>
            </a:extLst>
          </p:cNvPr>
          <p:cNvSpPr/>
          <p:nvPr/>
        </p:nvSpPr>
        <p:spPr>
          <a:xfrm>
            <a:off x="356740" y="3458705"/>
            <a:ext cx="8372732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Number = A number representing a mathematical value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length = 18.95;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0EB853-CF4B-3D4D-8EA6-4B88F7F2565E}"/>
              </a:ext>
            </a:extLst>
          </p:cNvPr>
          <p:cNvSpPr/>
          <p:nvPr/>
        </p:nvSpPr>
        <p:spPr>
          <a:xfrm>
            <a:off x="356740" y="5083754"/>
            <a:ext cx="8372732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Bigint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 = A number representing a large integer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x = 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1234567890123456789012345n;</a:t>
            </a:r>
            <a:endParaRPr lang="en-US" sz="2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497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2FFA4-D7D8-8C00-35E0-33C341AA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B87817B-D378-D3B6-C585-62835438A3B7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362007-6808-69FE-DAE5-883F44479466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D88A801-4A8E-4C7A-D97D-7B4AF9E36DFB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A307A8-C2D2-B88E-C466-712BF96E9470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75CF9D1-D9F1-0CBB-1661-0FD4734DC18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C6082AB-FE09-D217-1B45-8A1764B2BD1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F9310F9-E74A-B1AF-C16C-588CA4B16C3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A3435EF-0812-0D0E-2D59-804C9EF6628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F11E8F9-3B8B-73CD-6B50-55A920FB1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8307BAD-47A3-007E-7507-4219C241FA5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2616676-7734-3BDD-9803-E945EBB68D6A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E128D39-E7E6-A807-0AD0-F73E643D86D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E149DDD-0AB5-9E10-A6F2-0D549C6138DE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EAE3852-3D32-802D-0D26-5B2F2B1DC7FE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FC977FCF-2828-3B1D-1BE3-41980472E3F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F9D368DC-A313-05FD-6B02-A010C4D435AB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2ACCF4D-4E60-C5B9-314B-37E750B20572}"/>
              </a:ext>
            </a:extLst>
          </p:cNvPr>
          <p:cNvSpPr/>
          <p:nvPr/>
        </p:nvSpPr>
        <p:spPr>
          <a:xfrm>
            <a:off x="390488" y="1704169"/>
            <a:ext cx="6897500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Boolean = A data type representing true of false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correct = true;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1E2A3-745A-DBA1-F3C5-1A1147DC4481}"/>
              </a:ext>
            </a:extLst>
          </p:cNvPr>
          <p:cNvSpPr/>
          <p:nvPr/>
        </p:nvSpPr>
        <p:spPr>
          <a:xfrm>
            <a:off x="356740" y="3343161"/>
            <a:ext cx="6554744" cy="25630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Object = A collection of key-value pairs of data 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employee = {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 name: ”Josse Surya 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”,</a:t>
            </a:r>
            <a:b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 position: ”Software Developer”</a:t>
            </a:r>
            <a:b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44307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38E5D-72F7-CF38-0B78-17E2C744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7C6A394-56D1-FCAD-A063-FB42C34B6FA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26809BD-7837-34C4-4512-FC1FC66D9CF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55D4911-77A5-F8C9-6C20-FD9C4A709B2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42F63E8-6E39-F379-F653-F77D642F054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41939C9-5BF0-066C-6F69-4CEA3A19768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6910CE0-4675-9ABA-8181-7BE630771B2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62A9C34-894B-5F3B-1788-8D90B92760B9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066CEFB-3CF2-1A89-D4D6-63021E7A9425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42F1C05-2D08-1045-C4F0-E0A426162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D168E1B-EE63-025E-9BBE-319E84E4420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A4E20A1-C2B4-5F95-C546-BE26E307A9F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70D4974-7D40-F691-9549-AFFAF9CB5E8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3B37911-211B-865B-6420-66859B77451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22208FF-3F47-C6CC-6AED-7FFA158AFCC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EA5A247-5DB2-68E3-526B-17CED567DAC4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1417596-51AA-CE21-257C-E627E1DC464D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2C18752-9EAC-C2A7-C4D6-95EBA2E4334B}"/>
              </a:ext>
            </a:extLst>
          </p:cNvPr>
          <p:cNvSpPr/>
          <p:nvPr/>
        </p:nvSpPr>
        <p:spPr>
          <a:xfrm>
            <a:off x="321544" y="1487255"/>
            <a:ext cx="7688600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Undefined = A primitive variable with no assigned value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let x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;</a:t>
            </a:r>
            <a:endParaRPr lang="en-US" sz="2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2EFB6-61BA-31D4-3BEF-5D5411C39BD2}"/>
              </a:ext>
            </a:extLst>
          </p:cNvPr>
          <p:cNvSpPr/>
          <p:nvPr/>
        </p:nvSpPr>
        <p:spPr>
          <a:xfrm>
            <a:off x="321544" y="3033723"/>
            <a:ext cx="7298456" cy="15043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Null = A primitive value representing object absence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let x = null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D5DEEC-544D-6391-2539-052307D0D005}"/>
              </a:ext>
            </a:extLst>
          </p:cNvPr>
          <p:cNvSpPr/>
          <p:nvPr/>
        </p:nvSpPr>
        <p:spPr>
          <a:xfrm>
            <a:off x="321544" y="4734287"/>
            <a:ext cx="7688600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Symbol = A unique and primitive 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indentifier</a:t>
            </a:r>
            <a:endParaRPr lang="en-US" sz="25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x = Symbol()</a:t>
            </a:r>
          </a:p>
        </p:txBody>
      </p:sp>
    </p:spTree>
    <p:extLst>
      <p:ext uri="{BB962C8B-B14F-4D97-AF65-F5344CB8AC3E}">
        <p14:creationId xmlns:p14="http://schemas.microsoft.com/office/powerpoint/2010/main" val="4192546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0FFAC-FC14-FED0-AE90-6C3D55E9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70EEB99-AA07-B923-80A0-5EEEF5E51A1D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145F04-5CFB-18EE-8DA7-E6E9FF6AF190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B36F239-9445-EFB1-D910-D82B1A06B34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E7150E3-70A5-5273-17E8-54276FF13ED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83E4A45-882A-1901-5BF3-C42E4FAA740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7641C1E-499A-BEB7-D57F-059A1E19B8ED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4C0A4C2-9F7F-B86C-49C0-A12623721A0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15DBC1D-BB67-FF6A-77F6-8496131289F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7D84EC9-84C9-BE24-4E81-A57BB60D1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673BA1A-4D74-0623-0FA5-11FF92F1D6B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7019639-43E8-4248-62D5-C10C44AB83D5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DA0B74-9FE0-3BC4-9031-5199CBE4D7AE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C1492BE-DB63-CBF1-79D3-9940EE974A63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3F16322-1034-C076-C808-292117346BA8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2B48251-C65D-E2B9-C5DA-F324E3F0BB8C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757BB3D-EB45-A257-B5B4-A3029148BA1B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1DDCFF-F649-5555-4A54-B14A71E58BD4}"/>
              </a:ext>
            </a:extLst>
          </p:cNvPr>
          <p:cNvSpPr/>
          <p:nvPr/>
        </p:nvSpPr>
        <p:spPr>
          <a:xfrm>
            <a:off x="5852504" y="979786"/>
            <a:ext cx="2781906" cy="658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Berlin Sans FB" panose="020E0602020502020306" pitchFamily="34" charset="0"/>
              </a:rPr>
              <a:t>Operator</a:t>
            </a:r>
            <a:endParaRPr lang="en-US" sz="2800" dirty="0">
              <a:latin typeface="Berlin Sans FB" panose="020E0602020502020306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84D176-B56C-B83B-2C2D-C5B2AFF029D6}"/>
              </a:ext>
            </a:extLst>
          </p:cNvPr>
          <p:cNvSpPr/>
          <p:nvPr/>
        </p:nvSpPr>
        <p:spPr>
          <a:xfrm>
            <a:off x="390488" y="2027824"/>
            <a:ext cx="2781906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+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Addition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5D9CFF-E17B-C49E-4FBF-2CF82FEC66D9}"/>
              </a:ext>
            </a:extLst>
          </p:cNvPr>
          <p:cNvSpPr/>
          <p:nvPr/>
        </p:nvSpPr>
        <p:spPr>
          <a:xfrm>
            <a:off x="390488" y="3050236"/>
            <a:ext cx="3281486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-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Subtraction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62495F-92ED-1C37-9FDD-EFE37BB99439}"/>
              </a:ext>
            </a:extLst>
          </p:cNvPr>
          <p:cNvSpPr/>
          <p:nvPr/>
        </p:nvSpPr>
        <p:spPr>
          <a:xfrm>
            <a:off x="450726" y="3996562"/>
            <a:ext cx="3901818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*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Multiplication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E5D009-35B4-0C97-2334-FB7C83A865C5}"/>
              </a:ext>
            </a:extLst>
          </p:cNvPr>
          <p:cNvSpPr/>
          <p:nvPr/>
        </p:nvSpPr>
        <p:spPr>
          <a:xfrm>
            <a:off x="491780" y="5113673"/>
            <a:ext cx="426309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/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Division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D005CD-D8E7-7250-1097-122F0CE7BEA0}"/>
              </a:ext>
            </a:extLst>
          </p:cNvPr>
          <p:cNvSpPr/>
          <p:nvPr/>
        </p:nvSpPr>
        <p:spPr>
          <a:xfrm>
            <a:off x="3461608" y="1973103"/>
            <a:ext cx="426309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/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Division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1C3E96-C429-9A9D-D95A-84655D7883CC}"/>
              </a:ext>
            </a:extLst>
          </p:cNvPr>
          <p:cNvSpPr/>
          <p:nvPr/>
        </p:nvSpPr>
        <p:spPr>
          <a:xfrm>
            <a:off x="3891998" y="2964952"/>
            <a:ext cx="426309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% = 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Modulus(remainder)</a:t>
            </a:r>
            <a:endParaRPr lang="en-US" sz="3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CD7690-8491-8925-A6FE-5424E2BB7664}"/>
              </a:ext>
            </a:extLst>
          </p:cNvPr>
          <p:cNvSpPr/>
          <p:nvPr/>
        </p:nvSpPr>
        <p:spPr>
          <a:xfrm>
            <a:off x="4543265" y="3989549"/>
            <a:ext cx="426309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++ = </a:t>
            </a:r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increment</a:t>
            </a:r>
            <a:endParaRPr lang="en-US" sz="3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E1EE8-82A3-6168-E087-5170C20F87BD}"/>
              </a:ext>
            </a:extLst>
          </p:cNvPr>
          <p:cNvSpPr/>
          <p:nvPr/>
        </p:nvSpPr>
        <p:spPr>
          <a:xfrm>
            <a:off x="5048209" y="5088646"/>
            <a:ext cx="3586202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-- = </a:t>
            </a:r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decrement</a:t>
            </a:r>
            <a:endParaRPr lang="en-US" sz="3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999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A55BB-05B4-6BA9-7B93-CDF2D707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B78F9D6-5766-E905-8BA5-8DCD0D01523C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E7C4CD1-C56E-E4EA-7ABB-94FC18F413D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BE0233F-CB3C-E23C-0F76-34788E6EC76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B792188-A514-E0C0-7A0F-47AB8104EDA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CFEDC43-F141-C287-163F-6B088CFB0FAC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28A7EFC-76DA-B666-1C0A-ADF9C70267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DD0E08F-C3C7-FEF5-1F7D-86BB4EA4F1F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3FF5C3C-86AE-8D08-EB9B-865485702A8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7A39110-C616-DDD0-AC37-DFC26BB39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24F4381-5638-C18F-0215-080BFF0869C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7D0418B-B864-1B99-9994-0E243B13380D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2C64DFD-71B0-E2EA-6C7C-533A38B3BA2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874048F-7ADB-7DD2-D420-593D53535AD0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C0950D2-1E70-2708-38E8-857765B12463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F652F801-B66D-0486-25CF-5361F520794C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55BA56DC-8867-A526-E6EC-72C0EDCAC7B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A569634-AF1B-F35E-44CE-E40E0DCD38B5}"/>
              </a:ext>
            </a:extLst>
          </p:cNvPr>
          <p:cNvSpPr/>
          <p:nvPr/>
        </p:nvSpPr>
        <p:spPr>
          <a:xfrm>
            <a:off x="390487" y="1469432"/>
            <a:ext cx="5112537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==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equal 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C9A45-D43E-50F7-3202-342EB9896746}"/>
              </a:ext>
            </a:extLst>
          </p:cNvPr>
          <p:cNvSpPr/>
          <p:nvPr/>
        </p:nvSpPr>
        <p:spPr>
          <a:xfrm>
            <a:off x="356740" y="2491517"/>
            <a:ext cx="8055244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===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equal value dan equal data 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9695E6-B2F9-20FB-69DE-2E6E555C178C}"/>
              </a:ext>
            </a:extLst>
          </p:cNvPr>
          <p:cNvSpPr/>
          <p:nvPr/>
        </p:nvSpPr>
        <p:spPr>
          <a:xfrm>
            <a:off x="356740" y="3550819"/>
            <a:ext cx="337312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!=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not equal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D4BE8F-467B-A13F-555D-D1D7D147DC24}"/>
              </a:ext>
            </a:extLst>
          </p:cNvPr>
          <p:cNvSpPr/>
          <p:nvPr/>
        </p:nvSpPr>
        <p:spPr>
          <a:xfrm>
            <a:off x="313047" y="4658839"/>
            <a:ext cx="8142630" cy="1441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!==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not equal value or not equal data type</a:t>
            </a:r>
          </a:p>
        </p:txBody>
      </p:sp>
    </p:spTree>
    <p:extLst>
      <p:ext uri="{BB962C8B-B14F-4D97-AF65-F5344CB8AC3E}">
        <p14:creationId xmlns:p14="http://schemas.microsoft.com/office/powerpoint/2010/main" val="3319201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14D61-C3D7-DD18-145F-53679A0F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C6AC9C4-3E88-7311-DB49-8B12FCFAC92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2E05D32-F1FC-C348-5863-A4B89E08227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5B9EB24-7AE7-A772-E5C4-917D8ADCDBF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043ADEF-7F3E-D360-A86C-17E81F403B3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350F505-6C3D-EF65-A719-CDCF1F35C352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751677A-135C-4AC8-74F1-E727FB6525C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0FB0A01-617F-F115-E19E-B050E51706E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DB84DF9-59B9-9A4A-3BC6-B1816A00D1C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075BB98-8A73-D42D-16D3-75C779AF3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67D565E-E7C5-3D42-25B6-4CD199A50A5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22EB1B2-A8A6-B199-8253-9E5F6B934C6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E2EEE5F-9C1C-14BF-EC7F-9191D3A3B173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7C8EB57-C72F-1660-48DE-ACC8052CBEE6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E193C19-46BD-9240-1D37-4DD2F4910AA7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924BA92A-FF0D-62AB-599C-FDB8EB4D352A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312E93E-F5B7-6BDF-8B72-733F39C5094C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BB11C136-FCEE-5027-F67E-AAB91B53455B}"/>
              </a:ext>
            </a:extLst>
          </p:cNvPr>
          <p:cNvSpPr/>
          <p:nvPr/>
        </p:nvSpPr>
        <p:spPr>
          <a:xfrm>
            <a:off x="390487" y="1469432"/>
            <a:ext cx="3798055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&gt;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greater than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E09B0A-8EC6-6FB5-D09D-BAB9F023FB6E}"/>
              </a:ext>
            </a:extLst>
          </p:cNvPr>
          <p:cNvSpPr/>
          <p:nvPr/>
        </p:nvSpPr>
        <p:spPr>
          <a:xfrm>
            <a:off x="356740" y="2655452"/>
            <a:ext cx="3379518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&lt;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less than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6353B7-84E5-ADF9-2BC2-C6EC021B0831}"/>
              </a:ext>
            </a:extLst>
          </p:cNvPr>
          <p:cNvSpPr/>
          <p:nvPr/>
        </p:nvSpPr>
        <p:spPr>
          <a:xfrm>
            <a:off x="356740" y="3765304"/>
            <a:ext cx="5911056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&gt;=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greater than or equal 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D08DA1-57B4-F998-3441-E624244AB65A}"/>
              </a:ext>
            </a:extLst>
          </p:cNvPr>
          <p:cNvSpPr/>
          <p:nvPr/>
        </p:nvSpPr>
        <p:spPr>
          <a:xfrm>
            <a:off x="313047" y="4931368"/>
            <a:ext cx="6270633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&lt;=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 = less equal than or equal to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2079C6-F914-DB7E-AF63-47600A98AFEA}"/>
              </a:ext>
            </a:extLst>
          </p:cNvPr>
          <p:cNvSpPr/>
          <p:nvPr/>
        </p:nvSpPr>
        <p:spPr>
          <a:xfrm>
            <a:off x="4543265" y="2617368"/>
            <a:ext cx="2738793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&amp;&amp;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1D9E59-2C6F-5277-9F30-752027E10FD2}"/>
              </a:ext>
            </a:extLst>
          </p:cNvPr>
          <p:cNvSpPr/>
          <p:nvPr/>
        </p:nvSpPr>
        <p:spPr>
          <a:xfrm>
            <a:off x="4601219" y="1450735"/>
            <a:ext cx="2569340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||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50799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0E592-7297-94A2-4346-A7DE5C66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689E6F7-B27D-8DB2-38AF-564517A20D7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8144F3C-F69E-E9A7-B31E-E2DBEC81CE68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EA2D3BC-6147-FA99-E6C7-04F660D5068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1614C44-4E76-EEFB-DA83-96D5955B68B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29A5D0B-38C6-8299-3D73-267D903465F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8AD1B66-B976-E8D6-90BF-533B9412106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6FFE5A1-622B-80EC-1C8C-2D4649901AB9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0F28324-1924-F927-251D-E430FD40AC8E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FBEE7B5-CEC2-BD6A-16E3-EC345EC09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1915D8-A5A9-0382-DF24-722E9B2C923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82FFD46-8714-6185-4C6B-609B08FF49EC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21930EF-8F79-BDB4-2315-EBA393F856A1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38CB72-9724-A133-EDBE-075FF7D524B7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550465-C8EE-911C-1EE6-C53D711823BC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007E18D3-0CC4-D472-D667-1ABDCBCAB59D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98FEA7D-F875-9FD3-7753-23638594794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83A16A9-B7E1-083C-E4C8-C36362E41F28}"/>
              </a:ext>
            </a:extLst>
          </p:cNvPr>
          <p:cNvSpPr/>
          <p:nvPr/>
        </p:nvSpPr>
        <p:spPr>
          <a:xfrm>
            <a:off x="356740" y="1199534"/>
            <a:ext cx="2730589" cy="82828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B4140-EB7C-BB39-BC18-1A29F320DFC4}"/>
              </a:ext>
            </a:extLst>
          </p:cNvPr>
          <p:cNvSpPr/>
          <p:nvPr/>
        </p:nvSpPr>
        <p:spPr>
          <a:xfrm>
            <a:off x="356740" y="2184581"/>
            <a:ext cx="8260217" cy="28490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Statements allow us to perform different actions for different conditions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Statements run different code depending on true or false conditions </a:t>
            </a:r>
          </a:p>
        </p:txBody>
      </p:sp>
    </p:spTree>
    <p:extLst>
      <p:ext uri="{BB962C8B-B14F-4D97-AF65-F5344CB8AC3E}">
        <p14:creationId xmlns:p14="http://schemas.microsoft.com/office/powerpoint/2010/main" val="351241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B0473-D269-82AB-17AB-97EFFEE4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DED186A-5AD4-A27C-5EBB-0D7232A6D7AF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E45AC47-3234-4121-531B-4C1D915D388B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EBD4625-1159-A49D-8A98-C8E2540C192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AB66505-947F-F9D5-1AE1-804FB2C8CE3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B1ADBBE-1422-7949-976B-79F2E0B93C2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2ECBA33-E003-E63B-F6ED-ACDA37C6D4E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225A178-2819-43A8-36A1-BFE6FA580BC5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A670B6D-D382-1A5F-7B1E-7EB7CF190F30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178D691-77E0-D76B-C211-D1D61DA19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CEFFB0F-008C-6A91-E3C5-BBBCB0DE833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D767F14-38D9-0702-FE60-56C17F1C84ED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C156616-7F68-4970-4DE4-EFE9F923CD08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17034E5-BC24-3C27-FD80-676370E262C4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3021242-972D-C47D-E010-99E577FD1C87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E29858D6-587D-CE57-B35E-73C72D22B7A2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46800C3-C91A-687B-8F89-EC4CE800436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CE78B7A-00E7-E1B6-697E-79268E7BF926}"/>
              </a:ext>
            </a:extLst>
          </p:cNvPr>
          <p:cNvSpPr/>
          <p:nvPr/>
        </p:nvSpPr>
        <p:spPr>
          <a:xfrm>
            <a:off x="356740" y="1804456"/>
            <a:ext cx="8260217" cy="4468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If (condition1) {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// code to execute if condition1 is true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 else if (condition2){</a:t>
            </a:r>
            <a:b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// code to execute if the condition1 is false and condition2 is true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 else {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// code to execute if the condition1 is  false, and condition2 is false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025FB0-FF52-D3DD-1DBB-9265585AD8D2}"/>
              </a:ext>
            </a:extLst>
          </p:cNvPr>
          <p:cNvSpPr/>
          <p:nvPr/>
        </p:nvSpPr>
        <p:spPr>
          <a:xfrm>
            <a:off x="167824" y="975104"/>
            <a:ext cx="1619643" cy="6924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oper Black" panose="0208090404030B020404" pitchFamily="18" charset="0"/>
              </a:rPr>
              <a:t>Syntax</a:t>
            </a:r>
            <a:endParaRPr lang="en-US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229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E5E31-5821-2655-E94A-51FC13D0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9723565-FDF3-C825-DF59-752AC6B7B2AB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F782BC8-C31B-54EA-7AD8-D51928464D0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28D90B0-C988-8F7C-9F70-9174AE443D22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58E8144-E609-D3D6-906E-7A2C9CE256F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8F5A0E1-240F-7DC6-9082-296D4A99DD6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17CA948-9D01-9F09-5999-EB5A31EBD251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A76C909-B454-B643-50D9-42DA0EBDC926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D2C42E8-3227-98AB-761B-1C5C4545B642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B80756B-E6C8-DDE5-2E47-477EC227D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E14A90-88A7-F4A7-E4FA-7B6ECE3F01D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CFBA94B-E8D0-6199-7F66-C9612793DA48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5B223E7-2D34-3066-6FBB-1F5075CA405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BF384ED-A0ED-E6A9-7C32-BE4ECA3DBCA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A138E46-99E2-D29A-70A3-CB6285A5ADD6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9D746D7C-9AC2-E08C-4B8C-BA042E489F15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548A0F60-28C5-054E-F839-B9E96BF83B2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D046060-7258-A894-F41D-F51C15BB9E3C}"/>
              </a:ext>
            </a:extLst>
          </p:cNvPr>
          <p:cNvSpPr/>
          <p:nvPr/>
        </p:nvSpPr>
        <p:spPr>
          <a:xfrm>
            <a:off x="257754" y="1506154"/>
            <a:ext cx="3435331" cy="44903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switch(expression){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case x: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//code block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break;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case y: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//code block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break;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default: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//code block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4D59A-30B1-84C3-2B80-DBE4661A81F4}"/>
              </a:ext>
            </a:extLst>
          </p:cNvPr>
          <p:cNvSpPr/>
          <p:nvPr/>
        </p:nvSpPr>
        <p:spPr>
          <a:xfrm>
            <a:off x="3766615" y="2916774"/>
            <a:ext cx="5039003" cy="9751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 ? expression1 : expression2</a:t>
            </a:r>
          </a:p>
        </p:txBody>
      </p:sp>
    </p:spTree>
    <p:extLst>
      <p:ext uri="{BB962C8B-B14F-4D97-AF65-F5344CB8AC3E}">
        <p14:creationId xmlns:p14="http://schemas.microsoft.com/office/powerpoint/2010/main" val="23170064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C285E-0A90-6C36-8F32-871F3BD9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E0D412A-250F-104C-0F3F-D746712C913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108100C-6141-CC6C-3330-918A3B2DC010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B5040D3-7300-C41F-4ABD-AFF6633E7056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29EC804-3993-C9DE-F21C-1C28BC10C22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7C61FD6-1F75-A675-685A-F4667295FF6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370390D-86D5-4DF0-2877-8E8A3E6975F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58CD66-CC52-9CF8-43D2-C995F734B8B8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35AA250-3597-1090-1202-85E318A02B9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0EF51A4-5055-0B4F-5008-054DD9FA3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48DB804-E583-1ECE-44B9-DA26F3A01E2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26498BD-5FBC-1985-76BC-FECAF50972B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8F44D8E-EEE2-3E8B-3DE9-7761C16FEC3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61CDFAD-8515-5D1F-EEB6-B1464D5063F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8380DEE-AA8F-1137-6476-572B555A8AC3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89AAC0D-AA15-2C05-1C41-166FE7C5D464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5C47D8D6-6FA2-E250-9B4A-085A42B31746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9DE45C7-1B8F-4E47-1405-9856CD7D4B39}"/>
              </a:ext>
            </a:extLst>
          </p:cNvPr>
          <p:cNvSpPr/>
          <p:nvPr/>
        </p:nvSpPr>
        <p:spPr>
          <a:xfrm>
            <a:off x="285135" y="1002890"/>
            <a:ext cx="1671483" cy="5899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ooper Black" panose="0208090404030B020404" pitchFamily="18" charset="0"/>
              </a:rPr>
              <a:t>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C6C93-B9F7-CB73-08DA-1BDC0A9A38A7}"/>
              </a:ext>
            </a:extLst>
          </p:cNvPr>
          <p:cNvSpPr/>
          <p:nvPr/>
        </p:nvSpPr>
        <p:spPr>
          <a:xfrm>
            <a:off x="285135" y="1603184"/>
            <a:ext cx="8186512" cy="1040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Loops are handy, if you want </a:t>
            </a:r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to run the same code over and over again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, each time with a different value 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A11D0F-F6DC-E451-C598-537D76E56724}"/>
              </a:ext>
            </a:extLst>
          </p:cNvPr>
          <p:cNvGrpSpPr/>
          <p:nvPr/>
        </p:nvGrpSpPr>
        <p:grpSpPr>
          <a:xfrm>
            <a:off x="313980" y="2916774"/>
            <a:ext cx="2267855" cy="2703871"/>
            <a:chOff x="520877" y="3212349"/>
            <a:chExt cx="2267855" cy="27038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6CC47F-0F5F-66B2-15FD-7CF8DFFBF1AD}"/>
                </a:ext>
              </a:extLst>
            </p:cNvPr>
            <p:cNvSpPr/>
            <p:nvPr/>
          </p:nvSpPr>
          <p:spPr>
            <a:xfrm>
              <a:off x="531665" y="3811885"/>
              <a:ext cx="2257067" cy="21043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  <a:t>console.log(1);</a:t>
              </a:r>
              <a:b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  <a:t>console.log(2);</a:t>
              </a:r>
              <a:b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  <a:t>console.log(3);</a:t>
              </a:r>
              <a:b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  <a:t>console.log(4);</a:t>
              </a:r>
            </a:p>
            <a:p>
              <a: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  <a:t>console.log(5);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8E13DA-D3F7-0B0E-9D14-4F1D6141BC3C}"/>
                </a:ext>
              </a:extLst>
            </p:cNvPr>
            <p:cNvSpPr/>
            <p:nvPr/>
          </p:nvSpPr>
          <p:spPr>
            <a:xfrm>
              <a:off x="520877" y="3212349"/>
              <a:ext cx="1671483" cy="5891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script.js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067EAEA-A861-5D43-C277-C9AD00303D23}"/>
              </a:ext>
            </a:extLst>
          </p:cNvPr>
          <p:cNvGrpSpPr/>
          <p:nvPr/>
        </p:nvGrpSpPr>
        <p:grpSpPr>
          <a:xfrm>
            <a:off x="3905158" y="2949631"/>
            <a:ext cx="4000470" cy="2236352"/>
            <a:chOff x="3046133" y="3436251"/>
            <a:chExt cx="4000470" cy="223635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D739AF-1B4D-9809-AF46-521B57364DFE}"/>
                </a:ext>
              </a:extLst>
            </p:cNvPr>
            <p:cNvSpPr/>
            <p:nvPr/>
          </p:nvSpPr>
          <p:spPr>
            <a:xfrm>
              <a:off x="3046133" y="4055500"/>
              <a:ext cx="4000470" cy="16171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for (let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= 1; i &lt; 6;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++){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     console.log(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);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}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2024B7-E917-4985-783B-8FF507CAB20F}"/>
                </a:ext>
              </a:extLst>
            </p:cNvPr>
            <p:cNvSpPr/>
            <p:nvPr/>
          </p:nvSpPr>
          <p:spPr>
            <a:xfrm>
              <a:off x="3098792" y="3436251"/>
              <a:ext cx="1671483" cy="5891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script.js</a:t>
              </a:r>
            </a:p>
          </p:txBody>
        </p:sp>
      </p:grp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A0A546A8-F12C-45E2-F66D-9CCB1210A328}"/>
              </a:ext>
            </a:extLst>
          </p:cNvPr>
          <p:cNvSpPr/>
          <p:nvPr/>
        </p:nvSpPr>
        <p:spPr>
          <a:xfrm>
            <a:off x="2581835" y="3583430"/>
            <a:ext cx="1471073" cy="73152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277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A0B80-AEA2-A57B-4B77-B3252CEB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A9F0ADC-0B49-C76A-78A9-7636BE925ECD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54D79AB-90DF-11A0-1510-8456B173E0C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8A372D0-42ED-20D8-20C2-F7689F01FFFE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42F5A28-E965-5370-92D9-13CB437296D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D63363D-4E5A-63BF-EF79-5839514C909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AF5849-31F7-C0C0-D948-DEF259676FB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1590F3-871E-6BC7-2B75-EE6FA2C369D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476AD3C-D371-08BA-7AA4-63DDCD9558DE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94984F3-7604-BDFD-5096-F85F5AAE7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ECF6F9B-4330-5053-7EB2-835CD6EC323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6271F3A-1E06-559D-2360-9BD90B4BCF5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7F617CB-D2B9-FF94-EB10-471CE545CCD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A4EB1F2-6AAC-960E-9D31-A6F553BC013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81992D0-B56C-471B-3260-2B8BDEE708E9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2EC94C63-B4FD-5DAF-2563-B6F7DC41D31E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EBEE466B-2A59-8119-4FB3-73080324E13A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7681C12-D3A2-6D60-26B6-B49C625833DC}"/>
              </a:ext>
            </a:extLst>
          </p:cNvPr>
          <p:cNvGrpSpPr/>
          <p:nvPr/>
        </p:nvGrpSpPr>
        <p:grpSpPr>
          <a:xfrm>
            <a:off x="659800" y="1803589"/>
            <a:ext cx="2792032" cy="3382394"/>
            <a:chOff x="3046133" y="3436251"/>
            <a:chExt cx="2792032" cy="338239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3BCBC6-B010-6B90-71ED-9F3B6EA2A05D}"/>
                </a:ext>
              </a:extLst>
            </p:cNvPr>
            <p:cNvSpPr/>
            <p:nvPr/>
          </p:nvSpPr>
          <p:spPr>
            <a:xfrm>
              <a:off x="3046133" y="4055500"/>
              <a:ext cx="2792032" cy="27631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let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= 0;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do{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console.log(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)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++;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}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while (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&lt; 6 );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914261-7B2D-835D-54A7-053090203806}"/>
                </a:ext>
              </a:extLst>
            </p:cNvPr>
            <p:cNvSpPr/>
            <p:nvPr/>
          </p:nvSpPr>
          <p:spPr>
            <a:xfrm>
              <a:off x="3098792" y="3436251"/>
              <a:ext cx="1671483" cy="5891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script.js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9F8B5A5-5256-890A-DC1B-A8AA81D31A53}"/>
              </a:ext>
            </a:extLst>
          </p:cNvPr>
          <p:cNvGrpSpPr/>
          <p:nvPr/>
        </p:nvGrpSpPr>
        <p:grpSpPr>
          <a:xfrm>
            <a:off x="3997070" y="1803589"/>
            <a:ext cx="4000470" cy="3079143"/>
            <a:chOff x="3092950" y="3436251"/>
            <a:chExt cx="4000470" cy="307914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8E94DA-7AC6-5356-6C0B-086982D301DF}"/>
                </a:ext>
              </a:extLst>
            </p:cNvPr>
            <p:cNvSpPr/>
            <p:nvPr/>
          </p:nvSpPr>
          <p:spPr>
            <a:xfrm>
              <a:off x="3092950" y="4080237"/>
              <a:ext cx="4000470" cy="24351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let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= 0;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while (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&lt; 6){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console.log(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)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++;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}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02E7ED-8619-5C92-8A90-585A6CADB465}"/>
                </a:ext>
              </a:extLst>
            </p:cNvPr>
            <p:cNvSpPr/>
            <p:nvPr/>
          </p:nvSpPr>
          <p:spPr>
            <a:xfrm>
              <a:off x="3098792" y="3436251"/>
              <a:ext cx="1671483" cy="5891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script.js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1626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FD048-FE46-B9AB-C9DB-2D556D88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23637D5-69BB-0880-F152-B0EC16BA60CB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272002-254C-DBDE-0918-A013B9982D8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13DEFBA-2CDC-D7D8-2484-97291F9A7A2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02D6FA6-9CF1-9B6D-A6EA-C3F8B17DDD77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32D3672-C131-9725-C1E8-143287F74827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0119300-CF19-FE79-6E90-7F62C1D71955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D0EC12-EDB5-5D30-13A4-3BA66EC24F19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360F3D-D989-BDC6-E663-ADC374ED640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0CCE48C-9992-378B-C5CD-B6C48770F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7191078-CC55-82D6-1478-A23C170BE2E2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2D8FE98-9384-4940-DF15-F597E81F5BA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523D999-87DA-3F98-F63A-B7DCA3B572A9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2A87B57-65C3-9772-247D-716CB878120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83C59D1-9A8C-2B85-73B6-039C4D4C1E08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1CCC2FE9-81C4-E18C-4003-7B279ABE101C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E133E335-C678-F1DB-FFAF-AA45A8FB3B6A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073A513-C58B-41AE-6E70-8647D63B255F}"/>
              </a:ext>
            </a:extLst>
          </p:cNvPr>
          <p:cNvSpPr/>
          <p:nvPr/>
        </p:nvSpPr>
        <p:spPr>
          <a:xfrm>
            <a:off x="356740" y="3338137"/>
            <a:ext cx="7834416" cy="2409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Functions are fundamental building blocks in all programming </a:t>
            </a:r>
          </a:p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Functions are 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resuable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 block of code designed to perform a particular task</a:t>
            </a:r>
          </a:p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Functions are executed when they are called invoked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6DAE5-209A-E517-263C-BD9657A321C1}"/>
              </a:ext>
            </a:extLst>
          </p:cNvPr>
          <p:cNvSpPr/>
          <p:nvPr/>
        </p:nvSpPr>
        <p:spPr>
          <a:xfrm>
            <a:off x="457231" y="2334213"/>
            <a:ext cx="1739133" cy="847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30326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6E2A3-30F4-7AE0-375B-D91ED952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9A9F119-9E4D-21DD-9220-0A8C49E04950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3EB36FA-F31A-626C-04E2-14442CE23DD4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5B2B0A3-CB45-6ADE-AE89-3674578AD72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58B7DAA-A758-BDEA-1475-74122E77FA65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694F499-12AF-7C96-79DC-92CB8EEE692C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E00CC0B-05E5-F271-FA40-E1CFCE32C376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AB7D7AC-674F-EB89-900F-4C2518D7686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C508CF6-0EDF-CEA1-E677-22927B0D7B9E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BE401EC-8D2B-7F3F-7CF9-09F45EB1E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E8D2BC9-BB06-B47E-84A9-F038C7ACCA4B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28C278-C120-B73A-7EE2-BB2EF77D731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0D58232-D32B-950B-34D8-6CCA3BE2E577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5673DDA-9711-CF7B-B9D2-04CC9756B727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555E388-7DCC-F41A-6823-A0C3F3CB3F76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FDC14A3E-5CA9-6983-E31D-48C69D4CC45A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CA9A32C-BF97-0913-52D3-DC97216095B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EBD15BE-A19C-0DFF-A5C8-01183D389E69}"/>
              </a:ext>
            </a:extLst>
          </p:cNvPr>
          <p:cNvSpPr/>
          <p:nvPr/>
        </p:nvSpPr>
        <p:spPr>
          <a:xfrm>
            <a:off x="268453" y="5185983"/>
            <a:ext cx="7834416" cy="11688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// call or invoke function </a:t>
            </a:r>
          </a:p>
          <a:p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myFunction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(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args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4CFF-098C-8F50-734F-AE5B00B225FA}"/>
              </a:ext>
            </a:extLst>
          </p:cNvPr>
          <p:cNvSpPr/>
          <p:nvPr/>
        </p:nvSpPr>
        <p:spPr>
          <a:xfrm>
            <a:off x="251750" y="1090174"/>
            <a:ext cx="4774015" cy="19600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: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function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myFunction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(param){</a:t>
            </a:r>
            <a:b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// code to be executed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F4036D-520F-0EAE-5AA2-9D3A340DA84A}"/>
              </a:ext>
            </a:extLst>
          </p:cNvPr>
          <p:cNvSpPr/>
          <p:nvPr/>
        </p:nvSpPr>
        <p:spPr>
          <a:xfrm>
            <a:off x="251750" y="3178408"/>
            <a:ext cx="7244226" cy="18238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: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const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myFunction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= (param) =&gt;{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// code to be executed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13579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FBAAC-AFDA-357D-7A30-5782C640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3F81C51-C7E8-D85A-4B97-DAEC31E890B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674742E-51AD-1573-0E96-7ABC9C4110B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C4AC666-FCC0-9E3C-A15A-CC45A9DAB4BC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BD21807-1753-3986-3ED6-5436CB327E36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4E806AA-C407-C16D-542C-550D49908B1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CF848FF-2F5D-06F9-AF01-16C376470CE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100EFA7-CF5E-A248-156E-12280FFC6A4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895CC84-C1C9-273C-5E7C-EDFBEE615DC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C733E79-48CD-FE32-79CF-B061E53B8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4D5E133-5421-1376-A598-EC7C1B93FD62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CD63EAE-387A-477C-E5FD-13D6651CCC5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F2A42A4-1548-09FA-AA99-2FA6AEC7E5DA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648F21B-5EDD-2473-6C6B-47F47AEFFC67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841E1B9-6C9A-A6FD-F43B-06331BBB32C5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7965913-7399-0816-D17B-5709BEFCB574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B306AE8-42C1-9F62-BE5A-54A88B9B1221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F7A6D9C-EE09-E4F1-05C4-44C6761969CD}"/>
              </a:ext>
            </a:extLst>
          </p:cNvPr>
          <p:cNvSpPr/>
          <p:nvPr/>
        </p:nvSpPr>
        <p:spPr>
          <a:xfrm>
            <a:off x="209680" y="1003448"/>
            <a:ext cx="1575133" cy="6709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Array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75E49E-134B-4C59-7DA7-F2216580B591}"/>
              </a:ext>
            </a:extLst>
          </p:cNvPr>
          <p:cNvSpPr/>
          <p:nvPr/>
        </p:nvSpPr>
        <p:spPr>
          <a:xfrm>
            <a:off x="209680" y="1756027"/>
            <a:ext cx="7823275" cy="10606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An Array is an object type designed for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Berlin Sans FB" panose="020E0602020502020306" pitchFamily="34" charset="0"/>
              </a:rPr>
              <a:t>storing data collections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3552D2-78AB-0592-028A-BB600F05C12D}"/>
              </a:ext>
            </a:extLst>
          </p:cNvPr>
          <p:cNvSpPr/>
          <p:nvPr/>
        </p:nvSpPr>
        <p:spPr>
          <a:xfrm>
            <a:off x="251751" y="3396450"/>
            <a:ext cx="3278030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lecturer1 = “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josse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1E1C59-3C42-B332-C94F-E1BF79F4B08C}"/>
              </a:ext>
            </a:extLst>
          </p:cNvPr>
          <p:cNvSpPr/>
          <p:nvPr/>
        </p:nvSpPr>
        <p:spPr>
          <a:xfrm>
            <a:off x="212187" y="4040040"/>
            <a:ext cx="3405850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lecturer2 = “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surya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059747-C32E-E636-DA91-D741433E91AE}"/>
              </a:ext>
            </a:extLst>
          </p:cNvPr>
          <p:cNvSpPr/>
          <p:nvPr/>
        </p:nvSpPr>
        <p:spPr>
          <a:xfrm>
            <a:off x="236529" y="4728783"/>
            <a:ext cx="3553333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lecturer3 = “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1D7B02-47E6-52F6-1BE3-0F0FF195706B}"/>
              </a:ext>
            </a:extLst>
          </p:cNvPr>
          <p:cNvSpPr/>
          <p:nvPr/>
        </p:nvSpPr>
        <p:spPr>
          <a:xfrm>
            <a:off x="251751" y="5377548"/>
            <a:ext cx="3293252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lecturer4 = “john”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CFFAD8-3385-593E-351A-9B42962812A4}"/>
              </a:ext>
            </a:extLst>
          </p:cNvPr>
          <p:cNvSpPr/>
          <p:nvPr/>
        </p:nvSpPr>
        <p:spPr>
          <a:xfrm>
            <a:off x="236529" y="2959531"/>
            <a:ext cx="1068744" cy="4021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example: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BB4627-AA3C-63CC-251D-B4F93EBF2CAC}"/>
              </a:ext>
            </a:extLst>
          </p:cNvPr>
          <p:cNvSpPr/>
          <p:nvPr/>
        </p:nvSpPr>
        <p:spPr>
          <a:xfrm>
            <a:off x="4408523" y="3677304"/>
            <a:ext cx="4160589" cy="11885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const 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lecterures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[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“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josse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”, “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surya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”, “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pinem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”, “john”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]; </a:t>
            </a: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66BAC0FF-95A5-5B42-6FFC-B24C36C92AB9}"/>
              </a:ext>
            </a:extLst>
          </p:cNvPr>
          <p:cNvSpPr/>
          <p:nvPr/>
        </p:nvSpPr>
        <p:spPr>
          <a:xfrm>
            <a:off x="3589050" y="2911607"/>
            <a:ext cx="1216152" cy="73152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5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1D193-4EAD-A76E-88F4-10ADAB5BD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83875CE-E3F2-DDA1-276B-B08411D04718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E8649FE-ED34-3517-2AA6-CB457E78DE5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25F3150-1C56-456F-2787-250BB673A88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3895D02-8CAB-B57A-334E-E05A39BFDB34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D96373E-393E-4061-096F-68C1DC3D2E8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90FC101-612C-7133-6BBE-6FFCBF3F71D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2673D92-19FD-BE1F-42C0-6B493267593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0FDBA89-B4CC-9250-3178-AED0C8E7355A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C0F70D4-D068-7CB3-9767-596BAE03A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CD9ED28-0B8F-9619-E2F4-A3BF5912F3D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DC699FD-84CB-14C3-8B1B-4CD468D6AC37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C9D207-88F2-302B-1714-553C58C1306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B84191C-4C2C-85AE-F858-8A1094F72366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A005FDA-2E8F-F5C0-F879-497675C9F3DF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079D85B2-239A-DAC4-3DAB-87B23CB25FDE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BE61A01-08CC-4CF1-EA96-7AA66CEF9CD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D3A9AD5-D017-09FF-50E5-7FFFE89EF1F5}"/>
              </a:ext>
            </a:extLst>
          </p:cNvPr>
          <p:cNvSpPr/>
          <p:nvPr/>
        </p:nvSpPr>
        <p:spPr>
          <a:xfrm>
            <a:off x="311938" y="1097368"/>
            <a:ext cx="3103615" cy="8255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Gill Sans MT" panose="020B0502020104020203" pitchFamily="34" charset="0"/>
              </a:rPr>
              <a:t>Array Method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A4BE1D-0832-F687-2AAE-5314C7AA761F}"/>
              </a:ext>
            </a:extLst>
          </p:cNvPr>
          <p:cNvSpPr/>
          <p:nvPr/>
        </p:nvSpPr>
        <p:spPr>
          <a:xfrm>
            <a:off x="356740" y="2188005"/>
            <a:ext cx="8182142" cy="11334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push() = method </a:t>
            </a:r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adds new items 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to the end of an array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9BE73-41B0-BD36-AB99-816122930811}"/>
              </a:ext>
            </a:extLst>
          </p:cNvPr>
          <p:cNvSpPr/>
          <p:nvPr/>
        </p:nvSpPr>
        <p:spPr>
          <a:xfrm>
            <a:off x="356740" y="3573053"/>
            <a:ext cx="8182142" cy="11334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filter() = creates a new array with every element in an array that </a:t>
            </a:r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pass a test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A585EC-6FD8-B138-BA2D-B9A6B445EFAC}"/>
              </a:ext>
            </a:extLst>
          </p:cNvPr>
          <p:cNvSpPr/>
          <p:nvPr/>
        </p:nvSpPr>
        <p:spPr>
          <a:xfrm>
            <a:off x="356740" y="4966964"/>
            <a:ext cx="8182142" cy="11334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map() = creates a new array with the result of </a:t>
            </a:r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calling a function for each array element</a:t>
            </a:r>
          </a:p>
        </p:txBody>
      </p:sp>
    </p:spTree>
    <p:extLst>
      <p:ext uri="{BB962C8B-B14F-4D97-AF65-F5344CB8AC3E}">
        <p14:creationId xmlns:p14="http://schemas.microsoft.com/office/powerpoint/2010/main" val="4186140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001E2-FFF4-E483-178F-952452D7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95272C7-8A5D-6438-7134-4E6FF0A7FA7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3E9B92B-D87F-6DE8-6932-4EA49331A2C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5922F4-B22D-599F-A4F9-AED4E54FE02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C15AF56-BB3F-F21A-0921-D29122C141C1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9B48597-C031-2859-4F72-B201BDDBD0E7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01E4C2C-EBC6-B64A-E2C6-698CAFC3D66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E1D98B5-9FAF-C39C-6A62-11E4EB997B95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0C09F14-A242-25DD-C4B0-C4780A213B7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167E614-B154-5545-F33C-462386598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727B5BA-CD4D-203B-0A7E-8B5FE121A11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75941E0-AEB7-854A-BD14-50EAC3BEC06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62F1433-7D32-0C48-B77F-56E54C5861DC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0BA45A7-376A-CDD2-1F41-CBD7E217588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4597549-23BF-30AD-BC01-4E5933586349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0C039080-3C0A-8D7F-3453-2D55F051340D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831A8C74-1E6B-B375-8E63-AE1B35967F9D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F221786-60C3-29A7-B76C-687DE75A028A}"/>
              </a:ext>
            </a:extLst>
          </p:cNvPr>
          <p:cNvSpPr/>
          <p:nvPr/>
        </p:nvSpPr>
        <p:spPr>
          <a:xfrm>
            <a:off x="356740" y="1108464"/>
            <a:ext cx="8182142" cy="28046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splice() = add or removes array elements</a:t>
            </a:r>
          </a:p>
          <a:p>
            <a:r>
              <a:rPr lang="en-US" sz="3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array.splice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(index, count, item1, …, </a:t>
            </a:r>
            <a:r>
              <a:rPr lang="en-US" sz="3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itemX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Index = position array</a:t>
            </a:r>
          </a:p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count </a:t>
            </a:r>
            <a:r>
              <a:rPr lang="en-US" sz="3000">
                <a:solidFill>
                  <a:schemeClr val="tx1"/>
                </a:solidFill>
                <a:latin typeface="Gill Sans MT" panose="020B0502020104020203" pitchFamily="34" charset="0"/>
              </a:rPr>
              <a:t>= many 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of items to be placed or removed</a:t>
            </a:r>
            <a:b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</a:b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Item1 = element to be added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EEBE47-AD36-A6B9-5C9E-00CDDFEB2376}"/>
              </a:ext>
            </a:extLst>
          </p:cNvPr>
          <p:cNvSpPr/>
          <p:nvPr/>
        </p:nvSpPr>
        <p:spPr>
          <a:xfrm>
            <a:off x="356740" y="4052564"/>
            <a:ext cx="8182142" cy="11334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reverse() = reverses the order of the elements in an array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6A6B9-2D0B-9498-6A7C-9BD33F6185FF}"/>
              </a:ext>
            </a:extLst>
          </p:cNvPr>
          <p:cNvSpPr/>
          <p:nvPr/>
        </p:nvSpPr>
        <p:spPr>
          <a:xfrm>
            <a:off x="356740" y="5342741"/>
            <a:ext cx="8182142" cy="11334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sort() = sort the elements of an a array </a:t>
            </a:r>
          </a:p>
        </p:txBody>
      </p:sp>
    </p:spTree>
    <p:extLst>
      <p:ext uri="{BB962C8B-B14F-4D97-AF65-F5344CB8AC3E}">
        <p14:creationId xmlns:p14="http://schemas.microsoft.com/office/powerpoint/2010/main" val="3999944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344DD-6113-C13E-CAF9-0E8755C8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46E6840-7FDD-67B9-A49B-5D965A6C195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4F78D6F-E8AA-D17D-EC6A-F37F6409AF9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DC8750C-5DAA-E807-D7A4-C204E559895E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9A3A100-D194-0F3E-7DF2-5AE2AB8A84B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BAA87B7-4BD2-0738-F105-E64CC95CF241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44384B9-096B-5BF6-24F9-8CB677841E0D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1F2D9A7-05EF-BFBC-5154-EE37F001C485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A403174-3BA1-AB3F-D17E-363FEBE248E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FC53E42-8CB5-920C-2D97-68009F1A9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4C07CD2-D89D-5EC1-723C-D20C48AD421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91AB927-CCFA-95A8-D0A6-7896386C19D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9C2BE06-E803-650B-802D-554272FA6C8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D40BC06-1679-74B1-A014-050F196A48C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3E2D3D-A13F-C063-E392-C762BD08270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32F729B5-C706-A971-BB0C-B8ED218B4F73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03A924A-F2F4-C73F-39BD-F3FA0F5E0CD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939EEBC-1B8A-1BB8-E33B-79D064039612}"/>
              </a:ext>
            </a:extLst>
          </p:cNvPr>
          <p:cNvSpPr/>
          <p:nvPr/>
        </p:nvSpPr>
        <p:spPr>
          <a:xfrm>
            <a:off x="303678" y="2151021"/>
            <a:ext cx="1928676" cy="7657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ooper Black" panose="0208090404030B020404" pitchFamily="18" charset="0"/>
              </a:rPr>
              <a:t>Objects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A46D4A-5807-F369-8CE1-56F3D0A5060B}"/>
              </a:ext>
            </a:extLst>
          </p:cNvPr>
          <p:cNvSpPr/>
          <p:nvPr/>
        </p:nvSpPr>
        <p:spPr>
          <a:xfrm>
            <a:off x="303678" y="2975768"/>
            <a:ext cx="8186512" cy="2600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An Object is a variable that can hold many variables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Objects are collections of </a:t>
            </a:r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key-value pairs,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where each key (known as property name ) has a value 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Objects can describe anything like houses, cars, people, animals, or any other subjects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Objects are container for </a:t>
            </a:r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Properties and Method </a:t>
            </a:r>
          </a:p>
        </p:txBody>
      </p:sp>
    </p:spTree>
    <p:extLst>
      <p:ext uri="{BB962C8B-B14F-4D97-AF65-F5344CB8AC3E}">
        <p14:creationId xmlns:p14="http://schemas.microsoft.com/office/powerpoint/2010/main" val="4156391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1C5DB-5E37-7D2F-1F60-8AFA0C6A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7DAEDDD-89E1-7F30-EB37-D921C1CE1DC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1F6C551-BBBD-64C4-861B-695DE8A383E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346F4FE-3A8F-3355-0DD4-C0228AE3AFB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9F5704B-0027-EFED-F0F9-5D3F8E57E5A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F5FA30C-29F2-CFC7-A419-5A0D28A6B93E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0A9BBFB-9E72-3FD5-E75D-42FB54ADF5BD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4F586FC-B505-B00B-CF56-5639581423A3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B46889-1961-8724-25CC-C40E3053CA80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D341AEE-1D21-FDFF-F500-80D004C53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5F446DD-13F5-E6E0-27A5-5B3EB39EE66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7AAD50C-0425-A156-8CC2-1EA34DB9168D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78A21AC-1FD8-8B79-4EAC-A7A7C360AF6F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CFB294A-6CAE-64AC-6B3C-4387676C0E2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9C05D1-6E1B-D21F-2D1A-011BCF0DF0E7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275B37F1-EF47-FBBE-8D9B-C1C629BC6942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E6031D1F-3FAF-8DC3-E1DE-1695B7E55B4D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DE9EF15-E078-E03B-01FC-6FCF2007E436}"/>
              </a:ext>
            </a:extLst>
          </p:cNvPr>
          <p:cNvSpPr/>
          <p:nvPr/>
        </p:nvSpPr>
        <p:spPr>
          <a:xfrm>
            <a:off x="6865699" y="1005799"/>
            <a:ext cx="1928676" cy="7657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354C6B-B126-055B-6E3A-EF070CD31E77}"/>
              </a:ext>
            </a:extLst>
          </p:cNvPr>
          <p:cNvSpPr/>
          <p:nvPr/>
        </p:nvSpPr>
        <p:spPr>
          <a:xfrm>
            <a:off x="285134" y="1753111"/>
            <a:ext cx="8509241" cy="45804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const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person =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firstName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 “Josse”,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lastName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 “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Pinem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”,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id: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</a:t>
            </a:r>
            <a:b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fullName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function(){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return </a:t>
            </a:r>
            <a:r>
              <a:rPr lang="en-US" sz="2400" dirty="0" err="1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this.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firstName</a:t>
            </a: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+ </a:t>
            </a:r>
            <a:r>
              <a:rPr lang="en-US" sz="2400" dirty="0">
                <a:solidFill>
                  <a:schemeClr val="accent6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“ ” </a:t>
            </a: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+ </a:t>
            </a:r>
            <a:r>
              <a:rPr lang="en-US" sz="2400" dirty="0" err="1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this.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lastName</a:t>
            </a: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}</a:t>
            </a:r>
            <a:endParaRPr lang="en-US" sz="24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}</a:t>
            </a:r>
          </a:p>
        </p:txBody>
      </p:sp>
      <p:grpSp>
        <p:nvGrpSpPr>
          <p:cNvPr id="16" name="property">
            <a:extLst>
              <a:ext uri="{FF2B5EF4-FFF2-40B4-BE49-F238E27FC236}">
                <a16:creationId xmlns:a16="http://schemas.microsoft.com/office/drawing/2014/main" id="{12A6CBC2-B6BA-C287-49A2-BC131CF646BF}"/>
              </a:ext>
            </a:extLst>
          </p:cNvPr>
          <p:cNvGrpSpPr/>
          <p:nvPr/>
        </p:nvGrpSpPr>
        <p:grpSpPr>
          <a:xfrm>
            <a:off x="501445" y="2396772"/>
            <a:ext cx="7472517" cy="1713112"/>
            <a:chOff x="501445" y="2396772"/>
            <a:chExt cx="7472517" cy="17131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953FE7-BF79-8166-788E-3134F198F1E3}"/>
                </a:ext>
              </a:extLst>
            </p:cNvPr>
            <p:cNvSpPr/>
            <p:nvPr/>
          </p:nvSpPr>
          <p:spPr>
            <a:xfrm>
              <a:off x="501445" y="2458065"/>
              <a:ext cx="4778478" cy="16518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A7F9FAC-BE40-2659-DDA0-E14DE5B7E5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9923" y="2613949"/>
              <a:ext cx="1169124" cy="4362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E61167-DCD8-5212-89D2-6970D8C89E1D}"/>
                </a:ext>
              </a:extLst>
            </p:cNvPr>
            <p:cNvSpPr/>
            <p:nvPr/>
          </p:nvSpPr>
          <p:spPr>
            <a:xfrm>
              <a:off x="6449047" y="2396772"/>
              <a:ext cx="1524915" cy="471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Property</a:t>
              </a:r>
            </a:p>
          </p:txBody>
        </p:sp>
      </p:grpSp>
      <p:grpSp>
        <p:nvGrpSpPr>
          <p:cNvPr id="17" name="method">
            <a:extLst>
              <a:ext uri="{FF2B5EF4-FFF2-40B4-BE49-F238E27FC236}">
                <a16:creationId xmlns:a16="http://schemas.microsoft.com/office/drawing/2014/main" id="{DDDE84AF-CCCA-685E-FA0F-D892A9EAEAFB}"/>
              </a:ext>
            </a:extLst>
          </p:cNvPr>
          <p:cNvGrpSpPr/>
          <p:nvPr/>
        </p:nvGrpSpPr>
        <p:grpSpPr>
          <a:xfrm>
            <a:off x="501445" y="4175666"/>
            <a:ext cx="7973961" cy="2077182"/>
            <a:chOff x="501444" y="2458065"/>
            <a:chExt cx="7973961" cy="207718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0AF282-2976-8779-5505-C2DA0F0D8923}"/>
                </a:ext>
              </a:extLst>
            </p:cNvPr>
            <p:cNvSpPr/>
            <p:nvPr/>
          </p:nvSpPr>
          <p:spPr>
            <a:xfrm>
              <a:off x="501444" y="2458065"/>
              <a:ext cx="7973961" cy="16518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2E7FE06-DD1A-D0EC-3638-57B6982A9E10}"/>
                </a:ext>
              </a:extLst>
            </p:cNvPr>
            <p:cNvCxnSpPr>
              <a:cxnSpLocks/>
            </p:cNvCxnSpPr>
            <p:nvPr/>
          </p:nvCxnSpPr>
          <p:spPr>
            <a:xfrm>
              <a:off x="5121427" y="4101990"/>
              <a:ext cx="1744271" cy="19764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6876EC-DCB3-E5F1-4CAE-2DFA59C33497}"/>
                </a:ext>
              </a:extLst>
            </p:cNvPr>
            <p:cNvSpPr/>
            <p:nvPr/>
          </p:nvSpPr>
          <p:spPr>
            <a:xfrm>
              <a:off x="6615127" y="4064013"/>
              <a:ext cx="1524915" cy="471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Method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473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B57D9-AF34-8FB1-6733-D48196BF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C232C8D-1246-B578-B1D9-60DA7AE7F29C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E5B94B4-B160-1F14-6A83-1FFAC8F6187B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9595356-4BD1-4B81-4E05-36F1C338A12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B70F3D3-E20F-1184-15B6-A4D9DBC29A8B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9028ADB-8775-D732-D4EA-E54AD7EBE482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38CDEE7-32D6-C212-ADC5-C6C89900CC49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E5785FD-72D8-1F6A-8835-96E851CE5F4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020937-5D48-5D0A-9F9A-2A85C55AE07B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824F401-C10E-9D9E-36C1-E988B5DF4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FF179FA-224B-3913-8265-C4FD129A103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79AD8F-48CC-39F2-1578-D3F5FD1A17EF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F333D14-4460-8274-D1EF-7EB6C1C19214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D1A16BC-928F-E15C-970F-7564483B19C4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1B4F2CA-40DF-9F81-CA94-549DE6E929BC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66BBADD0-FA11-3C18-FBF6-F7C5168CCD9B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E2DF0A1-3A18-61A2-1B6D-B9A29329FB0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61E1F4-6EC1-4689-C7D7-F7243F407547}"/>
              </a:ext>
            </a:extLst>
          </p:cNvPr>
          <p:cNvGrpSpPr/>
          <p:nvPr/>
        </p:nvGrpSpPr>
        <p:grpSpPr>
          <a:xfrm>
            <a:off x="390488" y="2345676"/>
            <a:ext cx="7126904" cy="2166648"/>
            <a:chOff x="314288" y="1084227"/>
            <a:chExt cx="7126904" cy="21666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45A5CA-F2E5-5922-3C81-F24BD4409216}"/>
                </a:ext>
              </a:extLst>
            </p:cNvPr>
            <p:cNvSpPr/>
            <p:nvPr/>
          </p:nvSpPr>
          <p:spPr>
            <a:xfrm>
              <a:off x="314288" y="1084227"/>
              <a:ext cx="7126904" cy="93387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6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DOM ( Document Object Model 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ABC3EB-6341-3FB6-1D29-CA7CDB333D7E}"/>
                </a:ext>
              </a:extLst>
            </p:cNvPr>
            <p:cNvSpPr/>
            <p:nvPr/>
          </p:nvSpPr>
          <p:spPr>
            <a:xfrm>
              <a:off x="314288" y="2031675"/>
              <a:ext cx="7126903" cy="1219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The HTML DOM is a standard for how to get, change, add, or delete HTML elements.</a:t>
              </a:r>
              <a:endParaRPr lang="en-US" sz="40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25425DE-1892-F709-2CBD-A41F3D2EB475}"/>
              </a:ext>
            </a:extLst>
          </p:cNvPr>
          <p:cNvSpPr/>
          <p:nvPr/>
        </p:nvSpPr>
        <p:spPr>
          <a:xfrm>
            <a:off x="390488" y="4525893"/>
            <a:ext cx="7126903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The HTML DOM is a standard for how to find and manipulate HTML elements – Josse</a:t>
            </a:r>
            <a:endParaRPr lang="en-US" sz="4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077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5BA57-F303-B121-BE02-7BAE8B00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1B816D6-711A-2670-CA98-4C75A4F5C9A1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46CBD93-3C5B-D0F0-7E8A-692AD69F115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6512766-1D9E-D112-7E28-F8789055815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299C852-2B77-4A51-31BB-CEC0FC4A840C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89FBFD0-D08C-10D0-F1BE-896CE7F1304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ABB68EF-36FE-3858-A769-C2C6667AF9A1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0E6C417-218E-0E09-3242-83836E61C463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5AD67F-810B-9FFA-4E44-5AB753D7ABF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0470D8F-A9DD-79BC-34EC-711B0B7C3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A695471-5186-E784-F351-4D791B9149C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350356-A4B5-CB0D-E6D5-BE604804F41C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A00E051-0AA4-5B1B-6AF8-9F0662D83EB9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3C4B06C-A395-33E8-808F-2C662390FD1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DB24A9-59D7-17B6-B11C-CBCDE68C317E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368817A9-4947-1887-E54C-343AAA0292A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43CDBAC4-4380-BC0C-6DD6-F2CB4175CA84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6F6B7B7-68CE-899A-AF8F-0540C4C8F2EB}"/>
              </a:ext>
            </a:extLst>
          </p:cNvPr>
          <p:cNvSpPr/>
          <p:nvPr/>
        </p:nvSpPr>
        <p:spPr>
          <a:xfrm>
            <a:off x="390485" y="1108012"/>
            <a:ext cx="7420013" cy="21877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Finding HTML elements :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document.querySelector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document.getElementById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document.getElementsByTagName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document.getElementsByClassName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D5CE3F-9A1B-A5C9-30D1-6E575151490E}"/>
              </a:ext>
            </a:extLst>
          </p:cNvPr>
          <p:cNvSpPr/>
          <p:nvPr/>
        </p:nvSpPr>
        <p:spPr>
          <a:xfrm>
            <a:off x="390485" y="3418055"/>
            <a:ext cx="7420013" cy="1912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Changing elements :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element.innerHTML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new html content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element.style.property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new style</a:t>
            </a:r>
          </a:p>
          <a:p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element.classList.add|remove|toggle</a:t>
            </a:r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.(“</a:t>
            </a:r>
            <a:r>
              <a:rPr lang="en-US" sz="200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selectorclass</a:t>
            </a:r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”)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A015B-ADE6-9F52-82A0-C244F1F976BD}"/>
              </a:ext>
            </a:extLst>
          </p:cNvPr>
          <p:cNvSpPr/>
          <p:nvPr/>
        </p:nvSpPr>
        <p:spPr>
          <a:xfrm>
            <a:off x="390485" y="5487367"/>
            <a:ext cx="7420013" cy="1024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Adding Events Handlers :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element.addEventListener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(“click”,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myFunction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56454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D7300-E536-560A-CB05-D865D3A8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6730F56-637C-66FB-C844-4FCA4F0EC4C2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D81F3DC-5196-D517-7E4B-06AF35241E6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43956DF-8B65-A776-78A0-CB8305827F9A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87C33BE-B6B9-D4D7-4C8E-2035369D87EA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7928037-1376-504B-810A-84B6642535AE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464D237-2A5E-2836-57E5-C47627A6A3A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6B830F8-FBE0-2410-C5E6-B8360EE315C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9628FDB-27AA-D915-4ABA-84756154CD4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75AED9E-197A-6973-644F-97657C268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A0C36B0-1121-E701-7E86-7E58384E0AD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89C383C-2FFC-9A37-FE05-A3EDBB128EB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997B27E-2D95-FBAB-DF17-BD6247C3D9D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198F845-B76B-F0E4-249C-A1C3D42E822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85C8AD6-6442-CF5B-A0A6-8041C264C09C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19F1C67-268F-7491-6DB2-A99D450D08B0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F31201E-701C-7E06-FDA8-AF599C29F6C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EE599CB-8A8E-FE4D-1E36-5FF2F2601E16}"/>
              </a:ext>
            </a:extLst>
          </p:cNvPr>
          <p:cNvSpPr/>
          <p:nvPr/>
        </p:nvSpPr>
        <p:spPr>
          <a:xfrm>
            <a:off x="682856" y="1900363"/>
            <a:ext cx="7420013" cy="346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Adding Event Handlers Drag :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1.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dragstart</a:t>
            </a: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2.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dragover</a:t>
            </a: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3.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dragenter</a:t>
            </a: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4.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dragleave</a:t>
            </a: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5.  drop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6.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dragend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72172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71AC7-58A4-1704-DEAA-2516828E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C37450A-7298-AC8B-7822-C59405E1D0A9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3976D24-600B-D2A2-C788-4C87E99FC414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830EDBE-055F-27A4-221A-F7EA9B1C20C6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7C79F4E-CC34-EE14-FF01-C338EA9A41E6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3A1437A-0B35-6A6F-49F1-671E08772B1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8F5EAC5-6048-6DF8-80D4-75113C23226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737D96B-2225-EE6A-7438-40C702D5A223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D3E0B52-2B7B-3C1D-8BD3-957D2A9AB685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08127EA-F472-3635-9CDB-5EE85EF7C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F699CC3-5A0E-303F-12A2-37A2EA3F832B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163C985-BA16-9625-1850-AB7DA6F650FD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2D03267-867B-90C9-6502-5AB467721EC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2AF2D3E-2895-A26B-A20B-F343315826F7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D06112-B588-FB18-FBED-4061500C7C32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C6A3F9E2-CBA5-A3C6-6737-B29F9664A59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01A7CC0-214D-04FB-FED5-D221289AD438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0725142-A1F9-23CA-B7A5-2394DE3D00F1}"/>
              </a:ext>
            </a:extLst>
          </p:cNvPr>
          <p:cNvSpPr/>
          <p:nvPr/>
        </p:nvSpPr>
        <p:spPr>
          <a:xfrm>
            <a:off x="3022014" y="916148"/>
            <a:ext cx="2920180" cy="710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Synchronous</a:t>
            </a:r>
            <a:endParaRPr lang="en-US" dirty="0">
              <a:latin typeface="Berlin Sans FB" panose="020E0602020502020306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DF5535-5D70-C648-F702-4BE95DFB068B}"/>
              </a:ext>
            </a:extLst>
          </p:cNvPr>
          <p:cNvGrpSpPr/>
          <p:nvPr/>
        </p:nvGrpSpPr>
        <p:grpSpPr>
          <a:xfrm>
            <a:off x="4156022" y="3429000"/>
            <a:ext cx="1091381" cy="1163851"/>
            <a:chOff x="3515437" y="3159906"/>
            <a:chExt cx="1512359" cy="1725635"/>
          </a:xfrm>
        </p:grpSpPr>
        <p:sp>
          <p:nvSpPr>
            <p:cNvPr id="13" name="Arrow: Circular 12">
              <a:extLst>
                <a:ext uri="{FF2B5EF4-FFF2-40B4-BE49-F238E27FC236}">
                  <a16:creationId xmlns:a16="http://schemas.microsoft.com/office/drawing/2014/main" id="{62D8057D-3215-847B-132C-F84F62A02F36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DEF65531-011A-8AD2-9B0A-68971DEE4395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F5A5501-C0D4-9921-1BF7-494A26651860}"/>
              </a:ext>
            </a:extLst>
          </p:cNvPr>
          <p:cNvGrpSpPr/>
          <p:nvPr/>
        </p:nvGrpSpPr>
        <p:grpSpPr>
          <a:xfrm>
            <a:off x="1213308" y="1933614"/>
            <a:ext cx="2722690" cy="4166769"/>
            <a:chOff x="1213308" y="1933614"/>
            <a:chExt cx="2722690" cy="416676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AF3B90D-6DE6-ABAC-D9CF-4B4F120826FC}"/>
                </a:ext>
              </a:extLst>
            </p:cNvPr>
            <p:cNvSpPr/>
            <p:nvPr/>
          </p:nvSpPr>
          <p:spPr>
            <a:xfrm>
              <a:off x="1218643" y="1933614"/>
              <a:ext cx="2717355" cy="41667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28980B1-A10E-3953-F9C2-5D8E9408C884}"/>
                </a:ext>
              </a:extLst>
            </p:cNvPr>
            <p:cNvSpPr/>
            <p:nvPr/>
          </p:nvSpPr>
          <p:spPr>
            <a:xfrm>
              <a:off x="1213308" y="1933614"/>
              <a:ext cx="1085749" cy="4752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Script.js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91500E-941B-92E1-9FA1-C2937464957F}"/>
              </a:ext>
            </a:extLst>
          </p:cNvPr>
          <p:cNvGrpSpPr/>
          <p:nvPr/>
        </p:nvGrpSpPr>
        <p:grpSpPr>
          <a:xfrm>
            <a:off x="1206137" y="3121489"/>
            <a:ext cx="2400465" cy="1958769"/>
            <a:chOff x="1206137" y="3121489"/>
            <a:chExt cx="2400465" cy="195876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9D525E-72B4-CABD-DA15-5BE2E4E4727E}"/>
                </a:ext>
              </a:extLst>
            </p:cNvPr>
            <p:cNvSpPr/>
            <p:nvPr/>
          </p:nvSpPr>
          <p:spPr>
            <a:xfrm>
              <a:off x="1206137" y="3121489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console.log(“A”)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69EAE1-3E24-F28C-54DC-9FC61EB49D16}"/>
                </a:ext>
              </a:extLst>
            </p:cNvPr>
            <p:cNvSpPr/>
            <p:nvPr/>
          </p:nvSpPr>
          <p:spPr>
            <a:xfrm>
              <a:off x="1213308" y="3797274"/>
              <a:ext cx="2269469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console.log(“B”)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965093-DE32-B755-DFAC-0A271FE0F44B}"/>
                </a:ext>
              </a:extLst>
            </p:cNvPr>
            <p:cNvSpPr/>
            <p:nvPr/>
          </p:nvSpPr>
          <p:spPr>
            <a:xfrm>
              <a:off x="1224392" y="4487126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console.log(“C”)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7B55855-C3D5-23CD-B7F4-1BCE8A8D7FE7}"/>
              </a:ext>
            </a:extLst>
          </p:cNvPr>
          <p:cNvGrpSpPr/>
          <p:nvPr/>
        </p:nvGrpSpPr>
        <p:grpSpPr>
          <a:xfrm>
            <a:off x="5375803" y="1951872"/>
            <a:ext cx="3480812" cy="3929370"/>
            <a:chOff x="5375803" y="1951872"/>
            <a:chExt cx="3480812" cy="39293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E23684-5544-C335-B2BB-CE85DCE2E811}"/>
                </a:ext>
              </a:extLst>
            </p:cNvPr>
            <p:cNvSpPr/>
            <p:nvPr/>
          </p:nvSpPr>
          <p:spPr>
            <a:xfrm>
              <a:off x="5375803" y="1951872"/>
              <a:ext cx="3480812" cy="392937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17C39E-22FA-0B33-4F7D-0C8E7E9A2D4B}"/>
                </a:ext>
              </a:extLst>
            </p:cNvPr>
            <p:cNvSpPr/>
            <p:nvPr/>
          </p:nvSpPr>
          <p:spPr>
            <a:xfrm>
              <a:off x="5375803" y="1951872"/>
              <a:ext cx="1597319" cy="410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Browser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14C0E6-5AD8-667F-CD4E-32E7463B92A3}"/>
              </a:ext>
            </a:extLst>
          </p:cNvPr>
          <p:cNvCxnSpPr>
            <a:cxnSpLocks/>
          </p:cNvCxnSpPr>
          <p:nvPr/>
        </p:nvCxnSpPr>
        <p:spPr>
          <a:xfrm>
            <a:off x="1201862" y="2171236"/>
            <a:ext cx="0" cy="39430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4E0749-5824-CC49-9B04-AEDC5A920859}"/>
              </a:ext>
            </a:extLst>
          </p:cNvPr>
          <p:cNvGrpSpPr/>
          <p:nvPr/>
        </p:nvGrpSpPr>
        <p:grpSpPr>
          <a:xfrm>
            <a:off x="251750" y="3188716"/>
            <a:ext cx="944720" cy="444612"/>
            <a:chOff x="251750" y="3188716"/>
            <a:chExt cx="944720" cy="4446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A7D6F2E9-A18F-AD25-7659-F2FA4A20540C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AF1ED9-F9DE-5AC9-F5DA-E6DFA842D622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ED02E1-94FE-34B7-B9A6-2827E5C78623}"/>
              </a:ext>
            </a:extLst>
          </p:cNvPr>
          <p:cNvGrpSpPr/>
          <p:nvPr/>
        </p:nvGrpSpPr>
        <p:grpSpPr>
          <a:xfrm>
            <a:off x="248752" y="3871534"/>
            <a:ext cx="944720" cy="444612"/>
            <a:chOff x="251750" y="3188716"/>
            <a:chExt cx="944720" cy="44461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825198AA-E690-1671-6346-EC0B1C86ED43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079B16-2C50-6936-1BF5-FE3A8C7F7D47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2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672B03-6C4B-72DB-92FF-62B24A4FC809}"/>
              </a:ext>
            </a:extLst>
          </p:cNvPr>
          <p:cNvGrpSpPr/>
          <p:nvPr/>
        </p:nvGrpSpPr>
        <p:grpSpPr>
          <a:xfrm>
            <a:off x="265533" y="4561386"/>
            <a:ext cx="944720" cy="444612"/>
            <a:chOff x="251750" y="3188716"/>
            <a:chExt cx="944720" cy="444612"/>
          </a:xfrm>
        </p:grpSpPr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89BF7A1F-4497-9C76-96A7-832CC24E501E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B14A377-1C42-D038-2D46-BEDBA1318061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3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493C4DA0-2088-4290-1D77-AE7D13922B72}"/>
              </a:ext>
            </a:extLst>
          </p:cNvPr>
          <p:cNvSpPr/>
          <p:nvPr/>
        </p:nvSpPr>
        <p:spPr>
          <a:xfrm>
            <a:off x="5564632" y="340768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3EA1E-BED6-3A6C-392A-1C541A01EF14}"/>
              </a:ext>
            </a:extLst>
          </p:cNvPr>
          <p:cNvSpPr/>
          <p:nvPr/>
        </p:nvSpPr>
        <p:spPr>
          <a:xfrm>
            <a:off x="5572184" y="381729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D8E9EE-9E6B-C921-675D-C5DD992988E0}"/>
              </a:ext>
            </a:extLst>
          </p:cNvPr>
          <p:cNvSpPr/>
          <p:nvPr/>
        </p:nvSpPr>
        <p:spPr>
          <a:xfrm>
            <a:off x="5564632" y="426528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06966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33" grpId="0"/>
      <p:bldP spid="33" grpId="1"/>
      <p:bldP spid="33" grpId="2"/>
      <p:bldP spid="36" grpId="0"/>
      <p:bldP spid="36" grpId="1"/>
      <p:bldP spid="38" grpId="0"/>
      <p:bldP spid="38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3B60B-AFD3-E8B1-1ED0-01746014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6362114-3753-C342-05C2-C7C22DE4ADA5}"/>
              </a:ext>
            </a:extLst>
          </p:cNvPr>
          <p:cNvGrpSpPr/>
          <p:nvPr/>
        </p:nvGrpSpPr>
        <p:grpSpPr>
          <a:xfrm>
            <a:off x="96463" y="11268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3A26D09-6CB7-3C7F-9D3A-55730656627C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5BBD8BF-106B-A585-3AD9-523177DE692A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F7A46FC-0D91-E6C2-296E-BE7B3B4A0C3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20A20FE-20EC-5192-B4F7-4C7390BAB69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3D1C66A-83BB-7100-C7A3-959EE7AB5BC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2991700-4A24-C8AB-0253-D7F286927FF2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B35510C-AA41-8168-C386-854BD6B6540B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B2153A9-B9CF-9771-24A1-EF0D1A84D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78D2D34-DD97-E737-FBF0-DB1F4657DC3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F417910-7CF7-720C-F356-B63869EA6CC1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C60F32E-E792-EAF7-56FB-3E31CEB733C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7984BB7-829C-2D6A-D3A0-20E83A1A99E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241873C-9871-0D3B-1EE0-5A24FC46E97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8144FB9-1239-C47D-33F1-4C2264DC9BA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03BB2C5-E605-5E85-A7C6-8A412A51729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6D223CA-01EB-5A37-7E4F-A9AE88275FA4}"/>
              </a:ext>
            </a:extLst>
          </p:cNvPr>
          <p:cNvSpPr/>
          <p:nvPr/>
        </p:nvSpPr>
        <p:spPr>
          <a:xfrm>
            <a:off x="3022014" y="916148"/>
            <a:ext cx="2920180" cy="710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Asynchronous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9718F7-AEAF-6256-DC8F-2706D5152FD9}"/>
              </a:ext>
            </a:extLst>
          </p:cNvPr>
          <p:cNvSpPr/>
          <p:nvPr/>
        </p:nvSpPr>
        <p:spPr>
          <a:xfrm>
            <a:off x="5375803" y="1951872"/>
            <a:ext cx="3480812" cy="3929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728526-DB8D-4F74-3DC3-46521981F912}"/>
              </a:ext>
            </a:extLst>
          </p:cNvPr>
          <p:cNvGrpSpPr/>
          <p:nvPr/>
        </p:nvGrpSpPr>
        <p:grpSpPr>
          <a:xfrm>
            <a:off x="4156022" y="3429000"/>
            <a:ext cx="1091381" cy="1163851"/>
            <a:chOff x="3515437" y="3159906"/>
            <a:chExt cx="1512359" cy="1725635"/>
          </a:xfrm>
        </p:grpSpPr>
        <p:sp>
          <p:nvSpPr>
            <p:cNvPr id="13" name="Arrow: Circular 12">
              <a:extLst>
                <a:ext uri="{FF2B5EF4-FFF2-40B4-BE49-F238E27FC236}">
                  <a16:creationId xmlns:a16="http://schemas.microsoft.com/office/drawing/2014/main" id="{54B625C3-0773-296A-B525-52A32876E51D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01D87B00-398A-6F25-FA8C-CEF0670FD71A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A70D121-3D31-1977-5C8A-7079F2F4BBF9}"/>
              </a:ext>
            </a:extLst>
          </p:cNvPr>
          <p:cNvSpPr/>
          <p:nvPr/>
        </p:nvSpPr>
        <p:spPr>
          <a:xfrm>
            <a:off x="1218643" y="1933614"/>
            <a:ext cx="2717355" cy="416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9D2834-B6AD-A93D-409D-654E0D68E1DA}"/>
              </a:ext>
            </a:extLst>
          </p:cNvPr>
          <p:cNvGrpSpPr/>
          <p:nvPr/>
        </p:nvGrpSpPr>
        <p:grpSpPr>
          <a:xfrm>
            <a:off x="1216453" y="2835868"/>
            <a:ext cx="2717355" cy="2678153"/>
            <a:chOff x="1216453" y="2835868"/>
            <a:chExt cx="2717355" cy="267815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6FF7F71-F388-4CC8-14B1-E3C2F4D30203}"/>
                </a:ext>
              </a:extLst>
            </p:cNvPr>
            <p:cNvSpPr/>
            <p:nvPr/>
          </p:nvSpPr>
          <p:spPr>
            <a:xfrm>
              <a:off x="1234813" y="2835868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console.log(“A”)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9CDDB-7EEC-0874-6A91-1C1EB0DF909E}"/>
                </a:ext>
              </a:extLst>
            </p:cNvPr>
            <p:cNvSpPr/>
            <p:nvPr/>
          </p:nvSpPr>
          <p:spPr>
            <a:xfrm>
              <a:off x="1216453" y="3524828"/>
              <a:ext cx="2717355" cy="11836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setTimeout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(()=&gt;{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console.log(“B”)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,1000}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DB8A31-AB92-968E-89BA-075AAC289A6C}"/>
                </a:ext>
              </a:extLst>
            </p:cNvPr>
            <p:cNvSpPr/>
            <p:nvPr/>
          </p:nvSpPr>
          <p:spPr>
            <a:xfrm>
              <a:off x="1233234" y="4920889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console.log(“C”)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56A23-15B8-CDEC-F6AF-3F28B5A83F52}"/>
              </a:ext>
            </a:extLst>
          </p:cNvPr>
          <p:cNvSpPr/>
          <p:nvPr/>
        </p:nvSpPr>
        <p:spPr>
          <a:xfrm>
            <a:off x="1213308" y="1933614"/>
            <a:ext cx="1085749" cy="47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Script.js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B0D833-3C1C-C9F5-47E7-2AC032455569}"/>
              </a:ext>
            </a:extLst>
          </p:cNvPr>
          <p:cNvSpPr/>
          <p:nvPr/>
        </p:nvSpPr>
        <p:spPr>
          <a:xfrm>
            <a:off x="5375803" y="1951872"/>
            <a:ext cx="1597319" cy="4108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Browser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15A114F-CD52-D243-7AC0-37BB6244AEAD}"/>
              </a:ext>
            </a:extLst>
          </p:cNvPr>
          <p:cNvGrpSpPr/>
          <p:nvPr/>
        </p:nvGrpSpPr>
        <p:grpSpPr>
          <a:xfrm>
            <a:off x="248752" y="2895176"/>
            <a:ext cx="944720" cy="444612"/>
            <a:chOff x="251750" y="3188716"/>
            <a:chExt cx="944720" cy="4446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7BCE3734-248B-4B44-DE28-69C76D7CAD07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616F30A-59D3-39F2-7747-8A78A3E51E4C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BD8D7F-902B-7D99-505D-1EC115F52C78}"/>
              </a:ext>
            </a:extLst>
          </p:cNvPr>
          <p:cNvGrpSpPr/>
          <p:nvPr/>
        </p:nvGrpSpPr>
        <p:grpSpPr>
          <a:xfrm>
            <a:off x="226916" y="4111568"/>
            <a:ext cx="944720" cy="444612"/>
            <a:chOff x="251750" y="3188716"/>
            <a:chExt cx="944720" cy="44461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72666717-F636-E9AE-FB5B-4C9AAD2F35EF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F76CBB6-4049-C349-8913-FD035DD75D38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2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52DDAD2C-A18A-BD8A-FF0A-01826EC14505}"/>
              </a:ext>
            </a:extLst>
          </p:cNvPr>
          <p:cNvSpPr/>
          <p:nvPr/>
        </p:nvSpPr>
        <p:spPr>
          <a:xfrm>
            <a:off x="5564632" y="340768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8588B-4DCE-5CD4-18F8-18BA0F8CC979}"/>
              </a:ext>
            </a:extLst>
          </p:cNvPr>
          <p:cNvSpPr/>
          <p:nvPr/>
        </p:nvSpPr>
        <p:spPr>
          <a:xfrm>
            <a:off x="5558310" y="452716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AAFEBC-DF91-2038-C321-B3AEB50C84B4}"/>
              </a:ext>
            </a:extLst>
          </p:cNvPr>
          <p:cNvSpPr/>
          <p:nvPr/>
        </p:nvSpPr>
        <p:spPr>
          <a:xfrm>
            <a:off x="5558310" y="3984203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8AFB97-ED89-7D20-7A73-EF410D7DCB58}"/>
              </a:ext>
            </a:extLst>
          </p:cNvPr>
          <p:cNvSpPr/>
          <p:nvPr/>
        </p:nvSpPr>
        <p:spPr>
          <a:xfrm>
            <a:off x="1224391" y="3534725"/>
            <a:ext cx="1872769" cy="4653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3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33" grpId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77267-FE91-BCCA-28FA-4A35AC40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85502499-D1B1-E6E8-F480-1275D35FEC15}"/>
              </a:ext>
            </a:extLst>
          </p:cNvPr>
          <p:cNvGrpSpPr/>
          <p:nvPr/>
        </p:nvGrpSpPr>
        <p:grpSpPr>
          <a:xfrm>
            <a:off x="96463" y="11268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D9B050D-D8AF-72BC-0326-CDA8D3A8E2A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CF6041-2CE4-893C-83C7-3C4BD0F37976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D177082-6FFF-526D-BEF5-22D78C0DAE9C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40AB541-EA76-E277-DFA9-4DB57490F0F2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99AB6D4-C626-0ECC-8FF0-4C6770BEA878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8CFBFAA-0C9B-83AF-3BAF-767017D2099B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FEE004-52B0-C513-A98B-23B3F6342D45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D3BE814-8792-68B9-4066-D7761E1AF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533C5B6-EEF7-240D-42C6-A2CD41980F6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DC46CD2-D102-1EBC-6B2C-56A2C73A1D0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50662F2-7334-AE39-8A2B-7D55ECB7FB54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019AB9-94D9-91AE-78EF-E3084D1F786A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F1A711D-293F-7D3F-6BD5-C5A2CC03B614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EFB8584A-0683-2D6B-1CFC-6BD2E6C8CF3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857EA708-DC2F-C48F-73B3-748849BD7065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047E9BD-CDEB-0943-25BC-0969E85B1D99}"/>
              </a:ext>
            </a:extLst>
          </p:cNvPr>
          <p:cNvSpPr/>
          <p:nvPr/>
        </p:nvSpPr>
        <p:spPr>
          <a:xfrm>
            <a:off x="3022014" y="916148"/>
            <a:ext cx="2920180" cy="710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Asynchronous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C22C6D-4B84-6F30-B21C-5C2C3B94684F}"/>
              </a:ext>
            </a:extLst>
          </p:cNvPr>
          <p:cNvSpPr/>
          <p:nvPr/>
        </p:nvSpPr>
        <p:spPr>
          <a:xfrm>
            <a:off x="5375803" y="1951872"/>
            <a:ext cx="3480812" cy="3929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23DD59-AD28-0AFB-BB37-5ABDE36240BE}"/>
              </a:ext>
            </a:extLst>
          </p:cNvPr>
          <p:cNvGrpSpPr/>
          <p:nvPr/>
        </p:nvGrpSpPr>
        <p:grpSpPr>
          <a:xfrm>
            <a:off x="4156022" y="3429000"/>
            <a:ext cx="1091381" cy="1163851"/>
            <a:chOff x="3515437" y="3159906"/>
            <a:chExt cx="1512359" cy="1725635"/>
          </a:xfrm>
        </p:grpSpPr>
        <p:sp>
          <p:nvSpPr>
            <p:cNvPr id="13" name="Arrow: Circular 12">
              <a:extLst>
                <a:ext uri="{FF2B5EF4-FFF2-40B4-BE49-F238E27FC236}">
                  <a16:creationId xmlns:a16="http://schemas.microsoft.com/office/drawing/2014/main" id="{B590EFCA-04A8-37FD-DE80-A114FFD01DE4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C6268B08-FEDE-7383-A881-0307CCC3C078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0CA8C80-33D8-9145-7D1C-409D5485A936}"/>
              </a:ext>
            </a:extLst>
          </p:cNvPr>
          <p:cNvSpPr/>
          <p:nvPr/>
        </p:nvSpPr>
        <p:spPr>
          <a:xfrm>
            <a:off x="1218643" y="1933614"/>
            <a:ext cx="2717355" cy="416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A72BD5-3C42-823A-60DE-B9DE8405AB0F}"/>
              </a:ext>
            </a:extLst>
          </p:cNvPr>
          <p:cNvGrpSpPr/>
          <p:nvPr/>
        </p:nvGrpSpPr>
        <p:grpSpPr>
          <a:xfrm>
            <a:off x="1216453" y="2835868"/>
            <a:ext cx="2717355" cy="2678153"/>
            <a:chOff x="1216453" y="2835868"/>
            <a:chExt cx="2717355" cy="267815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F8301C-8DC6-42E3-8BFB-721B878FC9FA}"/>
                </a:ext>
              </a:extLst>
            </p:cNvPr>
            <p:cNvSpPr/>
            <p:nvPr/>
          </p:nvSpPr>
          <p:spPr>
            <a:xfrm>
              <a:off x="1234813" y="2835868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console.log(“A”)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54AEB0-68A3-91FD-3B81-FF89F366A3A3}"/>
                </a:ext>
              </a:extLst>
            </p:cNvPr>
            <p:cNvSpPr/>
            <p:nvPr/>
          </p:nvSpPr>
          <p:spPr>
            <a:xfrm>
              <a:off x="1216453" y="3524828"/>
              <a:ext cx="2717355" cy="11836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setTimeout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(()=&gt;{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console.log(“B”)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,1000}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8B7D0A-3979-DFAB-3537-1315FDD5AC99}"/>
                </a:ext>
              </a:extLst>
            </p:cNvPr>
            <p:cNvSpPr/>
            <p:nvPr/>
          </p:nvSpPr>
          <p:spPr>
            <a:xfrm>
              <a:off x="1233234" y="4920889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console.log(“C”)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D9B00CE-0748-2106-B7E6-78730464467B}"/>
              </a:ext>
            </a:extLst>
          </p:cNvPr>
          <p:cNvSpPr/>
          <p:nvPr/>
        </p:nvSpPr>
        <p:spPr>
          <a:xfrm>
            <a:off x="1213308" y="1933614"/>
            <a:ext cx="1085749" cy="47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Script.js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56E1DD-EDC8-6CC4-AFD0-E783FC5C1797}"/>
              </a:ext>
            </a:extLst>
          </p:cNvPr>
          <p:cNvSpPr/>
          <p:nvPr/>
        </p:nvSpPr>
        <p:spPr>
          <a:xfrm>
            <a:off x="5375803" y="1951872"/>
            <a:ext cx="1597319" cy="4108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Browser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AEE737-D751-948C-9BAC-4A6054C3ED59}"/>
              </a:ext>
            </a:extLst>
          </p:cNvPr>
          <p:cNvGrpSpPr/>
          <p:nvPr/>
        </p:nvGrpSpPr>
        <p:grpSpPr>
          <a:xfrm>
            <a:off x="248752" y="2895176"/>
            <a:ext cx="944720" cy="444612"/>
            <a:chOff x="251750" y="3188716"/>
            <a:chExt cx="944720" cy="4446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9BBC5F21-5FFA-1925-A5BE-498D20B8D69A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0F342B-7430-C225-1E75-D6100D82ECD9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3C464B-BD4B-8466-8E1C-FC2BA9FECE15}"/>
              </a:ext>
            </a:extLst>
          </p:cNvPr>
          <p:cNvGrpSpPr/>
          <p:nvPr/>
        </p:nvGrpSpPr>
        <p:grpSpPr>
          <a:xfrm>
            <a:off x="243697" y="5014798"/>
            <a:ext cx="944720" cy="444612"/>
            <a:chOff x="251750" y="3188716"/>
            <a:chExt cx="944720" cy="44461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3DAB6150-AF3E-E205-CCA6-6CBE6BF5AD15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1F54DBD-C705-757D-7A87-16BD6759FB45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2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A162CD6-9F06-5770-6DD3-5933E5B30D52}"/>
              </a:ext>
            </a:extLst>
          </p:cNvPr>
          <p:cNvSpPr/>
          <p:nvPr/>
        </p:nvSpPr>
        <p:spPr>
          <a:xfrm>
            <a:off x="5564632" y="340768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3B16BA-30F9-2519-19B0-E489DBB86952}"/>
              </a:ext>
            </a:extLst>
          </p:cNvPr>
          <p:cNvSpPr/>
          <p:nvPr/>
        </p:nvSpPr>
        <p:spPr>
          <a:xfrm>
            <a:off x="5558310" y="452716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432240-910C-DFF6-821A-83427F92FD4F}"/>
              </a:ext>
            </a:extLst>
          </p:cNvPr>
          <p:cNvSpPr/>
          <p:nvPr/>
        </p:nvSpPr>
        <p:spPr>
          <a:xfrm>
            <a:off x="5558310" y="3984203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08FDDD-2527-8BDA-D3CD-31F50F5AC295}"/>
              </a:ext>
            </a:extLst>
          </p:cNvPr>
          <p:cNvSpPr/>
          <p:nvPr/>
        </p:nvSpPr>
        <p:spPr>
          <a:xfrm>
            <a:off x="1224391" y="3534725"/>
            <a:ext cx="1872769" cy="4653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8BB5AF-7BDD-BA59-882A-3CCE8153C2FA}"/>
              </a:ext>
            </a:extLst>
          </p:cNvPr>
          <p:cNvSpPr/>
          <p:nvPr/>
        </p:nvSpPr>
        <p:spPr>
          <a:xfrm>
            <a:off x="5580719" y="3816864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21526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86B9F-B144-71C4-3F50-4C3E9EF7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5CCEB9A-C54F-B79C-6FCB-5DA373D5E53A}"/>
              </a:ext>
            </a:extLst>
          </p:cNvPr>
          <p:cNvGrpSpPr/>
          <p:nvPr/>
        </p:nvGrpSpPr>
        <p:grpSpPr>
          <a:xfrm>
            <a:off x="96463" y="11268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15A2F3D-3F5F-2B2B-8C32-AC4B75BD652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1D3D4BA-2695-915B-D169-408EAB2D72D3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C906D10-7015-F011-DF6A-B6559DBE54C1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E8B73A9-FA5B-D699-104D-CC09D0D054D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E543C30-64E8-E985-10D4-87DEF039747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A6950EB-1ECC-718E-7E78-3B566ED0089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45DC2B8-13BD-6349-522A-8A318546623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B53A6E1-2FF4-B9ED-1C27-00A8E6E4F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F0B3AFF-B27F-303E-E7A1-EF9E04446FF8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25564C-157B-6921-7DDC-76F17AE5966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488B9D-489E-6EE0-44A3-FEB69212799F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9665385-42F7-02A6-8CCD-0C7FD620D66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911F6E0-6295-8166-0BDC-A71F944AC9F5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34455A06-D5C2-3319-216F-C2B7850C8BC1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39CA401-826F-801D-0F2B-D2565B671B4C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3B5DB37-1355-5CDE-0E43-18C7727B8A61}"/>
              </a:ext>
            </a:extLst>
          </p:cNvPr>
          <p:cNvSpPr/>
          <p:nvPr/>
        </p:nvSpPr>
        <p:spPr>
          <a:xfrm>
            <a:off x="3022014" y="916148"/>
            <a:ext cx="2920180" cy="710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Asynchronous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D209F-ACEC-87A2-9229-97B6D60FA49C}"/>
              </a:ext>
            </a:extLst>
          </p:cNvPr>
          <p:cNvSpPr/>
          <p:nvPr/>
        </p:nvSpPr>
        <p:spPr>
          <a:xfrm>
            <a:off x="5375803" y="1951872"/>
            <a:ext cx="3480812" cy="3929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2D183A8-EFAC-3CBE-2225-FFFF89D2362D}"/>
              </a:ext>
            </a:extLst>
          </p:cNvPr>
          <p:cNvGrpSpPr/>
          <p:nvPr/>
        </p:nvGrpSpPr>
        <p:grpSpPr>
          <a:xfrm>
            <a:off x="4156022" y="3429000"/>
            <a:ext cx="1091381" cy="1163851"/>
            <a:chOff x="3515437" y="3159906"/>
            <a:chExt cx="1512359" cy="1725635"/>
          </a:xfrm>
        </p:grpSpPr>
        <p:sp>
          <p:nvSpPr>
            <p:cNvPr id="13" name="Arrow: Circular 12">
              <a:extLst>
                <a:ext uri="{FF2B5EF4-FFF2-40B4-BE49-F238E27FC236}">
                  <a16:creationId xmlns:a16="http://schemas.microsoft.com/office/drawing/2014/main" id="{80478A5D-3EE6-CBD9-B4B1-00471DCC3E86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7F16A6F8-2CD8-B8B3-94C5-4798A27EAA1B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1EB5414-AC4A-3F21-572F-164CA0129F4F}"/>
              </a:ext>
            </a:extLst>
          </p:cNvPr>
          <p:cNvSpPr/>
          <p:nvPr/>
        </p:nvSpPr>
        <p:spPr>
          <a:xfrm>
            <a:off x="1218643" y="1933614"/>
            <a:ext cx="2717355" cy="416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ABBC10-8B40-B350-5FB2-A1E3A0A5E1BD}"/>
              </a:ext>
            </a:extLst>
          </p:cNvPr>
          <p:cNvGrpSpPr/>
          <p:nvPr/>
        </p:nvGrpSpPr>
        <p:grpSpPr>
          <a:xfrm>
            <a:off x="1216453" y="2835868"/>
            <a:ext cx="2717355" cy="2678153"/>
            <a:chOff x="1216453" y="2835868"/>
            <a:chExt cx="2717355" cy="267815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C2231A-02C3-962E-DEF8-F1CC032ADD9E}"/>
                </a:ext>
              </a:extLst>
            </p:cNvPr>
            <p:cNvSpPr/>
            <p:nvPr/>
          </p:nvSpPr>
          <p:spPr>
            <a:xfrm>
              <a:off x="1234813" y="2835868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console.log(“A”)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9FF73E-25FF-8A91-C8C6-A6C6F8016A86}"/>
                </a:ext>
              </a:extLst>
            </p:cNvPr>
            <p:cNvSpPr/>
            <p:nvPr/>
          </p:nvSpPr>
          <p:spPr>
            <a:xfrm>
              <a:off x="1216453" y="3524828"/>
              <a:ext cx="2717355" cy="11836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setTimeout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(()=&gt;{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console.log(“B”)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,1000}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121D5B-8726-3362-4227-17FB266FEC2A}"/>
                </a:ext>
              </a:extLst>
            </p:cNvPr>
            <p:cNvSpPr/>
            <p:nvPr/>
          </p:nvSpPr>
          <p:spPr>
            <a:xfrm>
              <a:off x="1233234" y="4920889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console.log(“C”)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EE42D1C-1C0C-6D91-5D21-5E5933E44067}"/>
              </a:ext>
            </a:extLst>
          </p:cNvPr>
          <p:cNvSpPr/>
          <p:nvPr/>
        </p:nvSpPr>
        <p:spPr>
          <a:xfrm>
            <a:off x="1213308" y="1933614"/>
            <a:ext cx="1085749" cy="47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Script.js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658CA5-0A2F-59AD-2D6C-589A1352EE3A}"/>
              </a:ext>
            </a:extLst>
          </p:cNvPr>
          <p:cNvSpPr/>
          <p:nvPr/>
        </p:nvSpPr>
        <p:spPr>
          <a:xfrm>
            <a:off x="5375803" y="1951872"/>
            <a:ext cx="1597319" cy="4108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Browser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2E954C-562F-015C-E06D-A28B90D912E8}"/>
              </a:ext>
            </a:extLst>
          </p:cNvPr>
          <p:cNvGrpSpPr/>
          <p:nvPr/>
        </p:nvGrpSpPr>
        <p:grpSpPr>
          <a:xfrm>
            <a:off x="248752" y="2895176"/>
            <a:ext cx="944720" cy="444612"/>
            <a:chOff x="251750" y="3188716"/>
            <a:chExt cx="944720" cy="4446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9E3B13D-3636-2016-563B-F8ACAFB64F3D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1A9FDC-2C22-76D0-52AE-DCB2C5ADA6DD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75E3C9-253C-2E0B-C8DC-6212540EA93E}"/>
              </a:ext>
            </a:extLst>
          </p:cNvPr>
          <p:cNvGrpSpPr/>
          <p:nvPr/>
        </p:nvGrpSpPr>
        <p:grpSpPr>
          <a:xfrm>
            <a:off x="243697" y="5014798"/>
            <a:ext cx="944720" cy="444612"/>
            <a:chOff x="251750" y="3188716"/>
            <a:chExt cx="944720" cy="44461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A1DCC5AF-072D-F23B-FB4C-8E35B3320268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2E1869B-D834-EA6B-E019-F2CDBDF5F080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2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9B630FE2-9D55-184F-6785-4895F7F6B1DA}"/>
              </a:ext>
            </a:extLst>
          </p:cNvPr>
          <p:cNvSpPr/>
          <p:nvPr/>
        </p:nvSpPr>
        <p:spPr>
          <a:xfrm>
            <a:off x="5564632" y="340768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D89574-ED07-2C82-30B0-4E5058D86DA0}"/>
              </a:ext>
            </a:extLst>
          </p:cNvPr>
          <p:cNvSpPr/>
          <p:nvPr/>
        </p:nvSpPr>
        <p:spPr>
          <a:xfrm>
            <a:off x="5558310" y="452716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504E3D-468A-7582-0752-6B4D47C2DF66}"/>
              </a:ext>
            </a:extLst>
          </p:cNvPr>
          <p:cNvSpPr/>
          <p:nvPr/>
        </p:nvSpPr>
        <p:spPr>
          <a:xfrm>
            <a:off x="5558310" y="3984203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3C1363-DC99-7A42-0CF5-EFFE36E18E8F}"/>
              </a:ext>
            </a:extLst>
          </p:cNvPr>
          <p:cNvSpPr/>
          <p:nvPr/>
        </p:nvSpPr>
        <p:spPr>
          <a:xfrm>
            <a:off x="1224391" y="3534725"/>
            <a:ext cx="1872769" cy="4653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01708-6F08-7418-5439-CA3E706AA395}"/>
              </a:ext>
            </a:extLst>
          </p:cNvPr>
          <p:cNvSpPr/>
          <p:nvPr/>
        </p:nvSpPr>
        <p:spPr>
          <a:xfrm>
            <a:off x="5580719" y="3816864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C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41D88CD-7CE3-399F-9A4E-89E68D4B2855}"/>
              </a:ext>
            </a:extLst>
          </p:cNvPr>
          <p:cNvGrpSpPr/>
          <p:nvPr/>
        </p:nvGrpSpPr>
        <p:grpSpPr>
          <a:xfrm>
            <a:off x="251514" y="3984203"/>
            <a:ext cx="944720" cy="444612"/>
            <a:chOff x="251750" y="3188716"/>
            <a:chExt cx="944720" cy="444612"/>
          </a:xfrm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02351536-0B96-33E0-6075-B72D9F91EC1F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22FD17-21BA-FC40-DF63-9EC9F62B57A4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3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A0DB493-ECB8-3D8D-187F-4D1216015363}"/>
              </a:ext>
            </a:extLst>
          </p:cNvPr>
          <p:cNvSpPr/>
          <p:nvPr/>
        </p:nvSpPr>
        <p:spPr>
          <a:xfrm>
            <a:off x="5574708" y="430964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92420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65955-5325-BBF1-4553-3628A890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A0618F7-3CD5-2956-71B4-7E31E9D5886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EBEFCEA-44C0-5956-F0EF-56E494D4EC4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BFA7EE4-F285-4F03-D5C2-69267AF0FE5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15DC7FA-BB38-A565-1FAE-88C0DF1D295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1B174E-E77D-51FC-40F6-8B5D1CB415C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CAA9C30-3BA9-B4DB-FE2F-3BF24E6106E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629413E-89A6-874C-0AFE-4632427BCF39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A00CF6C-1552-CC8A-B8B9-AA30B645759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7C1BD8B-2980-0464-B335-1C653AD13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13E0BBE-7918-4719-D85C-6D78CFFE357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81E3054-5E24-3038-AC98-E85C4DEE9C8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0369E01-A3D9-A5B2-7F60-1A72A6911EA1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DB7744D-2415-7D0C-BE3D-1CA69AE3C8DB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FED779-87D5-0F5C-2F6B-8562B4BD96EF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D0E1517-B934-6356-6E13-C9277B47E7AB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8FA6643C-B459-CB33-AA75-24E4AC6DD19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49DC0E1-8B01-2820-B2B8-0CD715229ED0}"/>
              </a:ext>
            </a:extLst>
          </p:cNvPr>
          <p:cNvGrpSpPr/>
          <p:nvPr/>
        </p:nvGrpSpPr>
        <p:grpSpPr>
          <a:xfrm>
            <a:off x="284400" y="1035398"/>
            <a:ext cx="8192818" cy="1602828"/>
            <a:chOff x="252784" y="975910"/>
            <a:chExt cx="8192818" cy="16028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398D9F-82C6-C736-AFFC-C706C7935375}"/>
                </a:ext>
              </a:extLst>
            </p:cNvPr>
            <p:cNvSpPr/>
            <p:nvPr/>
          </p:nvSpPr>
          <p:spPr>
            <a:xfrm>
              <a:off x="252784" y="975910"/>
              <a:ext cx="1931718" cy="655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0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Callback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A111BD-5934-46EE-3A78-4C0ABA7ABF5B}"/>
                </a:ext>
              </a:extLst>
            </p:cNvPr>
            <p:cNvSpPr/>
            <p:nvPr/>
          </p:nvSpPr>
          <p:spPr>
            <a:xfrm>
              <a:off x="252784" y="1631210"/>
              <a:ext cx="8192818" cy="9475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A callback is a </a:t>
              </a:r>
              <a:r>
                <a:rPr lang="en-US" sz="25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function passed as an argument </a:t>
              </a:r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to another function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8756B9-EADE-1553-397D-D1AD82998336}"/>
              </a:ext>
            </a:extLst>
          </p:cNvPr>
          <p:cNvGrpSpPr/>
          <p:nvPr/>
        </p:nvGrpSpPr>
        <p:grpSpPr>
          <a:xfrm>
            <a:off x="512446" y="2916774"/>
            <a:ext cx="6683458" cy="3489499"/>
            <a:chOff x="1722485" y="2726669"/>
            <a:chExt cx="6683458" cy="34894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44B13F-E934-55D1-D5B0-3C8D63D1D46A}"/>
                </a:ext>
              </a:extLst>
            </p:cNvPr>
            <p:cNvSpPr/>
            <p:nvPr/>
          </p:nvSpPr>
          <p:spPr>
            <a:xfrm>
              <a:off x="1722485" y="2756082"/>
              <a:ext cx="6683458" cy="346008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const  </a:t>
              </a:r>
              <a:r>
                <a:rPr lang="en-US" sz="2500" dirty="0" err="1">
                  <a:solidFill>
                    <a:schemeClr val="tx1"/>
                  </a:solidFill>
                  <a:latin typeface="Gill Sans MT" panose="020B0502020104020203" pitchFamily="34" charset="0"/>
                </a:rPr>
                <a:t>getData</a:t>
              </a:r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 = (callback) =&gt; {</a:t>
              </a: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}</a:t>
              </a: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4BB63A-1527-2BA7-EB17-BB6C6CE8FDD4}"/>
                </a:ext>
              </a:extLst>
            </p:cNvPr>
            <p:cNvSpPr/>
            <p:nvPr/>
          </p:nvSpPr>
          <p:spPr>
            <a:xfrm>
              <a:off x="6997227" y="2726669"/>
              <a:ext cx="1408716" cy="6421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example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D2157EB-7AEF-2737-D083-C4E97E6269D3}"/>
              </a:ext>
            </a:extLst>
          </p:cNvPr>
          <p:cNvSpPr txBox="1"/>
          <p:nvPr/>
        </p:nvSpPr>
        <p:spPr>
          <a:xfrm>
            <a:off x="730267" y="3529010"/>
            <a:ext cx="4030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setTimeout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(()=&gt;{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    callback(“Data Loaded”)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}, 1000);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DF3380-1669-ED4D-822A-F0BA2553FEB2}"/>
              </a:ext>
            </a:extLst>
          </p:cNvPr>
          <p:cNvGrpSpPr/>
          <p:nvPr/>
        </p:nvGrpSpPr>
        <p:grpSpPr>
          <a:xfrm>
            <a:off x="1326798" y="3050236"/>
            <a:ext cx="2625769" cy="1317826"/>
            <a:chOff x="1326798" y="3050236"/>
            <a:chExt cx="2625769" cy="13178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C004F6-A903-6B43-7F41-42C1DA8E65EF}"/>
                </a:ext>
              </a:extLst>
            </p:cNvPr>
            <p:cNvSpPr/>
            <p:nvPr/>
          </p:nvSpPr>
          <p:spPr>
            <a:xfrm>
              <a:off x="2939774" y="3050236"/>
              <a:ext cx="1012793" cy="5826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8D3B277-E265-4BBD-CE6A-6C8EBA97F027}"/>
                </a:ext>
              </a:extLst>
            </p:cNvPr>
            <p:cNvSpPr/>
            <p:nvPr/>
          </p:nvSpPr>
          <p:spPr>
            <a:xfrm>
              <a:off x="1326798" y="3890286"/>
              <a:ext cx="1012793" cy="4777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5E79BD8-24D6-6A60-D568-9203A3A51F7A}"/>
              </a:ext>
            </a:extLst>
          </p:cNvPr>
          <p:cNvSpPr txBox="1"/>
          <p:nvPr/>
        </p:nvSpPr>
        <p:spPr>
          <a:xfrm>
            <a:off x="512446" y="5051838"/>
            <a:ext cx="3105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getData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((result))=&gt;{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console.log(result)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8613808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C4221-F2BC-6270-36E1-EE382B2C8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D543837-74F1-1BDA-DAB3-D2161D096A5A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3D720B5-118F-1323-6A88-582E84CE5B94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4B316D6-1E5C-4283-F047-C5CDA4C28E5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1F22F92-15C1-A8A1-2F65-0CCF878F9D1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FF38215-87EB-4D93-E9B0-341F0061318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2BFA136-41AC-F560-4EF9-924B5738162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C9E3EC-9E3B-FF5E-14A3-77221FD38DB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2480799-BD24-FDB7-D43A-53ADCDB1CDC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0F71F62-D278-57F0-B6B7-6D226C290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4B6CE35-C7BD-06A0-D670-CDFF1F7EB8C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4C373A3-BC9D-AB21-68BB-F7E1E42BC023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23F8664-742D-471F-157B-161606FF078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801F7A3-E5C6-2C48-6787-8CF9466299A0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204E6B1-0CD2-41BB-AC03-EA42C57F8453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19D776-6BA1-22D2-9FDE-E0429D92A1FF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E95BDA0-4021-C039-9259-04954B2FD202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" name="getUser">
            <a:extLst>
              <a:ext uri="{FF2B5EF4-FFF2-40B4-BE49-F238E27FC236}">
                <a16:creationId xmlns:a16="http://schemas.microsoft.com/office/drawing/2014/main" id="{EA0F5251-20E5-98EF-5656-FBD1F6540C49}"/>
              </a:ext>
            </a:extLst>
          </p:cNvPr>
          <p:cNvSpPr/>
          <p:nvPr/>
        </p:nvSpPr>
        <p:spPr>
          <a:xfrm>
            <a:off x="470367" y="1079552"/>
            <a:ext cx="8075086" cy="546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getUser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(id, (user) =&gt; {</a:t>
            </a: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});</a:t>
            </a:r>
          </a:p>
        </p:txBody>
      </p:sp>
      <p:sp>
        <p:nvSpPr>
          <p:cNvPr id="13" name="getPosts">
            <a:extLst>
              <a:ext uri="{FF2B5EF4-FFF2-40B4-BE49-F238E27FC236}">
                <a16:creationId xmlns:a16="http://schemas.microsoft.com/office/drawing/2014/main" id="{C290E51A-1292-A504-69B5-B47CB1834D1B}"/>
              </a:ext>
            </a:extLst>
          </p:cNvPr>
          <p:cNvSpPr txBox="1"/>
          <p:nvPr/>
        </p:nvSpPr>
        <p:spPr>
          <a:xfrm>
            <a:off x="750488" y="1878148"/>
            <a:ext cx="6100010" cy="3911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getPosts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(user,  (posts) =&gt; {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});</a:t>
            </a:r>
            <a:endParaRPr lang="en-US" sz="2400" dirty="0"/>
          </a:p>
        </p:txBody>
      </p:sp>
      <p:sp>
        <p:nvSpPr>
          <p:cNvPr id="15" name="getComments">
            <a:extLst>
              <a:ext uri="{FF2B5EF4-FFF2-40B4-BE49-F238E27FC236}">
                <a16:creationId xmlns:a16="http://schemas.microsoft.com/office/drawing/2014/main" id="{DAEFA643-04B1-EF93-4A08-6CBF7EA09822}"/>
              </a:ext>
            </a:extLst>
          </p:cNvPr>
          <p:cNvSpPr txBox="1"/>
          <p:nvPr/>
        </p:nvSpPr>
        <p:spPr>
          <a:xfrm>
            <a:off x="1062017" y="2592383"/>
            <a:ext cx="6100010" cy="2803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getComments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(posts, (comments) =&gt; {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}); </a:t>
            </a:r>
            <a:endParaRPr lang="en-US" sz="2400" dirty="0"/>
          </a:p>
        </p:txBody>
      </p:sp>
      <p:sp>
        <p:nvSpPr>
          <p:cNvPr id="17" name="processComments">
            <a:extLst>
              <a:ext uri="{FF2B5EF4-FFF2-40B4-BE49-F238E27FC236}">
                <a16:creationId xmlns:a16="http://schemas.microsoft.com/office/drawing/2014/main" id="{6D5273B8-A456-9187-4348-84D8D77A9215}"/>
              </a:ext>
            </a:extLst>
          </p:cNvPr>
          <p:cNvSpPr txBox="1"/>
          <p:nvPr/>
        </p:nvSpPr>
        <p:spPr>
          <a:xfrm>
            <a:off x="1597966" y="3146380"/>
            <a:ext cx="6100010" cy="1695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processComments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(comments, (result) =&gt;{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     console.log(result);</a:t>
            </a:r>
            <a:b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});      </a:t>
            </a:r>
            <a:endParaRPr lang="en-US" sz="2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72DDC8-BF7F-73E2-C24B-1EB6614CF4EA}"/>
              </a:ext>
            </a:extLst>
          </p:cNvPr>
          <p:cNvGrpSpPr/>
          <p:nvPr/>
        </p:nvGrpSpPr>
        <p:grpSpPr>
          <a:xfrm>
            <a:off x="1828800" y="1324150"/>
            <a:ext cx="968477" cy="1183814"/>
            <a:chOff x="1828800" y="1324150"/>
            <a:chExt cx="968477" cy="118381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EFAFBC-88A9-E427-2A74-FFE1BA1CDD4A}"/>
                </a:ext>
              </a:extLst>
            </p:cNvPr>
            <p:cNvSpPr/>
            <p:nvPr/>
          </p:nvSpPr>
          <p:spPr>
            <a:xfrm>
              <a:off x="1828800" y="2000714"/>
              <a:ext cx="737419" cy="5072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A1A80D-BA2C-4F2C-03AC-4E3BA7712602}"/>
                </a:ext>
              </a:extLst>
            </p:cNvPr>
            <p:cNvSpPr/>
            <p:nvPr/>
          </p:nvSpPr>
          <p:spPr>
            <a:xfrm>
              <a:off x="2059858" y="1324150"/>
              <a:ext cx="737419" cy="5072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C0E729E-69B6-DCCD-2C24-C3E2E3777D66}"/>
                </a:ext>
              </a:extLst>
            </p:cNvPr>
            <p:cNvCxnSpPr>
              <a:cxnSpLocks/>
              <a:stCxn id="19" idx="2"/>
              <a:endCxn id="18" idx="0"/>
            </p:cNvCxnSpPr>
            <p:nvPr/>
          </p:nvCxnSpPr>
          <p:spPr>
            <a:xfrm flipH="1">
              <a:off x="2197510" y="1831400"/>
              <a:ext cx="231058" cy="169314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2B0B7CE-19C3-7841-0BDD-77B7F448252F}"/>
              </a:ext>
            </a:extLst>
          </p:cNvPr>
          <p:cNvGrpSpPr/>
          <p:nvPr/>
        </p:nvGrpSpPr>
        <p:grpSpPr>
          <a:xfrm>
            <a:off x="2776736" y="2000714"/>
            <a:ext cx="1056124" cy="1210923"/>
            <a:chOff x="1603043" y="1297040"/>
            <a:chExt cx="1056124" cy="121092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A3647C3-0A6D-4B1D-1D42-0A422ED2C4AC}"/>
                </a:ext>
              </a:extLst>
            </p:cNvPr>
            <p:cNvSpPr/>
            <p:nvPr/>
          </p:nvSpPr>
          <p:spPr>
            <a:xfrm>
              <a:off x="1828800" y="2117108"/>
              <a:ext cx="830367" cy="3908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7B9D8A-B893-8952-3047-2CAB7FD138EE}"/>
                </a:ext>
              </a:extLst>
            </p:cNvPr>
            <p:cNvSpPr/>
            <p:nvPr/>
          </p:nvSpPr>
          <p:spPr>
            <a:xfrm>
              <a:off x="1603043" y="1297040"/>
              <a:ext cx="737419" cy="5072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E8B268A-AB4D-84DF-D6D1-7B7BAE188726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1971753" y="1804290"/>
              <a:ext cx="164682" cy="31281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7AD0E5-D62E-7F94-9696-3BD2DBCBA735}"/>
              </a:ext>
            </a:extLst>
          </p:cNvPr>
          <p:cNvGrpSpPr/>
          <p:nvPr/>
        </p:nvGrpSpPr>
        <p:grpSpPr>
          <a:xfrm>
            <a:off x="3965084" y="2761222"/>
            <a:ext cx="1493271" cy="996793"/>
            <a:chOff x="1603043" y="1361494"/>
            <a:chExt cx="1493271" cy="99679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D5AEBF-C2F1-0B07-F155-FA4B6A64BF7D}"/>
                </a:ext>
              </a:extLst>
            </p:cNvPr>
            <p:cNvSpPr/>
            <p:nvPr/>
          </p:nvSpPr>
          <p:spPr>
            <a:xfrm>
              <a:off x="1824011" y="1973129"/>
              <a:ext cx="1272303" cy="385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5D1854B-99A0-FB27-09F0-EDA283AD1BF3}"/>
                </a:ext>
              </a:extLst>
            </p:cNvPr>
            <p:cNvSpPr/>
            <p:nvPr/>
          </p:nvSpPr>
          <p:spPr>
            <a:xfrm>
              <a:off x="1603043" y="1361494"/>
              <a:ext cx="1272303" cy="385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B8E5835-1DE3-FA4F-5BA9-ED59B09D839C}"/>
                </a:ext>
              </a:extLst>
            </p:cNvPr>
            <p:cNvCxnSpPr>
              <a:cxnSpLocks/>
            </p:cNvCxnSpPr>
            <p:nvPr/>
          </p:nvCxnSpPr>
          <p:spPr>
            <a:xfrm>
              <a:off x="1978311" y="1746652"/>
              <a:ext cx="307619" cy="22647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2ED520D6-8C78-E47F-FBF4-3C0BCABBFF14}"/>
              </a:ext>
            </a:extLst>
          </p:cNvPr>
          <p:cNvSpPr/>
          <p:nvPr/>
        </p:nvSpPr>
        <p:spPr>
          <a:xfrm>
            <a:off x="4375388" y="4782846"/>
            <a:ext cx="2165934" cy="503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Kristen ITC" panose="03050502040202030202" pitchFamily="66" charset="0"/>
              </a:rPr>
              <a:t>Callback Hell !!!</a:t>
            </a:r>
          </a:p>
        </p:txBody>
      </p:sp>
    </p:spTree>
    <p:extLst>
      <p:ext uri="{BB962C8B-B14F-4D97-AF65-F5344CB8AC3E}">
        <p14:creationId xmlns:p14="http://schemas.microsoft.com/office/powerpoint/2010/main" val="27508109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365EA-1EE5-B95B-8B54-6D83629C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766F172-4B6F-2CCB-B864-1F5A2CDC9CFA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C5F0893-0ADF-8DBC-8486-C06BD57AFC67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8201B6B-0E98-C703-E476-88FA8284045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8F362CD-8DBB-1C7A-EB71-B8A82E9836A0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2B8D31F-314D-BCBD-71DA-8D5766456C0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D626A42-4617-35F9-E62A-BF101EE250C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21FF69C-4910-96FB-835F-ED012129BB3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934418-90B2-9E1A-B221-8F209440945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FE713B8-FDAA-54BE-DC83-352067FAC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BE44724-FE6F-3B13-1F52-3679B95D5CC7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7DB92C4-F9A3-3D57-D368-200DF149CCD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4B2EC02-E627-66C0-9B6F-29C6C3EB4CD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88BAC74-B4DA-657E-2FC3-27209DC8F963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24535EE-E326-9BA0-4E6C-63EFFAC5385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A47C455-92EE-72CB-9D98-443523D828A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A16E875B-2DEB-44BB-E01E-7CBDB58BAF8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" name="getUser">
            <a:extLst>
              <a:ext uri="{FF2B5EF4-FFF2-40B4-BE49-F238E27FC236}">
                <a16:creationId xmlns:a16="http://schemas.microsoft.com/office/drawing/2014/main" id="{DCAF8A1D-6D85-0D7E-A6EA-5F25A315A7DA}"/>
              </a:ext>
            </a:extLst>
          </p:cNvPr>
          <p:cNvSpPr/>
          <p:nvPr/>
        </p:nvSpPr>
        <p:spPr>
          <a:xfrm>
            <a:off x="415104" y="1798818"/>
            <a:ext cx="8075086" cy="3668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getUser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(id)</a:t>
            </a: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DFF59-2122-77F0-6E82-B306B8883B48}"/>
              </a:ext>
            </a:extLst>
          </p:cNvPr>
          <p:cNvSpPr txBox="1"/>
          <p:nvPr/>
        </p:nvSpPr>
        <p:spPr>
          <a:xfrm>
            <a:off x="750488" y="2385859"/>
            <a:ext cx="6116320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.then(user =&gt;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getPosts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(user))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92F29-D2B3-236B-98DC-6B9A1CD9BCB9}"/>
              </a:ext>
            </a:extLst>
          </p:cNvPr>
          <p:cNvSpPr txBox="1"/>
          <p:nvPr/>
        </p:nvSpPr>
        <p:spPr>
          <a:xfrm>
            <a:off x="650240" y="3112798"/>
            <a:ext cx="611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.then(posts =&gt;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getComments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(posts))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A68E6-8F20-0903-FE63-A5BBD469AEED}"/>
              </a:ext>
            </a:extLst>
          </p:cNvPr>
          <p:cNvSpPr txBox="1"/>
          <p:nvPr/>
        </p:nvSpPr>
        <p:spPr>
          <a:xfrm>
            <a:off x="650240" y="3670916"/>
            <a:ext cx="6732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.then(comments =&gt;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processComments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(comments))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54D6C-88BA-AABA-86E7-361E985CC8E4}"/>
              </a:ext>
            </a:extLst>
          </p:cNvPr>
          <p:cNvSpPr txBox="1"/>
          <p:nvPr/>
        </p:nvSpPr>
        <p:spPr>
          <a:xfrm>
            <a:off x="750488" y="4142745"/>
            <a:ext cx="6116320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.then(result =&gt; console.log(result))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C6277-6C53-BE49-4E1E-1E05ED32C018}"/>
              </a:ext>
            </a:extLst>
          </p:cNvPr>
          <p:cNvSpPr txBox="1"/>
          <p:nvPr/>
        </p:nvSpPr>
        <p:spPr>
          <a:xfrm>
            <a:off x="750488" y="4859520"/>
            <a:ext cx="611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.catch(error =&gt;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console.error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(error));</a:t>
            </a:r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A82084-9266-3D05-AE05-A1CD9F6677FF}"/>
              </a:ext>
            </a:extLst>
          </p:cNvPr>
          <p:cNvGrpSpPr/>
          <p:nvPr/>
        </p:nvGrpSpPr>
        <p:grpSpPr>
          <a:xfrm>
            <a:off x="750488" y="2526557"/>
            <a:ext cx="793834" cy="2827723"/>
            <a:chOff x="750488" y="2526557"/>
            <a:chExt cx="793834" cy="282772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AE14B4C-574C-981F-B658-6B07657D3000}"/>
                </a:ext>
              </a:extLst>
            </p:cNvPr>
            <p:cNvSpPr/>
            <p:nvPr/>
          </p:nvSpPr>
          <p:spPr>
            <a:xfrm>
              <a:off x="750489" y="2526557"/>
              <a:ext cx="753192" cy="4616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24B9006-E3A6-CA4F-7346-9EDC8DB1EEEA}"/>
                </a:ext>
              </a:extLst>
            </p:cNvPr>
            <p:cNvSpPr/>
            <p:nvPr/>
          </p:nvSpPr>
          <p:spPr>
            <a:xfrm>
              <a:off x="750488" y="4892614"/>
              <a:ext cx="793834" cy="4616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69169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9217F-97E2-97EA-915C-AF042764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C4D86DF-126C-2488-1E26-384F737011AB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11D0E81-4CFE-22C8-E3EA-6AE9CEC11045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45AC3EB-DEB6-E9D9-4282-9F43A6D71AB9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9180C0D-D573-18CF-259D-5D3E7EB3FE0C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582571E-BEA5-CDB4-F043-B75D792EDD2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CCE93BF-73F7-CFC0-370B-B23354A3080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A899AEC-6CA5-F84D-6064-310A0752B4B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7529777-16F1-F5EA-B083-506F37F41A9A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39B931A-8415-371E-47A4-879C17142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0227B9-4EAB-9552-6B40-6909350ED76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6A9A989-85DC-D296-7B8C-FC2A3AA02A23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26700A6-37E9-2F34-4B13-EF0EA411A79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201C67F-AF9A-0DD9-7FB2-5B7B070E589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2F946D9-26EB-DDF8-1FE5-036DC16C91CB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C73161EC-4E7D-F245-E70C-EB12B45574B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5650AFF-AC3A-2B4F-74BB-ED5A63E1369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" name="getUser">
            <a:extLst>
              <a:ext uri="{FF2B5EF4-FFF2-40B4-BE49-F238E27FC236}">
                <a16:creationId xmlns:a16="http://schemas.microsoft.com/office/drawing/2014/main" id="{5B752ADE-8635-AA6A-C12B-6549F1737B51}"/>
              </a:ext>
            </a:extLst>
          </p:cNvPr>
          <p:cNvSpPr/>
          <p:nvPr/>
        </p:nvSpPr>
        <p:spPr>
          <a:xfrm>
            <a:off x="390488" y="1245504"/>
            <a:ext cx="2146038" cy="782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1"/>
                </a:solidFill>
                <a:latin typeface="Kristen ITC" panose="03050502040202030202" pitchFamily="66" charset="0"/>
              </a:rPr>
              <a:t>Promise</a:t>
            </a:r>
          </a:p>
        </p:txBody>
      </p:sp>
      <p:sp>
        <p:nvSpPr>
          <p:cNvPr id="4" name="getUser">
            <a:extLst>
              <a:ext uri="{FF2B5EF4-FFF2-40B4-BE49-F238E27FC236}">
                <a16:creationId xmlns:a16="http://schemas.microsoft.com/office/drawing/2014/main" id="{5E3044F3-3458-5816-76C3-025A1CA04C0E}"/>
              </a:ext>
            </a:extLst>
          </p:cNvPr>
          <p:cNvSpPr/>
          <p:nvPr/>
        </p:nvSpPr>
        <p:spPr>
          <a:xfrm>
            <a:off x="390488" y="2047102"/>
            <a:ext cx="8080301" cy="15488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object represents a value that will be available now, later, or never</a:t>
            </a:r>
          </a:p>
        </p:txBody>
      </p:sp>
      <p:sp>
        <p:nvSpPr>
          <p:cNvPr id="5" name="getUser">
            <a:extLst>
              <a:ext uri="{FF2B5EF4-FFF2-40B4-BE49-F238E27FC236}">
                <a16:creationId xmlns:a16="http://schemas.microsoft.com/office/drawing/2014/main" id="{7349D655-3555-7777-9607-A53CD00F0CE3}"/>
              </a:ext>
            </a:extLst>
          </p:cNvPr>
          <p:cNvSpPr/>
          <p:nvPr/>
        </p:nvSpPr>
        <p:spPr>
          <a:xfrm>
            <a:off x="390489" y="3769549"/>
            <a:ext cx="5807112" cy="9145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States = pending, fulfilled, rejected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D1D5E2-C89A-717D-E99B-FBE25B711DD4}"/>
              </a:ext>
            </a:extLst>
          </p:cNvPr>
          <p:cNvGrpSpPr/>
          <p:nvPr/>
        </p:nvGrpSpPr>
        <p:grpSpPr>
          <a:xfrm>
            <a:off x="3084662" y="3921759"/>
            <a:ext cx="1792138" cy="2115392"/>
            <a:chOff x="3084662" y="3921759"/>
            <a:chExt cx="1792138" cy="211539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027554E-6397-36DF-72CC-874948976C11}"/>
                </a:ext>
              </a:extLst>
            </p:cNvPr>
            <p:cNvCxnSpPr>
              <a:cxnSpLocks/>
            </p:cNvCxnSpPr>
            <p:nvPr/>
          </p:nvCxnSpPr>
          <p:spPr>
            <a:xfrm>
              <a:off x="3294045" y="4474783"/>
              <a:ext cx="495635" cy="92017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A785D0-A351-8F43-B859-487B758F1233}"/>
                </a:ext>
              </a:extLst>
            </p:cNvPr>
            <p:cNvSpPr txBox="1"/>
            <p:nvPr/>
          </p:nvSpPr>
          <p:spPr>
            <a:xfrm>
              <a:off x="3698240" y="5513931"/>
              <a:ext cx="1178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then</a:t>
              </a:r>
              <a:endParaRPr lang="en-US" sz="28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BC04B-BADA-6A60-B7F8-1FE6888CE619}"/>
                </a:ext>
              </a:extLst>
            </p:cNvPr>
            <p:cNvSpPr/>
            <p:nvPr/>
          </p:nvSpPr>
          <p:spPr>
            <a:xfrm>
              <a:off x="3084662" y="3921759"/>
              <a:ext cx="1294298" cy="6888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E9FB51-5A35-EC16-40BD-E82E6DBBEA7D}"/>
              </a:ext>
            </a:extLst>
          </p:cNvPr>
          <p:cNvGrpSpPr/>
          <p:nvPr/>
        </p:nvGrpSpPr>
        <p:grpSpPr>
          <a:xfrm>
            <a:off x="4430638" y="3921759"/>
            <a:ext cx="1792138" cy="2115392"/>
            <a:chOff x="3084662" y="3921759"/>
            <a:chExt cx="1792138" cy="211539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353B7D-E86C-7747-A64A-D02943DAD2C5}"/>
                </a:ext>
              </a:extLst>
            </p:cNvPr>
            <p:cNvCxnSpPr>
              <a:cxnSpLocks/>
            </p:cNvCxnSpPr>
            <p:nvPr/>
          </p:nvCxnSpPr>
          <p:spPr>
            <a:xfrm>
              <a:off x="3294045" y="4474783"/>
              <a:ext cx="495635" cy="92017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94C6EB-8DE2-8A86-7B7C-EA6258D47D6D}"/>
                </a:ext>
              </a:extLst>
            </p:cNvPr>
            <p:cNvSpPr txBox="1"/>
            <p:nvPr/>
          </p:nvSpPr>
          <p:spPr>
            <a:xfrm>
              <a:off x="3698240" y="5513931"/>
              <a:ext cx="1178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catch</a:t>
              </a:r>
              <a:endParaRPr lang="en-US" sz="28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5BFA03-081E-28C6-D622-469D1CAAD415}"/>
                </a:ext>
              </a:extLst>
            </p:cNvPr>
            <p:cNvSpPr/>
            <p:nvPr/>
          </p:nvSpPr>
          <p:spPr>
            <a:xfrm>
              <a:off x="3084662" y="3921759"/>
              <a:ext cx="1294298" cy="6888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00293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C35F7-659B-BB0A-97F0-E17DD830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7349329-2F49-4CB4-217A-5F25CE30E42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D9DC402-93E6-03CC-62FE-746F436B62D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04BE8E4-02E0-852C-2236-8CB6346AAE9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4E50A05-1362-2C21-E0EC-E5D0A5150590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0F1C368-BECC-85F4-AE70-FD6B50C4E13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64D6081-340B-CAF9-800C-7651DBCCD86C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970C03F-217D-0888-7012-A2E24769125D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5D9ECD4-B801-6257-67FB-C7695FA2C74F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3DE36ED-2848-FD8D-26FC-683D5F6CE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6681B33-0CBE-5393-CBD8-D93B0A894E3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ED86D9D-B7C2-7982-53B9-29B3BB86058A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9B15FB8-F963-EEF0-E873-94E93E26CDA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B6B9FB7-927B-AF1D-2613-E8E06F1C054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EFBFD8D-EE44-A46E-9D2F-9448425E44E2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5D1DFA39-B020-91E2-9097-66BD2E1CDCC0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D239B96-1246-E605-0FC0-9A5DBF70E324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A24ED58-C883-C93C-B159-747FCBF1772E}"/>
              </a:ext>
            </a:extLst>
          </p:cNvPr>
          <p:cNvSpPr/>
          <p:nvPr/>
        </p:nvSpPr>
        <p:spPr>
          <a:xfrm>
            <a:off x="570488" y="1277071"/>
            <a:ext cx="7159564" cy="49849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D539A-860D-19C3-991C-C8D86500D7EB}"/>
              </a:ext>
            </a:extLst>
          </p:cNvPr>
          <p:cNvSpPr/>
          <p:nvPr/>
        </p:nvSpPr>
        <p:spPr>
          <a:xfrm>
            <a:off x="981440" y="1828800"/>
            <a:ext cx="6179516" cy="345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getUser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= () =&gt; {</a:t>
            </a:r>
          </a:p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b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5FFDC-D99F-4357-D3F2-651EFA3BFDBB}"/>
              </a:ext>
            </a:extLst>
          </p:cNvPr>
          <p:cNvSpPr txBox="1"/>
          <p:nvPr/>
        </p:nvSpPr>
        <p:spPr>
          <a:xfrm>
            <a:off x="1218643" y="2837711"/>
            <a:ext cx="5000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fetch(`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  <a:hlinkClick r:id="rId3"/>
              </a:rPr>
              <a:t>https://fakestoreapi.com/users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`)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2C4DED-7C36-A4EF-1F7A-93DBF854CFC6}"/>
              </a:ext>
            </a:extLst>
          </p:cNvPr>
          <p:cNvSpPr txBox="1"/>
          <p:nvPr/>
        </p:nvSpPr>
        <p:spPr>
          <a:xfrm>
            <a:off x="1237100" y="3215922"/>
            <a:ext cx="61156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.then(res =&gt;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response.json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())</a:t>
            </a:r>
          </a:p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.then(res =&gt; console.log(res))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49CF46-9A99-D9DF-5BB5-79EF7318EC5B}"/>
              </a:ext>
            </a:extLst>
          </p:cNvPr>
          <p:cNvSpPr txBox="1"/>
          <p:nvPr/>
        </p:nvSpPr>
        <p:spPr>
          <a:xfrm>
            <a:off x="1209454" y="3972844"/>
            <a:ext cx="6115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.catch(err =&gt; console.log(err))</a:t>
            </a:r>
            <a:endParaRPr lang="en-U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7163C6-DAF5-F3C9-0C6B-0F3046437710}"/>
              </a:ext>
            </a:extLst>
          </p:cNvPr>
          <p:cNvSpPr txBox="1"/>
          <p:nvPr/>
        </p:nvSpPr>
        <p:spPr>
          <a:xfrm>
            <a:off x="981440" y="4755405"/>
            <a:ext cx="153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getUser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 </a:t>
            </a:r>
            <a:endParaRPr lang="en-US" sz="2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9FF72-5DE2-3574-2DA8-B90AE600EE99}"/>
              </a:ext>
            </a:extLst>
          </p:cNvPr>
          <p:cNvSpPr/>
          <p:nvPr/>
        </p:nvSpPr>
        <p:spPr>
          <a:xfrm>
            <a:off x="560356" y="1277071"/>
            <a:ext cx="4798225" cy="714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ckwell" panose="02060603020205020403" pitchFamily="18" charset="0"/>
              </a:rPr>
              <a:t>Example Promise &amp; Fetch API</a:t>
            </a:r>
          </a:p>
        </p:txBody>
      </p:sp>
    </p:spTree>
    <p:extLst>
      <p:ext uri="{BB962C8B-B14F-4D97-AF65-F5344CB8AC3E}">
        <p14:creationId xmlns:p14="http://schemas.microsoft.com/office/powerpoint/2010/main" val="27678034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07E39-51D6-EE8C-E223-55C4FDAB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70A8512-72B2-8D15-BD5A-D1ECAD575D31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53D3887-200D-2960-4C02-4FD5734C1F7B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350C828-EF69-3D54-4A95-001EDA4EEDE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A780AAE-35B8-ED8E-7D6F-DDA3B907264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BFA4D0D-2E52-CF10-DE7A-4192560F832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9AF5FEB-9961-43BE-6B3B-20EC3BFC825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3BEBBD4-6E7D-B536-46DE-A76CF769F65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6378BE9-5426-449F-8FC6-B5CEC8CE2837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26CB161-455E-4C68-5532-42D53A91D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A7CEC7A-BFF5-895C-0740-54959F493F65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F837499-03F6-FCEC-91CA-F3BC6490388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71DC5BD-5F8D-62DF-C5C7-77478982A20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E3EBBC-E3E9-1683-55E1-5D4C1ACBCB81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19DA7B3-AEF5-7754-E672-5876A70BEEFF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0C971021-353E-B7A3-E3D6-A7F1D8B978AD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9D0FBD1-819A-8E79-F4BE-A8FB689AFBD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C7081EE-D2B8-6B2A-DC28-50D9CADA63EF}"/>
              </a:ext>
            </a:extLst>
          </p:cNvPr>
          <p:cNvSpPr/>
          <p:nvPr/>
        </p:nvSpPr>
        <p:spPr>
          <a:xfrm>
            <a:off x="251750" y="1347029"/>
            <a:ext cx="8548121" cy="52515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0552B-67AF-72D5-2C72-88CE44348548}"/>
              </a:ext>
            </a:extLst>
          </p:cNvPr>
          <p:cNvSpPr txBox="1"/>
          <p:nvPr/>
        </p:nvSpPr>
        <p:spPr>
          <a:xfrm>
            <a:off x="752516" y="2749586"/>
            <a:ext cx="743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res = </a:t>
            </a:r>
            <a:r>
              <a:rPr lang="en-US" sz="2400" dirty="0">
                <a:highlight>
                  <a:srgbClr val="FFFF00"/>
                </a:highlight>
                <a:latin typeface="Berlin Sans FB" panose="020E0602020502020306" pitchFamily="34" charset="0"/>
              </a:rPr>
              <a:t>await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fetch(`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  <a:hlinkClick r:id="rId3"/>
              </a:rPr>
              <a:t>https://fakestoreapi.com/users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`)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EAFFB2-4CDF-E649-8EE9-545FAD916F3C}"/>
              </a:ext>
            </a:extLst>
          </p:cNvPr>
          <p:cNvSpPr txBox="1"/>
          <p:nvPr/>
        </p:nvSpPr>
        <p:spPr>
          <a:xfrm>
            <a:off x="361407" y="5947287"/>
            <a:ext cx="153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getUser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 </a:t>
            </a:r>
            <a:endParaRPr lang="en-US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8A697-FED1-1D39-384A-F28B39A3E3F0}"/>
              </a:ext>
            </a:extLst>
          </p:cNvPr>
          <p:cNvSpPr/>
          <p:nvPr/>
        </p:nvSpPr>
        <p:spPr>
          <a:xfrm>
            <a:off x="3892334" y="982752"/>
            <a:ext cx="5000763" cy="72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ckwell" panose="02060603020205020403" pitchFamily="18" charset="0"/>
              </a:rPr>
              <a:t>Example Promise with async await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82C6B-A9A2-634C-3CA0-426CA059B995}"/>
              </a:ext>
            </a:extLst>
          </p:cNvPr>
          <p:cNvSpPr/>
          <p:nvPr/>
        </p:nvSpPr>
        <p:spPr>
          <a:xfrm>
            <a:off x="251750" y="1876889"/>
            <a:ext cx="4322331" cy="37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getUser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= 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Berlin Sans FB" panose="020E0602020502020306" pitchFamily="34" charset="0"/>
              </a:rPr>
              <a:t>async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() =&gt; {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2DD77F-2B63-CE16-30FF-5D6DF8A7E75B}"/>
              </a:ext>
            </a:extLst>
          </p:cNvPr>
          <p:cNvSpPr/>
          <p:nvPr/>
        </p:nvSpPr>
        <p:spPr>
          <a:xfrm>
            <a:off x="376614" y="5490962"/>
            <a:ext cx="387748" cy="37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7B4FDA-AA01-8059-29F3-52A2C238046C}"/>
              </a:ext>
            </a:extLst>
          </p:cNvPr>
          <p:cNvSpPr/>
          <p:nvPr/>
        </p:nvSpPr>
        <p:spPr>
          <a:xfrm>
            <a:off x="643563" y="2300271"/>
            <a:ext cx="790159" cy="37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try {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A4EB10-C595-049E-F017-B9F1570755E3}"/>
              </a:ext>
            </a:extLst>
          </p:cNvPr>
          <p:cNvSpPr/>
          <p:nvPr/>
        </p:nvSpPr>
        <p:spPr>
          <a:xfrm>
            <a:off x="665661" y="4167265"/>
            <a:ext cx="387749" cy="37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B7BDD4-DE77-EEB5-02C2-992E46FDC9DE}"/>
              </a:ext>
            </a:extLst>
          </p:cNvPr>
          <p:cNvSpPr txBox="1"/>
          <p:nvPr/>
        </p:nvSpPr>
        <p:spPr>
          <a:xfrm>
            <a:off x="750488" y="3198032"/>
            <a:ext cx="449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data = </a:t>
            </a:r>
            <a:r>
              <a:rPr lang="en-US" sz="2400" dirty="0">
                <a:highlight>
                  <a:srgbClr val="FFFF00"/>
                </a:highlight>
                <a:latin typeface="Berlin Sans FB" panose="020E0602020502020306" pitchFamily="34" charset="0"/>
              </a:rPr>
              <a:t>await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response.json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7EE947-6008-E321-7F7D-4E011893FB1D}"/>
              </a:ext>
            </a:extLst>
          </p:cNvPr>
          <p:cNvSpPr txBox="1"/>
          <p:nvPr/>
        </p:nvSpPr>
        <p:spPr>
          <a:xfrm>
            <a:off x="750488" y="3630647"/>
            <a:ext cx="2484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console.log(data)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AEEAEE-E9B6-0217-A791-D7491D8F923F}"/>
              </a:ext>
            </a:extLst>
          </p:cNvPr>
          <p:cNvSpPr/>
          <p:nvPr/>
        </p:nvSpPr>
        <p:spPr>
          <a:xfrm>
            <a:off x="880189" y="4167265"/>
            <a:ext cx="3200198" cy="37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catch (err) {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401CD6-4B43-B184-39EB-08D2D9C57B60}"/>
              </a:ext>
            </a:extLst>
          </p:cNvPr>
          <p:cNvSpPr/>
          <p:nvPr/>
        </p:nvSpPr>
        <p:spPr>
          <a:xfrm>
            <a:off x="639778" y="5119851"/>
            <a:ext cx="498896" cy="37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9C0752-24AC-65FB-EBFB-37790D4B096F}"/>
              </a:ext>
            </a:extLst>
          </p:cNvPr>
          <p:cNvSpPr txBox="1"/>
          <p:nvPr/>
        </p:nvSpPr>
        <p:spPr>
          <a:xfrm>
            <a:off x="921307" y="4548295"/>
            <a:ext cx="2421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console.error</a:t>
            </a:r>
            <a:r>
              <a:rPr lang="en-US" sz="2400" dirty="0">
                <a:latin typeface="Berlin Sans FB" panose="020E0602020502020306" pitchFamily="34" charset="0"/>
              </a:rPr>
              <a:t>(err)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256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DCC53-B775-2D2F-569D-FC9FD84C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2D75100-DFDB-7C6B-178E-7F6DEC4AAFE2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835337-F141-EB92-1C5B-A7030E251DA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89EC331-14F7-D9CC-DA7F-5C291D57B7FC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DB85B8-06E8-AB86-913A-B215C79775DC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383A5ED-4F42-41CB-A05A-D901E9B4138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A1F6BE8-07B8-E6EB-003C-C818C7748F1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74E9AA9-CB85-4D37-6E00-87F5F616D91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E1DF9BE-6FC1-36EB-5976-E81B6919583A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5E17657-1A71-FE15-8C32-658F19DB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551BB9E-9BBF-3EB7-5521-3A801BF7FAE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83E26F-273E-80AE-CED3-4DF7417622D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6AEC76A-52CB-5327-EC1C-BCA5C91991B3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DCDEE20-6BAC-5A21-1A9E-7E560E2FD53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C81EF2F-F23E-FBF9-004E-9A58936E9C34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C16B2F89-85CC-BA7A-102C-8046AC42A60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8480F441-7752-66A1-78EF-090EFDF53415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9B128C2-E5E1-FB63-7466-85166C4F9256}"/>
              </a:ext>
            </a:extLst>
          </p:cNvPr>
          <p:cNvSpPr/>
          <p:nvPr/>
        </p:nvSpPr>
        <p:spPr>
          <a:xfrm>
            <a:off x="390488" y="1251491"/>
            <a:ext cx="3149125" cy="717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  <a:latin typeface="Gill Sans MT" panose="020B0502020104020203" pitchFamily="34" charset="0"/>
              </a:rPr>
              <a:t>References 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70C9F-8215-2463-8AE9-9FA6EC206757}"/>
              </a:ext>
            </a:extLst>
          </p:cNvPr>
          <p:cNvSpPr/>
          <p:nvPr/>
        </p:nvSpPr>
        <p:spPr>
          <a:xfrm>
            <a:off x="356740" y="2126005"/>
            <a:ext cx="8182142" cy="7907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https://www.w3schools.com/js/default.asp</a:t>
            </a:r>
          </a:p>
        </p:txBody>
      </p:sp>
    </p:spTree>
    <p:extLst>
      <p:ext uri="{BB962C8B-B14F-4D97-AF65-F5344CB8AC3E}">
        <p14:creationId xmlns:p14="http://schemas.microsoft.com/office/powerpoint/2010/main" val="882495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426FC-5564-70E5-C552-5A266688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6E62C51-BDAB-15B2-4528-172845F69B88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0899CDB-2F88-B1D8-5310-0D9169E2040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12864A-6868-5FE6-5E78-527B86D622A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F64ABA-159E-C260-A749-70EEAF54BA5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832AD6-D263-83AE-98D4-59EA3DD6495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6B5BB66-BC35-098F-2209-936F31D043D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9DAD03-1E39-C6A4-EE59-067A42414758}"/>
                </a:ext>
              </a:extLst>
            </p:cNvPr>
            <p:cNvGrpSpPr/>
            <p:nvPr/>
          </p:nvGrpSpPr>
          <p:grpSpPr>
            <a:xfrm>
              <a:off x="108333" y="941046"/>
              <a:ext cx="8804791" cy="5802344"/>
              <a:chOff x="97378" y="962804"/>
              <a:chExt cx="8804791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7AAA-277C-133B-45D5-D8D9FD93BCC9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F9294493-A276-DE8E-8CCC-EE8C2AC4F1E3}"/>
                  </a:ext>
                </a:extLst>
              </p:cNvPr>
              <p:cNvSpPr/>
              <p:nvPr/>
            </p:nvSpPr>
            <p:spPr>
              <a:xfrm>
                <a:off x="97378" y="1713733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C320EC2-78A1-8C77-23A8-D345319B1F90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40597B0C-F3D2-39AF-463D-9CF8A15E9E10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5531168D-D1EE-004B-F77F-B19530EF8D4D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4BFC5152-EBFA-BF1D-2C21-42967283F751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15541BEE-87FE-282B-F7A5-D5DFEEA04AB8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D9A9AB52-3325-6085-B607-C696468ACD07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71E94DAE-F1ED-B1E4-546E-432C881DBA0D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B0E2781E-419C-6FEF-BFE9-45D70F270856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E13B106D-3854-6E89-C763-8F1A18181CB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0AEF68F7-B335-CA49-7DB6-427BA9D2F789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1913DB-7350-8DD3-88A7-B561FBE2FC13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38CF1-3326-0C1D-22F6-3220055ADA55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1557710" y="2138995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</p:spTree>
    <p:extLst>
      <p:ext uri="{BB962C8B-B14F-4D97-AF65-F5344CB8AC3E}">
        <p14:creationId xmlns:p14="http://schemas.microsoft.com/office/powerpoint/2010/main" val="112880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1873</TotalTime>
  <Words>2323</Words>
  <Application>Microsoft Office PowerPoint</Application>
  <PresentationFormat>Widescreen</PresentationFormat>
  <Paragraphs>688</Paragraphs>
  <Slides>57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8" baseType="lpstr">
      <vt:lpstr>Microsoft YaHei UI</vt:lpstr>
      <vt:lpstr>Aptos</vt:lpstr>
      <vt:lpstr>Arial</vt:lpstr>
      <vt:lpstr>Arial Rounded MT Bold</vt:lpstr>
      <vt:lpstr>Bahnschrift</vt:lpstr>
      <vt:lpstr>Berlin Sans FB</vt:lpstr>
      <vt:lpstr>Berlin Sans FB Demi</vt:lpstr>
      <vt:lpstr>Calibri</vt:lpstr>
      <vt:lpstr>Calibri Light</vt:lpstr>
      <vt:lpstr>Cascadia Mono</vt:lpstr>
      <vt:lpstr>Cooper Black</vt:lpstr>
      <vt:lpstr>Copperplate Gothic Bold</vt:lpstr>
      <vt:lpstr>Eras Bold ITC</vt:lpstr>
      <vt:lpstr>Fira Code</vt:lpstr>
      <vt:lpstr>Fira Code SemiBold</vt:lpstr>
      <vt:lpstr>Gill Sans MT</vt:lpstr>
      <vt:lpstr>Goudy Stout</vt:lpstr>
      <vt:lpstr>Kristen ITC</vt:lpstr>
      <vt:lpstr>Rockwell</vt:lpstr>
      <vt:lpstr>Sans Serif Collection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91</cp:revision>
  <dcterms:created xsi:type="dcterms:W3CDTF">2025-11-04T03:39:38Z</dcterms:created>
  <dcterms:modified xsi:type="dcterms:W3CDTF">2025-11-24T04:34:19Z</dcterms:modified>
</cp:coreProperties>
</file>
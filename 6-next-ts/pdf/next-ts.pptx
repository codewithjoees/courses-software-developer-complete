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362" r:id="rId3"/>
    <p:sldId id="363" r:id="rId4"/>
    <p:sldId id="364" r:id="rId5"/>
    <p:sldId id="365" r:id="rId6"/>
    <p:sldId id="366" r:id="rId7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7" autoAdjust="0"/>
    <p:restoredTop sz="94660"/>
  </p:normalViewPr>
  <p:slideViewPr>
    <p:cSldViewPr snapToGrid="0">
      <p:cViewPr>
        <p:scale>
          <a:sx n="50" d="100"/>
          <a:sy n="50" d="100"/>
        </p:scale>
        <p:origin x="2232" y="-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39722-1826-40CF-BF8C-131C7B77064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AA439-7479-4F26-8C5D-4C662C69F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63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E313C-F172-EE0D-AE6D-61DACB688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3944C-2C70-4C01-A4B8-2AD101DA1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76924-3320-C577-9FED-73CA691A2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66D8E-D0C1-1E3C-E760-B7D28BE75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708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6368F-2AF0-F5C4-24FF-2ADECCDA7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070DD-756B-9DD4-6747-F3525CC33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3BBDA6-F9F1-1411-5D82-9C9AF15D1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1BE85-4AE1-E984-1429-50858E0B1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53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DF670-8A7B-5CD2-7F62-69F6168EB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6E811-E3D2-E266-913C-0260E13DA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D7B59-63B0-09A7-693D-E5223760A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B586F-8A41-E1F5-7541-7854BD58D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6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C4BF-C844-FCD5-F3C4-DB054497E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A187F-1A82-0C6F-AAE3-F0BD8F486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13AC8-1393-267E-8FB3-3BDB5237D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AEDA0-2CCB-D686-ACFE-BD80D5965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67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B2405-18D2-9055-3D5B-8B76968AD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4D22F-C5ED-7D70-1839-15C87BBAA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FA7D6-E0D0-33CE-F811-3FDB7B81D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C3938-EF31-115D-9EB9-514F88878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0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12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766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3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6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87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476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7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427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1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2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48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FF51B-7D6F-4CF9-A1E8-F4329305AAF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46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3A1D5BA6-6006-735F-F56F-284FFC742A99}"/>
              </a:ext>
            </a:extLst>
          </p:cNvPr>
          <p:cNvGrpSpPr/>
          <p:nvPr/>
        </p:nvGrpSpPr>
        <p:grpSpPr>
          <a:xfrm>
            <a:off x="219801" y="245612"/>
            <a:ext cx="6392348" cy="357017"/>
            <a:chOff x="242038" y="729074"/>
            <a:chExt cx="11364175" cy="63469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54CE34C-BCC5-8428-C9C4-FBA5FF739328}"/>
                </a:ext>
              </a:extLst>
            </p:cNvPr>
            <p:cNvSpPr/>
            <p:nvPr/>
          </p:nvSpPr>
          <p:spPr>
            <a:xfrm>
              <a:off x="242038" y="729074"/>
              <a:ext cx="11364175" cy="634697"/>
            </a:xfrm>
            <a:prstGeom prst="rect">
              <a:avLst/>
            </a:prstGeom>
            <a:solidFill>
              <a:srgbClr val="024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818E4C5-0B2A-76F2-4617-F5EC1555543E}"/>
                </a:ext>
              </a:extLst>
            </p:cNvPr>
            <p:cNvSpPr/>
            <p:nvPr/>
          </p:nvSpPr>
          <p:spPr>
            <a:xfrm>
              <a:off x="439186" y="888386"/>
              <a:ext cx="360000" cy="3600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F750DEF-F459-BAE6-A7EC-9DEC4CF73B03}"/>
                </a:ext>
              </a:extLst>
            </p:cNvPr>
            <p:cNvSpPr/>
            <p:nvPr/>
          </p:nvSpPr>
          <p:spPr>
            <a:xfrm>
              <a:off x="907341" y="888386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588A40D-F6B3-58DA-F280-B2C2E8BFC4DB}"/>
                </a:ext>
              </a:extLst>
            </p:cNvPr>
            <p:cNvSpPr/>
            <p:nvPr/>
          </p:nvSpPr>
          <p:spPr>
            <a:xfrm>
              <a:off x="1375496" y="888386"/>
              <a:ext cx="360000" cy="36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7E69AFC-F785-D37C-586C-6D56E1989FF0}"/>
              </a:ext>
            </a:extLst>
          </p:cNvPr>
          <p:cNvSpPr/>
          <p:nvPr/>
        </p:nvSpPr>
        <p:spPr>
          <a:xfrm rot="20186118">
            <a:off x="2559214" y="1162606"/>
            <a:ext cx="1060794" cy="532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Eras Bold ITC" panose="020B0907030504020204" pitchFamily="34" charset="0"/>
              </a:rPr>
              <a:t>&lt;/&gt;</a:t>
            </a:r>
            <a:endParaRPr lang="en-US" sz="1600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581FC32-07A9-D27D-3819-5A2CC0B9D9A8}"/>
              </a:ext>
            </a:extLst>
          </p:cNvPr>
          <p:cNvSpPr/>
          <p:nvPr/>
        </p:nvSpPr>
        <p:spPr>
          <a:xfrm>
            <a:off x="209828" y="719565"/>
            <a:ext cx="6412294" cy="112178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50" dirty="0">
              <a:solidFill>
                <a:schemeClr val="tx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38" name="Star: 4 Points 37">
            <a:extLst>
              <a:ext uri="{FF2B5EF4-FFF2-40B4-BE49-F238E27FC236}">
                <a16:creationId xmlns:a16="http://schemas.microsoft.com/office/drawing/2014/main" id="{0AFD7213-0818-4642-8579-D32799B04D79}"/>
              </a:ext>
            </a:extLst>
          </p:cNvPr>
          <p:cNvSpPr/>
          <p:nvPr/>
        </p:nvSpPr>
        <p:spPr>
          <a:xfrm rot="441534">
            <a:off x="781443" y="7888309"/>
            <a:ext cx="984405" cy="974333"/>
          </a:xfrm>
          <a:prstGeom prst="star4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39" name="Star: 4 Points 38">
            <a:extLst>
              <a:ext uri="{FF2B5EF4-FFF2-40B4-BE49-F238E27FC236}">
                <a16:creationId xmlns:a16="http://schemas.microsoft.com/office/drawing/2014/main" id="{8B0B5542-F1DF-49AD-27FC-D9A65718E2B9}"/>
              </a:ext>
            </a:extLst>
          </p:cNvPr>
          <p:cNvSpPr/>
          <p:nvPr/>
        </p:nvSpPr>
        <p:spPr>
          <a:xfrm>
            <a:off x="2605904" y="719565"/>
            <a:ext cx="565660" cy="1300769"/>
          </a:xfrm>
          <a:prstGeom prst="star4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40" name="Star: 5 Points 39">
            <a:extLst>
              <a:ext uri="{FF2B5EF4-FFF2-40B4-BE49-F238E27FC236}">
                <a16:creationId xmlns:a16="http://schemas.microsoft.com/office/drawing/2014/main" id="{BE24B3F0-F10C-936D-774E-5D5B0749F36D}"/>
              </a:ext>
            </a:extLst>
          </p:cNvPr>
          <p:cNvSpPr/>
          <p:nvPr/>
        </p:nvSpPr>
        <p:spPr>
          <a:xfrm>
            <a:off x="3538938" y="1842833"/>
            <a:ext cx="447736" cy="340028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41" name="Star: 5 Points 40">
            <a:extLst>
              <a:ext uri="{FF2B5EF4-FFF2-40B4-BE49-F238E27FC236}">
                <a16:creationId xmlns:a16="http://schemas.microsoft.com/office/drawing/2014/main" id="{E1888422-8817-7119-1ED0-B3F9D7988431}"/>
              </a:ext>
            </a:extLst>
          </p:cNvPr>
          <p:cNvSpPr/>
          <p:nvPr/>
        </p:nvSpPr>
        <p:spPr>
          <a:xfrm>
            <a:off x="533197" y="1121089"/>
            <a:ext cx="324174" cy="402921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2" name="Star: 5 Points 41">
            <a:extLst>
              <a:ext uri="{FF2B5EF4-FFF2-40B4-BE49-F238E27FC236}">
                <a16:creationId xmlns:a16="http://schemas.microsoft.com/office/drawing/2014/main" id="{2589ECA5-25A8-01BD-CC21-E905985F5C66}"/>
              </a:ext>
            </a:extLst>
          </p:cNvPr>
          <p:cNvSpPr/>
          <p:nvPr/>
        </p:nvSpPr>
        <p:spPr>
          <a:xfrm>
            <a:off x="351065" y="10925908"/>
            <a:ext cx="445470" cy="402921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72A4F7B9-23B8-8335-A939-3123EE93179C}"/>
              </a:ext>
            </a:extLst>
          </p:cNvPr>
          <p:cNvSpPr/>
          <p:nvPr/>
        </p:nvSpPr>
        <p:spPr>
          <a:xfrm rot="20512538">
            <a:off x="3917947" y="9918274"/>
            <a:ext cx="383525" cy="38068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4" name="Star: 6 Points 43">
            <a:extLst>
              <a:ext uri="{FF2B5EF4-FFF2-40B4-BE49-F238E27FC236}">
                <a16:creationId xmlns:a16="http://schemas.microsoft.com/office/drawing/2014/main" id="{3DED364F-5220-0FD0-46E0-0B62D2DCE506}"/>
              </a:ext>
            </a:extLst>
          </p:cNvPr>
          <p:cNvSpPr/>
          <p:nvPr/>
        </p:nvSpPr>
        <p:spPr>
          <a:xfrm>
            <a:off x="4845249" y="1173243"/>
            <a:ext cx="287107" cy="350767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45" name="Star: 6 Points 44">
            <a:extLst>
              <a:ext uri="{FF2B5EF4-FFF2-40B4-BE49-F238E27FC236}">
                <a16:creationId xmlns:a16="http://schemas.microsoft.com/office/drawing/2014/main" id="{B1B0944B-C0D7-3D1C-1478-94CA762AEE46}"/>
              </a:ext>
            </a:extLst>
          </p:cNvPr>
          <p:cNvSpPr/>
          <p:nvPr/>
        </p:nvSpPr>
        <p:spPr>
          <a:xfrm flipH="1">
            <a:off x="5132356" y="10502759"/>
            <a:ext cx="304359" cy="423149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6" name="Star: 4 Points 45">
            <a:extLst>
              <a:ext uri="{FF2B5EF4-FFF2-40B4-BE49-F238E27FC236}">
                <a16:creationId xmlns:a16="http://schemas.microsoft.com/office/drawing/2014/main" id="{C8A05DFA-F7BA-7DD2-F293-C8A049073BC3}"/>
              </a:ext>
            </a:extLst>
          </p:cNvPr>
          <p:cNvSpPr/>
          <p:nvPr/>
        </p:nvSpPr>
        <p:spPr>
          <a:xfrm>
            <a:off x="5332824" y="2275929"/>
            <a:ext cx="890938" cy="898673"/>
          </a:xfrm>
          <a:prstGeom prst="star4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1FC27B6-3175-E5EE-CBB8-165B6B6CFD3E}"/>
              </a:ext>
            </a:extLst>
          </p:cNvPr>
          <p:cNvSpPr/>
          <p:nvPr/>
        </p:nvSpPr>
        <p:spPr>
          <a:xfrm rot="20186118">
            <a:off x="4601958" y="8722188"/>
            <a:ext cx="1060794" cy="532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Eras Bold ITC" panose="020B0907030504020204" pitchFamily="34" charset="0"/>
              </a:rPr>
              <a:t>&lt;/&gt;</a:t>
            </a:r>
            <a:endParaRPr lang="en-US" sz="1600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CED4A5-83DE-003B-C124-CE31E8C86499}"/>
              </a:ext>
            </a:extLst>
          </p:cNvPr>
          <p:cNvSpPr/>
          <p:nvPr/>
        </p:nvSpPr>
        <p:spPr>
          <a:xfrm rot="1308130">
            <a:off x="762148" y="3444271"/>
            <a:ext cx="1022995" cy="2872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/>
                </a:solidFill>
                <a:latin typeface="Eras Bold ITC" panose="020B0907030504020204" pitchFamily="34" charset="0"/>
              </a:rPr>
              <a:t>&lt;/&gt;</a:t>
            </a:r>
            <a:endParaRPr lang="en-US" sz="1400" dirty="0">
              <a:solidFill>
                <a:schemeClr val="accent6"/>
              </a:solidFill>
              <a:latin typeface="Eras Bold ITC" panose="020B0907030504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014A1F-D3E9-85D5-CC94-7523A54C533E}"/>
              </a:ext>
            </a:extLst>
          </p:cNvPr>
          <p:cNvGrpSpPr/>
          <p:nvPr/>
        </p:nvGrpSpPr>
        <p:grpSpPr>
          <a:xfrm>
            <a:off x="607060" y="5651820"/>
            <a:ext cx="5212830" cy="2008020"/>
            <a:chOff x="1683994" y="2800549"/>
            <a:chExt cx="6116776" cy="2336941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808F76A-6D08-BB8B-17E3-190A77166CD4}"/>
                </a:ext>
              </a:extLst>
            </p:cNvPr>
            <p:cNvSpPr/>
            <p:nvPr/>
          </p:nvSpPr>
          <p:spPr>
            <a:xfrm>
              <a:off x="1683994" y="2800549"/>
              <a:ext cx="6116776" cy="1513840"/>
            </a:xfrm>
            <a:prstGeom prst="roundRect">
              <a:avLst>
                <a:gd name="adj" fmla="val 0"/>
              </a:avLst>
            </a:prstGeom>
            <a:solidFill>
              <a:srgbClr val="FFF9A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0240FF"/>
                  </a:solidFill>
                  <a:latin typeface="Berlin Sans FB Demi" panose="020E0802020502020306" pitchFamily="34" charset="0"/>
                </a:rPr>
                <a:t>“ Learn Programming For Beginners – Free Full Course “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78BB3AA-8D2E-B871-644A-B927784C030D}"/>
                </a:ext>
              </a:extLst>
            </p:cNvPr>
            <p:cNvSpPr/>
            <p:nvPr/>
          </p:nvSpPr>
          <p:spPr>
            <a:xfrm>
              <a:off x="3399802" y="4320075"/>
              <a:ext cx="3010003" cy="817415"/>
            </a:xfrm>
            <a:prstGeom prst="roundRect">
              <a:avLst>
                <a:gd name="adj" fmla="val 0"/>
              </a:avLst>
            </a:prstGeom>
            <a:solidFill>
              <a:srgbClr val="024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bg1"/>
                  </a:solidFill>
                  <a:latin typeface="Berlin Sans FB Demi" panose="020E0802020502020306" pitchFamily="34" charset="0"/>
                </a:rPr>
                <a:t>#6 – </a:t>
              </a:r>
              <a:r>
                <a:rPr lang="en-US" sz="2800" b="1" dirty="0">
                  <a:solidFill>
                    <a:schemeClr val="bg1"/>
                  </a:solidFill>
                  <a:latin typeface="Berlin Sans FB Demi" panose="020E0802020502020306" pitchFamily="34" charset="0"/>
                </a:rPr>
                <a:t>Next &amp; TS 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AB6217C-5164-D27B-CE4D-D63CBE7EA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4" t="8416" r="8791" b="8640"/>
          <a:stretch>
            <a:fillRect/>
          </a:stretch>
        </p:blipFill>
        <p:spPr>
          <a:xfrm>
            <a:off x="2198331" y="4071210"/>
            <a:ext cx="1483983" cy="14819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34EF70-3CBC-A0DD-953D-BA7CAC67DA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2" t="11348" r="11171" b="12755"/>
          <a:stretch>
            <a:fillRect/>
          </a:stretch>
        </p:blipFill>
        <p:spPr>
          <a:xfrm>
            <a:off x="3426530" y="3790075"/>
            <a:ext cx="1192802" cy="11817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972F29D-B954-CB04-C8B9-F1F986FD5931}"/>
              </a:ext>
            </a:extLst>
          </p:cNvPr>
          <p:cNvSpPr/>
          <p:nvPr/>
        </p:nvSpPr>
        <p:spPr>
          <a:xfrm rot="20186118">
            <a:off x="5499022" y="1120038"/>
            <a:ext cx="1060794" cy="532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Eras Bold ITC" panose="020B0907030504020204" pitchFamily="34" charset="0"/>
              </a:rPr>
              <a:t>&lt;/&gt;</a:t>
            </a:r>
            <a:endParaRPr lang="en-US" sz="1600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69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A833E-EA24-FDC4-ACB2-81C4EADB8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B0A75121-E439-324F-F6B4-37E0A21AE437}"/>
              </a:ext>
            </a:extLst>
          </p:cNvPr>
          <p:cNvGrpSpPr/>
          <p:nvPr/>
        </p:nvGrpSpPr>
        <p:grpSpPr>
          <a:xfrm>
            <a:off x="303166" y="392720"/>
            <a:ext cx="6211112" cy="450560"/>
            <a:chOff x="367087" y="729074"/>
            <a:chExt cx="11041978" cy="800996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E002479-A63A-07DA-106F-BDC621FE4894}"/>
                </a:ext>
              </a:extLst>
            </p:cNvPr>
            <p:cNvSpPr/>
            <p:nvPr/>
          </p:nvSpPr>
          <p:spPr>
            <a:xfrm>
              <a:off x="367087" y="729074"/>
              <a:ext cx="11041978" cy="800996"/>
            </a:xfrm>
            <a:prstGeom prst="rect">
              <a:avLst/>
            </a:prstGeom>
            <a:solidFill>
              <a:srgbClr val="024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A02F874-F52B-4BB8-8884-54AEC27D0AA1}"/>
                </a:ext>
              </a:extLst>
            </p:cNvPr>
            <p:cNvSpPr/>
            <p:nvPr/>
          </p:nvSpPr>
          <p:spPr>
            <a:xfrm>
              <a:off x="692058" y="949572"/>
              <a:ext cx="360000" cy="3600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2462CA8-5C27-4CFD-DC44-063CB64AB60F}"/>
                </a:ext>
              </a:extLst>
            </p:cNvPr>
            <p:cNvSpPr/>
            <p:nvPr/>
          </p:nvSpPr>
          <p:spPr>
            <a:xfrm>
              <a:off x="1160212" y="949572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7B850CB-D16F-FA12-D863-4A66137A93F2}"/>
                </a:ext>
              </a:extLst>
            </p:cNvPr>
            <p:cNvSpPr/>
            <p:nvPr/>
          </p:nvSpPr>
          <p:spPr>
            <a:xfrm>
              <a:off x="1628367" y="949572"/>
              <a:ext cx="360000" cy="36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16854733-8A89-2BC5-8D89-D268D310C464}"/>
              </a:ext>
            </a:extLst>
          </p:cNvPr>
          <p:cNvSpPr/>
          <p:nvPr/>
        </p:nvSpPr>
        <p:spPr>
          <a:xfrm>
            <a:off x="303166" y="986336"/>
            <a:ext cx="6238312" cy="108129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50" dirty="0">
              <a:solidFill>
                <a:schemeClr val="tx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834833-E6A1-0499-0DCD-F26934F1E9DA}"/>
              </a:ext>
            </a:extLst>
          </p:cNvPr>
          <p:cNvSpPr/>
          <p:nvPr/>
        </p:nvSpPr>
        <p:spPr>
          <a:xfrm>
            <a:off x="485962" y="1977458"/>
            <a:ext cx="5442398" cy="1066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Next is a react framework for building full-stack web applications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D02AC-DFA3-ECAD-AAA2-115F15C17E69}"/>
              </a:ext>
            </a:extLst>
          </p:cNvPr>
          <p:cNvSpPr/>
          <p:nvPr/>
        </p:nvSpPr>
        <p:spPr>
          <a:xfrm>
            <a:off x="485962" y="3110125"/>
            <a:ext cx="4887946" cy="7904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Next refines React for real-world needs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E07FFB-2213-BC0B-D1C0-2238A6D86A1E}"/>
              </a:ext>
            </a:extLst>
          </p:cNvPr>
          <p:cNvSpPr/>
          <p:nvPr/>
        </p:nvSpPr>
        <p:spPr>
          <a:xfrm>
            <a:off x="506614" y="6218630"/>
            <a:ext cx="3360546" cy="5972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Next has Routing by default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05F66F-887F-5BE5-EE54-B82DBB34F7E6}"/>
              </a:ext>
            </a:extLst>
          </p:cNvPr>
          <p:cNvSpPr/>
          <p:nvPr/>
        </p:nvSpPr>
        <p:spPr>
          <a:xfrm>
            <a:off x="506614" y="5310658"/>
            <a:ext cx="3971948" cy="7853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Next can build </a:t>
            </a:r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fullstack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 ( Frontend Web &amp; Backend 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242716-386E-31ED-AAB4-59EFBB972946}"/>
              </a:ext>
            </a:extLst>
          </p:cNvPr>
          <p:cNvSpPr/>
          <p:nvPr/>
        </p:nvSpPr>
        <p:spPr>
          <a:xfrm>
            <a:off x="485962" y="6954029"/>
            <a:ext cx="2496946" cy="5972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Image Optimizations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3F33A4-9A61-1170-4CC3-3ABA09AC2901}"/>
              </a:ext>
            </a:extLst>
          </p:cNvPr>
          <p:cNvSpPr/>
          <p:nvPr/>
        </p:nvSpPr>
        <p:spPr>
          <a:xfrm>
            <a:off x="520173" y="4620998"/>
            <a:ext cx="1558111" cy="5466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Why Next ?</a:t>
            </a:r>
          </a:p>
        </p:txBody>
      </p:sp>
    </p:spTree>
    <p:extLst>
      <p:ext uri="{BB962C8B-B14F-4D97-AF65-F5344CB8AC3E}">
        <p14:creationId xmlns:p14="http://schemas.microsoft.com/office/powerpoint/2010/main" val="4204822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D9AA86-2477-C0BC-AE8C-57518AE36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16DC4168-E080-B954-E3F5-CA154AB0E73E}"/>
              </a:ext>
            </a:extLst>
          </p:cNvPr>
          <p:cNvGrpSpPr/>
          <p:nvPr/>
        </p:nvGrpSpPr>
        <p:grpSpPr>
          <a:xfrm>
            <a:off x="303166" y="392720"/>
            <a:ext cx="6211112" cy="450560"/>
            <a:chOff x="367087" y="729074"/>
            <a:chExt cx="11041978" cy="800996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A53BFC0-AE98-3E7E-A70E-BAF3E9A09D3B}"/>
                </a:ext>
              </a:extLst>
            </p:cNvPr>
            <p:cNvSpPr/>
            <p:nvPr/>
          </p:nvSpPr>
          <p:spPr>
            <a:xfrm>
              <a:off x="367087" y="729074"/>
              <a:ext cx="11041978" cy="800996"/>
            </a:xfrm>
            <a:prstGeom prst="rect">
              <a:avLst/>
            </a:prstGeom>
            <a:solidFill>
              <a:srgbClr val="024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D58B7C8-4551-7603-8C24-303A5B632882}"/>
                </a:ext>
              </a:extLst>
            </p:cNvPr>
            <p:cNvSpPr/>
            <p:nvPr/>
          </p:nvSpPr>
          <p:spPr>
            <a:xfrm>
              <a:off x="692058" y="949572"/>
              <a:ext cx="360000" cy="3600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3E17AF5-8957-8B17-BD41-CE59389F3E41}"/>
                </a:ext>
              </a:extLst>
            </p:cNvPr>
            <p:cNvSpPr/>
            <p:nvPr/>
          </p:nvSpPr>
          <p:spPr>
            <a:xfrm>
              <a:off x="1160212" y="949572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276253E-DB57-8137-438E-1081D8D27D68}"/>
                </a:ext>
              </a:extLst>
            </p:cNvPr>
            <p:cNvSpPr/>
            <p:nvPr/>
          </p:nvSpPr>
          <p:spPr>
            <a:xfrm>
              <a:off x="1628367" y="949572"/>
              <a:ext cx="360000" cy="36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BC345170-8D58-3323-890D-6A911375A1CF}"/>
              </a:ext>
            </a:extLst>
          </p:cNvPr>
          <p:cNvSpPr/>
          <p:nvPr/>
        </p:nvSpPr>
        <p:spPr>
          <a:xfrm>
            <a:off x="303166" y="986336"/>
            <a:ext cx="6238312" cy="108129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50" dirty="0">
              <a:solidFill>
                <a:schemeClr val="tx1"/>
              </a:solidFill>
              <a:latin typeface="Copperplate Gothic Bold" panose="020E07050202060204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8A68EDD-4AF5-6273-EB25-92FF26B801E3}"/>
              </a:ext>
            </a:extLst>
          </p:cNvPr>
          <p:cNvGrpSpPr/>
          <p:nvPr/>
        </p:nvGrpSpPr>
        <p:grpSpPr>
          <a:xfrm>
            <a:off x="3656591" y="2784430"/>
            <a:ext cx="2012689" cy="2183810"/>
            <a:chOff x="1270779" y="2839117"/>
            <a:chExt cx="1782718" cy="2592948"/>
          </a:xfrm>
        </p:grpSpPr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A368A851-DFCE-6701-DEA7-E84A5AA807B9}"/>
                </a:ext>
              </a:extLst>
            </p:cNvPr>
            <p:cNvSpPr/>
            <p:nvPr/>
          </p:nvSpPr>
          <p:spPr>
            <a:xfrm>
              <a:off x="1270779" y="2839117"/>
              <a:ext cx="1782718" cy="1176513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A0C66EC-6A67-46FD-E567-9C4704A68F35}"/>
                </a:ext>
              </a:extLst>
            </p:cNvPr>
            <p:cNvSpPr/>
            <p:nvPr/>
          </p:nvSpPr>
          <p:spPr>
            <a:xfrm>
              <a:off x="1527958" y="4015630"/>
              <a:ext cx="1268361" cy="14164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C1794CEC-B1C3-BF27-4D85-0A405F2AB0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774" y="3279866"/>
            <a:ext cx="1625760" cy="16257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5095AB8-A03E-687B-3157-F77B102D7E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4" t="8416" r="8791" b="8640"/>
          <a:stretch>
            <a:fillRect/>
          </a:stretch>
        </p:blipFill>
        <p:spPr>
          <a:xfrm>
            <a:off x="1150158" y="5842453"/>
            <a:ext cx="1728378" cy="172606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F9CDBD4-3D3C-0536-0390-F01051DB753B}"/>
              </a:ext>
            </a:extLst>
          </p:cNvPr>
          <p:cNvGrpSpPr/>
          <p:nvPr/>
        </p:nvGrpSpPr>
        <p:grpSpPr>
          <a:xfrm>
            <a:off x="2825522" y="7272854"/>
            <a:ext cx="3221842" cy="2134716"/>
            <a:chOff x="2850712" y="5836976"/>
            <a:chExt cx="1911124" cy="1330379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9DF8FF00-7D35-304B-8805-1D30C3020F2A}"/>
                </a:ext>
              </a:extLst>
            </p:cNvPr>
            <p:cNvGrpSpPr/>
            <p:nvPr/>
          </p:nvGrpSpPr>
          <p:grpSpPr>
            <a:xfrm>
              <a:off x="3226644" y="5836976"/>
              <a:ext cx="1138706" cy="1327520"/>
              <a:chOff x="6085386" y="2836330"/>
              <a:chExt cx="2024367" cy="2360036"/>
            </a:xfrm>
          </p:grpSpPr>
          <p:sp>
            <p:nvSpPr>
              <p:cNvPr id="36" name="Flowchart: Process 35">
                <a:extLst>
                  <a:ext uri="{FF2B5EF4-FFF2-40B4-BE49-F238E27FC236}">
                    <a16:creationId xmlns:a16="http://schemas.microsoft.com/office/drawing/2014/main" id="{63C02177-D694-8F69-256B-C3C1DA9BF71E}"/>
                  </a:ext>
                </a:extLst>
              </p:cNvPr>
              <p:cNvSpPr/>
              <p:nvPr/>
            </p:nvSpPr>
            <p:spPr>
              <a:xfrm>
                <a:off x="6193783" y="3333343"/>
                <a:ext cx="1797964" cy="612648"/>
              </a:xfrm>
              <a:prstGeom prst="flowChartProcess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38" name="Flowchart: Process 37">
                <a:extLst>
                  <a:ext uri="{FF2B5EF4-FFF2-40B4-BE49-F238E27FC236}">
                    <a16:creationId xmlns:a16="http://schemas.microsoft.com/office/drawing/2014/main" id="{1BCE8DB9-4E20-29C2-B449-F16FA10456C7}"/>
                  </a:ext>
                </a:extLst>
              </p:cNvPr>
              <p:cNvSpPr/>
              <p:nvPr/>
            </p:nvSpPr>
            <p:spPr>
              <a:xfrm>
                <a:off x="6193783" y="3962905"/>
                <a:ext cx="1797964" cy="612648"/>
              </a:xfrm>
              <a:prstGeom prst="flowChartProcess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  <p:sp>
            <p:nvSpPr>
              <p:cNvPr id="33" name="Flowchart: Manual Operation 32">
                <a:extLst>
                  <a:ext uri="{FF2B5EF4-FFF2-40B4-BE49-F238E27FC236}">
                    <a16:creationId xmlns:a16="http://schemas.microsoft.com/office/drawing/2014/main" id="{02E7A16E-A339-B1B9-E911-782726C13C56}"/>
                  </a:ext>
                </a:extLst>
              </p:cNvPr>
              <p:cNvSpPr/>
              <p:nvPr/>
            </p:nvSpPr>
            <p:spPr>
              <a:xfrm flipV="1">
                <a:off x="6085386" y="2836330"/>
                <a:ext cx="2024367" cy="735426"/>
              </a:xfrm>
              <a:prstGeom prst="flowChartManualOperation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39" name="Flowchart: Process 38">
                <a:extLst>
                  <a:ext uri="{FF2B5EF4-FFF2-40B4-BE49-F238E27FC236}">
                    <a16:creationId xmlns:a16="http://schemas.microsoft.com/office/drawing/2014/main" id="{F0BD0508-B7EA-273E-4845-170D28F7CA04}"/>
                  </a:ext>
                </a:extLst>
              </p:cNvPr>
              <p:cNvSpPr/>
              <p:nvPr/>
            </p:nvSpPr>
            <p:spPr>
              <a:xfrm>
                <a:off x="6193783" y="4583718"/>
                <a:ext cx="1797964" cy="612648"/>
              </a:xfrm>
              <a:prstGeom prst="flowChartProcess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2B7B14A-0186-15F2-0737-5522EBD22CDD}"/>
                  </a:ext>
                </a:extLst>
              </p:cNvPr>
              <p:cNvSpPr/>
              <p:nvPr/>
            </p:nvSpPr>
            <p:spPr>
              <a:xfrm>
                <a:off x="6923998" y="4700175"/>
                <a:ext cx="471645" cy="483999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41ABFF8E-FA3C-778F-EC32-31F80E126E9D}"/>
                  </a:ext>
                </a:extLst>
              </p:cNvPr>
              <p:cNvGrpSpPr/>
              <p:nvPr/>
            </p:nvGrpSpPr>
            <p:grpSpPr>
              <a:xfrm>
                <a:off x="6507536" y="4028571"/>
                <a:ext cx="314212" cy="395553"/>
                <a:chOff x="6507536" y="4028571"/>
                <a:chExt cx="314212" cy="395553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7E613B9B-7A05-BB6D-5E7A-0345CEE772F2}"/>
                    </a:ext>
                  </a:extLst>
                </p:cNvPr>
                <p:cNvSpPr/>
                <p:nvPr/>
              </p:nvSpPr>
              <p:spPr>
                <a:xfrm>
                  <a:off x="6507536" y="4028571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E3D232F5-DF03-639F-9D83-D30849921E6B}"/>
                    </a:ext>
                  </a:extLst>
                </p:cNvPr>
                <p:cNvSpPr/>
                <p:nvPr/>
              </p:nvSpPr>
              <p:spPr>
                <a:xfrm>
                  <a:off x="6694263" y="4031694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02014AC0-174E-65A8-FA42-46CA7624FC8E}"/>
                    </a:ext>
                  </a:extLst>
                </p:cNvPr>
                <p:cNvSpPr/>
                <p:nvPr/>
              </p:nvSpPr>
              <p:spPr>
                <a:xfrm>
                  <a:off x="6507536" y="4252753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40536DA8-AE13-EEDA-E96F-7989350AA6C1}"/>
                    </a:ext>
                  </a:extLst>
                </p:cNvPr>
                <p:cNvSpPr/>
                <p:nvPr/>
              </p:nvSpPr>
              <p:spPr>
                <a:xfrm>
                  <a:off x="6691991" y="4261694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7C74E4C7-B8AC-425A-A7A0-CD8C2FF59BED}"/>
                  </a:ext>
                </a:extLst>
              </p:cNvPr>
              <p:cNvGrpSpPr/>
              <p:nvPr/>
            </p:nvGrpSpPr>
            <p:grpSpPr>
              <a:xfrm>
                <a:off x="7400061" y="4049481"/>
                <a:ext cx="314212" cy="395553"/>
                <a:chOff x="6192576" y="4028571"/>
                <a:chExt cx="314212" cy="395553"/>
              </a:xfrm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5BE7739E-F19F-51AF-5EB5-A595A86A70B8}"/>
                    </a:ext>
                  </a:extLst>
                </p:cNvPr>
                <p:cNvSpPr/>
                <p:nvPr/>
              </p:nvSpPr>
              <p:spPr>
                <a:xfrm>
                  <a:off x="6192576" y="4028571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1C7EB0AA-1DC8-D012-53F6-77AA5D4DACFE}"/>
                    </a:ext>
                  </a:extLst>
                </p:cNvPr>
                <p:cNvSpPr/>
                <p:nvPr/>
              </p:nvSpPr>
              <p:spPr>
                <a:xfrm>
                  <a:off x="6379303" y="4031694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1B77F4D0-FF5C-E329-404C-DC6B37F9530C}"/>
                    </a:ext>
                  </a:extLst>
                </p:cNvPr>
                <p:cNvSpPr/>
                <p:nvPr/>
              </p:nvSpPr>
              <p:spPr>
                <a:xfrm>
                  <a:off x="6192576" y="4252753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AC79DB13-B22D-A153-5DC1-6ED64910592F}"/>
                    </a:ext>
                  </a:extLst>
                </p:cNvPr>
                <p:cNvSpPr/>
                <p:nvPr/>
              </p:nvSpPr>
              <p:spPr>
                <a:xfrm>
                  <a:off x="6377031" y="4261694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</p:grp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A3010EB1-5BC5-769C-A49F-78EE5C201062}"/>
                </a:ext>
              </a:extLst>
            </p:cNvPr>
            <p:cNvGrpSpPr/>
            <p:nvPr/>
          </p:nvGrpSpPr>
          <p:grpSpPr>
            <a:xfrm>
              <a:off x="2850712" y="6205494"/>
              <a:ext cx="587285" cy="959541"/>
              <a:chOff x="6085386" y="2836330"/>
              <a:chExt cx="2024367" cy="2347844"/>
            </a:xfrm>
          </p:grpSpPr>
          <p:sp>
            <p:nvSpPr>
              <p:cNvPr id="91" name="Flowchart: Process 90">
                <a:extLst>
                  <a:ext uri="{FF2B5EF4-FFF2-40B4-BE49-F238E27FC236}">
                    <a16:creationId xmlns:a16="http://schemas.microsoft.com/office/drawing/2014/main" id="{88F7997C-FBEA-FE93-3628-C02BF4C36FFE}"/>
                  </a:ext>
                </a:extLst>
              </p:cNvPr>
              <p:cNvSpPr/>
              <p:nvPr/>
            </p:nvSpPr>
            <p:spPr>
              <a:xfrm>
                <a:off x="6193783" y="3333343"/>
                <a:ext cx="1797964" cy="612648"/>
              </a:xfrm>
              <a:prstGeom prst="flowChartProcess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92" name="Flowchart: Process 91">
                <a:extLst>
                  <a:ext uri="{FF2B5EF4-FFF2-40B4-BE49-F238E27FC236}">
                    <a16:creationId xmlns:a16="http://schemas.microsoft.com/office/drawing/2014/main" id="{FF05CA5D-7EFA-5DFF-65FC-2181F2733D05}"/>
                  </a:ext>
                </a:extLst>
              </p:cNvPr>
              <p:cNvSpPr/>
              <p:nvPr/>
            </p:nvSpPr>
            <p:spPr>
              <a:xfrm>
                <a:off x="6193783" y="3952745"/>
                <a:ext cx="1797964" cy="612648"/>
              </a:xfrm>
              <a:prstGeom prst="flowChartProcess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  <p:sp>
            <p:nvSpPr>
              <p:cNvPr id="93" name="Flowchart: Manual Operation 92">
                <a:extLst>
                  <a:ext uri="{FF2B5EF4-FFF2-40B4-BE49-F238E27FC236}">
                    <a16:creationId xmlns:a16="http://schemas.microsoft.com/office/drawing/2014/main" id="{5143D75A-322F-B6DF-CCA2-042682D774AC}"/>
                  </a:ext>
                </a:extLst>
              </p:cNvPr>
              <p:cNvSpPr/>
              <p:nvPr/>
            </p:nvSpPr>
            <p:spPr>
              <a:xfrm flipV="1">
                <a:off x="6085386" y="2836330"/>
                <a:ext cx="2024367" cy="735426"/>
              </a:xfrm>
              <a:prstGeom prst="flowChartManualOperation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94" name="Flowchart: Process 93">
                <a:extLst>
                  <a:ext uri="{FF2B5EF4-FFF2-40B4-BE49-F238E27FC236}">
                    <a16:creationId xmlns:a16="http://schemas.microsoft.com/office/drawing/2014/main" id="{560D7D0E-1DC6-EC8E-4792-09B93A624315}"/>
                  </a:ext>
                </a:extLst>
              </p:cNvPr>
              <p:cNvSpPr/>
              <p:nvPr/>
            </p:nvSpPr>
            <p:spPr>
              <a:xfrm>
                <a:off x="6193784" y="4569734"/>
                <a:ext cx="1797964" cy="612648"/>
              </a:xfrm>
              <a:prstGeom prst="flowChartProcess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659A0FE5-102A-F9A9-169B-E4F21F7E30CA}"/>
                  </a:ext>
                </a:extLst>
              </p:cNvPr>
              <p:cNvSpPr/>
              <p:nvPr/>
            </p:nvSpPr>
            <p:spPr>
              <a:xfrm>
                <a:off x="6923998" y="4700175"/>
                <a:ext cx="471645" cy="483999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A9984E81-6A00-2C61-5FC9-E3B88A55B6AF}"/>
                  </a:ext>
                </a:extLst>
              </p:cNvPr>
              <p:cNvGrpSpPr/>
              <p:nvPr/>
            </p:nvGrpSpPr>
            <p:grpSpPr>
              <a:xfrm>
                <a:off x="6314496" y="4028571"/>
                <a:ext cx="314212" cy="395553"/>
                <a:chOff x="6314496" y="4028571"/>
                <a:chExt cx="314212" cy="395553"/>
              </a:xfrm>
            </p:grpSpPr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9626A7C4-83B4-B49E-51A3-B4F89D5BBF8C}"/>
                    </a:ext>
                  </a:extLst>
                </p:cNvPr>
                <p:cNvSpPr/>
                <p:nvPr/>
              </p:nvSpPr>
              <p:spPr>
                <a:xfrm>
                  <a:off x="6314496" y="4028571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9570201F-9CFD-41D4-DBC4-10A781732D88}"/>
                    </a:ext>
                  </a:extLst>
                </p:cNvPr>
                <p:cNvSpPr/>
                <p:nvPr/>
              </p:nvSpPr>
              <p:spPr>
                <a:xfrm>
                  <a:off x="6501223" y="4031694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460964C6-D07E-ECAC-E6B7-2004D3A469E9}"/>
                    </a:ext>
                  </a:extLst>
                </p:cNvPr>
                <p:cNvSpPr/>
                <p:nvPr/>
              </p:nvSpPr>
              <p:spPr>
                <a:xfrm>
                  <a:off x="6314496" y="4252753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1911F270-FBCE-D6F2-4082-45EC836EE5FB}"/>
                    </a:ext>
                  </a:extLst>
                </p:cNvPr>
                <p:cNvSpPr/>
                <p:nvPr/>
              </p:nvSpPr>
              <p:spPr>
                <a:xfrm>
                  <a:off x="6498951" y="4261694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444E34D4-F16B-D681-0CCE-46FBBDF3E432}"/>
                  </a:ext>
                </a:extLst>
              </p:cNvPr>
              <p:cNvGrpSpPr/>
              <p:nvPr/>
            </p:nvGrpSpPr>
            <p:grpSpPr>
              <a:xfrm>
                <a:off x="7521981" y="4049481"/>
                <a:ext cx="314212" cy="395553"/>
                <a:chOff x="6314496" y="4028571"/>
                <a:chExt cx="314212" cy="395553"/>
              </a:xfrm>
            </p:grpSpPr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52959A1A-4D5A-F1BA-D69E-3D126EEF0848}"/>
                    </a:ext>
                  </a:extLst>
                </p:cNvPr>
                <p:cNvSpPr/>
                <p:nvPr/>
              </p:nvSpPr>
              <p:spPr>
                <a:xfrm>
                  <a:off x="6314496" y="4028571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2E980E56-223D-E8DB-2710-56C95FB7496C}"/>
                    </a:ext>
                  </a:extLst>
                </p:cNvPr>
                <p:cNvSpPr/>
                <p:nvPr/>
              </p:nvSpPr>
              <p:spPr>
                <a:xfrm>
                  <a:off x="6501223" y="4031694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697CFDA6-B67D-22F6-F544-A91C8D7DE87B}"/>
                    </a:ext>
                  </a:extLst>
                </p:cNvPr>
                <p:cNvSpPr/>
                <p:nvPr/>
              </p:nvSpPr>
              <p:spPr>
                <a:xfrm>
                  <a:off x="6314496" y="4252753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45C099C1-4A20-8783-F514-9C6B8853A608}"/>
                    </a:ext>
                  </a:extLst>
                </p:cNvPr>
                <p:cNvSpPr/>
                <p:nvPr/>
              </p:nvSpPr>
              <p:spPr>
                <a:xfrm>
                  <a:off x="6498951" y="4261694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</p:grp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134FA22B-923F-02F1-8437-40517C05027E}"/>
                </a:ext>
              </a:extLst>
            </p:cNvPr>
            <p:cNvGrpSpPr/>
            <p:nvPr/>
          </p:nvGrpSpPr>
          <p:grpSpPr>
            <a:xfrm>
              <a:off x="4174551" y="6202831"/>
              <a:ext cx="587285" cy="964524"/>
              <a:chOff x="6085386" y="2836330"/>
              <a:chExt cx="2024367" cy="2360036"/>
            </a:xfrm>
          </p:grpSpPr>
          <p:sp>
            <p:nvSpPr>
              <p:cNvPr id="107" name="Flowchart: Process 106">
                <a:extLst>
                  <a:ext uri="{FF2B5EF4-FFF2-40B4-BE49-F238E27FC236}">
                    <a16:creationId xmlns:a16="http://schemas.microsoft.com/office/drawing/2014/main" id="{2852151A-D70E-B7C8-4911-80FA7CE436A4}"/>
                  </a:ext>
                </a:extLst>
              </p:cNvPr>
              <p:cNvSpPr/>
              <p:nvPr/>
            </p:nvSpPr>
            <p:spPr>
              <a:xfrm>
                <a:off x="6193783" y="3333343"/>
                <a:ext cx="1797964" cy="612648"/>
              </a:xfrm>
              <a:prstGeom prst="flowChartProcess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108" name="Flowchart: Process 107">
                <a:extLst>
                  <a:ext uri="{FF2B5EF4-FFF2-40B4-BE49-F238E27FC236}">
                    <a16:creationId xmlns:a16="http://schemas.microsoft.com/office/drawing/2014/main" id="{E24D3ACD-B6EB-D63F-39D5-3699755FEF23}"/>
                  </a:ext>
                </a:extLst>
              </p:cNvPr>
              <p:cNvSpPr/>
              <p:nvPr/>
            </p:nvSpPr>
            <p:spPr>
              <a:xfrm>
                <a:off x="6193783" y="3952745"/>
                <a:ext cx="1797964" cy="612648"/>
              </a:xfrm>
              <a:prstGeom prst="flowChartProcess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  <p:sp>
            <p:nvSpPr>
              <p:cNvPr id="109" name="Flowchart: Manual Operation 108">
                <a:extLst>
                  <a:ext uri="{FF2B5EF4-FFF2-40B4-BE49-F238E27FC236}">
                    <a16:creationId xmlns:a16="http://schemas.microsoft.com/office/drawing/2014/main" id="{623A2EC1-189D-F049-32AA-6A8D86629503}"/>
                  </a:ext>
                </a:extLst>
              </p:cNvPr>
              <p:cNvSpPr/>
              <p:nvPr/>
            </p:nvSpPr>
            <p:spPr>
              <a:xfrm flipV="1">
                <a:off x="6085386" y="2836330"/>
                <a:ext cx="2024367" cy="735426"/>
              </a:xfrm>
              <a:prstGeom prst="flowChartManualOperation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 dirty="0"/>
              </a:p>
            </p:txBody>
          </p:sp>
          <p:sp>
            <p:nvSpPr>
              <p:cNvPr id="110" name="Flowchart: Process 109">
                <a:extLst>
                  <a:ext uri="{FF2B5EF4-FFF2-40B4-BE49-F238E27FC236}">
                    <a16:creationId xmlns:a16="http://schemas.microsoft.com/office/drawing/2014/main" id="{D3936896-CA1D-E477-D2DA-71C6B2830B4A}"/>
                  </a:ext>
                </a:extLst>
              </p:cNvPr>
              <p:cNvSpPr/>
              <p:nvPr/>
            </p:nvSpPr>
            <p:spPr>
              <a:xfrm>
                <a:off x="6193783" y="4583718"/>
                <a:ext cx="1797964" cy="612648"/>
              </a:xfrm>
              <a:prstGeom prst="flowChartProcess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0417D884-AC0F-6C24-AECB-86A70C63E5BC}"/>
                  </a:ext>
                </a:extLst>
              </p:cNvPr>
              <p:cNvSpPr/>
              <p:nvPr/>
            </p:nvSpPr>
            <p:spPr>
              <a:xfrm>
                <a:off x="6923998" y="4700175"/>
                <a:ext cx="471645" cy="483999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13"/>
              </a:p>
            </p:txBody>
          </p: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8A39383B-951E-04CA-ADC7-CD2CDF79B298}"/>
                  </a:ext>
                </a:extLst>
              </p:cNvPr>
              <p:cNvGrpSpPr/>
              <p:nvPr/>
            </p:nvGrpSpPr>
            <p:grpSpPr>
              <a:xfrm>
                <a:off x="6314496" y="4028571"/>
                <a:ext cx="314212" cy="395553"/>
                <a:chOff x="6314496" y="4028571"/>
                <a:chExt cx="314212" cy="395553"/>
              </a:xfrm>
            </p:grpSpPr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E23FEC43-C840-49D3-A09B-30234D2030AC}"/>
                    </a:ext>
                  </a:extLst>
                </p:cNvPr>
                <p:cNvSpPr/>
                <p:nvPr/>
              </p:nvSpPr>
              <p:spPr>
                <a:xfrm>
                  <a:off x="6314496" y="4028571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B1DE546E-54D6-BE14-4550-E28A64E88428}"/>
                    </a:ext>
                  </a:extLst>
                </p:cNvPr>
                <p:cNvSpPr/>
                <p:nvPr/>
              </p:nvSpPr>
              <p:spPr>
                <a:xfrm>
                  <a:off x="6501223" y="4031694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38617107-60C5-C62E-F61B-CE9F9074B1A3}"/>
                    </a:ext>
                  </a:extLst>
                </p:cNvPr>
                <p:cNvSpPr/>
                <p:nvPr/>
              </p:nvSpPr>
              <p:spPr>
                <a:xfrm>
                  <a:off x="6314496" y="4252753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7FE1F230-ED06-F71A-1D1D-0F9D640C2D98}"/>
                    </a:ext>
                  </a:extLst>
                </p:cNvPr>
                <p:cNvSpPr/>
                <p:nvPr/>
              </p:nvSpPr>
              <p:spPr>
                <a:xfrm>
                  <a:off x="6498951" y="4261694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</p:grp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D2E8A195-D3E8-19D9-4FC1-CE988B2B28B4}"/>
                  </a:ext>
                </a:extLst>
              </p:cNvPr>
              <p:cNvGrpSpPr/>
              <p:nvPr/>
            </p:nvGrpSpPr>
            <p:grpSpPr>
              <a:xfrm>
                <a:off x="7521981" y="4049481"/>
                <a:ext cx="314212" cy="395553"/>
                <a:chOff x="6314496" y="4028571"/>
                <a:chExt cx="314212" cy="395553"/>
              </a:xfrm>
            </p:grpSpPr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9D039A3F-7BF6-FF30-4DC3-09287F84420F}"/>
                    </a:ext>
                  </a:extLst>
                </p:cNvPr>
                <p:cNvSpPr/>
                <p:nvPr/>
              </p:nvSpPr>
              <p:spPr>
                <a:xfrm>
                  <a:off x="6314496" y="4028571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40807164-CA9A-97B3-220E-11E6ABB8A8E4}"/>
                    </a:ext>
                  </a:extLst>
                </p:cNvPr>
                <p:cNvSpPr/>
                <p:nvPr/>
              </p:nvSpPr>
              <p:spPr>
                <a:xfrm>
                  <a:off x="6501223" y="4031694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C7195221-2F43-D83B-42B6-3F48449E902E}"/>
                    </a:ext>
                  </a:extLst>
                </p:cNvPr>
                <p:cNvSpPr/>
                <p:nvPr/>
              </p:nvSpPr>
              <p:spPr>
                <a:xfrm>
                  <a:off x="6314496" y="4252753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5ED9EEA3-29B2-4B64-26BA-6940D8D5C526}"/>
                    </a:ext>
                  </a:extLst>
                </p:cNvPr>
                <p:cNvSpPr/>
                <p:nvPr/>
              </p:nvSpPr>
              <p:spPr>
                <a:xfrm>
                  <a:off x="6498951" y="4261694"/>
                  <a:ext cx="127485" cy="162430"/>
                </a:xfrm>
                <a:prstGeom prst="rect">
                  <a:avLst/>
                </a:prstGeom>
                <a:solidFill>
                  <a:schemeClr val="accent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13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03545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42E266-CD37-581E-2A9A-46E8A47F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8A4D0E5D-698C-4E39-9E2A-D603CCC69A15}"/>
              </a:ext>
            </a:extLst>
          </p:cNvPr>
          <p:cNvGrpSpPr/>
          <p:nvPr/>
        </p:nvGrpSpPr>
        <p:grpSpPr>
          <a:xfrm>
            <a:off x="303166" y="392720"/>
            <a:ext cx="6211112" cy="450560"/>
            <a:chOff x="367087" y="729074"/>
            <a:chExt cx="11041978" cy="800996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D65D3E0-C0BD-89FB-DD8C-732A16EE4F08}"/>
                </a:ext>
              </a:extLst>
            </p:cNvPr>
            <p:cNvSpPr/>
            <p:nvPr/>
          </p:nvSpPr>
          <p:spPr>
            <a:xfrm>
              <a:off x="367087" y="729074"/>
              <a:ext cx="11041978" cy="800996"/>
            </a:xfrm>
            <a:prstGeom prst="rect">
              <a:avLst/>
            </a:prstGeom>
            <a:solidFill>
              <a:srgbClr val="024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A293AE2-4996-82D5-C363-73685F40AAF7}"/>
                </a:ext>
              </a:extLst>
            </p:cNvPr>
            <p:cNvSpPr/>
            <p:nvPr/>
          </p:nvSpPr>
          <p:spPr>
            <a:xfrm>
              <a:off x="692058" y="949572"/>
              <a:ext cx="360000" cy="3600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B2169AB-D493-2763-E86A-F589BC46567D}"/>
                </a:ext>
              </a:extLst>
            </p:cNvPr>
            <p:cNvSpPr/>
            <p:nvPr/>
          </p:nvSpPr>
          <p:spPr>
            <a:xfrm>
              <a:off x="1160212" y="949572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B036084-2C2E-9913-6AF7-1E91D62A1DE4}"/>
                </a:ext>
              </a:extLst>
            </p:cNvPr>
            <p:cNvSpPr/>
            <p:nvPr/>
          </p:nvSpPr>
          <p:spPr>
            <a:xfrm>
              <a:off x="1628367" y="949572"/>
              <a:ext cx="360000" cy="36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9FFBDB41-1EEC-BCA4-BBC9-16CD33FA84DB}"/>
              </a:ext>
            </a:extLst>
          </p:cNvPr>
          <p:cNvSpPr/>
          <p:nvPr/>
        </p:nvSpPr>
        <p:spPr>
          <a:xfrm>
            <a:off x="303166" y="986336"/>
            <a:ext cx="6238312" cy="108129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50" dirty="0">
              <a:solidFill>
                <a:schemeClr val="tx1"/>
              </a:solidFill>
              <a:latin typeface="Copperplate Gothic Bold" panose="020E07050202060204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143BC9-5C4C-57C7-267D-AEEEECAE1A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44" y="2955923"/>
            <a:ext cx="1177812" cy="11778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F8A12C0-4642-CD87-6BFA-D3064CD845D1}"/>
              </a:ext>
            </a:extLst>
          </p:cNvPr>
          <p:cNvSpPr/>
          <p:nvPr/>
        </p:nvSpPr>
        <p:spPr>
          <a:xfrm>
            <a:off x="2022231" y="2128439"/>
            <a:ext cx="4157325" cy="26772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05FAA1-6636-AE07-18F3-A3E0D1EE8E84}"/>
              </a:ext>
            </a:extLst>
          </p:cNvPr>
          <p:cNvSpPr txBox="1"/>
          <p:nvPr/>
        </p:nvSpPr>
        <p:spPr>
          <a:xfrm>
            <a:off x="2150679" y="2430332"/>
            <a:ext cx="39004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add = (num, num1) =&gt; { </a:t>
            </a:r>
          </a:p>
          <a:p>
            <a:r>
              <a:rPr lang="en-US" sz="2400" dirty="0">
                <a:latin typeface="Berlin Sans FB" panose="020E0602020502020306" pitchFamily="34" charset="0"/>
              </a:rPr>
              <a:t>  return num + num1;</a:t>
            </a:r>
          </a:p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9705BA-ED17-1CCA-F77E-19ADFD633488}"/>
              </a:ext>
            </a:extLst>
          </p:cNvPr>
          <p:cNvSpPr txBox="1"/>
          <p:nvPr/>
        </p:nvSpPr>
        <p:spPr>
          <a:xfrm>
            <a:off x="2150679" y="3630661"/>
            <a:ext cx="1521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add(1, “5”)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47E75B-C639-07B0-0A62-E59433C633D1}"/>
              </a:ext>
            </a:extLst>
          </p:cNvPr>
          <p:cNvSpPr txBox="1"/>
          <p:nvPr/>
        </p:nvSpPr>
        <p:spPr>
          <a:xfrm>
            <a:off x="2150679" y="4092326"/>
            <a:ext cx="417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Berlin Sans FB" panose="020E0602020502020306" pitchFamily="34" charset="0"/>
              </a:rPr>
              <a:t>15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ED5DD7-0B8E-AEDC-CC16-B678C9E023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2" t="11348" r="11171" b="12755"/>
          <a:stretch>
            <a:fillRect/>
          </a:stretch>
        </p:blipFill>
        <p:spPr>
          <a:xfrm>
            <a:off x="587212" y="6392808"/>
            <a:ext cx="1272935" cy="126115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DB8EA86-87A6-37CB-3932-A951F2CEC872}"/>
              </a:ext>
            </a:extLst>
          </p:cNvPr>
          <p:cNvSpPr/>
          <p:nvPr/>
        </p:nvSpPr>
        <p:spPr>
          <a:xfrm>
            <a:off x="1987062" y="5947783"/>
            <a:ext cx="4283726" cy="31751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96C364-02B2-D60A-63D2-602DA8ECE57A}"/>
              </a:ext>
            </a:extLst>
          </p:cNvPr>
          <p:cNvSpPr txBox="1"/>
          <p:nvPr/>
        </p:nvSpPr>
        <p:spPr>
          <a:xfrm>
            <a:off x="2062585" y="6335033"/>
            <a:ext cx="42082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add = (num  ,num1  )  =&gt; { </a:t>
            </a:r>
          </a:p>
          <a:p>
            <a:r>
              <a:rPr lang="en-US" sz="2400" dirty="0">
                <a:latin typeface="Berlin Sans FB" panose="020E0602020502020306" pitchFamily="34" charset="0"/>
              </a:rPr>
              <a:t>  return num + num1;</a:t>
            </a:r>
          </a:p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5CC806-36DB-D08A-B2F8-F69766D6765E}"/>
              </a:ext>
            </a:extLst>
          </p:cNvPr>
          <p:cNvSpPr txBox="1"/>
          <p:nvPr/>
        </p:nvSpPr>
        <p:spPr>
          <a:xfrm>
            <a:off x="4477306" y="5508240"/>
            <a:ext cx="1053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: number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43861D6-7C80-CDC0-CB3C-AACA17192629}"/>
              </a:ext>
            </a:extLst>
          </p:cNvPr>
          <p:cNvGrpSpPr/>
          <p:nvPr/>
        </p:nvGrpSpPr>
        <p:grpSpPr>
          <a:xfrm>
            <a:off x="4389123" y="5830192"/>
            <a:ext cx="750356" cy="939647"/>
            <a:chOff x="7136148" y="2136297"/>
            <a:chExt cx="959047" cy="1009645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D651A7D-6371-82E6-8C47-FC7F6B58DC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6148" y="2136297"/>
              <a:ext cx="959047" cy="85605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C79A7AF-DFC4-717E-1F55-02D44980563A}"/>
                </a:ext>
              </a:extLst>
            </p:cNvPr>
            <p:cNvSpPr/>
            <p:nvPr/>
          </p:nvSpPr>
          <p:spPr>
            <a:xfrm>
              <a:off x="7136148" y="2769338"/>
              <a:ext cx="112708" cy="37660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E07D00E-846E-76E8-7569-1F11BB26AF32}"/>
              </a:ext>
            </a:extLst>
          </p:cNvPr>
          <p:cNvGrpSpPr/>
          <p:nvPr/>
        </p:nvGrpSpPr>
        <p:grpSpPr>
          <a:xfrm>
            <a:off x="5069773" y="5835844"/>
            <a:ext cx="284569" cy="890680"/>
            <a:chOff x="7967221" y="2407484"/>
            <a:chExt cx="137891" cy="738458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B9A9B66-CFE8-D007-A93A-97BC0B043475}"/>
                </a:ext>
              </a:extLst>
            </p:cNvPr>
            <p:cNvCxnSpPr>
              <a:cxnSpLocks/>
            </p:cNvCxnSpPr>
            <p:nvPr/>
          </p:nvCxnSpPr>
          <p:spPr>
            <a:xfrm>
              <a:off x="7967221" y="2407484"/>
              <a:ext cx="116351" cy="66223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E0175D9B-850C-ABD1-B7B3-5F5230F26DC5}"/>
                </a:ext>
              </a:extLst>
            </p:cNvPr>
            <p:cNvSpPr/>
            <p:nvPr/>
          </p:nvSpPr>
          <p:spPr>
            <a:xfrm>
              <a:off x="8028012" y="2926428"/>
              <a:ext cx="77100" cy="21951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78FD7F4-D9D1-DB9D-640F-4D989248D67A}"/>
              </a:ext>
            </a:extLst>
          </p:cNvPr>
          <p:cNvGrpSpPr/>
          <p:nvPr/>
        </p:nvGrpSpPr>
        <p:grpSpPr>
          <a:xfrm>
            <a:off x="5088448" y="5804727"/>
            <a:ext cx="517592" cy="894298"/>
            <a:chOff x="7955268" y="2354853"/>
            <a:chExt cx="371567" cy="1011958"/>
          </a:xfrm>
        </p:grpSpPr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8AA3E84D-E895-015F-E501-B4F8C4516237}"/>
                </a:ext>
              </a:extLst>
            </p:cNvPr>
            <p:cNvCxnSpPr>
              <a:cxnSpLocks/>
            </p:cNvCxnSpPr>
            <p:nvPr/>
          </p:nvCxnSpPr>
          <p:spPr>
            <a:xfrm>
              <a:off x="7955268" y="2354853"/>
              <a:ext cx="362251" cy="93904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E6AA141-8B78-1F25-E04F-ADC6067B0D01}"/>
                </a:ext>
              </a:extLst>
            </p:cNvPr>
            <p:cNvSpPr/>
            <p:nvPr/>
          </p:nvSpPr>
          <p:spPr>
            <a:xfrm>
              <a:off x="8236208" y="3106170"/>
              <a:ext cx="90627" cy="26064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3D896460-5A0F-8553-4F3E-0C06E4050453}"/>
              </a:ext>
            </a:extLst>
          </p:cNvPr>
          <p:cNvSpPr txBox="1"/>
          <p:nvPr/>
        </p:nvSpPr>
        <p:spPr>
          <a:xfrm>
            <a:off x="2144193" y="7477681"/>
            <a:ext cx="1521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add(1, “5”)</a:t>
            </a:r>
          </a:p>
        </p:txBody>
      </p:sp>
    </p:spTree>
    <p:extLst>
      <p:ext uri="{BB962C8B-B14F-4D97-AF65-F5344CB8AC3E}">
        <p14:creationId xmlns:p14="http://schemas.microsoft.com/office/powerpoint/2010/main" val="3070711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EB0C96-D2AD-43EF-81C9-B5C237597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03015CF4-F8A2-F846-EA13-554515622CE0}"/>
              </a:ext>
            </a:extLst>
          </p:cNvPr>
          <p:cNvGrpSpPr/>
          <p:nvPr/>
        </p:nvGrpSpPr>
        <p:grpSpPr>
          <a:xfrm>
            <a:off x="303166" y="392720"/>
            <a:ext cx="6211112" cy="450560"/>
            <a:chOff x="367087" y="729074"/>
            <a:chExt cx="11041978" cy="800996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A09AA13-20C2-0324-E742-AE321B9710D1}"/>
                </a:ext>
              </a:extLst>
            </p:cNvPr>
            <p:cNvSpPr/>
            <p:nvPr/>
          </p:nvSpPr>
          <p:spPr>
            <a:xfrm>
              <a:off x="367087" y="729074"/>
              <a:ext cx="11041978" cy="800996"/>
            </a:xfrm>
            <a:prstGeom prst="rect">
              <a:avLst/>
            </a:prstGeom>
            <a:solidFill>
              <a:srgbClr val="024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FC5FCBF-0247-57E0-73BA-99C95550A762}"/>
                </a:ext>
              </a:extLst>
            </p:cNvPr>
            <p:cNvSpPr/>
            <p:nvPr/>
          </p:nvSpPr>
          <p:spPr>
            <a:xfrm>
              <a:off x="692058" y="949572"/>
              <a:ext cx="360000" cy="3600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4DED2EF-C9A0-325C-F2D5-02C33F7D50D9}"/>
                </a:ext>
              </a:extLst>
            </p:cNvPr>
            <p:cNvSpPr/>
            <p:nvPr/>
          </p:nvSpPr>
          <p:spPr>
            <a:xfrm>
              <a:off x="1160212" y="949572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DA306DA-6AAC-33B5-4C89-BF6EA6C7D025}"/>
                </a:ext>
              </a:extLst>
            </p:cNvPr>
            <p:cNvSpPr/>
            <p:nvPr/>
          </p:nvSpPr>
          <p:spPr>
            <a:xfrm>
              <a:off x="1628367" y="949572"/>
              <a:ext cx="360000" cy="36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6499BBBC-7EFB-D2E8-4A93-E9C367CCE923}"/>
              </a:ext>
            </a:extLst>
          </p:cNvPr>
          <p:cNvSpPr/>
          <p:nvPr/>
        </p:nvSpPr>
        <p:spPr>
          <a:xfrm>
            <a:off x="303166" y="986336"/>
            <a:ext cx="6238312" cy="108129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50" dirty="0">
              <a:solidFill>
                <a:schemeClr val="tx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2EEA8C-C3FA-0E0D-DE1B-4474E539AEE2}"/>
              </a:ext>
            </a:extLst>
          </p:cNvPr>
          <p:cNvSpPr/>
          <p:nvPr/>
        </p:nvSpPr>
        <p:spPr>
          <a:xfrm>
            <a:off x="405698" y="1507591"/>
            <a:ext cx="4898839" cy="7317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Component with Typescript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1491230-6352-9036-126D-A8C7FD11B7CE}"/>
              </a:ext>
            </a:extLst>
          </p:cNvPr>
          <p:cNvGrpSpPr/>
          <p:nvPr/>
        </p:nvGrpSpPr>
        <p:grpSpPr>
          <a:xfrm>
            <a:off x="400152" y="2382351"/>
            <a:ext cx="6017140" cy="5394960"/>
            <a:chOff x="405698" y="2712720"/>
            <a:chExt cx="6017140" cy="539496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949E255-7420-D097-BCAA-E77E13348140}"/>
                </a:ext>
              </a:extLst>
            </p:cNvPr>
            <p:cNvSpPr/>
            <p:nvPr/>
          </p:nvSpPr>
          <p:spPr>
            <a:xfrm>
              <a:off x="405698" y="2712720"/>
              <a:ext cx="6006772" cy="53949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5CBFF13-250C-ECD6-F445-6287F9F57752}"/>
                </a:ext>
              </a:extLst>
            </p:cNvPr>
            <p:cNvSpPr txBox="1"/>
            <p:nvPr/>
          </p:nvSpPr>
          <p:spPr>
            <a:xfrm>
              <a:off x="416065" y="2927866"/>
              <a:ext cx="6006773" cy="48320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latin typeface="Berlin Sans FB" panose="020E0602020502020306" pitchFamily="34" charset="0"/>
                </a:rPr>
                <a:t>const Counter = () =&gt; {</a:t>
              </a:r>
              <a:br>
                <a:rPr lang="en-US" sz="2200" dirty="0">
                  <a:latin typeface="Berlin Sans FB" panose="020E0602020502020306" pitchFamily="34" charset="0"/>
                </a:rPr>
              </a:br>
              <a:r>
                <a:rPr lang="en-US" sz="2200" dirty="0">
                  <a:latin typeface="Berlin Sans FB" panose="020E0602020502020306" pitchFamily="34" charset="0"/>
                </a:rPr>
                <a:t>const [</a:t>
              </a:r>
              <a:r>
                <a:rPr lang="en-US" sz="2200" dirty="0" err="1">
                  <a:latin typeface="Berlin Sans FB" panose="020E0602020502020306" pitchFamily="34" charset="0"/>
                </a:rPr>
                <a:t>counter,setCounter</a:t>
              </a:r>
              <a:r>
                <a:rPr lang="en-US" sz="2200" dirty="0">
                  <a:latin typeface="Berlin Sans FB" panose="020E0602020502020306" pitchFamily="34" charset="0"/>
                </a:rPr>
                <a:t>] = </a:t>
              </a:r>
              <a:r>
                <a:rPr lang="en-US" sz="2200" dirty="0" err="1">
                  <a:latin typeface="Berlin Sans FB" panose="020E0602020502020306" pitchFamily="34" charset="0"/>
                </a:rPr>
                <a:t>useState</a:t>
              </a:r>
              <a:r>
                <a:rPr lang="en-US" sz="2200" dirty="0">
                  <a:latin typeface="Berlin Sans FB" panose="020E0602020502020306" pitchFamily="34" charset="0"/>
                </a:rPr>
                <a:t>&lt;number&gt;(0)</a:t>
              </a:r>
            </a:p>
            <a:p>
              <a:r>
                <a:rPr lang="en-US" sz="2200" dirty="0">
                  <a:latin typeface="Berlin Sans FB" panose="020E0602020502020306" pitchFamily="34" charset="0"/>
                </a:rPr>
                <a:t>const </a:t>
              </a:r>
              <a:r>
                <a:rPr lang="en-US" sz="2200" dirty="0" err="1">
                  <a:latin typeface="Berlin Sans FB" panose="020E0602020502020306" pitchFamily="34" charset="0"/>
                </a:rPr>
                <a:t>handleIncrement</a:t>
              </a:r>
              <a:r>
                <a:rPr lang="en-US" sz="2200" dirty="0">
                  <a:latin typeface="Berlin Sans FB" panose="020E0602020502020306" pitchFamily="34" charset="0"/>
                </a:rPr>
                <a:t> = () =&gt; {</a:t>
              </a:r>
            </a:p>
            <a:p>
              <a:r>
                <a:rPr lang="en-US" sz="2200" dirty="0">
                  <a:latin typeface="Berlin Sans FB" panose="020E0602020502020306" pitchFamily="34" charset="0"/>
                </a:rPr>
                <a:t> </a:t>
              </a:r>
              <a:r>
                <a:rPr lang="en-US" sz="2200" dirty="0" err="1">
                  <a:latin typeface="Berlin Sans FB" panose="020E0602020502020306" pitchFamily="34" charset="0"/>
                </a:rPr>
                <a:t>setCount</a:t>
              </a:r>
              <a:r>
                <a:rPr lang="en-US" sz="2200" dirty="0">
                  <a:latin typeface="Berlin Sans FB" panose="020E0602020502020306" pitchFamily="34" charset="0"/>
                </a:rPr>
                <a:t>((count)=&gt;count+1));</a:t>
              </a:r>
            </a:p>
            <a:p>
              <a:r>
                <a:rPr lang="en-US" sz="2200" dirty="0">
                  <a:latin typeface="Berlin Sans FB" panose="020E0602020502020306" pitchFamily="34" charset="0"/>
                </a:rPr>
                <a:t>}</a:t>
              </a:r>
            </a:p>
            <a:p>
              <a:r>
                <a:rPr lang="en-US" sz="2200" dirty="0">
                  <a:latin typeface="Berlin Sans FB" panose="020E0602020502020306" pitchFamily="34" charset="0"/>
                </a:rPr>
                <a:t>return(</a:t>
              </a:r>
            </a:p>
            <a:p>
              <a:r>
                <a:rPr lang="en-US" sz="2200" dirty="0">
                  <a:latin typeface="Berlin Sans FB" panose="020E0602020502020306" pitchFamily="34" charset="0"/>
                </a:rPr>
                <a:t> &lt;div&gt;</a:t>
              </a:r>
            </a:p>
            <a:p>
              <a:r>
                <a:rPr lang="en-US" sz="2200" dirty="0">
                  <a:latin typeface="Berlin Sans FB" panose="020E0602020502020306" pitchFamily="34" charset="0"/>
                </a:rPr>
                <a:t>  &lt;div&gt;{count}&lt;/div&gt;</a:t>
              </a:r>
            </a:p>
            <a:p>
              <a:r>
                <a:rPr lang="en-US" sz="2200" dirty="0">
                  <a:latin typeface="Berlin Sans FB" panose="020E0602020502020306" pitchFamily="34" charset="0"/>
                </a:rPr>
                <a:t>  &lt;button </a:t>
              </a:r>
              <a:r>
                <a:rPr lang="en-US" sz="2200" dirty="0" err="1">
                  <a:latin typeface="Berlin Sans FB" panose="020E0602020502020306" pitchFamily="34" charset="0"/>
                </a:rPr>
                <a:t>onClick</a:t>
              </a:r>
              <a:r>
                <a:rPr lang="en-US" sz="2200" dirty="0">
                  <a:latin typeface="Berlin Sans FB" panose="020E0602020502020306" pitchFamily="34" charset="0"/>
                </a:rPr>
                <a:t>={</a:t>
              </a:r>
              <a:r>
                <a:rPr lang="en-US" sz="2200" dirty="0" err="1">
                  <a:latin typeface="Berlin Sans FB" panose="020E0602020502020306" pitchFamily="34" charset="0"/>
                </a:rPr>
                <a:t>handleIncrement</a:t>
              </a:r>
              <a:r>
                <a:rPr lang="en-US" sz="2200" dirty="0">
                  <a:latin typeface="Berlin Sans FB" panose="020E0602020502020306" pitchFamily="34" charset="0"/>
                </a:rPr>
                <a:t>}&gt;</a:t>
              </a:r>
            </a:p>
            <a:p>
              <a:r>
                <a:rPr lang="en-US" sz="2200" dirty="0">
                  <a:latin typeface="Berlin Sans FB" panose="020E0602020502020306" pitchFamily="34" charset="0"/>
                </a:rPr>
                <a:t>         +</a:t>
              </a:r>
            </a:p>
            <a:p>
              <a:r>
                <a:rPr lang="en-US" sz="2200" dirty="0">
                  <a:latin typeface="Berlin Sans FB" panose="020E0602020502020306" pitchFamily="34" charset="0"/>
                </a:rPr>
                <a:t>  &lt;/button&gt; </a:t>
              </a:r>
            </a:p>
            <a:p>
              <a:r>
                <a:rPr lang="en-US" sz="2200" dirty="0">
                  <a:latin typeface="Berlin Sans FB" panose="020E0602020502020306" pitchFamily="34" charset="0"/>
                </a:rPr>
                <a:t>&lt;/div&gt;</a:t>
              </a:r>
            </a:p>
            <a:p>
              <a:r>
                <a:rPr lang="en-US" sz="2200" dirty="0">
                  <a:latin typeface="Berlin Sans FB" panose="020E0602020502020306" pitchFamily="34" charset="0"/>
                </a:rPr>
                <a:t>}</a:t>
              </a:r>
            </a:p>
            <a:p>
              <a:r>
                <a:rPr lang="en-US" sz="2200" dirty="0">
                  <a:latin typeface="Berlin Sans FB" panose="020E0602020502020306" pitchFamily="34" charset="0"/>
                </a:rPr>
                <a:t>Export default Counter;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3920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6F7F4-5DBA-3C4D-83D9-1DF74CB9A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14CB9EED-E45D-F857-D2FD-BA7E8F6B1664}"/>
              </a:ext>
            </a:extLst>
          </p:cNvPr>
          <p:cNvGrpSpPr/>
          <p:nvPr/>
        </p:nvGrpSpPr>
        <p:grpSpPr>
          <a:xfrm>
            <a:off x="219801" y="245612"/>
            <a:ext cx="6392348" cy="357017"/>
            <a:chOff x="242038" y="729074"/>
            <a:chExt cx="11364175" cy="63469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B33C006-BB93-797A-82E1-7E779F935491}"/>
                </a:ext>
              </a:extLst>
            </p:cNvPr>
            <p:cNvSpPr/>
            <p:nvPr/>
          </p:nvSpPr>
          <p:spPr>
            <a:xfrm>
              <a:off x="242038" y="729074"/>
              <a:ext cx="11364175" cy="634697"/>
            </a:xfrm>
            <a:prstGeom prst="rect">
              <a:avLst/>
            </a:prstGeom>
            <a:solidFill>
              <a:srgbClr val="024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95A0359-D27D-63DC-5F83-389C7154ECCE}"/>
                </a:ext>
              </a:extLst>
            </p:cNvPr>
            <p:cNvSpPr/>
            <p:nvPr/>
          </p:nvSpPr>
          <p:spPr>
            <a:xfrm>
              <a:off x="439186" y="888386"/>
              <a:ext cx="360000" cy="3600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8298CA1-BB2A-F28B-74DD-55055854F104}"/>
                </a:ext>
              </a:extLst>
            </p:cNvPr>
            <p:cNvSpPr/>
            <p:nvPr/>
          </p:nvSpPr>
          <p:spPr>
            <a:xfrm>
              <a:off x="907341" y="888386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4FDC765-9F54-8E40-2D02-0BD1F3F9E619}"/>
                </a:ext>
              </a:extLst>
            </p:cNvPr>
            <p:cNvSpPr/>
            <p:nvPr/>
          </p:nvSpPr>
          <p:spPr>
            <a:xfrm>
              <a:off x="1375496" y="888386"/>
              <a:ext cx="360000" cy="36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875746B-E69C-4DFD-F358-CEF40CC6CAC9}"/>
              </a:ext>
            </a:extLst>
          </p:cNvPr>
          <p:cNvSpPr/>
          <p:nvPr/>
        </p:nvSpPr>
        <p:spPr>
          <a:xfrm rot="20186118">
            <a:off x="2559214" y="1162606"/>
            <a:ext cx="1060794" cy="532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Eras Bold ITC" panose="020B0907030504020204" pitchFamily="34" charset="0"/>
              </a:rPr>
              <a:t>&lt;/&gt;</a:t>
            </a:r>
            <a:endParaRPr lang="en-US" sz="1600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5A5D007-D1F6-2934-1B62-EE94BDCC52F7}"/>
              </a:ext>
            </a:extLst>
          </p:cNvPr>
          <p:cNvSpPr/>
          <p:nvPr/>
        </p:nvSpPr>
        <p:spPr>
          <a:xfrm>
            <a:off x="209828" y="719565"/>
            <a:ext cx="6412294" cy="112178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50" dirty="0">
              <a:solidFill>
                <a:schemeClr val="tx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38" name="Star: 4 Points 37">
            <a:extLst>
              <a:ext uri="{FF2B5EF4-FFF2-40B4-BE49-F238E27FC236}">
                <a16:creationId xmlns:a16="http://schemas.microsoft.com/office/drawing/2014/main" id="{2B33945C-56E7-547F-D735-E345271DD342}"/>
              </a:ext>
            </a:extLst>
          </p:cNvPr>
          <p:cNvSpPr/>
          <p:nvPr/>
        </p:nvSpPr>
        <p:spPr>
          <a:xfrm rot="441534">
            <a:off x="781443" y="7888309"/>
            <a:ext cx="984405" cy="974333"/>
          </a:xfrm>
          <a:prstGeom prst="star4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39" name="Star: 4 Points 38">
            <a:extLst>
              <a:ext uri="{FF2B5EF4-FFF2-40B4-BE49-F238E27FC236}">
                <a16:creationId xmlns:a16="http://schemas.microsoft.com/office/drawing/2014/main" id="{2DB86B2B-CDFC-F44A-03BB-520CBD93CCEA}"/>
              </a:ext>
            </a:extLst>
          </p:cNvPr>
          <p:cNvSpPr/>
          <p:nvPr/>
        </p:nvSpPr>
        <p:spPr>
          <a:xfrm>
            <a:off x="2605904" y="719565"/>
            <a:ext cx="565660" cy="1300769"/>
          </a:xfrm>
          <a:prstGeom prst="star4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40" name="Star: 5 Points 39">
            <a:extLst>
              <a:ext uri="{FF2B5EF4-FFF2-40B4-BE49-F238E27FC236}">
                <a16:creationId xmlns:a16="http://schemas.microsoft.com/office/drawing/2014/main" id="{D3D517EB-2F0C-A91A-F5FB-851C88A8B9CE}"/>
              </a:ext>
            </a:extLst>
          </p:cNvPr>
          <p:cNvSpPr/>
          <p:nvPr/>
        </p:nvSpPr>
        <p:spPr>
          <a:xfrm>
            <a:off x="3538938" y="1842833"/>
            <a:ext cx="447736" cy="340028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41" name="Star: 5 Points 40">
            <a:extLst>
              <a:ext uri="{FF2B5EF4-FFF2-40B4-BE49-F238E27FC236}">
                <a16:creationId xmlns:a16="http://schemas.microsoft.com/office/drawing/2014/main" id="{4DD6D6BB-73E2-D3B9-06D0-41BE2BD2A1A2}"/>
              </a:ext>
            </a:extLst>
          </p:cNvPr>
          <p:cNvSpPr/>
          <p:nvPr/>
        </p:nvSpPr>
        <p:spPr>
          <a:xfrm>
            <a:off x="533197" y="1121089"/>
            <a:ext cx="324174" cy="402921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2" name="Star: 5 Points 41">
            <a:extLst>
              <a:ext uri="{FF2B5EF4-FFF2-40B4-BE49-F238E27FC236}">
                <a16:creationId xmlns:a16="http://schemas.microsoft.com/office/drawing/2014/main" id="{FFF8E56A-43E5-7000-7ECE-743AA24AF2D6}"/>
              </a:ext>
            </a:extLst>
          </p:cNvPr>
          <p:cNvSpPr/>
          <p:nvPr/>
        </p:nvSpPr>
        <p:spPr>
          <a:xfrm>
            <a:off x="351065" y="10925908"/>
            <a:ext cx="445470" cy="402921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2756F641-1EDB-83A5-98DE-B448F4D88075}"/>
              </a:ext>
            </a:extLst>
          </p:cNvPr>
          <p:cNvSpPr/>
          <p:nvPr/>
        </p:nvSpPr>
        <p:spPr>
          <a:xfrm rot="20512538">
            <a:off x="3917947" y="9918274"/>
            <a:ext cx="383525" cy="38068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4" name="Star: 6 Points 43">
            <a:extLst>
              <a:ext uri="{FF2B5EF4-FFF2-40B4-BE49-F238E27FC236}">
                <a16:creationId xmlns:a16="http://schemas.microsoft.com/office/drawing/2014/main" id="{05FC4068-EA4B-9C48-CBEC-AF14BBC7F87E}"/>
              </a:ext>
            </a:extLst>
          </p:cNvPr>
          <p:cNvSpPr/>
          <p:nvPr/>
        </p:nvSpPr>
        <p:spPr>
          <a:xfrm>
            <a:off x="4845249" y="1173243"/>
            <a:ext cx="287107" cy="350767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45" name="Star: 6 Points 44">
            <a:extLst>
              <a:ext uri="{FF2B5EF4-FFF2-40B4-BE49-F238E27FC236}">
                <a16:creationId xmlns:a16="http://schemas.microsoft.com/office/drawing/2014/main" id="{ED42500F-AEE8-B950-8906-5924B0F0407D}"/>
              </a:ext>
            </a:extLst>
          </p:cNvPr>
          <p:cNvSpPr/>
          <p:nvPr/>
        </p:nvSpPr>
        <p:spPr>
          <a:xfrm flipH="1">
            <a:off x="5132356" y="10502759"/>
            <a:ext cx="304359" cy="423149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6" name="Star: 4 Points 45">
            <a:extLst>
              <a:ext uri="{FF2B5EF4-FFF2-40B4-BE49-F238E27FC236}">
                <a16:creationId xmlns:a16="http://schemas.microsoft.com/office/drawing/2014/main" id="{D4723B55-0FE4-6284-59D7-CEE83CC0CEE1}"/>
              </a:ext>
            </a:extLst>
          </p:cNvPr>
          <p:cNvSpPr/>
          <p:nvPr/>
        </p:nvSpPr>
        <p:spPr>
          <a:xfrm>
            <a:off x="5332824" y="2275929"/>
            <a:ext cx="890938" cy="898673"/>
          </a:xfrm>
          <a:prstGeom prst="star4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B87615D-95AB-2FE9-E90A-434D178E33E9}"/>
              </a:ext>
            </a:extLst>
          </p:cNvPr>
          <p:cNvSpPr/>
          <p:nvPr/>
        </p:nvSpPr>
        <p:spPr>
          <a:xfrm rot="20186118">
            <a:off x="4601958" y="8722188"/>
            <a:ext cx="1060794" cy="532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Eras Bold ITC" panose="020B0907030504020204" pitchFamily="34" charset="0"/>
              </a:rPr>
              <a:t>&lt;/&gt;</a:t>
            </a:r>
            <a:endParaRPr lang="en-US" sz="1600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892C482-2126-8F96-4F57-290312795CBF}"/>
              </a:ext>
            </a:extLst>
          </p:cNvPr>
          <p:cNvSpPr/>
          <p:nvPr/>
        </p:nvSpPr>
        <p:spPr>
          <a:xfrm rot="1308130">
            <a:off x="762148" y="3444271"/>
            <a:ext cx="1022995" cy="2872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/>
                </a:solidFill>
                <a:latin typeface="Eras Bold ITC" panose="020B0907030504020204" pitchFamily="34" charset="0"/>
              </a:rPr>
              <a:t>&lt;/&gt;</a:t>
            </a:r>
            <a:endParaRPr lang="en-US" sz="1400" dirty="0">
              <a:solidFill>
                <a:schemeClr val="accent6"/>
              </a:solidFill>
              <a:latin typeface="Eras Bold ITC" panose="020B0907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3DCDF9-D6F1-F897-9E9F-ADEC987D47C4}"/>
              </a:ext>
            </a:extLst>
          </p:cNvPr>
          <p:cNvSpPr/>
          <p:nvPr/>
        </p:nvSpPr>
        <p:spPr>
          <a:xfrm rot="20186118">
            <a:off x="5499022" y="1120038"/>
            <a:ext cx="1060794" cy="5329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2"/>
                </a:solidFill>
                <a:latin typeface="Eras Bold ITC" panose="020B0907030504020204" pitchFamily="34" charset="0"/>
              </a:rPr>
              <a:t>&lt;/&gt;</a:t>
            </a:r>
            <a:endParaRPr lang="en-US" sz="1600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A32EA76-A4A1-7171-5D16-75AE85C53688}"/>
              </a:ext>
            </a:extLst>
          </p:cNvPr>
          <p:cNvGrpSpPr/>
          <p:nvPr/>
        </p:nvGrpSpPr>
        <p:grpSpPr>
          <a:xfrm>
            <a:off x="1801907" y="2574593"/>
            <a:ext cx="3112432" cy="3501015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B88E914-5018-4100-C910-C5F2B5821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7DF1D91-AC12-93B4-2FB6-6A805C934B2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8928C2D-344B-7312-0B59-967C9A6387B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D399DFB-0FD7-3074-2076-7D9E391B0EBB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A4234FD-6DCF-4926-862E-97EE4700884C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C308160-A323-67C3-72D4-B636301EC01F}"/>
              </a:ext>
            </a:extLst>
          </p:cNvPr>
          <p:cNvSpPr txBox="1"/>
          <p:nvPr/>
        </p:nvSpPr>
        <p:spPr>
          <a:xfrm>
            <a:off x="723096" y="6548684"/>
            <a:ext cx="5411805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chemeClr val="accent1"/>
                </a:solidFill>
                <a:latin typeface="Goudy Stout" panose="0202090407030B020401" pitchFamily="18" charset="0"/>
              </a:rPr>
              <a:t>Thank</a:t>
            </a:r>
            <a:br>
              <a:rPr lang="en-US" sz="5400" dirty="0">
                <a:solidFill>
                  <a:schemeClr val="accent1"/>
                </a:solidFill>
                <a:latin typeface="Goudy Stout" panose="0202090407030B020401" pitchFamily="18" charset="0"/>
              </a:rPr>
            </a:br>
            <a:r>
              <a:rPr lang="en-US" sz="5400" dirty="0">
                <a:solidFill>
                  <a:schemeClr val="accent1"/>
                </a:solidFill>
                <a:latin typeface="Goudy Stout" panose="0202090407030B020401" pitchFamily="18" charset="0"/>
              </a:rPr>
              <a:t>you !</a:t>
            </a:r>
            <a:br>
              <a:rPr lang="en-US" sz="5400" dirty="0">
                <a:latin typeface="Goudy Stout" panose="0202090407030B020401" pitchFamily="18" charset="0"/>
              </a:rPr>
            </a:br>
            <a:r>
              <a:rPr lang="en-US" sz="2000" i="1" dirty="0">
                <a:latin typeface="Kristen ITC" panose="03050502040202030202" pitchFamily="66" charset="0"/>
              </a:rPr>
              <a:t>Don’t forget to visit </a:t>
            </a:r>
            <a:br>
              <a:rPr lang="en-US" sz="5400" dirty="0">
                <a:latin typeface="Goudy Stout" panose="0202090407030B020401" pitchFamily="18" charset="0"/>
              </a:rPr>
            </a:br>
            <a:r>
              <a:rPr lang="en-US" sz="3200" i="1" u="sng" dirty="0">
                <a:solidFill>
                  <a:schemeClr val="accent2"/>
                </a:solidFill>
                <a:highlight>
                  <a:srgbClr val="FFFF00"/>
                </a:highlight>
                <a:latin typeface="Bahnschrift" panose="020B0502040204020203" pitchFamily="34" charset="0"/>
                <a:cs typeface="Arial" panose="020B0604020202020204" pitchFamily="34" charset="0"/>
              </a:rPr>
              <a:t>https://josserich.github.io</a:t>
            </a:r>
            <a:endParaRPr lang="en-US" sz="3600" i="1" u="sng" dirty="0">
              <a:solidFill>
                <a:schemeClr val="accent2"/>
              </a:solidFill>
              <a:highlight>
                <a:srgbClr val="FFFF00"/>
              </a:highlight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469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6542</TotalTime>
  <Words>208</Words>
  <Application>Microsoft Office PowerPoint</Application>
  <PresentationFormat>Widescreen</PresentationFormat>
  <Paragraphs>47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Bahnschrift</vt:lpstr>
      <vt:lpstr>Berlin Sans FB</vt:lpstr>
      <vt:lpstr>Berlin Sans FB Demi</vt:lpstr>
      <vt:lpstr>Calibri</vt:lpstr>
      <vt:lpstr>Calibri Light</vt:lpstr>
      <vt:lpstr>Copperplate Gothic Bold</vt:lpstr>
      <vt:lpstr>Eras Bold ITC</vt:lpstr>
      <vt:lpstr>Goudy Stout</vt:lpstr>
      <vt:lpstr>Kristen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TUF GAMING</dc:creator>
  <cp:lastModifiedBy>TUF GAMING</cp:lastModifiedBy>
  <cp:revision>185</cp:revision>
  <dcterms:created xsi:type="dcterms:W3CDTF">2025-11-04T03:39:38Z</dcterms:created>
  <dcterms:modified xsi:type="dcterms:W3CDTF">2026-03-19T16:47:30Z</dcterms:modified>
</cp:coreProperties>
</file>
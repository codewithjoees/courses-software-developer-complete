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01" r:id="rId3"/>
    <p:sldId id="302" r:id="rId4"/>
    <p:sldId id="303" r:id="rId5"/>
    <p:sldId id="304" r:id="rId6"/>
    <p:sldId id="305" r:id="rId7"/>
    <p:sldId id="308" r:id="rId8"/>
    <p:sldId id="309" r:id="rId9"/>
    <p:sldId id="307" r:id="rId10"/>
    <p:sldId id="310" r:id="rId11"/>
    <p:sldId id="311" r:id="rId12"/>
    <p:sldId id="312" r:id="rId13"/>
    <p:sldId id="313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31" r:id="rId27"/>
    <p:sldId id="328" r:id="rId28"/>
    <p:sldId id="330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52" r:id="rId50"/>
    <p:sldId id="353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257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7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66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C956-1A12-FC26-35C8-03CE0F71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10200-085E-6F93-E2A8-46013A1A3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3A1F9-0FAC-B20B-9113-F6A43D96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8B446-3854-00E9-776A-CF2052F18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37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00B9-7ADA-DD87-502B-E5D07D25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8B678-88AF-E8E0-4E3E-A01602E54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D0F86-EA7A-50CE-93EF-602D2636E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A643-128C-0712-F27F-07ED09108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90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E640-0D14-1E57-371F-8973F531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43018-1713-82C5-8156-DD56B454C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5CC21-D986-7791-1B7E-656BF31B3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80667-E46D-5004-AE98-F6C4B22B4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55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A5C8-3BBD-9B49-FA75-EEFC8E22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C01D3-8A56-C95C-D564-1EE562475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01B8A-CF58-875A-5F82-45236BD74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B75C6-1784-257C-C2C1-922F899AE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5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207B-C495-AFBB-085F-22747FD4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F8E2B-006A-9B35-A870-ECC8F2FCE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8A204-586A-0495-040C-F61F74106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32C1B-E6A3-1502-A050-35021B4F6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08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F014-F60B-9F78-2814-8BF68866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3B0ED-CBFD-4E40-2BC3-382C0183C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0BF1E-F519-98E1-299C-50948870A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B7DC5-70FC-9C2B-690F-6A45A7F24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71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710C-F69C-9CBF-66DB-AF1405D5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E01B7-8197-72B1-D2C8-220472F3C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CEBF1-F07A-F983-A108-9839C8A7B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96201-B015-23C3-012D-D0E504C06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46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16B5-DDAE-6E91-C0CF-BE089C1B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2114A-2427-FBBA-5C09-2C3F09181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810B7-E39B-8156-BBAB-3958088F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6C502-A601-92D7-02C0-87A8ABDC0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73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E05C-9167-F2A8-62FD-22CB5D75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ED2BC-1F75-A149-5CDC-4E253CC07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FF56B-9E8B-C2E1-849E-6347D2ED0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EFC74-6ADD-BBAE-7B3E-1A31F96AB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73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61FC-8437-156A-5B2B-66CAEA25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4C19F-9A66-69B5-31DF-BE4AC9503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D37CB-3A51-2EB7-CED4-3F47E1BA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35AC4-48D9-8DBD-BB88-5F76BDC0C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09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33DE-D98F-184A-DE34-4BBF97C0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D3207-90A1-8115-5A4C-7BA4D70B9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3CD66-C93D-A489-789E-0BBAEB201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8D820-5ABB-D46F-7347-17EEFADD6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44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2141B-58E4-CE4D-6D56-53964C8B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89762-CF4A-7F16-2CC2-D4CAC9AA7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D2502-973C-4D27-1735-8EC2EEF49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0D6EC-D254-D8CB-BAB3-443FE9906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26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1DC3-710B-85A1-A655-79E7DC20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ACA22-0404-58E0-0868-011B94C1C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131A3-6C7D-77E8-D1C3-DF78F5E2E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662B8-513C-E281-99B0-A1738A1FD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63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5A01-88F2-C02D-D599-26298652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2BFA5-7A3E-665B-2014-BD4CE47B0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EBC01-E151-5BBC-DD12-F9E187532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864E4-C93F-5A10-1367-9738FDFDA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18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E955A-27D8-09CA-F036-297884D5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37B39-F7BB-15F5-E72F-DA7D9F121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3768C-E76A-952A-2DA9-B3520F029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34CD1-4976-7DB7-9827-01B0C3B19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11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98C2-C15A-7A3F-2A0E-5E23D0DD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3C21E-64B7-FA2D-1B26-0DB1E04B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83AB2-401B-D7CC-4D6B-775A71940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9F34F-25C1-D2C5-828D-88099C198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57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5E45-D786-2F05-8E20-95E5316F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0D7E4-E76B-F2F4-88B6-E72BB4D7D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D2A2B-FC92-AE4E-020C-3CB8D10E7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7D9AC-EC7E-ABCB-2A9D-EDEE3553B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427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39A6-600C-A9E9-A15F-342A0558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37DFE-5F3B-95DF-5C45-4AA3A9556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04565-EA3F-9817-5022-E537BC49C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38708-156C-443D-1360-EB9DDA810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98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1F89E-AB98-A14F-CD34-41C0632D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321AD-A508-9F66-22FD-05CD7909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0F25-55ED-361B-6D06-9DB21B8AB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124D7-ECF1-DC90-B353-677689C0F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779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00796-3101-FF8D-77CF-D7C00B502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4871E-5CEB-768D-9379-B2F3D3883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2AFED-53F8-6CC0-D1B0-F3E2420AF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08DAE-0B9F-9EFB-D965-92D05E9B0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56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C89BD-16C9-F39A-CAAD-9AE3058A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34158-27C8-637F-3380-46713F3D4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A526B-8105-8D5B-5621-F89DFA385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11F51-2699-5267-14B5-1B73AD1AA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21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33C3-51C1-F255-449C-4B9A7BE4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47991-A37C-A432-FBA1-347E3AF2B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B1BE4-C004-1A9E-1E14-BA0C08BE0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0DEF-1D82-F565-4A2E-A85A1FDC9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36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3EA7-39EC-9908-F135-038EB5BD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5C9E1-D553-6D78-7D13-56CA02FD3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CBFC9-25E1-6D31-3401-3BE1DE517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FC904-879B-21BD-9779-42602F1E5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836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7A59-844E-321B-7DCA-8E0BBA57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92C3C-7F2F-B2B0-0F77-E12706828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B5F9E-ABBF-B65A-271C-F346F4A0C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D8266-CFE0-939F-4D17-565F9821C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951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9857-B2FC-532A-4386-E9B2EB16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F718D-8EF5-BCB6-765F-78417AC35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E25B-BCF6-F77E-616C-8F5C290A6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89EA1-A7DC-BBDD-C6B7-270D35367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54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814BF-D871-8DA0-7CDE-3D112410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04DB6-423E-27F6-788B-CBB38AF2F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C987F-7766-CFA5-9EE6-714F9C8B5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6F6F1-B09B-A79B-DECB-8DF1BB3F0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673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F63A-1D5C-768B-7BC4-C6FF49F6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4062A-6275-16CA-0BF4-025F3FEA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F2C5F-1CF3-BAC5-AFBD-2E066DEC6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27DC-3594-2451-5B0A-41B184A27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287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ABA74-101F-BCA3-5D73-9C4D1B55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A5581-99AE-3839-9AE0-3538689E6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38D60-1DDB-47E4-0A7A-E0127BD1D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AC915-8499-600B-A222-04EE24BD7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069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7DDA-12FE-828A-6A33-D634C330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0DAF9-3955-9C0F-BADA-83A42EBB6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6ED15-E70C-A384-9934-2C5C812DC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7FF9B-C142-37F4-074D-C47A73E2E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19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BA7A-D7A3-EDF0-93AC-778956DB4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0CBBE-073F-8028-2C51-30D496C1A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C4460-E575-3200-D54A-0A81FFDE9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CA58D-5314-DF10-CE01-479D3B047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824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34A5-589C-03EE-9F74-CC74566F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F2C62-E6F8-FA05-B6E5-682F26C69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5C08F-2356-00FE-3C17-4D91BD6D1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0E9EB-C2F5-7221-362E-B5EE9AFAE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481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7AD2-F9AD-3925-B8B0-799753EC7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3BFB0-B942-3070-79B2-DC02856D3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7809E-4BFA-501F-39DB-6A28C7008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DEAA7-3A9B-357D-B82E-0F526A0A0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376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9D48-5C3E-4776-785C-1A0E7F898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45145-8CE7-9DB0-A958-20802A932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3C1EC-0E21-4F08-5CCE-45DDBD7B3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16E7A-26F0-8342-7137-8E658000A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906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5E72-0A17-4F52-912F-CD021EB2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85E1A-277F-32B9-E92D-7DB458CE3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31959-802B-AE37-DAC8-BBEED91EE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F168F-FCFC-0AB4-BC34-A8F4539C5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699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28E8-A938-797B-126B-5D40CD1FC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A535C-D4F8-EB8A-8258-0FEC3DA76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5938E-5D21-A8DC-C973-FBF7B7983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A3564-46CE-EC5B-F8A3-48276A4DF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908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8E1C-0D4B-F36F-5CAA-31F86CE8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109A7-8362-462B-BAF1-22D5D8963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7670E-EE5A-6500-019D-D540FB23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5D73F-EEBB-DE34-3F02-B6BCE3671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344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CCD4-768B-3BC6-248F-4DA12CE9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40BC0-0215-A425-B994-8EF56AB9F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7A746-D1EA-2927-9994-543DBD0E6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E7167-B13A-D5DF-14B3-74C97385B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596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0CE8-0720-892A-CC45-151B7E56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DE571-6289-DDD9-CA0B-E24AF3017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C7FAC-D1FE-DCC0-8764-B79B7577E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428AE-F978-362C-758B-C843BBE53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139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E704A-B305-77D8-E533-5AD9CBD2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0CB11-FE21-F923-BD91-679E9A4E1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72AB0-AB9A-6487-5A93-93591A0F1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5B604-2B75-1C24-CA76-F855A849B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061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B07C2-AEE2-E7C8-9C71-6005AF69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03BAF-6C2A-43B1-8696-5433A4915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C5D93-21CA-33B7-8A85-F7C5C9EA1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711CC-84C2-C01C-5F0D-D6AA7549C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637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70AA-38E7-5A9F-7702-4F82AD4E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7A9AC-6F32-3FC0-0902-8965A10D2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588EC-21E2-4E1F-5CE5-83E637FD9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04459-B1E5-3D24-61B3-357E971DC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571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9207-6468-C898-5063-9CA39546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83523-3171-CB20-8E6A-485320E9A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A12B1-EE4E-5824-03AB-34A3406EE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F4095-161C-5CD9-3AC8-FE84A44B6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69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C52A9-A200-DBCE-020F-CCF40CD6A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14667-85D3-EF5D-8E5C-BF4BCAF97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3D79E-452A-4332-A2B3-B9C1DBE5F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E402-46DA-3783-AD70-1C506BC78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42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A813-FD38-B6C4-2D04-3F14A1E5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363E2-F174-D2D8-C3AA-9D1BD984D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AAC1E-4FCB-F355-5127-A7BA5782C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71F7D-35DA-6C2D-3B00-CD7622299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773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7F289-90AE-BBC1-9690-06079680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E0CCE-9156-54A0-6616-3B8CC474D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733AD-E9B4-2AD5-CD7C-839A4416D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B6A8A-93D5-1035-4D34-0EB333E55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726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03B8-D1C8-C139-5108-365C3528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A132F-C062-6669-251A-FD12214F2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112E4-1ADF-63AB-44AF-65133FA8F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F0F8B-D00A-E675-B253-E98C5E89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100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B399-18D5-E467-8470-47DE93C18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53B95-6108-469F-121F-D957261CD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ECA7A-B826-A8B6-DEE3-CB15E5A8F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80C5-DBFA-8106-86B1-EA40617AF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209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01C9-4013-4BD8-9238-5E86131A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88D79-9E64-44AB-A13E-7B0C3DA11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6B9FA-6E14-877A-19D7-F85B776D2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170D9-8D6B-DD5D-DE2D-F3E39109F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823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0AB5-81B3-89A5-3B12-7D821145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E6FBF-0FCA-B6EC-0387-6942D519D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55D3B-EE7A-896D-CFB5-3C9E5B48B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849B2-F599-6335-BD49-E4DEA0680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802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BECAD-0647-3EAF-8F22-F1F35875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E50CC-26CE-907B-B583-673177AB4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88872-DB67-B063-C7AD-4F0733023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692B1-7165-1910-2079-15EF12D60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596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7B5F2-3680-FD21-F9E0-EA12C802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1B49B-CC48-8BBD-5BB8-02EE1E39C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A137A-5082-EC16-60B1-919313D08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0B67E-A273-C651-71FB-57549C4FD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010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F612-9655-AAF5-457A-68B3B46F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0E85D-0943-47A1-5F07-BF99E8F0D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AAE75-C8EE-3533-423B-078C696C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B1CE0-7B07-1D0C-341F-A39D74389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17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1FB2-8459-38F4-A263-5236BE1B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E625D-4F21-5BDD-ECAC-48F55222A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708A0-9135-6092-F97E-0F0AF379B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AEAE0-891F-A5FF-086E-22E306E42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594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5F77-1B88-95A9-A9C8-3332C702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3F63A-C4FF-223A-ED5C-90282C68A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3181E-811B-C71A-D8B4-E500EFB63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F74AB-2F96-5B54-E0E1-04E3C394D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018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0792-5054-74D4-B2AF-F8140AF3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22D71-BBA1-687D-09FF-ADC6BDA60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DDFE5-58A2-DD44-52C5-04F447466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C3996-DE4F-A11E-1AB4-1D4C7D303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43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04EC-4039-EE61-22A8-6D2A6F4F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51E24-56B7-4541-0A09-C37A5DA4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872EA-3438-0033-865F-05C1194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0BD8-7E5B-704A-4071-33C00AA3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DC6-5A1B-BFED-EBF3-B335E05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8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70E-8E44-36F4-37ED-431B281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6-CA29-F128-7CC1-3A0A673D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7F8-F9E1-82CA-DFEC-166DB7B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E926-1EE2-DE5C-6D28-BA299A6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316F-B378-E9D4-7191-BC035958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CF00-1773-D9D0-D89D-9CC8CD3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22F-6802-CFC3-557E-06678C0B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D49A-3533-E2CD-3ABE-44B270F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5B51-75E5-71B9-3E83-A5A00E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D20B-CAC1-3175-A7E8-E08F377D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3D7-DD23-31E1-B522-0DC6FD4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1D0-C293-6754-4D4D-CB81BCA2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468F-6878-6C6F-B64A-25A19B0B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BDB8-2080-3AF8-076D-2B83A336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4BCD-D9AF-875A-7912-E24349A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97F9-DE86-BB0E-F897-65514D93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D9D-F6D3-8600-2320-7DCF0653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E576-DC50-1D1F-3A7A-8F8DE2B2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3E3E-AE21-D330-BC12-FD1B16D0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C5C1-7F23-0CBC-66C0-C1B77793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16BF-0364-1C1D-90CD-E6A6E38E3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D3B1-60DF-8C79-8083-9238A4E2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C7BC3-826E-32E3-133C-604129CE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6593C-5BE3-3ACA-DD28-394B67D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1D0-5F64-A22A-62E6-241E9C5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576BA-A2E5-5357-BD25-5F5E95C1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E412-EA4F-785A-BF7D-7AB5944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85CB2-8076-D766-667B-C1A69887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0FF35-4FC6-CD03-CC73-04586439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E7138-94B5-28C7-C296-3CC2EBD7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F9C5-8E7D-637D-8EFB-8109BE6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6C3-A19E-3B0B-B7E8-F0FFE49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DE83-7AF7-A694-5A10-EF123045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7F8A-F8A3-F430-645D-A5B8340B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0DE6-0DFE-A56A-F072-016606A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E462-6AE0-ABB1-5BD7-7E27F05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CE51-A6D9-F91F-9DC6-A6576CC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A1DD-8DFF-A1F2-DDB7-DFC5D2E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F256B-AEDF-3A35-DB89-8BD356F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55A2-1C69-CC0C-828A-BA42C4A19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47F5C-BDD1-3E3D-696A-02108852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F22-33CD-9325-1E40-5A01568F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77DC3-0FC6-7B35-0A5E-453D20B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58F-5DF7-6E63-DF5B-ED4D5C94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61EE-032E-B93D-DC52-2B54514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DD7B-8069-2771-424E-DEF26EED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3AA03-1EA5-2A37-AF8E-F6A54613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58BA-D1AA-83FC-2E35-DE0982A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E225-9FE6-BAD6-AF40-76952706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93AF-0288-E974-71C8-E68A85EE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9E-B004-4DC3-50A6-329586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770-04B3-83C4-7701-597DA5F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6224-0840-70C3-49FC-1CECE4DB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D323D-2A70-ECAF-D2BF-74EEFD47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FCC5-C095-6B99-0821-B7D14D5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D852-4D9D-FF3A-3065-556D2CE7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0401-5E56-943E-685A-F129C079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E51E-4649-C770-FA47-435DBEF2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267765" y="1727721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1BD6A8-FACC-EEF8-22CF-8E816F8F1F9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70F94D-19F1-127E-C4F8-D0E1026C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C437DA-622A-826D-F8C0-88E26BC2694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85DC9D-2E5F-30EF-3BC2-5C8CCFC8CE4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0079F11-6302-EFE6-90A8-029433B98C7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64F573-D02B-0468-E51F-462A9CDA8A5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F2F08B0-2010-1E66-5342-26E129086E68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#6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9ED1D0B8-4FDE-EB84-4974-A71B32754701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Next &amp; TS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1461707" y="3117757"/>
            <a:ext cx="6116776" cy="2336941"/>
            <a:chOff x="1683994" y="2800549"/>
            <a:chExt cx="6116776" cy="233694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683994" y="2800549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3399802" y="4320075"/>
              <a:ext cx="3010003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#6 – </a:t>
              </a:r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Next &amp; TS 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AB6217C-5164-D27B-CE4D-D63CBE7EA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" t="8416" r="8791" b="8640"/>
          <a:stretch>
            <a:fillRect/>
          </a:stretch>
        </p:blipFill>
        <p:spPr>
          <a:xfrm>
            <a:off x="3452656" y="1635632"/>
            <a:ext cx="1282860" cy="1281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34EF70-3CBC-A0DD-953D-BA7CAC67DA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t="11348" r="11171" b="12755"/>
          <a:stretch>
            <a:fillRect/>
          </a:stretch>
        </p:blipFill>
        <p:spPr>
          <a:xfrm>
            <a:off x="4955540" y="1732748"/>
            <a:ext cx="1048512" cy="103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7DECD-FADC-CCEB-0C44-12CBBBF7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3A68479-AC52-9505-3A03-A94DED512DF7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3E033F-E287-A460-75D5-ADA55B767C8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4D8CFE3-DC4C-823B-48B0-C205A4C7310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18B2618-566C-5FA1-7B44-3A5D8CC07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1044E8-0CB6-EFEB-0D22-350997E6AAA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C169F98-C416-0C2F-CCFE-365551A19C7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34E4FBF-3EE1-44B4-26D1-33E9ED76063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EAC86C6-9524-0C9F-DF6B-BBA54A6B04A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7E9B75D-41F2-85F2-EF28-31ADBA9081E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BA016D2-BC61-39C3-FFB8-2747641E925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D5644C1-94E5-C580-95A4-0F522E0CB8B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7662CF5-1726-1A8C-A9B4-4AE011FC91F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696B179-F35D-B22F-2F71-A0797AB74EE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DB494F6-B4D8-0467-EB68-75F7103C017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A2E1726-CA3A-4215-FB19-459AA326B14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B4DC73-4DB0-CE89-0DBA-693FEE006AD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C354560-8018-0ED9-5259-6597AC2FB98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23269FB-3016-1C9F-C710-59BD0260A30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4834833-E6A1-0499-0DCD-F26934F1E9DA}"/>
              </a:ext>
            </a:extLst>
          </p:cNvPr>
          <p:cNvSpPr/>
          <p:nvPr/>
        </p:nvSpPr>
        <p:spPr>
          <a:xfrm>
            <a:off x="293287" y="1113424"/>
            <a:ext cx="7503693" cy="12141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Next is a react framework for building full-stack web applications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D02AC-DFA3-ECAD-AAA2-115F15C17E69}"/>
              </a:ext>
            </a:extLst>
          </p:cNvPr>
          <p:cNvSpPr/>
          <p:nvPr/>
        </p:nvSpPr>
        <p:spPr>
          <a:xfrm>
            <a:off x="293287" y="2484322"/>
            <a:ext cx="5212778" cy="6516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Next refines React for real-world needs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07FFB-2213-BC0B-D1C0-2238A6D86A1E}"/>
              </a:ext>
            </a:extLst>
          </p:cNvPr>
          <p:cNvSpPr/>
          <p:nvPr/>
        </p:nvSpPr>
        <p:spPr>
          <a:xfrm>
            <a:off x="293287" y="4715276"/>
            <a:ext cx="4032907" cy="6516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Next has Routing by default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05F66F-887F-5BE5-EE54-B82DBB34F7E6}"/>
              </a:ext>
            </a:extLst>
          </p:cNvPr>
          <p:cNvSpPr/>
          <p:nvPr/>
        </p:nvSpPr>
        <p:spPr>
          <a:xfrm>
            <a:off x="293287" y="4063667"/>
            <a:ext cx="7061241" cy="6516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Next can build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fullstack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( Frontend Web &amp; Backend 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242716-386E-31ED-AAB4-59EFBB972946}"/>
              </a:ext>
            </a:extLst>
          </p:cNvPr>
          <p:cNvSpPr/>
          <p:nvPr/>
        </p:nvSpPr>
        <p:spPr>
          <a:xfrm>
            <a:off x="293287" y="5366885"/>
            <a:ext cx="2917273" cy="6516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Image Optimizations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F33A4-9A61-1170-4CC3-3ABA09AC2901}"/>
              </a:ext>
            </a:extLst>
          </p:cNvPr>
          <p:cNvSpPr/>
          <p:nvPr/>
        </p:nvSpPr>
        <p:spPr>
          <a:xfrm>
            <a:off x="293287" y="3412058"/>
            <a:ext cx="1800985" cy="6516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Why Next ?</a:t>
            </a:r>
          </a:p>
        </p:txBody>
      </p:sp>
    </p:spTree>
    <p:extLst>
      <p:ext uri="{BB962C8B-B14F-4D97-AF65-F5344CB8AC3E}">
        <p14:creationId xmlns:p14="http://schemas.microsoft.com/office/powerpoint/2010/main" val="329410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6C9BB-140A-19DF-C909-8386F765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8A83A48-D2D4-2691-071D-9562BECA598F}"/>
              </a:ext>
            </a:extLst>
          </p:cNvPr>
          <p:cNvGrpSpPr/>
          <p:nvPr/>
        </p:nvGrpSpPr>
        <p:grpSpPr>
          <a:xfrm>
            <a:off x="81025" y="137648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7E6B43-D189-BF64-2A4C-04D8E52E384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7F72A2A-BE8F-D645-B78B-C06B1A3B976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16B8B5D-EC57-F39E-56C9-64E4519DA7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0D979E9-481A-4FB0-95E3-DCCC8540222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EE0F90B-20E5-08C4-4F98-20D979A6266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C9590AD-A096-A44F-90D6-D7A18795679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C1EFD70-090F-612B-8DBE-96C394D23B2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5F7FF94-250D-6B0D-8243-F1C9D2713F8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7DF9928-2A06-96C4-64B7-01336AEE5B7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CF3DB58-0FC2-D5FA-2CF7-98FF23C21BC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CAC16F8-45A8-86A3-C507-5E50C9B4E00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56AC7E1-931A-31E1-A65E-4C4BEADAB49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B7548CA-6D9A-DF20-94EE-6B68EEEB752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35F048-45AF-14F1-051E-59DE5642A61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874BFC0-94E8-38FE-3DE2-60887C60E54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7D7AA2C-A7EF-005C-5D6F-42791A28958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86B9D16-9B57-F468-1467-5D17B3F9215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7717F70-8226-73B6-E5DC-6565D9EC3232}"/>
              </a:ext>
            </a:extLst>
          </p:cNvPr>
          <p:cNvSpPr/>
          <p:nvPr/>
        </p:nvSpPr>
        <p:spPr>
          <a:xfrm>
            <a:off x="4387704" y="1574646"/>
            <a:ext cx="82635" cy="46457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A68EDD-4AF5-6273-EB25-92FF26B801E3}"/>
              </a:ext>
            </a:extLst>
          </p:cNvPr>
          <p:cNvGrpSpPr/>
          <p:nvPr/>
        </p:nvGrpSpPr>
        <p:grpSpPr>
          <a:xfrm>
            <a:off x="1321089" y="2852057"/>
            <a:ext cx="1782718" cy="2360023"/>
            <a:chOff x="1270779" y="2839117"/>
            <a:chExt cx="1782718" cy="2592948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A368A851-DFCE-6701-DEA7-E84A5AA807B9}"/>
                </a:ext>
              </a:extLst>
            </p:cNvPr>
            <p:cNvSpPr/>
            <p:nvPr/>
          </p:nvSpPr>
          <p:spPr>
            <a:xfrm>
              <a:off x="1270779" y="2839117"/>
              <a:ext cx="1782718" cy="117651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A0C66EC-6A67-46FD-E567-9C4704A68F35}"/>
                </a:ext>
              </a:extLst>
            </p:cNvPr>
            <p:cNvSpPr/>
            <p:nvPr/>
          </p:nvSpPr>
          <p:spPr>
            <a:xfrm>
              <a:off x="1527958" y="4015630"/>
              <a:ext cx="1268361" cy="14164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35095AB8-A03E-687B-3157-F77B102D7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" t="8416" r="8791" b="8640"/>
          <a:stretch>
            <a:fillRect/>
          </a:stretch>
        </p:blipFill>
        <p:spPr>
          <a:xfrm>
            <a:off x="6425669" y="1263436"/>
            <a:ext cx="1080000" cy="107855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1794CEC-B1C3-BF27-4D85-0A405F2AB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136" y="1165113"/>
            <a:ext cx="1440000" cy="1440000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9DF8FF00-7D35-304B-8805-1D30C3020F2A}"/>
              </a:ext>
            </a:extLst>
          </p:cNvPr>
          <p:cNvGrpSpPr/>
          <p:nvPr/>
        </p:nvGrpSpPr>
        <p:grpSpPr>
          <a:xfrm>
            <a:off x="5736255" y="2968513"/>
            <a:ext cx="2024367" cy="2360036"/>
            <a:chOff x="6085386" y="2836330"/>
            <a:chExt cx="2024367" cy="2360036"/>
          </a:xfrm>
        </p:grpSpPr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63C02177-D694-8F69-256B-C3C1DA9BF71E}"/>
                </a:ext>
              </a:extLst>
            </p:cNvPr>
            <p:cNvSpPr/>
            <p:nvPr/>
          </p:nvSpPr>
          <p:spPr>
            <a:xfrm>
              <a:off x="6193783" y="3333343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lowchart: Process 37">
              <a:extLst>
                <a:ext uri="{FF2B5EF4-FFF2-40B4-BE49-F238E27FC236}">
                  <a16:creationId xmlns:a16="http://schemas.microsoft.com/office/drawing/2014/main" id="{1BCE8DB9-4E20-29C2-B449-F16FA10456C7}"/>
                </a:ext>
              </a:extLst>
            </p:cNvPr>
            <p:cNvSpPr/>
            <p:nvPr/>
          </p:nvSpPr>
          <p:spPr>
            <a:xfrm>
              <a:off x="6193783" y="3962905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lowchart: Manual Operation 32">
              <a:extLst>
                <a:ext uri="{FF2B5EF4-FFF2-40B4-BE49-F238E27FC236}">
                  <a16:creationId xmlns:a16="http://schemas.microsoft.com/office/drawing/2014/main" id="{02E7A16E-A339-B1B9-E911-782726C13C56}"/>
                </a:ext>
              </a:extLst>
            </p:cNvPr>
            <p:cNvSpPr/>
            <p:nvPr/>
          </p:nvSpPr>
          <p:spPr>
            <a:xfrm flipV="1">
              <a:off x="6085386" y="2836330"/>
              <a:ext cx="2024367" cy="735426"/>
            </a:xfrm>
            <a:prstGeom prst="flowChartManualOperation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lowchart: Process 38">
              <a:extLst>
                <a:ext uri="{FF2B5EF4-FFF2-40B4-BE49-F238E27FC236}">
                  <a16:creationId xmlns:a16="http://schemas.microsoft.com/office/drawing/2014/main" id="{F0BD0508-B7EA-273E-4845-170D28F7CA04}"/>
                </a:ext>
              </a:extLst>
            </p:cNvPr>
            <p:cNvSpPr/>
            <p:nvPr/>
          </p:nvSpPr>
          <p:spPr>
            <a:xfrm>
              <a:off x="6193783" y="4583718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2B7B14A-0186-15F2-0737-5522EBD22CDD}"/>
                </a:ext>
              </a:extLst>
            </p:cNvPr>
            <p:cNvSpPr/>
            <p:nvPr/>
          </p:nvSpPr>
          <p:spPr>
            <a:xfrm>
              <a:off x="6923998" y="4700175"/>
              <a:ext cx="471645" cy="483999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1ABFF8E-FA3C-778F-EC32-31F80E126E9D}"/>
                </a:ext>
              </a:extLst>
            </p:cNvPr>
            <p:cNvGrpSpPr/>
            <p:nvPr/>
          </p:nvGrpSpPr>
          <p:grpSpPr>
            <a:xfrm>
              <a:off x="6507536" y="4028571"/>
              <a:ext cx="314212" cy="395553"/>
              <a:chOff x="6507536" y="4028571"/>
              <a:chExt cx="314212" cy="395553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13B9B-7A05-BB6D-5E7A-0345CEE772F2}"/>
                  </a:ext>
                </a:extLst>
              </p:cNvPr>
              <p:cNvSpPr/>
              <p:nvPr/>
            </p:nvSpPr>
            <p:spPr>
              <a:xfrm>
                <a:off x="6507536" y="4028571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3D232F5-DF03-639F-9D83-D30849921E6B}"/>
                  </a:ext>
                </a:extLst>
              </p:cNvPr>
              <p:cNvSpPr/>
              <p:nvPr/>
            </p:nvSpPr>
            <p:spPr>
              <a:xfrm>
                <a:off x="6694263" y="403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2014AC0-174E-65A8-FA42-46CA7624FC8E}"/>
                  </a:ext>
                </a:extLst>
              </p:cNvPr>
              <p:cNvSpPr/>
              <p:nvPr/>
            </p:nvSpPr>
            <p:spPr>
              <a:xfrm>
                <a:off x="6507536" y="4252753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0536DA8-AE13-EEDA-E96F-7989350AA6C1}"/>
                  </a:ext>
                </a:extLst>
              </p:cNvPr>
              <p:cNvSpPr/>
              <p:nvPr/>
            </p:nvSpPr>
            <p:spPr>
              <a:xfrm>
                <a:off x="6691991" y="426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C74E4C7-B8AC-425A-A7A0-CD8C2FF59BED}"/>
                </a:ext>
              </a:extLst>
            </p:cNvPr>
            <p:cNvGrpSpPr/>
            <p:nvPr/>
          </p:nvGrpSpPr>
          <p:grpSpPr>
            <a:xfrm>
              <a:off x="7400061" y="4049481"/>
              <a:ext cx="314212" cy="395553"/>
              <a:chOff x="6192576" y="4028571"/>
              <a:chExt cx="314212" cy="39555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BE7739E-F19F-51AF-5EB5-A595A86A70B8}"/>
                  </a:ext>
                </a:extLst>
              </p:cNvPr>
              <p:cNvSpPr/>
              <p:nvPr/>
            </p:nvSpPr>
            <p:spPr>
              <a:xfrm>
                <a:off x="6192576" y="4028571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C7EB0AA-1DC8-D012-53F6-77AA5D4DACFE}"/>
                  </a:ext>
                </a:extLst>
              </p:cNvPr>
              <p:cNvSpPr/>
              <p:nvPr/>
            </p:nvSpPr>
            <p:spPr>
              <a:xfrm>
                <a:off x="6379303" y="403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B77F4D0-FF5C-E329-404C-DC6B37F9530C}"/>
                  </a:ext>
                </a:extLst>
              </p:cNvPr>
              <p:cNvSpPr/>
              <p:nvPr/>
            </p:nvSpPr>
            <p:spPr>
              <a:xfrm>
                <a:off x="6192576" y="4252753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C79DB13-B22D-A153-5DC1-6ED64910592F}"/>
                  </a:ext>
                </a:extLst>
              </p:cNvPr>
              <p:cNvSpPr/>
              <p:nvPr/>
            </p:nvSpPr>
            <p:spPr>
              <a:xfrm>
                <a:off x="6377031" y="426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3010EB1-5BC5-769C-A49F-78EE5C201062}"/>
              </a:ext>
            </a:extLst>
          </p:cNvPr>
          <p:cNvGrpSpPr/>
          <p:nvPr/>
        </p:nvGrpSpPr>
        <p:grpSpPr>
          <a:xfrm>
            <a:off x="5067931" y="3623656"/>
            <a:ext cx="1044063" cy="1705851"/>
            <a:chOff x="6085386" y="2836330"/>
            <a:chExt cx="2024367" cy="2347844"/>
          </a:xfrm>
        </p:grpSpPr>
        <p:sp>
          <p:nvSpPr>
            <p:cNvPr id="91" name="Flowchart: Process 90">
              <a:extLst>
                <a:ext uri="{FF2B5EF4-FFF2-40B4-BE49-F238E27FC236}">
                  <a16:creationId xmlns:a16="http://schemas.microsoft.com/office/drawing/2014/main" id="{88F7997C-FBEA-FE93-3628-C02BF4C36FFE}"/>
                </a:ext>
              </a:extLst>
            </p:cNvPr>
            <p:cNvSpPr/>
            <p:nvPr/>
          </p:nvSpPr>
          <p:spPr>
            <a:xfrm>
              <a:off x="6193783" y="3333343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lowchart: Process 91">
              <a:extLst>
                <a:ext uri="{FF2B5EF4-FFF2-40B4-BE49-F238E27FC236}">
                  <a16:creationId xmlns:a16="http://schemas.microsoft.com/office/drawing/2014/main" id="{FF05CA5D-7EFA-5DFF-65FC-2181F2733D05}"/>
                </a:ext>
              </a:extLst>
            </p:cNvPr>
            <p:cNvSpPr/>
            <p:nvPr/>
          </p:nvSpPr>
          <p:spPr>
            <a:xfrm>
              <a:off x="6193783" y="3952745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lowchart: Manual Operation 92">
              <a:extLst>
                <a:ext uri="{FF2B5EF4-FFF2-40B4-BE49-F238E27FC236}">
                  <a16:creationId xmlns:a16="http://schemas.microsoft.com/office/drawing/2014/main" id="{5143D75A-322F-B6DF-CCA2-042682D774AC}"/>
                </a:ext>
              </a:extLst>
            </p:cNvPr>
            <p:cNvSpPr/>
            <p:nvPr/>
          </p:nvSpPr>
          <p:spPr>
            <a:xfrm flipV="1">
              <a:off x="6085386" y="2836330"/>
              <a:ext cx="2024367" cy="735426"/>
            </a:xfrm>
            <a:prstGeom prst="flowChartManualOperation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Flowchart: Process 93">
              <a:extLst>
                <a:ext uri="{FF2B5EF4-FFF2-40B4-BE49-F238E27FC236}">
                  <a16:creationId xmlns:a16="http://schemas.microsoft.com/office/drawing/2014/main" id="{560D7D0E-1DC6-EC8E-4792-09B93A624315}"/>
                </a:ext>
              </a:extLst>
            </p:cNvPr>
            <p:cNvSpPr/>
            <p:nvPr/>
          </p:nvSpPr>
          <p:spPr>
            <a:xfrm>
              <a:off x="6193784" y="4569734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59A0FE5-102A-F9A9-169B-E4F21F7E30CA}"/>
                </a:ext>
              </a:extLst>
            </p:cNvPr>
            <p:cNvSpPr/>
            <p:nvPr/>
          </p:nvSpPr>
          <p:spPr>
            <a:xfrm>
              <a:off x="6923998" y="4700175"/>
              <a:ext cx="471645" cy="483999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9984E81-6A00-2C61-5FC9-E3B88A55B6AF}"/>
                </a:ext>
              </a:extLst>
            </p:cNvPr>
            <p:cNvGrpSpPr/>
            <p:nvPr/>
          </p:nvGrpSpPr>
          <p:grpSpPr>
            <a:xfrm>
              <a:off x="6314496" y="4028571"/>
              <a:ext cx="314212" cy="395553"/>
              <a:chOff x="6314496" y="4028571"/>
              <a:chExt cx="314212" cy="395553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626A7C4-83B4-B49E-51A3-B4F89D5BBF8C}"/>
                  </a:ext>
                </a:extLst>
              </p:cNvPr>
              <p:cNvSpPr/>
              <p:nvPr/>
            </p:nvSpPr>
            <p:spPr>
              <a:xfrm>
                <a:off x="6314496" y="4028571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9570201F-9CFD-41D4-DBC4-10A781732D88}"/>
                  </a:ext>
                </a:extLst>
              </p:cNvPr>
              <p:cNvSpPr/>
              <p:nvPr/>
            </p:nvSpPr>
            <p:spPr>
              <a:xfrm>
                <a:off x="6501223" y="403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460964C6-D07E-ECAC-E6B7-2004D3A469E9}"/>
                  </a:ext>
                </a:extLst>
              </p:cNvPr>
              <p:cNvSpPr/>
              <p:nvPr/>
            </p:nvSpPr>
            <p:spPr>
              <a:xfrm>
                <a:off x="6314496" y="4252753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911F270-FBCE-D6F2-4082-45EC836EE5FB}"/>
                  </a:ext>
                </a:extLst>
              </p:cNvPr>
              <p:cNvSpPr/>
              <p:nvPr/>
            </p:nvSpPr>
            <p:spPr>
              <a:xfrm>
                <a:off x="6498951" y="426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444E34D4-F16B-D681-0CCE-46FBBDF3E432}"/>
                </a:ext>
              </a:extLst>
            </p:cNvPr>
            <p:cNvGrpSpPr/>
            <p:nvPr/>
          </p:nvGrpSpPr>
          <p:grpSpPr>
            <a:xfrm>
              <a:off x="7521981" y="4049481"/>
              <a:ext cx="314212" cy="395553"/>
              <a:chOff x="6314496" y="4028571"/>
              <a:chExt cx="314212" cy="395553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2959A1A-4D5A-F1BA-D69E-3D126EEF0848}"/>
                  </a:ext>
                </a:extLst>
              </p:cNvPr>
              <p:cNvSpPr/>
              <p:nvPr/>
            </p:nvSpPr>
            <p:spPr>
              <a:xfrm>
                <a:off x="6314496" y="4028571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E980E56-223D-E8DB-2710-56C95FB7496C}"/>
                  </a:ext>
                </a:extLst>
              </p:cNvPr>
              <p:cNvSpPr/>
              <p:nvPr/>
            </p:nvSpPr>
            <p:spPr>
              <a:xfrm>
                <a:off x="6501223" y="403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97CFDA6-B67D-22F6-F544-A91C8D7DE87B}"/>
                  </a:ext>
                </a:extLst>
              </p:cNvPr>
              <p:cNvSpPr/>
              <p:nvPr/>
            </p:nvSpPr>
            <p:spPr>
              <a:xfrm>
                <a:off x="6314496" y="4252753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C099C1-4A20-8783-F514-9C6B8853A608}"/>
                  </a:ext>
                </a:extLst>
              </p:cNvPr>
              <p:cNvSpPr/>
              <p:nvPr/>
            </p:nvSpPr>
            <p:spPr>
              <a:xfrm>
                <a:off x="6498951" y="426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34FA22B-923F-02F1-8437-40517C05027E}"/>
              </a:ext>
            </a:extLst>
          </p:cNvPr>
          <p:cNvGrpSpPr/>
          <p:nvPr/>
        </p:nvGrpSpPr>
        <p:grpSpPr>
          <a:xfrm>
            <a:off x="7421423" y="3618922"/>
            <a:ext cx="1044063" cy="1714709"/>
            <a:chOff x="6085386" y="2836330"/>
            <a:chExt cx="2024367" cy="2360036"/>
          </a:xfrm>
        </p:grpSpPr>
        <p:sp>
          <p:nvSpPr>
            <p:cNvPr id="107" name="Flowchart: Process 106">
              <a:extLst>
                <a:ext uri="{FF2B5EF4-FFF2-40B4-BE49-F238E27FC236}">
                  <a16:creationId xmlns:a16="http://schemas.microsoft.com/office/drawing/2014/main" id="{2852151A-D70E-B7C8-4911-80FA7CE436A4}"/>
                </a:ext>
              </a:extLst>
            </p:cNvPr>
            <p:cNvSpPr/>
            <p:nvPr/>
          </p:nvSpPr>
          <p:spPr>
            <a:xfrm>
              <a:off x="6193783" y="3333343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Flowchart: Process 107">
              <a:extLst>
                <a:ext uri="{FF2B5EF4-FFF2-40B4-BE49-F238E27FC236}">
                  <a16:creationId xmlns:a16="http://schemas.microsoft.com/office/drawing/2014/main" id="{E24D3ACD-B6EB-D63F-39D5-3699755FEF23}"/>
                </a:ext>
              </a:extLst>
            </p:cNvPr>
            <p:cNvSpPr/>
            <p:nvPr/>
          </p:nvSpPr>
          <p:spPr>
            <a:xfrm>
              <a:off x="6193783" y="3952745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lowchart: Manual Operation 108">
              <a:extLst>
                <a:ext uri="{FF2B5EF4-FFF2-40B4-BE49-F238E27FC236}">
                  <a16:creationId xmlns:a16="http://schemas.microsoft.com/office/drawing/2014/main" id="{623A2EC1-189D-F049-32AA-6A8D86629503}"/>
                </a:ext>
              </a:extLst>
            </p:cNvPr>
            <p:cNvSpPr/>
            <p:nvPr/>
          </p:nvSpPr>
          <p:spPr>
            <a:xfrm flipV="1">
              <a:off x="6085386" y="2836330"/>
              <a:ext cx="2024367" cy="735426"/>
            </a:xfrm>
            <a:prstGeom prst="flowChartManualOperation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Flowchart: Process 109">
              <a:extLst>
                <a:ext uri="{FF2B5EF4-FFF2-40B4-BE49-F238E27FC236}">
                  <a16:creationId xmlns:a16="http://schemas.microsoft.com/office/drawing/2014/main" id="{D3936896-CA1D-E477-D2DA-71C6B2830B4A}"/>
                </a:ext>
              </a:extLst>
            </p:cNvPr>
            <p:cNvSpPr/>
            <p:nvPr/>
          </p:nvSpPr>
          <p:spPr>
            <a:xfrm>
              <a:off x="6193783" y="4583718"/>
              <a:ext cx="1797964" cy="61264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417D884-AC0F-6C24-AECB-86A70C63E5BC}"/>
                </a:ext>
              </a:extLst>
            </p:cNvPr>
            <p:cNvSpPr/>
            <p:nvPr/>
          </p:nvSpPr>
          <p:spPr>
            <a:xfrm>
              <a:off x="6923998" y="4700175"/>
              <a:ext cx="471645" cy="483999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8A39383B-951E-04CA-ADC7-CD2CDF79B298}"/>
                </a:ext>
              </a:extLst>
            </p:cNvPr>
            <p:cNvGrpSpPr/>
            <p:nvPr/>
          </p:nvGrpSpPr>
          <p:grpSpPr>
            <a:xfrm>
              <a:off x="6314496" y="4028571"/>
              <a:ext cx="314212" cy="395553"/>
              <a:chOff x="6314496" y="4028571"/>
              <a:chExt cx="314212" cy="395553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E23FEC43-C840-49D3-A09B-30234D2030AC}"/>
                  </a:ext>
                </a:extLst>
              </p:cNvPr>
              <p:cNvSpPr/>
              <p:nvPr/>
            </p:nvSpPr>
            <p:spPr>
              <a:xfrm>
                <a:off x="6314496" y="4028571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1DE546E-54D6-BE14-4550-E28A64E88428}"/>
                  </a:ext>
                </a:extLst>
              </p:cNvPr>
              <p:cNvSpPr/>
              <p:nvPr/>
            </p:nvSpPr>
            <p:spPr>
              <a:xfrm>
                <a:off x="6501223" y="403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38617107-60C5-C62E-F61B-CE9F9074B1A3}"/>
                  </a:ext>
                </a:extLst>
              </p:cNvPr>
              <p:cNvSpPr/>
              <p:nvPr/>
            </p:nvSpPr>
            <p:spPr>
              <a:xfrm>
                <a:off x="6314496" y="4252753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7FE1F230-ED06-F71A-1D1D-0F9D640C2D98}"/>
                  </a:ext>
                </a:extLst>
              </p:cNvPr>
              <p:cNvSpPr/>
              <p:nvPr/>
            </p:nvSpPr>
            <p:spPr>
              <a:xfrm>
                <a:off x="6498951" y="426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D2E8A195-D3E8-19D9-4FC1-CE988B2B28B4}"/>
                </a:ext>
              </a:extLst>
            </p:cNvPr>
            <p:cNvGrpSpPr/>
            <p:nvPr/>
          </p:nvGrpSpPr>
          <p:grpSpPr>
            <a:xfrm>
              <a:off x="7521981" y="4049481"/>
              <a:ext cx="314212" cy="395553"/>
              <a:chOff x="6314496" y="4028571"/>
              <a:chExt cx="314212" cy="395553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9D039A3F-7BF6-FF30-4DC3-09287F84420F}"/>
                  </a:ext>
                </a:extLst>
              </p:cNvPr>
              <p:cNvSpPr/>
              <p:nvPr/>
            </p:nvSpPr>
            <p:spPr>
              <a:xfrm>
                <a:off x="6314496" y="4028571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40807164-CA9A-97B3-220E-11E6ABB8A8E4}"/>
                  </a:ext>
                </a:extLst>
              </p:cNvPr>
              <p:cNvSpPr/>
              <p:nvPr/>
            </p:nvSpPr>
            <p:spPr>
              <a:xfrm>
                <a:off x="6501223" y="403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7195221-2F43-D83B-42B6-3F48449E902E}"/>
                  </a:ext>
                </a:extLst>
              </p:cNvPr>
              <p:cNvSpPr/>
              <p:nvPr/>
            </p:nvSpPr>
            <p:spPr>
              <a:xfrm>
                <a:off x="6314496" y="4252753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ED9EEA3-29B2-4B64-26BA-6940D8D5C526}"/>
                  </a:ext>
                </a:extLst>
              </p:cNvPr>
              <p:cNvSpPr/>
              <p:nvPr/>
            </p:nvSpPr>
            <p:spPr>
              <a:xfrm>
                <a:off x="6498951" y="4261694"/>
                <a:ext cx="127485" cy="1624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084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8B118-7BF6-E3E5-6841-9C54FDB2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9482D2C-9696-88AB-B82A-BB2CAAB25422}"/>
              </a:ext>
            </a:extLst>
          </p:cNvPr>
          <p:cNvGrpSpPr/>
          <p:nvPr/>
        </p:nvGrpSpPr>
        <p:grpSpPr>
          <a:xfrm>
            <a:off x="6933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9D2F652-AF55-B6FF-E3CF-F505E377FB2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8F0DB4C-527A-29C2-8CB6-239359E1607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CE41E94-08D9-49AD-5997-4264C9D47E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E57D142-EEB5-D00B-463D-75C5A80239F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73407CD-2289-1B95-B0CD-F7AD9E8E71D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36EF04C-515D-F3DE-6224-F77BB1D39F0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062E23D-1C17-BB27-0E59-443C0A4B4D4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DE8559C-4410-76AB-1AC2-8D3A990BEAC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EBC1A6B-5D37-B792-99AB-A3A19BAB7B0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9813584-DBB9-71EC-D1B6-4F491EC8C5F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378789B-567D-853B-D08A-4E1A128692B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CD8FE5E-2B8E-6193-A1F4-224136987B4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E2DB314-730F-9470-2F39-F5F5899778A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C32F54D-F7B5-5275-DA70-150E30436D7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C7BF984-EAD1-C07A-69BA-8B4B6A8B861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3FCE7CA-8AE6-B49E-C4FE-51B7B292D27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717EB6E-4D3C-6FB7-1D27-BA3D557A937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9D93147-7AB7-FBB0-F98C-BB6D96E6793D}"/>
              </a:ext>
            </a:extLst>
          </p:cNvPr>
          <p:cNvSpPr/>
          <p:nvPr/>
        </p:nvSpPr>
        <p:spPr>
          <a:xfrm flipH="1">
            <a:off x="4479211" y="1173590"/>
            <a:ext cx="57384" cy="5213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ED5DD7-0B8E-AEDC-CC16-B678C9E023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t="11348" r="11171" b="12755"/>
          <a:stretch>
            <a:fillRect/>
          </a:stretch>
        </p:blipFill>
        <p:spPr>
          <a:xfrm>
            <a:off x="6415961" y="1541251"/>
            <a:ext cx="872072" cy="86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143BC9-5C4C-57C7-267D-AEEEECAE1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127" y="1468530"/>
            <a:ext cx="936000" cy="93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8A12C0-4642-CD87-6BFA-D3064CD845D1}"/>
              </a:ext>
            </a:extLst>
          </p:cNvPr>
          <p:cNvSpPr/>
          <p:nvPr/>
        </p:nvSpPr>
        <p:spPr>
          <a:xfrm>
            <a:off x="241529" y="2487223"/>
            <a:ext cx="4085307" cy="2093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B8EA86-87A6-37CB-3932-A951F2CEC872}"/>
              </a:ext>
            </a:extLst>
          </p:cNvPr>
          <p:cNvSpPr/>
          <p:nvPr/>
        </p:nvSpPr>
        <p:spPr>
          <a:xfrm>
            <a:off x="4696056" y="2547967"/>
            <a:ext cx="4085307" cy="21917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5FAA1-6636-AE07-18F3-A3E0D1EE8E84}"/>
              </a:ext>
            </a:extLst>
          </p:cNvPr>
          <p:cNvSpPr txBox="1"/>
          <p:nvPr/>
        </p:nvSpPr>
        <p:spPr>
          <a:xfrm>
            <a:off x="323138" y="2580165"/>
            <a:ext cx="39004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add = (num, num1) =&gt; {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  return num + num1;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705BA-ED17-1CCA-F77E-19ADFD633488}"/>
              </a:ext>
            </a:extLst>
          </p:cNvPr>
          <p:cNvSpPr txBox="1"/>
          <p:nvPr/>
        </p:nvSpPr>
        <p:spPr>
          <a:xfrm>
            <a:off x="323138" y="3624614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add(1, “5”)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7E75B-C639-07B0-0A62-E59433C633D1}"/>
              </a:ext>
            </a:extLst>
          </p:cNvPr>
          <p:cNvSpPr txBox="1"/>
          <p:nvPr/>
        </p:nvSpPr>
        <p:spPr>
          <a:xfrm>
            <a:off x="363332" y="4012204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96C364-02B2-D60A-63D2-602DA8ECE57A}"/>
              </a:ext>
            </a:extLst>
          </p:cNvPr>
          <p:cNvSpPr txBox="1"/>
          <p:nvPr/>
        </p:nvSpPr>
        <p:spPr>
          <a:xfrm>
            <a:off x="4675970" y="2763663"/>
            <a:ext cx="4208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add = (num  ,num1  )  =&gt; {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  return num + num1;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CC806-36DB-D08A-B2F8-F69766D6765E}"/>
              </a:ext>
            </a:extLst>
          </p:cNvPr>
          <p:cNvSpPr txBox="1"/>
          <p:nvPr/>
        </p:nvSpPr>
        <p:spPr>
          <a:xfrm>
            <a:off x="7236778" y="1924086"/>
            <a:ext cx="1358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: number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43861D6-7C80-CDC0-CB3C-AACA17192629}"/>
              </a:ext>
            </a:extLst>
          </p:cNvPr>
          <p:cNvGrpSpPr/>
          <p:nvPr/>
        </p:nvGrpSpPr>
        <p:grpSpPr>
          <a:xfrm>
            <a:off x="6969002" y="2404530"/>
            <a:ext cx="939459" cy="810237"/>
            <a:chOff x="7136148" y="2335705"/>
            <a:chExt cx="939459" cy="810237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D651A7D-6371-82E6-8C47-FC7F6B58D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6148" y="2335705"/>
              <a:ext cx="939459" cy="6566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C79A7AF-DFC4-717E-1F55-02D44980563A}"/>
                </a:ext>
              </a:extLst>
            </p:cNvPr>
            <p:cNvSpPr/>
            <p:nvPr/>
          </p:nvSpPr>
          <p:spPr>
            <a:xfrm>
              <a:off x="7136148" y="2769338"/>
              <a:ext cx="112708" cy="3766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E07D00E-846E-76E8-7569-1F11BB26AF32}"/>
              </a:ext>
            </a:extLst>
          </p:cNvPr>
          <p:cNvGrpSpPr/>
          <p:nvPr/>
        </p:nvGrpSpPr>
        <p:grpSpPr>
          <a:xfrm>
            <a:off x="7859968" y="2385751"/>
            <a:ext cx="111857" cy="850020"/>
            <a:chOff x="8028012" y="2318427"/>
            <a:chExt cx="112709" cy="82751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B9A9B66-CFE8-D007-A93A-97BC0B043475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8084342" y="2318427"/>
              <a:ext cx="10329" cy="70042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0175D9B-850C-ABD1-B7B3-5F5230F26DC5}"/>
                </a:ext>
              </a:extLst>
            </p:cNvPr>
            <p:cNvSpPr/>
            <p:nvPr/>
          </p:nvSpPr>
          <p:spPr>
            <a:xfrm>
              <a:off x="8028012" y="2769338"/>
              <a:ext cx="112709" cy="3766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78FD7F4-D9D1-DB9D-640F-4D989248D67A}"/>
              </a:ext>
            </a:extLst>
          </p:cNvPr>
          <p:cNvGrpSpPr/>
          <p:nvPr/>
        </p:nvGrpSpPr>
        <p:grpSpPr>
          <a:xfrm>
            <a:off x="7918327" y="2359960"/>
            <a:ext cx="303426" cy="846059"/>
            <a:chOff x="8028043" y="2455522"/>
            <a:chExt cx="303426" cy="846059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AA3E84D-E895-015F-E501-B4F8C4516237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43" y="2455522"/>
              <a:ext cx="281168" cy="65064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E6AA141-8B78-1F25-E04F-ADC6067B0D01}"/>
                </a:ext>
              </a:extLst>
            </p:cNvPr>
            <p:cNvSpPr/>
            <p:nvPr/>
          </p:nvSpPr>
          <p:spPr>
            <a:xfrm>
              <a:off x="8218760" y="2924977"/>
              <a:ext cx="112709" cy="3766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D896460-5A0F-8553-4F3E-0C06E4050453}"/>
              </a:ext>
            </a:extLst>
          </p:cNvPr>
          <p:cNvSpPr txBox="1"/>
          <p:nvPr/>
        </p:nvSpPr>
        <p:spPr>
          <a:xfrm>
            <a:off x="4727245" y="3924992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add(1, “5”)</a:t>
            </a:r>
          </a:p>
        </p:txBody>
      </p:sp>
    </p:spTree>
    <p:extLst>
      <p:ext uri="{BB962C8B-B14F-4D97-AF65-F5344CB8AC3E}">
        <p14:creationId xmlns:p14="http://schemas.microsoft.com/office/powerpoint/2010/main" val="300364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26A16-DC07-83A6-4557-0C75D1829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26570E3B-0243-A4A0-994A-791D55BC8AE1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159392-5ED6-34CD-4216-00AE1E6A6DF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B2D9125-5261-3FD7-D044-019146841F2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27A0806-99F9-80E4-A267-EDD8CC4D06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B8813B8-6162-053F-573E-6ECC11D1920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7D1FC2C-8A1E-155E-1503-23039822FAF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DEE72D4-B950-2B40-DF52-F6362416802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F7CAA2A-CB8B-8181-1DAD-968583A1C1C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2333432-4B61-EDC8-12D1-1D0597D3358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1ABEC96-4C6B-0C39-CC79-5F0D62E9788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7BB7B60-1D3F-1FBF-61CC-0D32253CC65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3B282E5-C8C1-2CFB-6BEF-EF1688C1D35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161CFB1-E3C5-9833-77F7-29556FCFD50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B6CB080-A966-87CB-9E7F-681A487B90C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B37242F-9516-396C-FAC3-AB99FA80465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907149D-2DCD-7935-3A7C-3E41212E071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DF28B39-0CE6-FCA0-9B4C-D159B4ED4FA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11BE943-444E-7F86-F40E-8B2E9315778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53BF809-FE20-9933-D5A0-19824101A1A7}"/>
              </a:ext>
            </a:extLst>
          </p:cNvPr>
          <p:cNvSpPr/>
          <p:nvPr/>
        </p:nvSpPr>
        <p:spPr>
          <a:xfrm>
            <a:off x="263053" y="1006997"/>
            <a:ext cx="3278800" cy="798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Typescript with Next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C4877-A351-AD46-1DC4-25161C95DECA}"/>
              </a:ext>
            </a:extLst>
          </p:cNvPr>
          <p:cNvSpPr/>
          <p:nvPr/>
        </p:nvSpPr>
        <p:spPr>
          <a:xfrm>
            <a:off x="263051" y="1962408"/>
            <a:ext cx="8025543" cy="46261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67DA57-6ABD-6783-8BD3-AFBA766CED30}"/>
              </a:ext>
            </a:extLst>
          </p:cNvPr>
          <p:cNvSpPr/>
          <p:nvPr/>
        </p:nvSpPr>
        <p:spPr>
          <a:xfrm>
            <a:off x="263052" y="1962409"/>
            <a:ext cx="16935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counter.jsx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1E7402-6D5D-2921-6479-CA9956C01AB8}"/>
              </a:ext>
            </a:extLst>
          </p:cNvPr>
          <p:cNvSpPr/>
          <p:nvPr/>
        </p:nvSpPr>
        <p:spPr>
          <a:xfrm>
            <a:off x="360253" y="2375652"/>
            <a:ext cx="31970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87E95-9279-CFC9-A131-C2B93635EAF2}"/>
              </a:ext>
            </a:extLst>
          </p:cNvPr>
          <p:cNvSpPr/>
          <p:nvPr/>
        </p:nvSpPr>
        <p:spPr>
          <a:xfrm>
            <a:off x="494702" y="2745785"/>
            <a:ext cx="496585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[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count,setCount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] =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EE7C31-2B21-25BF-AF4A-7948FE87605C}"/>
              </a:ext>
            </a:extLst>
          </p:cNvPr>
          <p:cNvSpPr/>
          <p:nvPr/>
        </p:nvSpPr>
        <p:spPr>
          <a:xfrm>
            <a:off x="524198" y="3584473"/>
            <a:ext cx="146191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A21F22-11DE-5032-4152-741FA38CCACA}"/>
              </a:ext>
            </a:extLst>
          </p:cNvPr>
          <p:cNvSpPr/>
          <p:nvPr/>
        </p:nvSpPr>
        <p:spPr>
          <a:xfrm>
            <a:off x="671258" y="3952312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3E8CAC-6166-B626-822B-42EDDC341C42}"/>
              </a:ext>
            </a:extLst>
          </p:cNvPr>
          <p:cNvSpPr/>
          <p:nvPr/>
        </p:nvSpPr>
        <p:spPr>
          <a:xfrm>
            <a:off x="847524" y="4319788"/>
            <a:ext cx="250527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&lt;div&gt;{count} &lt;/div&gt;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BD45FA-3E2D-DE23-21A9-75988C9865B7}"/>
              </a:ext>
            </a:extLst>
          </p:cNvPr>
          <p:cNvSpPr/>
          <p:nvPr/>
        </p:nvSpPr>
        <p:spPr>
          <a:xfrm>
            <a:off x="847524" y="4706927"/>
            <a:ext cx="5690379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&lt;button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={increment}&gt;{count}&lt;/div&gt;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1211D4-A8CA-BF94-E5F9-32FED91B317A}"/>
              </a:ext>
            </a:extLst>
          </p:cNvPr>
          <p:cNvSpPr/>
          <p:nvPr/>
        </p:nvSpPr>
        <p:spPr>
          <a:xfrm>
            <a:off x="507609" y="3175666"/>
            <a:ext cx="722054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increment = () =&gt;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((count) =&gt; count+1 )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C0AE6C-5E4D-389D-82DE-2A3BA83059A0}"/>
              </a:ext>
            </a:extLst>
          </p:cNvPr>
          <p:cNvSpPr/>
          <p:nvPr/>
        </p:nvSpPr>
        <p:spPr>
          <a:xfrm>
            <a:off x="554573" y="5410374"/>
            <a:ext cx="231991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12CBB8-B639-FB53-C585-7BA1F1AEA4E1}"/>
              </a:ext>
            </a:extLst>
          </p:cNvPr>
          <p:cNvSpPr/>
          <p:nvPr/>
        </p:nvSpPr>
        <p:spPr>
          <a:xfrm>
            <a:off x="360253" y="5651515"/>
            <a:ext cx="4681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6B1D76-650C-7117-A8CF-6AF2AE464D88}"/>
              </a:ext>
            </a:extLst>
          </p:cNvPr>
          <p:cNvSpPr/>
          <p:nvPr/>
        </p:nvSpPr>
        <p:spPr>
          <a:xfrm>
            <a:off x="323993" y="6101716"/>
            <a:ext cx="34017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Export default Counter 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1BCAC5-0973-56FC-58E0-6E9962622EA3}"/>
              </a:ext>
            </a:extLst>
          </p:cNvPr>
          <p:cNvSpPr/>
          <p:nvPr/>
        </p:nvSpPr>
        <p:spPr>
          <a:xfrm>
            <a:off x="4668842" y="2756369"/>
            <a:ext cx="6049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08FDE8-2EE5-6014-584B-D601E1854ABA}"/>
              </a:ext>
            </a:extLst>
          </p:cNvPr>
          <p:cNvSpPr/>
          <p:nvPr/>
        </p:nvSpPr>
        <p:spPr>
          <a:xfrm>
            <a:off x="631274" y="5073333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</p:spTree>
    <p:extLst>
      <p:ext uri="{BB962C8B-B14F-4D97-AF65-F5344CB8AC3E}">
        <p14:creationId xmlns:p14="http://schemas.microsoft.com/office/powerpoint/2010/main" val="114507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79D9E-7108-25B4-4B3D-0059DDFF4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8ADDB48-29B0-D1E3-2C10-07A62AA3F627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11AD998-1216-8DFA-2984-ACFEDB125A1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DC0D34A-DEC1-F79E-86AF-E67A2D8090F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16FB9F0-508A-F7E7-EF9C-CF9D824F8E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8B237F6-B25D-9C37-2419-3860518266F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426C36-E1F0-97EC-82A1-1F7119B8827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74A2394-8828-0829-00D2-E679AE3A7C0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6786BAE-79ED-B302-96C3-06A1A126A2C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934DF70-37D4-1309-4333-BF38243A687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443ABA9-0280-C11B-0078-9D79B16EBB7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1D0EFBC-298A-EE0D-64A7-1EE94BB7FE1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56BF40-A1CA-BAE2-4A1B-D79652CC934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D075704-57C9-9F2A-6239-ED851E23288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0F43DCB-B33D-8CB6-4D52-1D4CBF7C69E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9595057-CB44-7DD6-F777-DE40DF5B94A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84B11E1-4DF6-5ACA-271F-D081FF51F31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9DEF4DF-1824-0699-75F9-C9CDBF59F05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6C93326-34BF-D207-F0BB-BA49536FE442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3AA33C4-6FCF-034A-EB17-5AD0B1DB05B4}"/>
              </a:ext>
            </a:extLst>
          </p:cNvPr>
          <p:cNvSpPr/>
          <p:nvPr/>
        </p:nvSpPr>
        <p:spPr>
          <a:xfrm>
            <a:off x="263053" y="1006997"/>
            <a:ext cx="3278800" cy="798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Typescript with Next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FA53BA-2F15-8EDC-9A9B-D80CCE905511}"/>
              </a:ext>
            </a:extLst>
          </p:cNvPr>
          <p:cNvSpPr/>
          <p:nvPr/>
        </p:nvSpPr>
        <p:spPr>
          <a:xfrm>
            <a:off x="263051" y="1962408"/>
            <a:ext cx="8025543" cy="46261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B83B8C-14EE-B3A4-0C2D-9DA045568EBC}"/>
              </a:ext>
            </a:extLst>
          </p:cNvPr>
          <p:cNvSpPr/>
          <p:nvPr/>
        </p:nvSpPr>
        <p:spPr>
          <a:xfrm>
            <a:off x="263052" y="1962409"/>
            <a:ext cx="16935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counter.jsx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2297F-132A-1576-6EE7-A74833744253}"/>
              </a:ext>
            </a:extLst>
          </p:cNvPr>
          <p:cNvSpPr/>
          <p:nvPr/>
        </p:nvSpPr>
        <p:spPr>
          <a:xfrm>
            <a:off x="360253" y="2375652"/>
            <a:ext cx="31970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D0BDE-CBBC-FB1A-C119-1AECF9FCBE8C}"/>
              </a:ext>
            </a:extLst>
          </p:cNvPr>
          <p:cNvSpPr/>
          <p:nvPr/>
        </p:nvSpPr>
        <p:spPr>
          <a:xfrm>
            <a:off x="494702" y="2745785"/>
            <a:ext cx="496585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[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count,setCount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] =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39B86D-0405-D0AA-F9F1-DDDD318E0D22}"/>
              </a:ext>
            </a:extLst>
          </p:cNvPr>
          <p:cNvSpPr/>
          <p:nvPr/>
        </p:nvSpPr>
        <p:spPr>
          <a:xfrm>
            <a:off x="560458" y="3124112"/>
            <a:ext cx="146191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A648B4-B4CA-9EEA-D891-B9BED80796B9}"/>
              </a:ext>
            </a:extLst>
          </p:cNvPr>
          <p:cNvSpPr/>
          <p:nvPr/>
        </p:nvSpPr>
        <p:spPr>
          <a:xfrm>
            <a:off x="707518" y="3491951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71B2F-7B44-55A2-731D-BD7993F9889B}"/>
              </a:ext>
            </a:extLst>
          </p:cNvPr>
          <p:cNvSpPr/>
          <p:nvPr/>
        </p:nvSpPr>
        <p:spPr>
          <a:xfrm>
            <a:off x="883784" y="3859427"/>
            <a:ext cx="250527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&lt;div&gt;{count} &lt;/div&gt;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7B7686-3002-DF0B-536A-83DE6659FA45}"/>
              </a:ext>
            </a:extLst>
          </p:cNvPr>
          <p:cNvSpPr/>
          <p:nvPr/>
        </p:nvSpPr>
        <p:spPr>
          <a:xfrm>
            <a:off x="883784" y="4246566"/>
            <a:ext cx="5690379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&lt;button&gt; + &lt;/div&gt;</a:t>
            </a:r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84C4FBF7-2771-9486-C819-F87EE99A8F6E}"/>
              </a:ext>
            </a:extLst>
          </p:cNvPr>
          <p:cNvSpPr/>
          <p:nvPr/>
        </p:nvSpPr>
        <p:spPr>
          <a:xfrm>
            <a:off x="507609" y="3175666"/>
            <a:ext cx="722054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increment = () =&gt;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((count) =&gt; count+1 )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9F2B2F-7D37-0994-D866-57C36A0E966D}"/>
              </a:ext>
            </a:extLst>
          </p:cNvPr>
          <p:cNvSpPr/>
          <p:nvPr/>
        </p:nvSpPr>
        <p:spPr>
          <a:xfrm>
            <a:off x="590833" y="4950013"/>
            <a:ext cx="231991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53C6BB-8E08-D897-8001-061BF38317EA}"/>
              </a:ext>
            </a:extLst>
          </p:cNvPr>
          <p:cNvSpPr/>
          <p:nvPr/>
        </p:nvSpPr>
        <p:spPr>
          <a:xfrm>
            <a:off x="396513" y="5191154"/>
            <a:ext cx="4681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96EBDEC1-D9C0-88D9-87FB-DC8D8CFAD8A1}"/>
              </a:ext>
            </a:extLst>
          </p:cNvPr>
          <p:cNvSpPr/>
          <p:nvPr/>
        </p:nvSpPr>
        <p:spPr>
          <a:xfrm>
            <a:off x="360253" y="5641355"/>
            <a:ext cx="34017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Export default Counter ;</a:t>
            </a: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53C78A6A-E05C-62A8-9B59-3DABC41414B9}"/>
              </a:ext>
            </a:extLst>
          </p:cNvPr>
          <p:cNvSpPr/>
          <p:nvPr/>
        </p:nvSpPr>
        <p:spPr>
          <a:xfrm>
            <a:off x="4675632" y="2754308"/>
            <a:ext cx="1409361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&lt;number&gt;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79AA3A-C550-C5F8-10B5-F517662F33FD}"/>
              </a:ext>
            </a:extLst>
          </p:cNvPr>
          <p:cNvSpPr/>
          <p:nvPr/>
        </p:nvSpPr>
        <p:spPr>
          <a:xfrm>
            <a:off x="4668842" y="2759299"/>
            <a:ext cx="6049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26AE43-9380-8176-1FC8-36BC8976CB88}"/>
              </a:ext>
            </a:extLst>
          </p:cNvPr>
          <p:cNvSpPr/>
          <p:nvPr/>
        </p:nvSpPr>
        <p:spPr>
          <a:xfrm>
            <a:off x="667534" y="4612972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" name="TextBox 7" hidden="1">
            <a:extLst>
              <a:ext uri="{FF2B5EF4-FFF2-40B4-BE49-F238E27FC236}">
                <a16:creationId xmlns:a16="http://schemas.microsoft.com/office/drawing/2014/main" id="{340C2B6D-A9AF-E92A-9CED-D31C84591801}"/>
              </a:ext>
            </a:extLst>
          </p:cNvPr>
          <p:cNvSpPr txBox="1"/>
          <p:nvPr/>
        </p:nvSpPr>
        <p:spPr>
          <a:xfrm>
            <a:off x="2384402" y="55574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={increment}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2060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  <p:bldP spid="13" grpId="0"/>
      <p:bldP spid="17" grpId="0"/>
      <p:bldP spid="18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9B7FB-3A51-AFA4-DA81-FFD78C6E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61C6F35B-3738-8825-D60B-9D58E65C1A4E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8518272-6B74-EBC9-74A4-F713A35EEF8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30C87DB-9BF3-F15D-F729-2A8A2998D0A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B727810-C3F0-01F6-66F5-2462774B86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CAF9337-EAC0-FB63-ACD2-A29EA914128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8284542-2DFD-7326-6FD0-90A87FA8FEC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DC4D364-BFE5-7D09-B327-D106454F60C7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F777FAC-1231-A54E-6C32-6C58B044A25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E4A2994-BED8-3AB0-2E0F-677AA3A5A82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C4507528-D091-6BC4-3D42-3FDBEFFCEDE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1EEF359-83D8-B485-EB12-58044E5668A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F030390-3CBF-BD49-B635-FE11DA693E5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29B4731-BFF5-D567-CD64-9FAFD9DA971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0B350D9-3DE6-97A1-9679-5A3C9FDBC87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898A02F-2FFD-7743-8EBB-876C5CCEB44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6CF83AD-F753-B93E-29FE-6CA32694A9D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5874317-2F0D-23E8-A5FC-391A1CC72DB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1CDD74-AFFD-54EB-1A50-054A0749A63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C1F8B87-2B85-E2CF-DE58-2FD1144CCD42}"/>
              </a:ext>
            </a:extLst>
          </p:cNvPr>
          <p:cNvSpPr/>
          <p:nvPr/>
        </p:nvSpPr>
        <p:spPr>
          <a:xfrm>
            <a:off x="263053" y="1006997"/>
            <a:ext cx="3278800" cy="798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Typescript with Next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964FC9-3099-E2D1-A553-08E867D83D9C}"/>
              </a:ext>
            </a:extLst>
          </p:cNvPr>
          <p:cNvSpPr/>
          <p:nvPr/>
        </p:nvSpPr>
        <p:spPr>
          <a:xfrm>
            <a:off x="263051" y="1962408"/>
            <a:ext cx="8025543" cy="46261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0B9AA-938B-B1B0-BB55-4B2665E654FF}"/>
              </a:ext>
            </a:extLst>
          </p:cNvPr>
          <p:cNvSpPr/>
          <p:nvPr/>
        </p:nvSpPr>
        <p:spPr>
          <a:xfrm>
            <a:off x="263052" y="1962409"/>
            <a:ext cx="16935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counter.jsx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EA44AD-BADD-BD31-1621-59EEFF8CF67E}"/>
              </a:ext>
            </a:extLst>
          </p:cNvPr>
          <p:cNvSpPr/>
          <p:nvPr/>
        </p:nvSpPr>
        <p:spPr>
          <a:xfrm>
            <a:off x="360253" y="2375652"/>
            <a:ext cx="31970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5738C8-CD29-E2C4-2AFA-762FE8CF7E2B}"/>
              </a:ext>
            </a:extLst>
          </p:cNvPr>
          <p:cNvSpPr/>
          <p:nvPr/>
        </p:nvSpPr>
        <p:spPr>
          <a:xfrm>
            <a:off x="494702" y="2745785"/>
            <a:ext cx="496585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[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count,setCount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] =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F1AB2-0347-2B73-DB62-A9E915A9034F}"/>
              </a:ext>
            </a:extLst>
          </p:cNvPr>
          <p:cNvSpPr/>
          <p:nvPr/>
        </p:nvSpPr>
        <p:spPr>
          <a:xfrm>
            <a:off x="530962" y="3517395"/>
            <a:ext cx="146191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141765-3DF3-70F4-F2E6-EB371B474541}"/>
              </a:ext>
            </a:extLst>
          </p:cNvPr>
          <p:cNvSpPr/>
          <p:nvPr/>
        </p:nvSpPr>
        <p:spPr>
          <a:xfrm>
            <a:off x="678022" y="3885234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7FF348-F479-5322-C0AA-A58CAEAE3D12}"/>
              </a:ext>
            </a:extLst>
          </p:cNvPr>
          <p:cNvSpPr/>
          <p:nvPr/>
        </p:nvSpPr>
        <p:spPr>
          <a:xfrm>
            <a:off x="854288" y="4252710"/>
            <a:ext cx="250527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&lt;div&gt;{count} &lt;/div&gt;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AC28AD-04A6-BC05-7793-1619F13FA495}"/>
              </a:ext>
            </a:extLst>
          </p:cNvPr>
          <p:cNvSpPr/>
          <p:nvPr/>
        </p:nvSpPr>
        <p:spPr>
          <a:xfrm>
            <a:off x="854288" y="4639849"/>
            <a:ext cx="5690379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&lt;button                                  &gt; + &lt;/div&gt;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ACC6D-4D20-813E-987B-AE0C2765AAA6}"/>
              </a:ext>
            </a:extLst>
          </p:cNvPr>
          <p:cNvSpPr/>
          <p:nvPr/>
        </p:nvSpPr>
        <p:spPr>
          <a:xfrm>
            <a:off x="507609" y="3136336"/>
            <a:ext cx="722054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increment = () =&gt;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((count) =&gt; count+1 )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C7276-EDEA-6455-25AE-7456C1E53197}"/>
              </a:ext>
            </a:extLst>
          </p:cNvPr>
          <p:cNvSpPr/>
          <p:nvPr/>
        </p:nvSpPr>
        <p:spPr>
          <a:xfrm>
            <a:off x="561337" y="5343296"/>
            <a:ext cx="231991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7206C-CCC5-F1C3-5630-35DCAF4C7B34}"/>
              </a:ext>
            </a:extLst>
          </p:cNvPr>
          <p:cNvSpPr/>
          <p:nvPr/>
        </p:nvSpPr>
        <p:spPr>
          <a:xfrm>
            <a:off x="367017" y="5584437"/>
            <a:ext cx="4681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B98D1D07-08BB-1750-D4B2-57C86E7A6D14}"/>
              </a:ext>
            </a:extLst>
          </p:cNvPr>
          <p:cNvSpPr/>
          <p:nvPr/>
        </p:nvSpPr>
        <p:spPr>
          <a:xfrm>
            <a:off x="360253" y="5896990"/>
            <a:ext cx="34017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Export default Counter ;</a:t>
            </a: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2563ADB3-667B-8ED1-A841-C40249391B0B}"/>
              </a:ext>
            </a:extLst>
          </p:cNvPr>
          <p:cNvSpPr/>
          <p:nvPr/>
        </p:nvSpPr>
        <p:spPr>
          <a:xfrm>
            <a:off x="4675632" y="2754308"/>
            <a:ext cx="1409361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&lt;number&gt;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810C34-C8CF-AA22-1412-6DC9116CFA18}"/>
              </a:ext>
            </a:extLst>
          </p:cNvPr>
          <p:cNvSpPr/>
          <p:nvPr/>
        </p:nvSpPr>
        <p:spPr>
          <a:xfrm>
            <a:off x="4668842" y="2759299"/>
            <a:ext cx="6049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9F16D3-763B-EA58-15B2-A9F8EB25AC9B}"/>
              </a:ext>
            </a:extLst>
          </p:cNvPr>
          <p:cNvSpPr/>
          <p:nvPr/>
        </p:nvSpPr>
        <p:spPr>
          <a:xfrm>
            <a:off x="638038" y="5006255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685B0-B8C2-0414-EA98-40133B3866E4}"/>
              </a:ext>
            </a:extLst>
          </p:cNvPr>
          <p:cNvSpPr txBox="1"/>
          <p:nvPr/>
        </p:nvSpPr>
        <p:spPr>
          <a:xfrm>
            <a:off x="1880097" y="4631037"/>
            <a:ext cx="2759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={increment}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256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C5043-B823-9B92-97E1-310C7A3B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ED059EA0-44E1-C22B-CE58-B0969D95852D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157463F-3259-30D3-4A56-F95F039F68A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9433B28-2C21-5091-56B4-0ECCD005565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6613F32-1B59-15EA-7DE7-19B8B776F0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D60672A-A176-CA06-45CB-C0222133EF1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D21754D-F0EC-7729-8C5E-DB2CA53F993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131CCE4-2A64-94EF-1FFD-BFD47E91F9D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0956A0C-F50F-FD30-D5B7-8FE2D2E5488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8930A36-038F-46B3-03FC-143DB9587C8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C9BBEEB-CB12-D27D-F294-D5EC45D5B19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52A3573-65E2-1564-2E2C-4A42FD38849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8B047FE-29FA-D092-929F-C61B63F71D8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AB756B4-D28E-162E-0D81-AFC4B95DCF7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787411F-B69B-6B1B-0B1C-1EE13E0428B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951F398-B829-E1B1-77AB-0DC8A1C3928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2D4CD39-34AA-B0AE-12E5-612577516BB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19625C-1650-A0BD-822B-2B3A0F14609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AB11D38-9465-967F-060C-1CBDB8F33BB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47CBF06-A1F8-52EA-AB1B-D067F20FC2FA}"/>
              </a:ext>
            </a:extLst>
          </p:cNvPr>
          <p:cNvSpPr/>
          <p:nvPr/>
        </p:nvSpPr>
        <p:spPr>
          <a:xfrm>
            <a:off x="263053" y="1006997"/>
            <a:ext cx="3278800" cy="798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Typescript with Next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63B99-5856-1377-3D3B-E941463BE827}"/>
              </a:ext>
            </a:extLst>
          </p:cNvPr>
          <p:cNvSpPr/>
          <p:nvPr/>
        </p:nvSpPr>
        <p:spPr>
          <a:xfrm>
            <a:off x="263051" y="1962408"/>
            <a:ext cx="8025543" cy="46261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6F497-C51D-CB88-6992-F6D6B25EA5E9}"/>
              </a:ext>
            </a:extLst>
          </p:cNvPr>
          <p:cNvSpPr/>
          <p:nvPr/>
        </p:nvSpPr>
        <p:spPr>
          <a:xfrm>
            <a:off x="263052" y="1962409"/>
            <a:ext cx="16935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counter.jsx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DC3EB-D180-CE24-9266-0B3D32F39523}"/>
              </a:ext>
            </a:extLst>
          </p:cNvPr>
          <p:cNvSpPr/>
          <p:nvPr/>
        </p:nvSpPr>
        <p:spPr>
          <a:xfrm>
            <a:off x="360253" y="2375652"/>
            <a:ext cx="31970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C79142-BAF3-79BF-4636-A2C50ABF6ACA}"/>
              </a:ext>
            </a:extLst>
          </p:cNvPr>
          <p:cNvSpPr/>
          <p:nvPr/>
        </p:nvSpPr>
        <p:spPr>
          <a:xfrm>
            <a:off x="494702" y="2745785"/>
            <a:ext cx="496585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[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count,setCount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] =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8E0214-882D-1706-32F9-C96E3ABB5F76}"/>
              </a:ext>
            </a:extLst>
          </p:cNvPr>
          <p:cNvSpPr/>
          <p:nvPr/>
        </p:nvSpPr>
        <p:spPr>
          <a:xfrm>
            <a:off x="530962" y="3517395"/>
            <a:ext cx="146191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B06791-DCDD-C92F-C0DB-17F38885EFE8}"/>
              </a:ext>
            </a:extLst>
          </p:cNvPr>
          <p:cNvSpPr/>
          <p:nvPr/>
        </p:nvSpPr>
        <p:spPr>
          <a:xfrm>
            <a:off x="678022" y="3885234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2BD146-94B5-D51E-49DC-66DF00312513}"/>
              </a:ext>
            </a:extLst>
          </p:cNvPr>
          <p:cNvSpPr/>
          <p:nvPr/>
        </p:nvSpPr>
        <p:spPr>
          <a:xfrm>
            <a:off x="854288" y="4252710"/>
            <a:ext cx="250527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&lt;div&gt;{count} &lt;/div&gt;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572A14-DB47-4C0B-D972-B7379A79A0E9}"/>
              </a:ext>
            </a:extLst>
          </p:cNvPr>
          <p:cNvSpPr/>
          <p:nvPr/>
        </p:nvSpPr>
        <p:spPr>
          <a:xfrm>
            <a:off x="854288" y="4639849"/>
            <a:ext cx="5690379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&lt;button                                  &gt; + &lt;/div&gt;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383587-7E8E-6F33-08A7-4F7B44EB7359}"/>
              </a:ext>
            </a:extLst>
          </p:cNvPr>
          <p:cNvSpPr/>
          <p:nvPr/>
        </p:nvSpPr>
        <p:spPr>
          <a:xfrm>
            <a:off x="507609" y="3136336"/>
            <a:ext cx="7220546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increment = () =&gt;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((count) =&gt; count+1 )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BB7C8E-22C5-F9D1-44A5-757DD67DDE56}"/>
              </a:ext>
            </a:extLst>
          </p:cNvPr>
          <p:cNvSpPr/>
          <p:nvPr/>
        </p:nvSpPr>
        <p:spPr>
          <a:xfrm>
            <a:off x="561337" y="5343296"/>
            <a:ext cx="231991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EF0615-2CE2-4E3D-6798-1DF0529E3200}"/>
              </a:ext>
            </a:extLst>
          </p:cNvPr>
          <p:cNvSpPr/>
          <p:nvPr/>
        </p:nvSpPr>
        <p:spPr>
          <a:xfrm>
            <a:off x="367017" y="5584437"/>
            <a:ext cx="468155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00E3C-B46E-0E66-A7BD-AE24DC1B1D4C}"/>
              </a:ext>
            </a:extLst>
          </p:cNvPr>
          <p:cNvSpPr/>
          <p:nvPr/>
        </p:nvSpPr>
        <p:spPr>
          <a:xfrm>
            <a:off x="360253" y="5985481"/>
            <a:ext cx="34017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Export default Counter 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E8B7A2-E227-FA56-453B-8AF001B06FAD}"/>
              </a:ext>
            </a:extLst>
          </p:cNvPr>
          <p:cNvSpPr/>
          <p:nvPr/>
        </p:nvSpPr>
        <p:spPr>
          <a:xfrm>
            <a:off x="4686639" y="2762564"/>
            <a:ext cx="1409361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&lt;number&gt;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9D7560-CAE6-728C-A93E-4319BC63BD3B}"/>
              </a:ext>
            </a:extLst>
          </p:cNvPr>
          <p:cNvSpPr/>
          <p:nvPr/>
        </p:nvSpPr>
        <p:spPr>
          <a:xfrm>
            <a:off x="5867047" y="2755277"/>
            <a:ext cx="60496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37589B-32D8-4D50-8909-B581B198A686}"/>
              </a:ext>
            </a:extLst>
          </p:cNvPr>
          <p:cNvSpPr/>
          <p:nvPr/>
        </p:nvSpPr>
        <p:spPr>
          <a:xfrm>
            <a:off x="638038" y="5006255"/>
            <a:ext cx="833077" cy="419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17863-2EC5-8C29-4350-F4F061AF82B4}"/>
              </a:ext>
            </a:extLst>
          </p:cNvPr>
          <p:cNvSpPr txBox="1"/>
          <p:nvPr/>
        </p:nvSpPr>
        <p:spPr>
          <a:xfrm>
            <a:off x="1880097" y="4631037"/>
            <a:ext cx="2759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={increment}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012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CAB8B-3859-9B2F-EEF5-FCE614E7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E0F0D9A-0A17-8870-4C7D-518BC917C979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1A7AD5D-45A9-25F5-E7AC-7DFFBA6FF77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2792629-6D77-DA8B-AA1D-D6BB2E47549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19363F11-2407-F5A6-4E02-54EB29110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6FC3E2B-C8AD-3A98-1212-789D91220CA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E267470-6572-0A5B-66B6-906CDBFDC35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581E6EA-E0ED-482E-7491-154845BAD24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C6D4BD1-E745-E25A-1883-360E0C75F8F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6A30C4C-CBBE-8B87-A241-BA7BD6D61E5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7110D73-8B78-2ABA-D001-BAAFF393378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5B21604-06E7-6DFC-E130-427793735822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29FA95A-B871-60A6-4BC2-B3F904FB863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6BFFDCD-9317-4ECA-28B9-DE9BC11785D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13F23D5-608B-4483-0B1C-5E23C3EA07E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F55F242-9E84-B386-9AAE-32E63F6BFB6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8C0E6C9-F5DE-C21C-5BA4-711AFB1C7A7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A8E9643-7C40-D7FB-BB64-051A09CA42B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892B1C7-09DA-7C18-5028-40D7DA3F5B4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9A96B4C-CA3E-A026-1F83-F3409143835E}"/>
              </a:ext>
            </a:extLst>
          </p:cNvPr>
          <p:cNvSpPr/>
          <p:nvPr/>
        </p:nvSpPr>
        <p:spPr>
          <a:xfrm>
            <a:off x="283411" y="1107804"/>
            <a:ext cx="8176544" cy="537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A5DDE-1190-DCCE-5981-8D38FBB95D61}"/>
              </a:ext>
            </a:extLst>
          </p:cNvPr>
          <p:cNvSpPr txBox="1"/>
          <p:nvPr/>
        </p:nvSpPr>
        <p:spPr>
          <a:xfrm>
            <a:off x="360253" y="12056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53B527-8929-4F07-F8BD-E050598763D2}"/>
              </a:ext>
            </a:extLst>
          </p:cNvPr>
          <p:cNvSpPr txBox="1"/>
          <p:nvPr/>
        </p:nvSpPr>
        <p:spPr>
          <a:xfrm>
            <a:off x="386975" y="1522931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F0066E-6367-3CD2-72EC-D0164CAC2575}"/>
              </a:ext>
            </a:extLst>
          </p:cNvPr>
          <p:cNvSpPr txBox="1"/>
          <p:nvPr/>
        </p:nvSpPr>
        <p:spPr>
          <a:xfrm>
            <a:off x="541783" y="1800065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FED8EF-EDA1-ED47-ACAB-197DF3DB834A}"/>
              </a:ext>
            </a:extLst>
          </p:cNvPr>
          <p:cNvSpPr txBox="1"/>
          <p:nvPr/>
        </p:nvSpPr>
        <p:spPr>
          <a:xfrm>
            <a:off x="766919" y="2120629"/>
            <a:ext cx="384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5D241F-B710-CF55-DFB1-9D56BF71C696}"/>
              </a:ext>
            </a:extLst>
          </p:cNvPr>
          <p:cNvSpPr txBox="1"/>
          <p:nvPr/>
        </p:nvSpPr>
        <p:spPr>
          <a:xfrm>
            <a:off x="4384064" y="2120629"/>
            <a:ext cx="61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390B8A-1E57-56E0-1B3B-ACEC1C6E2913}"/>
              </a:ext>
            </a:extLst>
          </p:cNvPr>
          <p:cNvSpPr txBox="1"/>
          <p:nvPr/>
        </p:nvSpPr>
        <p:spPr>
          <a:xfrm>
            <a:off x="4832082" y="2114533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52566D-A3D7-E3FE-EAD6-BFCAA1952942}"/>
              </a:ext>
            </a:extLst>
          </p:cNvPr>
          <p:cNvSpPr txBox="1"/>
          <p:nvPr/>
        </p:nvSpPr>
        <p:spPr>
          <a:xfrm>
            <a:off x="842107" y="239985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84303C-A41E-6CAE-FE5A-4017ECF3E390}"/>
              </a:ext>
            </a:extLst>
          </p:cNvPr>
          <p:cNvSpPr txBox="1"/>
          <p:nvPr/>
        </p:nvSpPr>
        <p:spPr>
          <a:xfrm>
            <a:off x="551246" y="355026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E576C-950B-0DE5-9F93-9DCE2199265C}"/>
              </a:ext>
            </a:extLst>
          </p:cNvPr>
          <p:cNvSpPr txBox="1"/>
          <p:nvPr/>
        </p:nvSpPr>
        <p:spPr>
          <a:xfrm>
            <a:off x="513378" y="3760796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1A7A8-A887-D4D4-262A-13101F270E68}"/>
              </a:ext>
            </a:extLst>
          </p:cNvPr>
          <p:cNvSpPr txBox="1"/>
          <p:nvPr/>
        </p:nvSpPr>
        <p:spPr>
          <a:xfrm>
            <a:off x="360253" y="4434628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1C4F2-8480-9850-E48E-B753C1D68F64}"/>
              </a:ext>
            </a:extLst>
          </p:cNvPr>
          <p:cNvSpPr txBox="1"/>
          <p:nvPr/>
        </p:nvSpPr>
        <p:spPr>
          <a:xfrm>
            <a:off x="828408" y="2936965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 ” /&gt;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DBECB-36EA-7457-5A24-DEF05E62C6DD}"/>
              </a:ext>
            </a:extLst>
          </p:cNvPr>
          <p:cNvSpPr txBox="1"/>
          <p:nvPr/>
        </p:nvSpPr>
        <p:spPr>
          <a:xfrm>
            <a:off x="842107" y="26778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E444DC-97EF-DF1B-8E1C-E1B809D883D1}"/>
              </a:ext>
            </a:extLst>
          </p:cNvPr>
          <p:cNvSpPr txBox="1"/>
          <p:nvPr/>
        </p:nvSpPr>
        <p:spPr>
          <a:xfrm>
            <a:off x="360253" y="407635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3136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24" grpId="0"/>
      <p:bldP spid="25" grpId="0"/>
      <p:bldP spid="26" grpId="0"/>
      <p:bldP spid="27" grpId="0"/>
      <p:bldP spid="28" grpId="0"/>
      <p:bldP spid="2" grpId="0"/>
      <p:bldP spid="4" grpId="0"/>
      <p:bldP spid="9" grpId="0"/>
      <p:bldP spid="13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2C7A0-B4C4-BC77-B4B4-7BFE1413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9598D65C-2CC8-2726-7757-31618A57A7D4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863176E-6CC4-17B3-7F37-A5550A4F52F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34F843A-88AE-A245-A7E9-275D7225985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3B0F37D-78F2-940A-B6BC-7301C7D8FA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BFA3DB1-9C9D-03EC-8790-F448C582309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3EE1A63-7C51-1837-79CF-2259FCF4FC0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F82C6F2-8387-5A7E-09AC-96E45970184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2699EC7-7A3F-6842-7FDB-B02EB10641B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A4D445E-4A2A-63FB-53AF-6A4CF44BE70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80C9290-698C-2F2D-35D7-8F8DD071587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719C065-4F5E-C56A-70D6-2B5F4C66A67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37C7F22-6D92-4AD1-1E39-AB6AFA53DF2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7A11363-05C3-C1A2-A67C-2D203AB6332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A3E718E-6460-4611-FCCC-766AC39FB48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9999936-891A-D4D5-79F1-F7B053AACF9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3706EA1-A62B-2826-4FA8-F49EA24032D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4A95C80-96F6-2DA5-721D-270C3809F82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F2384A8-D3B2-B7D4-3AB9-2999DB9EE53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6D6C40D-D961-0E83-0B17-D9350822D5F7}"/>
              </a:ext>
            </a:extLst>
          </p:cNvPr>
          <p:cNvSpPr/>
          <p:nvPr/>
        </p:nvSpPr>
        <p:spPr>
          <a:xfrm>
            <a:off x="283411" y="1107804"/>
            <a:ext cx="8176544" cy="537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13820-CAEE-AA7A-C32D-E7D7559B3EDC}"/>
              </a:ext>
            </a:extLst>
          </p:cNvPr>
          <p:cNvSpPr txBox="1"/>
          <p:nvPr/>
        </p:nvSpPr>
        <p:spPr>
          <a:xfrm>
            <a:off x="360253" y="12056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C0386C-41A7-9823-BEC5-B35E21E4DB0E}"/>
              </a:ext>
            </a:extLst>
          </p:cNvPr>
          <p:cNvSpPr txBox="1"/>
          <p:nvPr/>
        </p:nvSpPr>
        <p:spPr>
          <a:xfrm>
            <a:off x="462759" y="1779261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FD947F-2E8D-A8D4-3A56-0C16D0AF5634}"/>
              </a:ext>
            </a:extLst>
          </p:cNvPr>
          <p:cNvSpPr txBox="1"/>
          <p:nvPr/>
        </p:nvSpPr>
        <p:spPr>
          <a:xfrm>
            <a:off x="617567" y="2056395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5A4F65-7E88-0DAF-563F-234813B2A8BB}"/>
              </a:ext>
            </a:extLst>
          </p:cNvPr>
          <p:cNvSpPr txBox="1"/>
          <p:nvPr/>
        </p:nvSpPr>
        <p:spPr>
          <a:xfrm>
            <a:off x="842703" y="2376959"/>
            <a:ext cx="384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BC11F6-9AC1-5B91-F9F3-8725BD09EAC2}"/>
              </a:ext>
            </a:extLst>
          </p:cNvPr>
          <p:cNvSpPr txBox="1"/>
          <p:nvPr/>
        </p:nvSpPr>
        <p:spPr>
          <a:xfrm>
            <a:off x="4463709" y="2376959"/>
            <a:ext cx="61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881926-05F3-7C77-1C14-BD5BB8510934}"/>
              </a:ext>
            </a:extLst>
          </p:cNvPr>
          <p:cNvSpPr txBox="1"/>
          <p:nvPr/>
        </p:nvSpPr>
        <p:spPr>
          <a:xfrm>
            <a:off x="4900900" y="2370546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88EC2B-3984-AB2D-71DF-0A7BDA936C70}"/>
              </a:ext>
            </a:extLst>
          </p:cNvPr>
          <p:cNvSpPr txBox="1"/>
          <p:nvPr/>
        </p:nvSpPr>
        <p:spPr>
          <a:xfrm>
            <a:off x="917891" y="265618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DF0CA-D4EE-D6A0-3A3F-D9971B78E44E}"/>
              </a:ext>
            </a:extLst>
          </p:cNvPr>
          <p:cNvSpPr txBox="1"/>
          <p:nvPr/>
        </p:nvSpPr>
        <p:spPr>
          <a:xfrm>
            <a:off x="627030" y="380659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24510-BBFF-6093-23EF-46A0AB4E78BD}"/>
              </a:ext>
            </a:extLst>
          </p:cNvPr>
          <p:cNvSpPr txBox="1"/>
          <p:nvPr/>
        </p:nvSpPr>
        <p:spPr>
          <a:xfrm>
            <a:off x="589162" y="4017126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57BCC-370F-C3AB-A2B6-E7F84DA8330D}"/>
              </a:ext>
            </a:extLst>
          </p:cNvPr>
          <p:cNvSpPr txBox="1"/>
          <p:nvPr/>
        </p:nvSpPr>
        <p:spPr>
          <a:xfrm>
            <a:off x="436037" y="4690958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D9C43-0628-DD73-0AD8-EEA1E8836CA3}"/>
              </a:ext>
            </a:extLst>
          </p:cNvPr>
          <p:cNvSpPr txBox="1"/>
          <p:nvPr/>
        </p:nvSpPr>
        <p:spPr>
          <a:xfrm>
            <a:off x="904192" y="3193295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 ” /&gt;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B3F38-4FB7-660D-D50E-2999D77E9BBB}"/>
              </a:ext>
            </a:extLst>
          </p:cNvPr>
          <p:cNvSpPr txBox="1"/>
          <p:nvPr/>
        </p:nvSpPr>
        <p:spPr>
          <a:xfrm>
            <a:off x="917891" y="29341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A08EAD-7EEB-DAF6-C7C1-372C6795F33F}"/>
              </a:ext>
            </a:extLst>
          </p:cNvPr>
          <p:cNvSpPr txBox="1"/>
          <p:nvPr/>
        </p:nvSpPr>
        <p:spPr>
          <a:xfrm>
            <a:off x="436037" y="433268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3524A-C436-F055-C09A-10CE9AC1B8EC}"/>
              </a:ext>
            </a:extLst>
          </p:cNvPr>
          <p:cNvSpPr txBox="1"/>
          <p:nvPr/>
        </p:nvSpPr>
        <p:spPr>
          <a:xfrm>
            <a:off x="473314" y="1483510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41854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297D6-AAB4-31E8-B18A-E8B11485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AFD29C7-1844-1607-C7B5-DCD6D5BE2CA1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917723-4710-06D7-F3C5-FADD669999D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1DCDDA2-822D-475B-E690-CEB096A5A00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A3B9D02-A7D5-B2AF-48C3-69A06C621B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2E63568-C16E-51DE-D74D-C93E00CC4BE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635A562-31FA-5233-35EB-662329DF32C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D73FCDD-9C27-E29E-6E31-ED0918DD29F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EFAB7B7-3811-53D9-CC69-ADC1DBB1434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59D0427-A6DB-7606-0333-952DBB1B4AB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9EFCAA6-7CBF-901D-41B8-7A2C38BEACC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8F6429D-166F-5D69-3A0A-856D2924177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46E824B-9E7D-5FEE-808B-EECDDD10D3E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AD5950D-B583-7843-91AB-61311EF060F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650503F-306B-DB8C-5990-8FCF1216825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F683EC1-8400-8076-D07A-AD919C8C92C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73EBB15-127E-D1A2-AE75-BF09B4A7A68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6F06E6A-7042-3B3C-2CCF-8A79F025CBC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6BCD7D1-FA2F-6AC2-52D7-96120FBAFBB2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93F58B-AEE2-EB0E-F866-5655424EA8FB}"/>
              </a:ext>
            </a:extLst>
          </p:cNvPr>
          <p:cNvSpPr/>
          <p:nvPr/>
        </p:nvSpPr>
        <p:spPr>
          <a:xfrm>
            <a:off x="283411" y="1107804"/>
            <a:ext cx="8176544" cy="537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97F4F-634D-6A33-CBE9-21388E0EC277}"/>
              </a:ext>
            </a:extLst>
          </p:cNvPr>
          <p:cNvSpPr txBox="1"/>
          <p:nvPr/>
        </p:nvSpPr>
        <p:spPr>
          <a:xfrm>
            <a:off x="360253" y="12056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48B08C-6595-B965-BEBD-B2BDB7093094}"/>
              </a:ext>
            </a:extLst>
          </p:cNvPr>
          <p:cNvSpPr txBox="1"/>
          <p:nvPr/>
        </p:nvSpPr>
        <p:spPr>
          <a:xfrm>
            <a:off x="533879" y="1738621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91FC90-C44F-E82D-16DA-EA7958E5C26B}"/>
              </a:ext>
            </a:extLst>
          </p:cNvPr>
          <p:cNvSpPr txBox="1"/>
          <p:nvPr/>
        </p:nvSpPr>
        <p:spPr>
          <a:xfrm>
            <a:off x="688687" y="2015755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E5896A-E9D6-9235-032A-7B9F3DB22281}"/>
              </a:ext>
            </a:extLst>
          </p:cNvPr>
          <p:cNvSpPr txBox="1"/>
          <p:nvPr/>
        </p:nvSpPr>
        <p:spPr>
          <a:xfrm>
            <a:off x="913822" y="2336319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B4ACD4-5D4F-816C-41CD-394C41D84F58}"/>
              </a:ext>
            </a:extLst>
          </p:cNvPr>
          <p:cNvSpPr txBox="1"/>
          <p:nvPr/>
        </p:nvSpPr>
        <p:spPr>
          <a:xfrm>
            <a:off x="6636477" y="2356580"/>
            <a:ext cx="61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EFD0C7-1FC6-B347-7915-24516F9C54F3}"/>
              </a:ext>
            </a:extLst>
          </p:cNvPr>
          <p:cNvSpPr txBox="1"/>
          <p:nvPr/>
        </p:nvSpPr>
        <p:spPr>
          <a:xfrm>
            <a:off x="7085011" y="2357648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D15FE9-2439-0F23-4276-89365B67D9E0}"/>
              </a:ext>
            </a:extLst>
          </p:cNvPr>
          <p:cNvSpPr txBox="1"/>
          <p:nvPr/>
        </p:nvSpPr>
        <p:spPr>
          <a:xfrm>
            <a:off x="989011" y="261554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F453C0-A1E5-375C-9601-80D1D48B8408}"/>
              </a:ext>
            </a:extLst>
          </p:cNvPr>
          <p:cNvSpPr txBox="1"/>
          <p:nvPr/>
        </p:nvSpPr>
        <p:spPr>
          <a:xfrm>
            <a:off x="698150" y="398947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15F15-CCF6-9122-1988-ACD50987EBB7}"/>
              </a:ext>
            </a:extLst>
          </p:cNvPr>
          <p:cNvSpPr txBox="1"/>
          <p:nvPr/>
        </p:nvSpPr>
        <p:spPr>
          <a:xfrm>
            <a:off x="660282" y="4200006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C08E6-80E6-2FB1-2F7A-0F4DDDCA0419}"/>
              </a:ext>
            </a:extLst>
          </p:cNvPr>
          <p:cNvSpPr txBox="1"/>
          <p:nvPr/>
        </p:nvSpPr>
        <p:spPr>
          <a:xfrm>
            <a:off x="507157" y="4873838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902B-284E-64DA-070B-FA071BB3C489}"/>
              </a:ext>
            </a:extLst>
          </p:cNvPr>
          <p:cNvSpPr txBox="1"/>
          <p:nvPr/>
        </p:nvSpPr>
        <p:spPr>
          <a:xfrm>
            <a:off x="975312" y="3376175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 ” /&gt;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00F19-BDD5-8B36-920D-344450237FA6}"/>
              </a:ext>
            </a:extLst>
          </p:cNvPr>
          <p:cNvSpPr txBox="1"/>
          <p:nvPr/>
        </p:nvSpPr>
        <p:spPr>
          <a:xfrm>
            <a:off x="989011" y="31170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1209A-A3BF-4502-8017-4D75F6732B49}"/>
              </a:ext>
            </a:extLst>
          </p:cNvPr>
          <p:cNvSpPr txBox="1"/>
          <p:nvPr/>
        </p:nvSpPr>
        <p:spPr>
          <a:xfrm>
            <a:off x="507157" y="451556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75C71-1827-573C-3EB2-7DF257E589BD}"/>
              </a:ext>
            </a:extLst>
          </p:cNvPr>
          <p:cNvSpPr txBox="1"/>
          <p:nvPr/>
        </p:nvSpPr>
        <p:spPr>
          <a:xfrm>
            <a:off x="473314" y="1483510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0A1CD3-60BC-8D2B-E293-9D4FBA3C0C8D}"/>
              </a:ext>
            </a:extLst>
          </p:cNvPr>
          <p:cNvSpPr txBox="1"/>
          <p:nvPr/>
        </p:nvSpPr>
        <p:spPr>
          <a:xfrm>
            <a:off x="1029791" y="2849066"/>
            <a:ext cx="185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5958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8FAC8-F381-8F87-CEE2-E02DA44B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58E6ADA-F114-9E53-EB87-BE9B10F48E2F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222F3C3-C480-9E4A-305F-9C0295ECD0D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8E62D7-F0F8-3260-5997-144566808C8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CF15A12-4AA7-57A3-5F9C-C59E42A3C7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8F11C82-3372-A0BA-B6EF-A4D9614A622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464526A-069D-3C7F-59FD-CE2FB818F60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C747F4A-05BD-4080-2C6B-D66794AB073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E1370AD-9BFD-6BC9-54C1-2242166F650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0C48E56-C5AF-0A34-BCA4-E17A6D50D69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300DAB3-94B0-DB26-4F38-1E68FFEEE60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950F6A4-A157-FF75-B628-4D60D86014A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C808EBE-B790-139A-E866-5B7E0C53B23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0E3734B-A367-147A-FC5F-7977802B65A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DA0F974-9081-33DB-38F0-CC283BAEC7F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551C2F8-7A41-0C9C-6706-EC7DD691827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A4BD81D-7ABD-0440-8D23-646EE8CCF76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265E701-CB52-CBF9-061C-FC76F9EFB24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C80D92F-CE55-0B89-247D-3727F0B156E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E56FA49-DF0A-6106-B801-085A5E56F4D6}"/>
              </a:ext>
            </a:extLst>
          </p:cNvPr>
          <p:cNvSpPr/>
          <p:nvPr/>
        </p:nvSpPr>
        <p:spPr>
          <a:xfrm>
            <a:off x="242771" y="1138284"/>
            <a:ext cx="8176544" cy="537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0B5F4-E107-E649-25C3-7288FBA2B865}"/>
              </a:ext>
            </a:extLst>
          </p:cNvPr>
          <p:cNvSpPr txBox="1"/>
          <p:nvPr/>
        </p:nvSpPr>
        <p:spPr>
          <a:xfrm>
            <a:off x="360253" y="12056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74179A-A767-89C2-9A22-F206BBB3318D}"/>
              </a:ext>
            </a:extLst>
          </p:cNvPr>
          <p:cNvSpPr txBox="1"/>
          <p:nvPr/>
        </p:nvSpPr>
        <p:spPr>
          <a:xfrm>
            <a:off x="462611" y="2029249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69C484-E2C3-8CF6-CFE2-A204085E248E}"/>
              </a:ext>
            </a:extLst>
          </p:cNvPr>
          <p:cNvSpPr txBox="1"/>
          <p:nvPr/>
        </p:nvSpPr>
        <p:spPr>
          <a:xfrm>
            <a:off x="558070" y="2315928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9078C3-3D18-15A5-3170-A020B97172D5}"/>
              </a:ext>
            </a:extLst>
          </p:cNvPr>
          <p:cNvSpPr txBox="1"/>
          <p:nvPr/>
        </p:nvSpPr>
        <p:spPr>
          <a:xfrm>
            <a:off x="858394" y="2635219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922902-439F-7EC6-3B6B-4FA09762B08B}"/>
              </a:ext>
            </a:extLst>
          </p:cNvPr>
          <p:cNvSpPr txBox="1"/>
          <p:nvPr/>
        </p:nvSpPr>
        <p:spPr>
          <a:xfrm>
            <a:off x="6558942" y="2635219"/>
            <a:ext cx="61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1F25D7-6168-1709-4EA8-5C8409F7FA43}"/>
              </a:ext>
            </a:extLst>
          </p:cNvPr>
          <p:cNvSpPr txBox="1"/>
          <p:nvPr/>
        </p:nvSpPr>
        <p:spPr>
          <a:xfrm>
            <a:off x="7017032" y="2635219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002237-5166-7F16-5390-667AE0F54652}"/>
              </a:ext>
            </a:extLst>
          </p:cNvPr>
          <p:cNvSpPr txBox="1"/>
          <p:nvPr/>
        </p:nvSpPr>
        <p:spPr>
          <a:xfrm>
            <a:off x="918584" y="2935495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ED0145-CA15-C02D-2F9D-AB928C045DFA}"/>
              </a:ext>
            </a:extLst>
          </p:cNvPr>
          <p:cNvSpPr txBox="1"/>
          <p:nvPr/>
        </p:nvSpPr>
        <p:spPr>
          <a:xfrm>
            <a:off x="460085" y="4653697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CA375-A38B-18B7-C319-7CC9E7457491}"/>
              </a:ext>
            </a:extLst>
          </p:cNvPr>
          <p:cNvSpPr txBox="1"/>
          <p:nvPr/>
        </p:nvSpPr>
        <p:spPr>
          <a:xfrm>
            <a:off x="407186" y="487312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F309F-DB1E-C69F-2B9F-D4FB02C7A23E}"/>
              </a:ext>
            </a:extLst>
          </p:cNvPr>
          <p:cNvSpPr txBox="1"/>
          <p:nvPr/>
        </p:nvSpPr>
        <p:spPr>
          <a:xfrm>
            <a:off x="260126" y="541991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D32A8-6761-0370-31C7-9EA13ED68FCC}"/>
              </a:ext>
            </a:extLst>
          </p:cNvPr>
          <p:cNvSpPr txBox="1"/>
          <p:nvPr/>
        </p:nvSpPr>
        <p:spPr>
          <a:xfrm>
            <a:off x="908747" y="3736486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DFC0BE-C8A1-6DF6-1B6B-EB576FA394BC}"/>
              </a:ext>
            </a:extLst>
          </p:cNvPr>
          <p:cNvSpPr txBox="1"/>
          <p:nvPr/>
        </p:nvSpPr>
        <p:spPr>
          <a:xfrm>
            <a:off x="922446" y="3477369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A45EC-8B6E-E753-A1DF-D4C3F4F88722}"/>
              </a:ext>
            </a:extLst>
          </p:cNvPr>
          <p:cNvSpPr txBox="1"/>
          <p:nvPr/>
        </p:nvSpPr>
        <p:spPr>
          <a:xfrm>
            <a:off x="260126" y="510705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63B56-CE19-E938-4AA9-3C98FD3BCA0D}"/>
              </a:ext>
            </a:extLst>
          </p:cNvPr>
          <p:cNvSpPr txBox="1"/>
          <p:nvPr/>
        </p:nvSpPr>
        <p:spPr>
          <a:xfrm>
            <a:off x="414145" y="1518536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D3128-EA33-F501-546B-FA5819908472}"/>
              </a:ext>
            </a:extLst>
          </p:cNvPr>
          <p:cNvSpPr txBox="1"/>
          <p:nvPr/>
        </p:nvSpPr>
        <p:spPr>
          <a:xfrm>
            <a:off x="942906" y="3219537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2BD1E-0B50-E7C9-2261-6B498768203C}"/>
              </a:ext>
            </a:extLst>
          </p:cNvPr>
          <p:cNvSpPr txBox="1"/>
          <p:nvPr/>
        </p:nvSpPr>
        <p:spPr>
          <a:xfrm>
            <a:off x="908747" y="4315115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4FC206-5DDF-6F52-6766-B49DAFA82020}"/>
              </a:ext>
            </a:extLst>
          </p:cNvPr>
          <p:cNvSpPr txBox="1"/>
          <p:nvPr/>
        </p:nvSpPr>
        <p:spPr>
          <a:xfrm>
            <a:off x="432350" y="1776790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AFA49-6637-8F0F-9477-D36979130532}"/>
              </a:ext>
            </a:extLst>
          </p:cNvPr>
          <p:cNvSpPr txBox="1"/>
          <p:nvPr/>
        </p:nvSpPr>
        <p:spPr>
          <a:xfrm>
            <a:off x="3096782" y="1771248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A7EA8-4E1A-677A-6C75-FA3A683C7EC4}"/>
              </a:ext>
            </a:extLst>
          </p:cNvPr>
          <p:cNvSpPr txBox="1"/>
          <p:nvPr/>
        </p:nvSpPr>
        <p:spPr>
          <a:xfrm>
            <a:off x="2637763" y="177243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</p:spTree>
    <p:extLst>
      <p:ext uri="{BB962C8B-B14F-4D97-AF65-F5344CB8AC3E}">
        <p14:creationId xmlns:p14="http://schemas.microsoft.com/office/powerpoint/2010/main" val="863929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29245-D4C5-E4C6-3EC0-FB9FFD6C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9A2D3C7-E643-228C-AA99-8DB1A8A763BE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C4FEF1E-D2BD-A559-FEB6-19FCDF18182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D489650-E8AA-DFD0-14E5-7EC7F83C14A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71F028B-F4E6-FF53-C2F0-2D90E23AEE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E92BFBB-7509-A510-9CCA-DFB0C0FACCA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ED1196F-FF6A-36D3-E96C-4097F226B5E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12DB43C-1659-BB41-E217-D4C28DB011A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EEDF3C1-4EF6-6A8E-FBE2-100C15DDE5F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9005722-57DA-9BC0-2416-F1B58597081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D425CBD-28B7-0995-DD14-D2D52E88F4D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13F52D6-C065-8E62-690D-FCD5A7B0F00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CBF340E-37FD-117D-3A1C-39E4F654427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56F9886-A33C-BBE6-4B95-5B2BFC26C1E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F7E1DA1-732D-5B39-83E7-20AEC831FBB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1A32B91-06F4-6F2E-CE6E-9F8D8EBC630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BE20CC1-3E3F-91A7-DBC3-56ADF4C4D3E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D37266B-436E-6774-C111-5AD22B52C6E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771950E-1F48-DFC2-E1ED-2E33912D5C8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5783D2E-ABD7-EBF8-6136-F50DFBD9CFD4}"/>
              </a:ext>
            </a:extLst>
          </p:cNvPr>
          <p:cNvSpPr/>
          <p:nvPr/>
        </p:nvSpPr>
        <p:spPr>
          <a:xfrm>
            <a:off x="242771" y="1138284"/>
            <a:ext cx="8176544" cy="54502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DCAFF8-DFA5-EBCC-6DB1-19D922A314D2}"/>
              </a:ext>
            </a:extLst>
          </p:cNvPr>
          <p:cNvSpPr txBox="1"/>
          <p:nvPr/>
        </p:nvSpPr>
        <p:spPr>
          <a:xfrm>
            <a:off x="360253" y="12056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2D25A-30D4-2CA2-03D8-2F2944462F47}"/>
              </a:ext>
            </a:extLst>
          </p:cNvPr>
          <p:cNvSpPr txBox="1"/>
          <p:nvPr/>
        </p:nvSpPr>
        <p:spPr>
          <a:xfrm>
            <a:off x="414145" y="1518536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5F648B-3A5B-850D-0C3A-2FDF0FAB8127}"/>
              </a:ext>
            </a:extLst>
          </p:cNvPr>
          <p:cNvSpPr txBox="1"/>
          <p:nvPr/>
        </p:nvSpPr>
        <p:spPr>
          <a:xfrm>
            <a:off x="432350" y="1797110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38C59-DFE9-D132-7510-019B67623FBA}"/>
              </a:ext>
            </a:extLst>
          </p:cNvPr>
          <p:cNvSpPr txBox="1"/>
          <p:nvPr/>
        </p:nvSpPr>
        <p:spPr>
          <a:xfrm>
            <a:off x="2670655" y="1787768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D042A3-9E1F-8B26-ACBD-54E5A42CDC1C}"/>
              </a:ext>
            </a:extLst>
          </p:cNvPr>
          <p:cNvSpPr txBox="1"/>
          <p:nvPr/>
        </p:nvSpPr>
        <p:spPr>
          <a:xfrm>
            <a:off x="2814820" y="178309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0D3AA4-CB2A-2A55-608E-FF12C2B3E09A}"/>
              </a:ext>
            </a:extLst>
          </p:cNvPr>
          <p:cNvSpPr txBox="1"/>
          <p:nvPr/>
        </p:nvSpPr>
        <p:spPr>
          <a:xfrm>
            <a:off x="658251" y="2143514"/>
            <a:ext cx="1593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e.target</a:t>
            </a:r>
            <a:r>
              <a:rPr lang="en-US" dirty="0">
                <a:latin typeface="Berlin Sans FB" panose="020E0602020502020306" pitchFamily="34" charset="0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23F0F-9E33-6F1C-FBDB-B05216A551AB}"/>
              </a:ext>
            </a:extLst>
          </p:cNvPr>
          <p:cNvSpPr txBox="1"/>
          <p:nvPr/>
        </p:nvSpPr>
        <p:spPr>
          <a:xfrm>
            <a:off x="1425371" y="2146985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5AC6B4-D1A5-562E-977F-89B141EB0479}"/>
              </a:ext>
            </a:extLst>
          </p:cNvPr>
          <p:cNvSpPr txBox="1"/>
          <p:nvPr/>
        </p:nvSpPr>
        <p:spPr>
          <a:xfrm>
            <a:off x="475105" y="259911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97CD51-52D8-6D32-7FB4-BD2EDEC67E4A}"/>
              </a:ext>
            </a:extLst>
          </p:cNvPr>
          <p:cNvSpPr txBox="1"/>
          <p:nvPr/>
        </p:nvSpPr>
        <p:spPr>
          <a:xfrm>
            <a:off x="450112" y="28700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A7101F-3A05-004D-72E4-6CC0C991AA36}"/>
              </a:ext>
            </a:extLst>
          </p:cNvPr>
          <p:cNvSpPr txBox="1"/>
          <p:nvPr/>
        </p:nvSpPr>
        <p:spPr>
          <a:xfrm>
            <a:off x="466408" y="321509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A452A1-D2C7-4A9C-D033-5F244BA00D4F}"/>
              </a:ext>
            </a:extLst>
          </p:cNvPr>
          <p:cNvGrpSpPr/>
          <p:nvPr/>
        </p:nvGrpSpPr>
        <p:grpSpPr>
          <a:xfrm>
            <a:off x="671579" y="348603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073604-FCD4-7944-C8A9-DDAA98792419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AA52BD-B2E0-5F3C-F994-0699F5644E13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9AF6A0-7861-4119-BAB7-A44457429C3E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088E3D0-4535-1A0E-DBBC-D304169D855F}"/>
              </a:ext>
            </a:extLst>
          </p:cNvPr>
          <p:cNvSpPr txBox="1"/>
          <p:nvPr/>
        </p:nvSpPr>
        <p:spPr>
          <a:xfrm>
            <a:off x="731769" y="3786307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B9229-E550-C471-8442-953A1A0E6BCF}"/>
              </a:ext>
            </a:extLst>
          </p:cNvPr>
          <p:cNvSpPr txBox="1"/>
          <p:nvPr/>
        </p:nvSpPr>
        <p:spPr>
          <a:xfrm>
            <a:off x="721932" y="458729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516ACE-B2C4-6155-D77B-AFB281A4883D}"/>
              </a:ext>
            </a:extLst>
          </p:cNvPr>
          <p:cNvSpPr txBox="1"/>
          <p:nvPr/>
        </p:nvSpPr>
        <p:spPr>
          <a:xfrm>
            <a:off x="735631" y="432818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113DF-180E-D479-8615-A7FFD2D1CB0B}"/>
              </a:ext>
            </a:extLst>
          </p:cNvPr>
          <p:cNvSpPr txBox="1"/>
          <p:nvPr/>
        </p:nvSpPr>
        <p:spPr>
          <a:xfrm>
            <a:off x="756091" y="407034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80A6F2-5C80-FC3D-5A6C-679386E0279F}"/>
              </a:ext>
            </a:extLst>
          </p:cNvPr>
          <p:cNvSpPr txBox="1"/>
          <p:nvPr/>
        </p:nvSpPr>
        <p:spPr>
          <a:xfrm>
            <a:off x="432123" y="550416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C6FD7B-2560-104B-AC2F-2DB12E3917E8}"/>
              </a:ext>
            </a:extLst>
          </p:cNvPr>
          <p:cNvSpPr txBox="1"/>
          <p:nvPr/>
        </p:nvSpPr>
        <p:spPr>
          <a:xfrm>
            <a:off x="721932" y="516592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C4C020-930E-76BA-0D8D-C5B00DABA29A}"/>
              </a:ext>
            </a:extLst>
          </p:cNvPr>
          <p:cNvSpPr txBox="1"/>
          <p:nvPr/>
        </p:nvSpPr>
        <p:spPr>
          <a:xfrm>
            <a:off x="314992" y="574967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A3D9F-7EC3-BDD0-B435-5BDF4187D768}"/>
              </a:ext>
            </a:extLst>
          </p:cNvPr>
          <p:cNvSpPr txBox="1"/>
          <p:nvPr/>
        </p:nvSpPr>
        <p:spPr>
          <a:xfrm>
            <a:off x="475105" y="5754169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A02C1-4586-D48C-095C-2ED558E4C57F}"/>
              </a:ext>
            </a:extLst>
          </p:cNvPr>
          <p:cNvSpPr txBox="1"/>
          <p:nvPr/>
        </p:nvSpPr>
        <p:spPr>
          <a:xfrm>
            <a:off x="242771" y="6049171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665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FCFDC-83D7-05B1-CC4E-48B37DD5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991E3D4-1CCF-A8CE-D7A4-06205DA9508B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8F868C-F81E-A3BF-48BE-7C9591E513C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A5B357D-19D1-2C5B-7F4E-0A98B9DEC39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586431A-ACF2-84E7-6828-26701518EA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DD3F0D0-90F2-AA90-8394-5DFA1011A3E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C479E93-C975-4658-C2FF-49CB158C0FA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8207AA6-B675-DD5A-B828-A444451BBF6A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E9D204D-3E8D-99FC-AB74-4F101B3D3D9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D22724B-91E4-D415-1D05-20B3B81263A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FCF4A26-383A-615B-8D46-4A952E84267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57668B6-33CC-EA96-E5DB-54F0DD5B020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0F4E0E-22AB-8526-7FD5-B815FA38D75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BB75D4C-8A05-5257-230E-2AEE487EDD5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3498B0B-B13A-BEF0-1D43-3C6EE32D28D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5A209F6-1EF1-4905-6444-E440B3520E2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C1C4DDD-CC38-49DF-0F9F-F8FE24BE03BE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7BEF0C5-E6C7-A129-2071-B4D5D5893EA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DEBAF0-9C2E-CE2F-3A6F-65492F33FD5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3BC9F9E-FD72-9256-C01C-136EE0624ABF}"/>
              </a:ext>
            </a:extLst>
          </p:cNvPr>
          <p:cNvSpPr/>
          <p:nvPr/>
        </p:nvSpPr>
        <p:spPr>
          <a:xfrm>
            <a:off x="242771" y="1138284"/>
            <a:ext cx="8176544" cy="54502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11491-DAFE-3FD2-70F2-479FBAAE85BC}"/>
              </a:ext>
            </a:extLst>
          </p:cNvPr>
          <p:cNvSpPr txBox="1"/>
          <p:nvPr/>
        </p:nvSpPr>
        <p:spPr>
          <a:xfrm>
            <a:off x="360253" y="12056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0F14B-E14A-8FB4-05ED-40B0A51E9985}"/>
              </a:ext>
            </a:extLst>
          </p:cNvPr>
          <p:cNvSpPr txBox="1"/>
          <p:nvPr/>
        </p:nvSpPr>
        <p:spPr>
          <a:xfrm>
            <a:off x="414145" y="1518536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86AC09-F3F7-7625-D9DA-7C8C279076BF}"/>
              </a:ext>
            </a:extLst>
          </p:cNvPr>
          <p:cNvSpPr txBox="1"/>
          <p:nvPr/>
        </p:nvSpPr>
        <p:spPr>
          <a:xfrm>
            <a:off x="432350" y="1797110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61047B-85B3-6944-DC73-903F944E7EAF}"/>
              </a:ext>
            </a:extLst>
          </p:cNvPr>
          <p:cNvSpPr txBox="1"/>
          <p:nvPr/>
        </p:nvSpPr>
        <p:spPr>
          <a:xfrm>
            <a:off x="2670655" y="1787768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DCBDFB-C650-58D1-096D-DE9758245A1A}"/>
              </a:ext>
            </a:extLst>
          </p:cNvPr>
          <p:cNvSpPr txBox="1"/>
          <p:nvPr/>
        </p:nvSpPr>
        <p:spPr>
          <a:xfrm>
            <a:off x="2814820" y="178309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1E5BD-DD58-DA39-ECC2-6860D6A4B0BE}"/>
              </a:ext>
            </a:extLst>
          </p:cNvPr>
          <p:cNvSpPr txBox="1"/>
          <p:nvPr/>
        </p:nvSpPr>
        <p:spPr>
          <a:xfrm>
            <a:off x="593017" y="2118455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A5DB8B-E8B8-A57F-C4C2-8082925FA192}"/>
              </a:ext>
            </a:extLst>
          </p:cNvPr>
          <p:cNvSpPr txBox="1"/>
          <p:nvPr/>
        </p:nvSpPr>
        <p:spPr>
          <a:xfrm>
            <a:off x="1268153" y="210534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0F6791-8EF3-7A7D-588D-6BFACC75782A}"/>
              </a:ext>
            </a:extLst>
          </p:cNvPr>
          <p:cNvSpPr txBox="1"/>
          <p:nvPr/>
        </p:nvSpPr>
        <p:spPr>
          <a:xfrm>
            <a:off x="1995775" y="210462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47E2D-F3BC-B243-1896-4625A658EB59}"/>
              </a:ext>
            </a:extLst>
          </p:cNvPr>
          <p:cNvSpPr txBox="1"/>
          <p:nvPr/>
        </p:nvSpPr>
        <p:spPr>
          <a:xfrm>
            <a:off x="475105" y="2382809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C822C-AD06-1C92-03DD-13A662D78D71}"/>
              </a:ext>
            </a:extLst>
          </p:cNvPr>
          <p:cNvSpPr txBox="1"/>
          <p:nvPr/>
        </p:nvSpPr>
        <p:spPr>
          <a:xfrm>
            <a:off x="450112" y="2624250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FCA2E2-D2E7-0706-7888-D060481D8127}"/>
              </a:ext>
            </a:extLst>
          </p:cNvPr>
          <p:cNvSpPr txBox="1"/>
          <p:nvPr/>
        </p:nvSpPr>
        <p:spPr>
          <a:xfrm>
            <a:off x="436912" y="2880799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916D4D-4FFA-9DD5-D688-EFEFB249D67C}"/>
              </a:ext>
            </a:extLst>
          </p:cNvPr>
          <p:cNvGrpSpPr/>
          <p:nvPr/>
        </p:nvGrpSpPr>
        <p:grpSpPr>
          <a:xfrm>
            <a:off x="642083" y="3151736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CE02D6-CC26-4A9B-7BEB-DA8F0D466BF3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3BD71B-B611-E893-E2CE-6E4CA244DDC3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32F3731-D297-0A1C-F545-91716462D11A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64C1A8D-D20A-404B-4105-C549BC637364}"/>
              </a:ext>
            </a:extLst>
          </p:cNvPr>
          <p:cNvSpPr txBox="1"/>
          <p:nvPr/>
        </p:nvSpPr>
        <p:spPr>
          <a:xfrm>
            <a:off x="702273" y="3452012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E85F3-7A82-8CA2-17FA-F3667B67C042}"/>
              </a:ext>
            </a:extLst>
          </p:cNvPr>
          <p:cNvSpPr txBox="1"/>
          <p:nvPr/>
        </p:nvSpPr>
        <p:spPr>
          <a:xfrm>
            <a:off x="692436" y="4253003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45BF0-2C11-CCB4-BF26-37E93F52511A}"/>
              </a:ext>
            </a:extLst>
          </p:cNvPr>
          <p:cNvSpPr txBox="1"/>
          <p:nvPr/>
        </p:nvSpPr>
        <p:spPr>
          <a:xfrm>
            <a:off x="706135" y="3993886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EDE163-0E63-DE0A-3431-DB974A80AEB3}"/>
              </a:ext>
            </a:extLst>
          </p:cNvPr>
          <p:cNvSpPr txBox="1"/>
          <p:nvPr/>
        </p:nvSpPr>
        <p:spPr>
          <a:xfrm>
            <a:off x="726595" y="3736054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AC4147-8F47-4B97-48C3-45F94E4B3D77}"/>
              </a:ext>
            </a:extLst>
          </p:cNvPr>
          <p:cNvSpPr txBox="1"/>
          <p:nvPr/>
        </p:nvSpPr>
        <p:spPr>
          <a:xfrm>
            <a:off x="692436" y="4831632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3EAC62-BE9E-0AFB-43E4-A38ABAAA12AF}"/>
              </a:ext>
            </a:extLst>
          </p:cNvPr>
          <p:cNvSpPr txBox="1"/>
          <p:nvPr/>
        </p:nvSpPr>
        <p:spPr>
          <a:xfrm>
            <a:off x="285496" y="541537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AA4372-36B9-5986-E624-AAFDA85DFF3E}"/>
              </a:ext>
            </a:extLst>
          </p:cNvPr>
          <p:cNvSpPr txBox="1"/>
          <p:nvPr/>
        </p:nvSpPr>
        <p:spPr>
          <a:xfrm>
            <a:off x="402627" y="516986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ACF8A-1034-F39E-5C1F-452B79F51527}"/>
              </a:ext>
            </a:extLst>
          </p:cNvPr>
          <p:cNvSpPr txBox="1"/>
          <p:nvPr/>
        </p:nvSpPr>
        <p:spPr>
          <a:xfrm>
            <a:off x="445609" y="541987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9A280-AC63-7E0A-B075-24CB6AC297F0}"/>
              </a:ext>
            </a:extLst>
          </p:cNvPr>
          <p:cNvSpPr txBox="1"/>
          <p:nvPr/>
        </p:nvSpPr>
        <p:spPr>
          <a:xfrm>
            <a:off x="277830" y="5817969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435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C27FC-547B-5530-9932-C2438F89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FACDD4EC-3B54-2E26-D0EE-807923A87467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62B002-4C28-0081-4551-E9CF28AC7FB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944D21F-8EC9-5E5E-232A-617751AAD21E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A8EF7AB-5B21-7CA8-30A0-13B210E573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DC936BA-6E9B-D3D1-047C-555ABA7224B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DC5E19-15F4-E6FA-2204-9DCB10023D5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8B91A67-E53B-ED1B-5975-2F2296BBBE8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5737F62-977C-CD1E-96B6-126304293F4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945E714-FCCD-F7DA-EC0C-537896F42D4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F23ED9B-F54F-C589-F3DA-902512CEEB0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49BBABA-E24E-E4C6-40FC-898C8321AAE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8A11E34-63F3-0122-6D05-A06A6CFC27D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F7D0495-3610-0785-EEBF-44600DE6D2D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7901663-7DFD-B9C9-4B0E-51CBDFB034F6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64BE06E-15A4-2E21-116A-064C0F0B7E0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1A17C07-4FC3-0ED2-A2C1-B3D080FB6C6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F21197A-5738-932E-F47D-0172E4C56E8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5BB51DF-874A-0C0E-7258-ECB770D6197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9617A4E-FAF2-5508-73AE-E37196A96F78}"/>
              </a:ext>
            </a:extLst>
          </p:cNvPr>
          <p:cNvSpPr/>
          <p:nvPr/>
        </p:nvSpPr>
        <p:spPr>
          <a:xfrm>
            <a:off x="242771" y="1138284"/>
            <a:ext cx="8176544" cy="52133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A2991-B24B-FF99-B38F-EDBFEF95185D}"/>
              </a:ext>
            </a:extLst>
          </p:cNvPr>
          <p:cNvSpPr txBox="1"/>
          <p:nvPr/>
        </p:nvSpPr>
        <p:spPr>
          <a:xfrm>
            <a:off x="360253" y="12056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CF8A1-2C2F-1805-28E8-002FCD92F0FA}"/>
              </a:ext>
            </a:extLst>
          </p:cNvPr>
          <p:cNvSpPr txBox="1"/>
          <p:nvPr/>
        </p:nvSpPr>
        <p:spPr>
          <a:xfrm>
            <a:off x="414145" y="1518536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8B15F8-7D9A-C36E-0C61-DECC9FD35E72}"/>
              </a:ext>
            </a:extLst>
          </p:cNvPr>
          <p:cNvSpPr txBox="1"/>
          <p:nvPr/>
        </p:nvSpPr>
        <p:spPr>
          <a:xfrm>
            <a:off x="432350" y="1797110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15967D-3218-923D-2624-8E60AA92A45B}"/>
              </a:ext>
            </a:extLst>
          </p:cNvPr>
          <p:cNvSpPr txBox="1"/>
          <p:nvPr/>
        </p:nvSpPr>
        <p:spPr>
          <a:xfrm>
            <a:off x="2670655" y="1787768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CA9F15-4779-D30D-D74F-0E3F0DFD26CC}"/>
              </a:ext>
            </a:extLst>
          </p:cNvPr>
          <p:cNvSpPr txBox="1"/>
          <p:nvPr/>
        </p:nvSpPr>
        <p:spPr>
          <a:xfrm>
            <a:off x="2804785" y="1790399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3917A7-7C67-2966-FFE0-F2751D5DA12C}"/>
              </a:ext>
            </a:extLst>
          </p:cNvPr>
          <p:cNvSpPr txBox="1"/>
          <p:nvPr/>
        </p:nvSpPr>
        <p:spPr>
          <a:xfrm>
            <a:off x="6227098" y="1797110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AD2AAE-E82C-E929-AD20-A37D982E941D}"/>
              </a:ext>
            </a:extLst>
          </p:cNvPr>
          <p:cNvSpPr txBox="1"/>
          <p:nvPr/>
        </p:nvSpPr>
        <p:spPr>
          <a:xfrm>
            <a:off x="593017" y="2118455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AA2920-8486-136D-BE9A-C167DD798BB7}"/>
              </a:ext>
            </a:extLst>
          </p:cNvPr>
          <p:cNvSpPr txBox="1"/>
          <p:nvPr/>
        </p:nvSpPr>
        <p:spPr>
          <a:xfrm>
            <a:off x="1268153" y="210534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EE54F8-DF77-BDA2-2713-C3DEB58CB24F}"/>
              </a:ext>
            </a:extLst>
          </p:cNvPr>
          <p:cNvSpPr txBox="1"/>
          <p:nvPr/>
        </p:nvSpPr>
        <p:spPr>
          <a:xfrm>
            <a:off x="1995775" y="210462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B4ECF-FCD0-8231-E1CB-655F1EFC2945}"/>
              </a:ext>
            </a:extLst>
          </p:cNvPr>
          <p:cNvSpPr txBox="1"/>
          <p:nvPr/>
        </p:nvSpPr>
        <p:spPr>
          <a:xfrm>
            <a:off x="475105" y="2382809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ADA4B-38C9-1822-C59E-5AF7D7950919}"/>
              </a:ext>
            </a:extLst>
          </p:cNvPr>
          <p:cNvSpPr txBox="1"/>
          <p:nvPr/>
        </p:nvSpPr>
        <p:spPr>
          <a:xfrm>
            <a:off x="450112" y="2624250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94C976-25A1-3A45-0FD4-5A82CEE127BF}"/>
              </a:ext>
            </a:extLst>
          </p:cNvPr>
          <p:cNvSpPr txBox="1"/>
          <p:nvPr/>
        </p:nvSpPr>
        <p:spPr>
          <a:xfrm>
            <a:off x="436912" y="2880799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262ADCA-71AD-AC36-A64E-F11EA1399ED3}"/>
              </a:ext>
            </a:extLst>
          </p:cNvPr>
          <p:cNvGrpSpPr/>
          <p:nvPr/>
        </p:nvGrpSpPr>
        <p:grpSpPr>
          <a:xfrm>
            <a:off x="642083" y="3151736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39D1BDF-0DB5-200E-3B88-E171FED867CF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7ECEFBD-622E-A3B9-229E-5E9FA084D3BC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DB35AB-7761-F186-E925-30B27495A38D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7F8978D-1C79-4097-9D11-8F424A6306A5}"/>
              </a:ext>
            </a:extLst>
          </p:cNvPr>
          <p:cNvSpPr txBox="1"/>
          <p:nvPr/>
        </p:nvSpPr>
        <p:spPr>
          <a:xfrm>
            <a:off x="702273" y="3452012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9C2B3-5F55-6FF5-BE8D-F9A7108C5D50}"/>
              </a:ext>
            </a:extLst>
          </p:cNvPr>
          <p:cNvSpPr txBox="1"/>
          <p:nvPr/>
        </p:nvSpPr>
        <p:spPr>
          <a:xfrm>
            <a:off x="692436" y="4253003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2C086-9B97-F725-F320-E7E0730B6190}"/>
              </a:ext>
            </a:extLst>
          </p:cNvPr>
          <p:cNvSpPr txBox="1"/>
          <p:nvPr/>
        </p:nvSpPr>
        <p:spPr>
          <a:xfrm>
            <a:off x="706135" y="3993886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0CC7D-0FC5-3A43-2F73-7168A5ACE3ED}"/>
              </a:ext>
            </a:extLst>
          </p:cNvPr>
          <p:cNvSpPr txBox="1"/>
          <p:nvPr/>
        </p:nvSpPr>
        <p:spPr>
          <a:xfrm>
            <a:off x="726595" y="3736054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0DFFC2-DA66-44B2-9398-B5931C33696C}"/>
              </a:ext>
            </a:extLst>
          </p:cNvPr>
          <p:cNvSpPr txBox="1"/>
          <p:nvPr/>
        </p:nvSpPr>
        <p:spPr>
          <a:xfrm>
            <a:off x="692436" y="4831632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134B5-6382-1F8E-EB5A-7644EC1F46BC}"/>
              </a:ext>
            </a:extLst>
          </p:cNvPr>
          <p:cNvSpPr txBox="1"/>
          <p:nvPr/>
        </p:nvSpPr>
        <p:spPr>
          <a:xfrm>
            <a:off x="285496" y="541537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F1254-3815-0BB2-08ED-55AE3B58E602}"/>
              </a:ext>
            </a:extLst>
          </p:cNvPr>
          <p:cNvSpPr txBox="1"/>
          <p:nvPr/>
        </p:nvSpPr>
        <p:spPr>
          <a:xfrm>
            <a:off x="402627" y="516986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0CDC4-B9A1-C666-248D-E3050201F4D6}"/>
              </a:ext>
            </a:extLst>
          </p:cNvPr>
          <p:cNvSpPr txBox="1"/>
          <p:nvPr/>
        </p:nvSpPr>
        <p:spPr>
          <a:xfrm>
            <a:off x="445609" y="541987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F5165-DC58-4F84-ED5F-D771460D073E}"/>
              </a:ext>
            </a:extLst>
          </p:cNvPr>
          <p:cNvSpPr txBox="1"/>
          <p:nvPr/>
        </p:nvSpPr>
        <p:spPr>
          <a:xfrm>
            <a:off x="277830" y="5817969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786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21ECD-BBB6-20DE-2EB1-BE9BA5C8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F244C44F-D832-73C4-985E-97EEC4256E83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B2084ED-04A1-4521-878F-9E6CA6CF76A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F0C4290-B716-40E3-BC52-70C6ED6416D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D6FC614-41D7-B19F-8EDC-D82C78E8F2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087D1D2-FCC2-6E78-59B5-231EDED4F69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3108890-B8ED-AB8B-AA45-FE0D8F82AB3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BEFB70A-4165-C314-DC69-38A2A1F358F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E435C4E-86FB-6634-5534-EA1BA26EFA9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67ACF89-41C1-C45C-0B9F-2031A0ECD11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AD8FB57-6913-1859-12A1-3709AC13A6E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C4A3A17-D9AC-A3B4-F3D8-9821CC42AA0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6761B5-7799-7743-2717-267398C2C5E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3D011F6-026C-B128-0F44-729D1A774C0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6B3390D-8E16-D335-F7F8-39E818BEC8B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21149DF-8600-C1F9-3093-8E2C06C8C43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7A52817-CA48-63FE-3EE3-9F2177F8941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77A1864-9DDB-46C7-368F-C5257C81221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43CE28A-7C74-D2C2-516E-D7DC4B207362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4AEC6F5-7D16-EA99-9180-AAB1A0405DE5}"/>
              </a:ext>
            </a:extLst>
          </p:cNvPr>
          <p:cNvSpPr/>
          <p:nvPr/>
        </p:nvSpPr>
        <p:spPr>
          <a:xfrm>
            <a:off x="242771" y="1022556"/>
            <a:ext cx="8176544" cy="5329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C65EE-1EB6-7B71-EE1B-49331059315B}"/>
              </a:ext>
            </a:extLst>
          </p:cNvPr>
          <p:cNvSpPr txBox="1"/>
          <p:nvPr/>
        </p:nvSpPr>
        <p:spPr>
          <a:xfrm>
            <a:off x="360253" y="1018860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048EC-E71F-656D-3FC4-FDE036B1666B}"/>
              </a:ext>
            </a:extLst>
          </p:cNvPr>
          <p:cNvSpPr txBox="1"/>
          <p:nvPr/>
        </p:nvSpPr>
        <p:spPr>
          <a:xfrm>
            <a:off x="414145" y="129239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C0491E-673A-BD0C-4247-C2AFFF35DA49}"/>
              </a:ext>
            </a:extLst>
          </p:cNvPr>
          <p:cNvSpPr txBox="1"/>
          <p:nvPr/>
        </p:nvSpPr>
        <p:spPr>
          <a:xfrm>
            <a:off x="422518" y="1551306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22A8B7-96D8-E5E2-590B-81093EB84698}"/>
              </a:ext>
            </a:extLst>
          </p:cNvPr>
          <p:cNvSpPr txBox="1"/>
          <p:nvPr/>
        </p:nvSpPr>
        <p:spPr>
          <a:xfrm>
            <a:off x="2660823" y="1541964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99DA5D-4F86-CB83-9CEC-4276C4EE7F6C}"/>
              </a:ext>
            </a:extLst>
          </p:cNvPr>
          <p:cNvSpPr txBox="1"/>
          <p:nvPr/>
        </p:nvSpPr>
        <p:spPr>
          <a:xfrm>
            <a:off x="2794953" y="1544595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3F9E36-CEED-524C-981B-D8239C618691}"/>
              </a:ext>
            </a:extLst>
          </p:cNvPr>
          <p:cNvSpPr txBox="1"/>
          <p:nvPr/>
        </p:nvSpPr>
        <p:spPr>
          <a:xfrm>
            <a:off x="6217266" y="155130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CD3F4-6B6E-3454-0E65-5640FC908F27}"/>
              </a:ext>
            </a:extLst>
          </p:cNvPr>
          <p:cNvSpPr txBox="1"/>
          <p:nvPr/>
        </p:nvSpPr>
        <p:spPr>
          <a:xfrm>
            <a:off x="593017" y="1803830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868D3B-3ABA-DE1B-E2F2-688705D535AA}"/>
              </a:ext>
            </a:extLst>
          </p:cNvPr>
          <p:cNvSpPr txBox="1"/>
          <p:nvPr/>
        </p:nvSpPr>
        <p:spPr>
          <a:xfrm>
            <a:off x="1268153" y="181038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140B19-6AC3-5C5E-4A94-A5FBFA1EC037}"/>
              </a:ext>
            </a:extLst>
          </p:cNvPr>
          <p:cNvSpPr txBox="1"/>
          <p:nvPr/>
        </p:nvSpPr>
        <p:spPr>
          <a:xfrm>
            <a:off x="1995775" y="1799831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D0BC5E-73D7-B2B0-8603-0B22D1EDD837}"/>
              </a:ext>
            </a:extLst>
          </p:cNvPr>
          <p:cNvSpPr txBox="1"/>
          <p:nvPr/>
        </p:nvSpPr>
        <p:spPr>
          <a:xfrm>
            <a:off x="615384" y="2089394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3000B5-CF8E-46E5-445C-76BF09470EE7}"/>
              </a:ext>
            </a:extLst>
          </p:cNvPr>
          <p:cNvSpPr txBox="1"/>
          <p:nvPr/>
        </p:nvSpPr>
        <p:spPr>
          <a:xfrm>
            <a:off x="1321217" y="2086188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ED8DA-DCDD-ADBA-4944-8BA32F86BBB5}"/>
              </a:ext>
            </a:extLst>
          </p:cNvPr>
          <p:cNvSpPr txBox="1"/>
          <p:nvPr/>
        </p:nvSpPr>
        <p:spPr>
          <a:xfrm>
            <a:off x="475105" y="2461465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A8A105-A933-3EC3-1ADB-1111181B60DE}"/>
              </a:ext>
            </a:extLst>
          </p:cNvPr>
          <p:cNvSpPr txBox="1"/>
          <p:nvPr/>
        </p:nvSpPr>
        <p:spPr>
          <a:xfrm>
            <a:off x="402627" y="27411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981F8A-E9B7-79FE-6771-820A6519D157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E2B339-14E9-3331-DC18-F45CDA59741C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4E640B8-0A38-053F-AA1B-C3719E903254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B91CE4C-2FC6-106E-BA7E-DE2BEFB82038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CE68E5-C57D-12A9-CBE9-4D1BAFEFFC0B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4D3C908-08BA-C97F-357B-0BF730784942}"/>
              </a:ext>
            </a:extLst>
          </p:cNvPr>
          <p:cNvSpPr txBox="1"/>
          <p:nvPr/>
        </p:nvSpPr>
        <p:spPr>
          <a:xfrm>
            <a:off x="702273" y="3609327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046DE-ACDE-209E-B301-7F312A20980C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D763C-0411-D8C6-07A0-28943B466367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11EF53-EF48-D173-6132-44A55BA4DC09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B6EBA7-9C75-37A8-169F-34B025848B16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17E942-378D-0539-4C77-521B51A670D8}"/>
              </a:ext>
            </a:extLst>
          </p:cNvPr>
          <p:cNvSpPr txBox="1"/>
          <p:nvPr/>
        </p:nvSpPr>
        <p:spPr>
          <a:xfrm>
            <a:off x="342098" y="561216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E615B-C936-F9C9-E391-3E9311C4D14D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F93AA-FCA3-5400-D005-372E9F38C819}"/>
              </a:ext>
            </a:extLst>
          </p:cNvPr>
          <p:cNvSpPr txBox="1"/>
          <p:nvPr/>
        </p:nvSpPr>
        <p:spPr>
          <a:xfrm>
            <a:off x="540253" y="562414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F1A53-6BDD-3A70-135B-DAD69BF1F485}"/>
              </a:ext>
            </a:extLst>
          </p:cNvPr>
          <p:cNvSpPr txBox="1"/>
          <p:nvPr/>
        </p:nvSpPr>
        <p:spPr>
          <a:xfrm>
            <a:off x="277830" y="597528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647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A86C2-1008-3D30-91E2-F99D906B5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56E7CC9-7865-2CB6-1D64-1AB86DC343CD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9F66C4-4E4F-9710-D0C2-44C3A141EBA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C5A12D-FA49-15DD-97E2-DAE18992FEA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75F2B5F-7B9D-DEEB-72D4-F6B8B96F0C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8E960E5-9696-5FD8-DD8C-63B3DA40AB7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FF667B5-99F6-60F0-5D83-58E1DE4602A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0717E1B-8D42-8117-847D-E40BE829DF9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EA1AE90-A78E-C30A-9D1F-0A1867BEE02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4458187-9C18-7019-F0EF-E147546BAE1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21BF5DF-4401-A3B3-FF2C-511464EFECF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6B53CBC-D4E7-5D82-C4D2-2E97939AE44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071C12E-CC2B-53B2-C4C4-DCA7352498A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CB26D2F-D4EB-1093-88A2-DAB7D5D8DA2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FF71396-B3EC-8E97-6FFD-F940D8C67CF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0A6F47A-D84C-C4CE-8A56-A06AB4F151C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D54D587-3684-14A6-A153-8110882ECDB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A29BF8E-EB88-1CBD-16AE-64091F51124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E1DFBB0-25E4-3B21-CB0F-C748577E39C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78724CD-4B98-DE84-78CD-6FC8AF9248DD}"/>
              </a:ext>
            </a:extLst>
          </p:cNvPr>
          <p:cNvSpPr/>
          <p:nvPr/>
        </p:nvSpPr>
        <p:spPr>
          <a:xfrm>
            <a:off x="242771" y="1022556"/>
            <a:ext cx="8176544" cy="5329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5B72F-013E-0186-4DD5-04A0490A4A06}"/>
              </a:ext>
            </a:extLst>
          </p:cNvPr>
          <p:cNvSpPr txBox="1"/>
          <p:nvPr/>
        </p:nvSpPr>
        <p:spPr>
          <a:xfrm>
            <a:off x="360253" y="1018860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97928-9075-1B1B-706A-2A18E55C8353}"/>
              </a:ext>
            </a:extLst>
          </p:cNvPr>
          <p:cNvSpPr txBox="1"/>
          <p:nvPr/>
        </p:nvSpPr>
        <p:spPr>
          <a:xfrm>
            <a:off x="414145" y="129239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53A58B-C317-145A-2917-4F6EC0502E2C}"/>
              </a:ext>
            </a:extLst>
          </p:cNvPr>
          <p:cNvSpPr txBox="1"/>
          <p:nvPr/>
        </p:nvSpPr>
        <p:spPr>
          <a:xfrm>
            <a:off x="422518" y="1551306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1543B2-5EEB-A090-9494-F09F7D969FF2}"/>
              </a:ext>
            </a:extLst>
          </p:cNvPr>
          <p:cNvSpPr txBox="1"/>
          <p:nvPr/>
        </p:nvSpPr>
        <p:spPr>
          <a:xfrm>
            <a:off x="2660823" y="1541964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22594A-0607-515A-CF7E-AECEC6288010}"/>
              </a:ext>
            </a:extLst>
          </p:cNvPr>
          <p:cNvSpPr txBox="1"/>
          <p:nvPr/>
        </p:nvSpPr>
        <p:spPr>
          <a:xfrm>
            <a:off x="2794953" y="1544595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48627A-ABB8-ADEE-C0B4-2FBA5D855FCD}"/>
              </a:ext>
            </a:extLst>
          </p:cNvPr>
          <p:cNvSpPr txBox="1"/>
          <p:nvPr/>
        </p:nvSpPr>
        <p:spPr>
          <a:xfrm>
            <a:off x="6217266" y="155130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F0E9C-9075-19BC-6286-2677EBF4174E}"/>
              </a:ext>
            </a:extLst>
          </p:cNvPr>
          <p:cNvSpPr txBox="1"/>
          <p:nvPr/>
        </p:nvSpPr>
        <p:spPr>
          <a:xfrm>
            <a:off x="593017" y="1803830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41A544-5B25-1572-074B-4E471AE7B1A5}"/>
              </a:ext>
            </a:extLst>
          </p:cNvPr>
          <p:cNvSpPr txBox="1"/>
          <p:nvPr/>
        </p:nvSpPr>
        <p:spPr>
          <a:xfrm>
            <a:off x="1268153" y="181038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1D06F3-19A2-8D9C-5D85-6A95C6C18CB6}"/>
              </a:ext>
            </a:extLst>
          </p:cNvPr>
          <p:cNvSpPr txBox="1"/>
          <p:nvPr/>
        </p:nvSpPr>
        <p:spPr>
          <a:xfrm>
            <a:off x="1995775" y="1799831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AC5EFC-B2B2-31AF-5399-8D6F03B299EB}"/>
              </a:ext>
            </a:extLst>
          </p:cNvPr>
          <p:cNvSpPr txBox="1"/>
          <p:nvPr/>
        </p:nvSpPr>
        <p:spPr>
          <a:xfrm>
            <a:off x="615384" y="2089394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F7265B-56C5-E301-B61F-EA22832F5C48}"/>
              </a:ext>
            </a:extLst>
          </p:cNvPr>
          <p:cNvSpPr txBox="1"/>
          <p:nvPr/>
        </p:nvSpPr>
        <p:spPr>
          <a:xfrm>
            <a:off x="1363698" y="2097435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F21729-E90B-9700-80AD-AF4EBC74C410}"/>
              </a:ext>
            </a:extLst>
          </p:cNvPr>
          <p:cNvSpPr txBox="1"/>
          <p:nvPr/>
        </p:nvSpPr>
        <p:spPr>
          <a:xfrm>
            <a:off x="2250488" y="208350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61A372-F2C3-FBFA-6333-61274E48EA27}"/>
              </a:ext>
            </a:extLst>
          </p:cNvPr>
          <p:cNvSpPr txBox="1"/>
          <p:nvPr/>
        </p:nvSpPr>
        <p:spPr>
          <a:xfrm>
            <a:off x="2326245" y="2089118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E78B5D-0809-1E8D-A924-61548D78164C}"/>
              </a:ext>
            </a:extLst>
          </p:cNvPr>
          <p:cNvSpPr txBox="1"/>
          <p:nvPr/>
        </p:nvSpPr>
        <p:spPr>
          <a:xfrm>
            <a:off x="2424268" y="2097435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F796E1-D924-2D3E-4E11-F69C9BEDAE5B}"/>
              </a:ext>
            </a:extLst>
          </p:cNvPr>
          <p:cNvSpPr txBox="1"/>
          <p:nvPr/>
        </p:nvSpPr>
        <p:spPr>
          <a:xfrm>
            <a:off x="475105" y="2461465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42727D-BC29-36E5-66D3-42193D57BA3F}"/>
              </a:ext>
            </a:extLst>
          </p:cNvPr>
          <p:cNvSpPr txBox="1"/>
          <p:nvPr/>
        </p:nvSpPr>
        <p:spPr>
          <a:xfrm>
            <a:off x="402627" y="27411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86B13-8A10-8B4C-9D26-5197A7A5D59F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2757630-F477-6D74-FED7-E192616EF146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F985268-8C95-66EA-2DBD-055ECBC09DD9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2B45C6-A8F2-03A4-0EBD-E043F2C6B47A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430535-EE43-FE7C-B563-98440DBB0EBD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27B6EE7-A8EF-4B7D-AF1B-3BB8858EED6F}"/>
              </a:ext>
            </a:extLst>
          </p:cNvPr>
          <p:cNvSpPr txBox="1"/>
          <p:nvPr/>
        </p:nvSpPr>
        <p:spPr>
          <a:xfrm>
            <a:off x="702273" y="3609327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50916E-B557-1FAB-CC61-6EA58EAA7642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E50BEE-A433-539B-8966-DD8E66B03782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C68F6-62FC-4257-F715-4D20959D8DF1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FBCFE9-8597-2D0B-2827-0505E0F749E3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232FF-2CA1-6459-1500-AE504E8C7F17}"/>
              </a:ext>
            </a:extLst>
          </p:cNvPr>
          <p:cNvSpPr txBox="1"/>
          <p:nvPr/>
        </p:nvSpPr>
        <p:spPr>
          <a:xfrm>
            <a:off x="342098" y="561216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9DBCF-3418-32B8-2701-280ACAF0007D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BA7A0-5A72-CAB9-A4BB-AE2D357B6DA3}"/>
              </a:ext>
            </a:extLst>
          </p:cNvPr>
          <p:cNvSpPr txBox="1"/>
          <p:nvPr/>
        </p:nvSpPr>
        <p:spPr>
          <a:xfrm>
            <a:off x="540253" y="562414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74869-0450-622C-CF24-9E8B2122FF3A}"/>
              </a:ext>
            </a:extLst>
          </p:cNvPr>
          <p:cNvSpPr txBox="1"/>
          <p:nvPr/>
        </p:nvSpPr>
        <p:spPr>
          <a:xfrm>
            <a:off x="277830" y="597528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02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74DBD-FC89-B1E1-E66A-92EDDD1E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00F5D33-89E2-0648-3AC9-4D426E2CF884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E3226ED-A670-6A2B-F8C8-AA3E62274F2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E52233F-5DCC-1387-1461-AB8CF9599F3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21F307B-26E2-8EB5-1DCC-5E464D81FC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EEE7A8F-CF74-72A2-C347-F0BE48CA127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B0758AD-3D2B-6F25-7CC3-7CA753D7986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C0556FF-DF9A-BCD8-97E9-F81A869D9B3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CFDB48D-ACB5-847C-ADFB-88899E888C5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40F3F78-86EE-1120-B2EF-C39A9DC86A1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BF9E0A0-72B8-74FD-68E8-C4A5B21DEF9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81557B0-0E9A-EA1D-CC48-207BA898982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967FD6-34BB-0915-29E7-0B8C73EA2A14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6911F33-78A9-4F23-466B-E2D7728E595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051F014-FF08-13EF-492D-69A02801588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7ABBCFC-AD76-BFF1-501F-64D55BCF73E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42563CA-8ED4-751C-D7A4-31A6423048C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1A22B0B-20AF-B01F-5580-2735CA90716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D2B6E0C-B819-9FA7-B6E3-6FF1983B97B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6355CD3-6A04-7CA5-6018-075D64F6B2A0}"/>
              </a:ext>
            </a:extLst>
          </p:cNvPr>
          <p:cNvSpPr/>
          <p:nvPr/>
        </p:nvSpPr>
        <p:spPr>
          <a:xfrm>
            <a:off x="242771" y="1022556"/>
            <a:ext cx="8176544" cy="5329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12921-5259-B5CA-8382-74AC4392333A}"/>
              </a:ext>
            </a:extLst>
          </p:cNvPr>
          <p:cNvSpPr txBox="1"/>
          <p:nvPr/>
        </p:nvSpPr>
        <p:spPr>
          <a:xfrm>
            <a:off x="360253" y="1018860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2A1EC-168A-2097-71D4-02DFD3656CB5}"/>
              </a:ext>
            </a:extLst>
          </p:cNvPr>
          <p:cNvSpPr txBox="1"/>
          <p:nvPr/>
        </p:nvSpPr>
        <p:spPr>
          <a:xfrm>
            <a:off x="414145" y="129239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16FAA5-7810-F6AE-2E54-7A2C84261A76}"/>
              </a:ext>
            </a:extLst>
          </p:cNvPr>
          <p:cNvSpPr txBox="1"/>
          <p:nvPr/>
        </p:nvSpPr>
        <p:spPr>
          <a:xfrm>
            <a:off x="422518" y="1551306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89A01B-AA34-03D9-7DE2-07A7C07A8856}"/>
              </a:ext>
            </a:extLst>
          </p:cNvPr>
          <p:cNvSpPr txBox="1"/>
          <p:nvPr/>
        </p:nvSpPr>
        <p:spPr>
          <a:xfrm>
            <a:off x="2660823" y="1541964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27A9FC-75D3-60F3-3BF3-8E7154A3FA25}"/>
              </a:ext>
            </a:extLst>
          </p:cNvPr>
          <p:cNvSpPr txBox="1"/>
          <p:nvPr/>
        </p:nvSpPr>
        <p:spPr>
          <a:xfrm>
            <a:off x="2794953" y="1544595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50326-AA59-2969-FD5F-1AC0925BE364}"/>
              </a:ext>
            </a:extLst>
          </p:cNvPr>
          <p:cNvSpPr txBox="1"/>
          <p:nvPr/>
        </p:nvSpPr>
        <p:spPr>
          <a:xfrm>
            <a:off x="6217266" y="155130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6576A3-55BA-0452-9F9A-29D2C7BCD325}"/>
              </a:ext>
            </a:extLst>
          </p:cNvPr>
          <p:cNvSpPr txBox="1"/>
          <p:nvPr/>
        </p:nvSpPr>
        <p:spPr>
          <a:xfrm>
            <a:off x="593017" y="1803830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8CAC2C-7EB8-304E-26E9-215B296D57FC}"/>
              </a:ext>
            </a:extLst>
          </p:cNvPr>
          <p:cNvSpPr txBox="1"/>
          <p:nvPr/>
        </p:nvSpPr>
        <p:spPr>
          <a:xfrm>
            <a:off x="1268153" y="181038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83E17D-9626-32EB-81A9-79056CE373A8}"/>
              </a:ext>
            </a:extLst>
          </p:cNvPr>
          <p:cNvSpPr txBox="1"/>
          <p:nvPr/>
        </p:nvSpPr>
        <p:spPr>
          <a:xfrm>
            <a:off x="1995775" y="1799831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D53919-79F8-D33D-79BE-EE530A8F5BA6}"/>
              </a:ext>
            </a:extLst>
          </p:cNvPr>
          <p:cNvSpPr txBox="1"/>
          <p:nvPr/>
        </p:nvSpPr>
        <p:spPr>
          <a:xfrm>
            <a:off x="615384" y="2089394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3BD547-AEEF-03E6-2ADF-EA44F37C3FED}"/>
              </a:ext>
            </a:extLst>
          </p:cNvPr>
          <p:cNvSpPr txBox="1"/>
          <p:nvPr/>
        </p:nvSpPr>
        <p:spPr>
          <a:xfrm>
            <a:off x="1363698" y="2097435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41AB92-BAF0-AEDD-069E-5054C4519DAC}"/>
              </a:ext>
            </a:extLst>
          </p:cNvPr>
          <p:cNvSpPr txBox="1"/>
          <p:nvPr/>
        </p:nvSpPr>
        <p:spPr>
          <a:xfrm>
            <a:off x="2250488" y="208350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B58806-73D4-CF32-FC8D-D30230A23942}"/>
              </a:ext>
            </a:extLst>
          </p:cNvPr>
          <p:cNvSpPr txBox="1"/>
          <p:nvPr/>
        </p:nvSpPr>
        <p:spPr>
          <a:xfrm>
            <a:off x="2371979" y="2096985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B29628-BC77-C69C-1146-FB3B581B6FB2}"/>
              </a:ext>
            </a:extLst>
          </p:cNvPr>
          <p:cNvSpPr txBox="1"/>
          <p:nvPr/>
        </p:nvSpPr>
        <p:spPr>
          <a:xfrm>
            <a:off x="3024555" y="210140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2158DD-0BD4-63C8-8193-4B8524DD6117}"/>
              </a:ext>
            </a:extLst>
          </p:cNvPr>
          <p:cNvSpPr txBox="1"/>
          <p:nvPr/>
        </p:nvSpPr>
        <p:spPr>
          <a:xfrm>
            <a:off x="3174659" y="2112492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10623-321D-7A46-AE63-F26F14E4E80B}"/>
              </a:ext>
            </a:extLst>
          </p:cNvPr>
          <p:cNvSpPr txBox="1"/>
          <p:nvPr/>
        </p:nvSpPr>
        <p:spPr>
          <a:xfrm>
            <a:off x="475105" y="2461465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A2AF3E-30C6-BB10-3A63-FBEBAFEACF0E}"/>
              </a:ext>
            </a:extLst>
          </p:cNvPr>
          <p:cNvSpPr txBox="1"/>
          <p:nvPr/>
        </p:nvSpPr>
        <p:spPr>
          <a:xfrm>
            <a:off x="402627" y="27411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5E0EBD-0432-4007-9FC3-CA42943905C3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DFCC42-8FF5-4E20-EBDE-D092B3C7D1E9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19B5D3-FC79-CA1E-4780-75F8B02AB9F4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1034B4C-A899-35B7-C903-2F5634CAD240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4747FF-1C7E-F97F-AB5C-485260357649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C442272-D152-2460-9979-A8BBE6C00B1A}"/>
              </a:ext>
            </a:extLst>
          </p:cNvPr>
          <p:cNvSpPr txBox="1"/>
          <p:nvPr/>
        </p:nvSpPr>
        <p:spPr>
          <a:xfrm>
            <a:off x="702273" y="3609327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42A32-4738-1828-B258-A4ED83296191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0EAF7-EEAD-6CB3-E3C4-953CAA855408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7C0BD2-366E-8B0D-4C95-8721F96D99C9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EA453-969F-01CD-0D21-787A8FBBC2B6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5C9A1F-85BD-FD43-51CA-23A551EBB90B}"/>
              </a:ext>
            </a:extLst>
          </p:cNvPr>
          <p:cNvSpPr txBox="1"/>
          <p:nvPr/>
        </p:nvSpPr>
        <p:spPr>
          <a:xfrm>
            <a:off x="342098" y="561216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57916-1F31-B6F1-1204-B64F40EB9EF9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C567C-837F-97D2-2F35-A3EE035D545C}"/>
              </a:ext>
            </a:extLst>
          </p:cNvPr>
          <p:cNvSpPr txBox="1"/>
          <p:nvPr/>
        </p:nvSpPr>
        <p:spPr>
          <a:xfrm>
            <a:off x="540253" y="562414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9ED39-12FC-C16E-91DA-45C48D17C87F}"/>
              </a:ext>
            </a:extLst>
          </p:cNvPr>
          <p:cNvSpPr txBox="1"/>
          <p:nvPr/>
        </p:nvSpPr>
        <p:spPr>
          <a:xfrm>
            <a:off x="277830" y="597528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471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03935-2D4D-AE95-5DB1-5D1259D91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F6BB0108-A486-E0DA-8EE7-94838A650E52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39F65AC-8523-644A-CB4E-DA512DDA887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643BD90-1EAF-D3C3-4C09-C03A98E03B5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20BBECC-34C3-B310-139E-6C86BD9798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103164D-C1C0-87C5-0DDC-4E5CA2DAB80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0016804-0E2D-2359-8C9D-A8A8BF6AD5D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D360D2A-CD76-34A1-A000-23A37872B1E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64831FB-7C2A-F55D-D338-D1764D5B1A3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36128C2-8C03-47E9-F290-F6F02FAD8B7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897F53B-F144-0E2E-567C-2D3AC95D5FA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8170B82B-1271-5B8F-D22C-F2F459645C1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D2CCCE-BFC7-A48A-B697-8CEB62C18C9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501EC8A-CC28-9DDF-3A39-9E02D4AE18F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C971FCD-E59C-74A7-1666-8E41119959B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26B5886-A42A-873E-7B46-94050C36B80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3B801FD-9701-89B4-6934-01E52318B6A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AC1DF6A-643E-952C-496B-4C567504ACB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A75E98E-07DE-74BD-9E7B-D00B5FA7615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F595027-06EA-84C9-8F1D-4509FBA05A7A}"/>
              </a:ext>
            </a:extLst>
          </p:cNvPr>
          <p:cNvSpPr/>
          <p:nvPr/>
        </p:nvSpPr>
        <p:spPr>
          <a:xfrm>
            <a:off x="242771" y="1022556"/>
            <a:ext cx="8176544" cy="5329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34C13E-1A19-3840-DE7A-F18A1E13A8B8}"/>
              </a:ext>
            </a:extLst>
          </p:cNvPr>
          <p:cNvSpPr txBox="1"/>
          <p:nvPr/>
        </p:nvSpPr>
        <p:spPr>
          <a:xfrm>
            <a:off x="360253" y="1018860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D19C1-99EE-0615-8322-7125D3E8DC9C}"/>
              </a:ext>
            </a:extLst>
          </p:cNvPr>
          <p:cNvSpPr txBox="1"/>
          <p:nvPr/>
        </p:nvSpPr>
        <p:spPr>
          <a:xfrm>
            <a:off x="414145" y="129239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46B473-2C80-C1A0-B01A-89134DF33F96}"/>
              </a:ext>
            </a:extLst>
          </p:cNvPr>
          <p:cNvSpPr txBox="1"/>
          <p:nvPr/>
        </p:nvSpPr>
        <p:spPr>
          <a:xfrm>
            <a:off x="422518" y="1551306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14BF7A-549B-4133-342F-EAA20CB38690}"/>
              </a:ext>
            </a:extLst>
          </p:cNvPr>
          <p:cNvSpPr txBox="1"/>
          <p:nvPr/>
        </p:nvSpPr>
        <p:spPr>
          <a:xfrm>
            <a:off x="2660823" y="1541964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BF4593-ECAE-EA10-1DE2-547671B0E44F}"/>
              </a:ext>
            </a:extLst>
          </p:cNvPr>
          <p:cNvSpPr txBox="1"/>
          <p:nvPr/>
        </p:nvSpPr>
        <p:spPr>
          <a:xfrm>
            <a:off x="2794953" y="1544595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E93A9-C3B2-2547-FFE3-4B659E2EC10D}"/>
              </a:ext>
            </a:extLst>
          </p:cNvPr>
          <p:cNvSpPr txBox="1"/>
          <p:nvPr/>
        </p:nvSpPr>
        <p:spPr>
          <a:xfrm>
            <a:off x="6217266" y="155130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C54355-83D9-0286-4B73-2E16BFA16438}"/>
              </a:ext>
            </a:extLst>
          </p:cNvPr>
          <p:cNvSpPr txBox="1"/>
          <p:nvPr/>
        </p:nvSpPr>
        <p:spPr>
          <a:xfrm>
            <a:off x="652009" y="1833326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6DF6EA-88D5-02C2-D529-CC5D1BF19C1E}"/>
              </a:ext>
            </a:extLst>
          </p:cNvPr>
          <p:cNvSpPr txBox="1"/>
          <p:nvPr/>
        </p:nvSpPr>
        <p:spPr>
          <a:xfrm>
            <a:off x="1327145" y="183988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955700-37C6-8DBC-40C9-FA5EFA785FDE}"/>
              </a:ext>
            </a:extLst>
          </p:cNvPr>
          <p:cNvSpPr txBox="1"/>
          <p:nvPr/>
        </p:nvSpPr>
        <p:spPr>
          <a:xfrm>
            <a:off x="2054767" y="1829327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ABF124-AD29-44D5-EF76-4C4F061C23C3}"/>
              </a:ext>
            </a:extLst>
          </p:cNvPr>
          <p:cNvSpPr txBox="1"/>
          <p:nvPr/>
        </p:nvSpPr>
        <p:spPr>
          <a:xfrm>
            <a:off x="635048" y="2138554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C930E-370F-7895-1630-02408E9C10DB}"/>
              </a:ext>
            </a:extLst>
          </p:cNvPr>
          <p:cNvSpPr txBox="1"/>
          <p:nvPr/>
        </p:nvSpPr>
        <p:spPr>
          <a:xfrm>
            <a:off x="1383362" y="2146595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841476-8575-B486-DD49-6BDDEFFBFBCE}"/>
              </a:ext>
            </a:extLst>
          </p:cNvPr>
          <p:cNvSpPr txBox="1"/>
          <p:nvPr/>
        </p:nvSpPr>
        <p:spPr>
          <a:xfrm>
            <a:off x="2270152" y="213266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97F7E-0646-BF64-CFB0-2AEFEB7EA08F}"/>
              </a:ext>
            </a:extLst>
          </p:cNvPr>
          <p:cNvSpPr txBox="1"/>
          <p:nvPr/>
        </p:nvSpPr>
        <p:spPr>
          <a:xfrm>
            <a:off x="2391643" y="2146145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983921-77B3-DBB8-17B1-FE0B33DFC9B3}"/>
              </a:ext>
            </a:extLst>
          </p:cNvPr>
          <p:cNvSpPr txBox="1"/>
          <p:nvPr/>
        </p:nvSpPr>
        <p:spPr>
          <a:xfrm>
            <a:off x="3019863" y="2168782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42AD16-65BF-F035-E9B5-58AFBE5DC7A2}"/>
              </a:ext>
            </a:extLst>
          </p:cNvPr>
          <p:cNvSpPr txBox="1"/>
          <p:nvPr/>
        </p:nvSpPr>
        <p:spPr>
          <a:xfrm>
            <a:off x="3966873" y="2180569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81E81C-004D-731C-7A42-9900EF358466}"/>
              </a:ext>
            </a:extLst>
          </p:cNvPr>
          <p:cNvSpPr txBox="1"/>
          <p:nvPr/>
        </p:nvSpPr>
        <p:spPr>
          <a:xfrm>
            <a:off x="4072569" y="2180569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6C1C6-D37A-74D4-F503-C967D23D825D}"/>
              </a:ext>
            </a:extLst>
          </p:cNvPr>
          <p:cNvSpPr txBox="1"/>
          <p:nvPr/>
        </p:nvSpPr>
        <p:spPr>
          <a:xfrm>
            <a:off x="475105" y="241230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D07A6-28D8-6AC3-DEA7-34845D9A0AF6}"/>
              </a:ext>
            </a:extLst>
          </p:cNvPr>
          <p:cNvSpPr txBox="1"/>
          <p:nvPr/>
        </p:nvSpPr>
        <p:spPr>
          <a:xfrm>
            <a:off x="402627" y="27411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A672D0-BBD4-F69E-268F-837BE25A1172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6B50EE-CCAF-E33B-5B3D-4B8F6A3BF054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93EED9-A2DF-7FB6-DF07-777043A7FFF8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3080E7-7CFC-2D23-92AC-8FD6932FFF18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4ABCFD-6995-4D48-3CC9-990EF914F8F5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9C6F7D4-3CE3-DB03-CE77-DC6860FA48F7}"/>
              </a:ext>
            </a:extLst>
          </p:cNvPr>
          <p:cNvSpPr txBox="1"/>
          <p:nvPr/>
        </p:nvSpPr>
        <p:spPr>
          <a:xfrm>
            <a:off x="702273" y="3609327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36516F-F832-A429-A5DC-94155261C1C4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63B46-ED77-7BC0-A209-7A70F96E79AE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F59B0-BDAB-6B28-463C-18F82176B69D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1BACA1-62D1-B7DD-1C5D-CF3FE06C2AC2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2475B-F610-8E4A-16A1-1A08447C43EB}"/>
              </a:ext>
            </a:extLst>
          </p:cNvPr>
          <p:cNvSpPr txBox="1"/>
          <p:nvPr/>
        </p:nvSpPr>
        <p:spPr>
          <a:xfrm>
            <a:off x="342098" y="561216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A0187E-781E-0D82-3167-EAA31005D3C7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6A19D-08D9-6CF8-4652-D20B4C8D753D}"/>
              </a:ext>
            </a:extLst>
          </p:cNvPr>
          <p:cNvSpPr txBox="1"/>
          <p:nvPr/>
        </p:nvSpPr>
        <p:spPr>
          <a:xfrm>
            <a:off x="540253" y="562414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88D67-8E30-5459-534D-792D15BCD3CA}"/>
              </a:ext>
            </a:extLst>
          </p:cNvPr>
          <p:cNvSpPr txBox="1"/>
          <p:nvPr/>
        </p:nvSpPr>
        <p:spPr>
          <a:xfrm>
            <a:off x="277830" y="597528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67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81F76-FDC8-86AD-BD3F-081E32ED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54B6482-A9FA-AC21-D07D-A212AB87633F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E22E28E-9B6C-799F-5F3A-70385CA08F2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56166A2-32CA-FCFE-18CB-B68148F88F6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FA9B775-164E-A3EA-4BA0-8EFEE02CB2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A61C85B-2190-69A1-0300-583E9B04C86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1B0C005-7CA5-BD80-DDEB-7F7B153C950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0F40543-7FDA-0B79-0677-96034F07F55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F69A7FD-CDBA-2E07-634C-CE5E069DA00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4BAEA9D-2148-D85D-1BA5-6AC3880FB4E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201DDB5-3AC9-757D-564D-6C5E7EC37B3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60FAC44-9A84-357B-A20A-AAEC1067740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F7BD03D-9944-BAFD-92BA-AAAC25B2A24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BBC0D23-E657-89D3-81EE-04F3FD6388A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AE1FBC3-3680-B87A-546A-9956FE455A1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B927089-22DB-94CB-8389-5063796D439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A93E151-1B41-C9FE-5253-5F8B00DD0DE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70AEE29-06EF-4540-2978-4803500CA67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F149995-CA67-5D00-76B5-97DF879B89F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FF87A24-08F2-F070-4DF0-F06A32940BC7}"/>
              </a:ext>
            </a:extLst>
          </p:cNvPr>
          <p:cNvSpPr/>
          <p:nvPr/>
        </p:nvSpPr>
        <p:spPr>
          <a:xfrm>
            <a:off x="242771" y="1022556"/>
            <a:ext cx="8176544" cy="5329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C050E-2645-AE3F-2E7E-958E56B53E30}"/>
              </a:ext>
            </a:extLst>
          </p:cNvPr>
          <p:cNvSpPr txBox="1"/>
          <p:nvPr/>
        </p:nvSpPr>
        <p:spPr>
          <a:xfrm>
            <a:off x="360253" y="1018860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() =&gt; {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0AE69-0B7E-8327-3205-026190157E53}"/>
              </a:ext>
            </a:extLst>
          </p:cNvPr>
          <p:cNvSpPr txBox="1"/>
          <p:nvPr/>
        </p:nvSpPr>
        <p:spPr>
          <a:xfrm>
            <a:off x="414145" y="129239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860A98-E8FC-E052-A25D-44053F5145BD}"/>
              </a:ext>
            </a:extLst>
          </p:cNvPr>
          <p:cNvSpPr txBox="1"/>
          <p:nvPr/>
        </p:nvSpPr>
        <p:spPr>
          <a:xfrm>
            <a:off x="422518" y="1551306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F2A2EC-5523-EE16-4756-5D2A2359EFFD}"/>
              </a:ext>
            </a:extLst>
          </p:cNvPr>
          <p:cNvSpPr txBox="1"/>
          <p:nvPr/>
        </p:nvSpPr>
        <p:spPr>
          <a:xfrm>
            <a:off x="2660823" y="1541964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48B6A5-8803-E840-82C0-21EE99C15C56}"/>
              </a:ext>
            </a:extLst>
          </p:cNvPr>
          <p:cNvSpPr txBox="1"/>
          <p:nvPr/>
        </p:nvSpPr>
        <p:spPr>
          <a:xfrm>
            <a:off x="2794953" y="1544595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3C602E-965E-2334-5F7E-18DF2FECEB5E}"/>
              </a:ext>
            </a:extLst>
          </p:cNvPr>
          <p:cNvSpPr txBox="1"/>
          <p:nvPr/>
        </p:nvSpPr>
        <p:spPr>
          <a:xfrm>
            <a:off x="6217266" y="155130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13FDC8-534B-69C3-BEA8-AACBC23666EA}"/>
              </a:ext>
            </a:extLst>
          </p:cNvPr>
          <p:cNvSpPr txBox="1"/>
          <p:nvPr/>
        </p:nvSpPr>
        <p:spPr>
          <a:xfrm>
            <a:off x="652009" y="1833326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DAFAC4-C5F9-DBDB-D3E9-9B0D45E07DC4}"/>
              </a:ext>
            </a:extLst>
          </p:cNvPr>
          <p:cNvSpPr txBox="1"/>
          <p:nvPr/>
        </p:nvSpPr>
        <p:spPr>
          <a:xfrm>
            <a:off x="1327145" y="183988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9225B-E5FF-3898-B4B6-8557BC22A4FF}"/>
              </a:ext>
            </a:extLst>
          </p:cNvPr>
          <p:cNvSpPr txBox="1"/>
          <p:nvPr/>
        </p:nvSpPr>
        <p:spPr>
          <a:xfrm>
            <a:off x="2054767" y="1829327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A3A135-AC4E-5C58-41D3-4BC8D34B2F11}"/>
              </a:ext>
            </a:extLst>
          </p:cNvPr>
          <p:cNvSpPr txBox="1"/>
          <p:nvPr/>
        </p:nvSpPr>
        <p:spPr>
          <a:xfrm>
            <a:off x="635048" y="2138554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CE12D5-C628-BF27-1BB2-768D0AFF51F3}"/>
              </a:ext>
            </a:extLst>
          </p:cNvPr>
          <p:cNvSpPr txBox="1"/>
          <p:nvPr/>
        </p:nvSpPr>
        <p:spPr>
          <a:xfrm>
            <a:off x="1383362" y="2146595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E1DCE5-9CE1-62AA-8E04-F6164B754ACA}"/>
              </a:ext>
            </a:extLst>
          </p:cNvPr>
          <p:cNvSpPr txBox="1"/>
          <p:nvPr/>
        </p:nvSpPr>
        <p:spPr>
          <a:xfrm>
            <a:off x="2270152" y="213266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7EBAE2-B38F-6FDD-EFDD-A49205C1C5DD}"/>
              </a:ext>
            </a:extLst>
          </p:cNvPr>
          <p:cNvSpPr txBox="1"/>
          <p:nvPr/>
        </p:nvSpPr>
        <p:spPr>
          <a:xfrm>
            <a:off x="2391643" y="2146145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48C0E8-6E3E-FE77-716F-B59943FC0C62}"/>
              </a:ext>
            </a:extLst>
          </p:cNvPr>
          <p:cNvSpPr txBox="1"/>
          <p:nvPr/>
        </p:nvSpPr>
        <p:spPr>
          <a:xfrm>
            <a:off x="3019863" y="2168782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430D9F-77CF-4C9E-BE28-3B3473317D6E}"/>
              </a:ext>
            </a:extLst>
          </p:cNvPr>
          <p:cNvSpPr txBox="1"/>
          <p:nvPr/>
        </p:nvSpPr>
        <p:spPr>
          <a:xfrm>
            <a:off x="3945391" y="2143499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624598-1517-11A5-B242-06A1D299D4FE}"/>
              </a:ext>
            </a:extLst>
          </p:cNvPr>
          <p:cNvSpPr txBox="1"/>
          <p:nvPr/>
        </p:nvSpPr>
        <p:spPr>
          <a:xfrm>
            <a:off x="4658804" y="2146848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F5ED20-B9E7-783E-C8FF-8C1330C1C23C}"/>
              </a:ext>
            </a:extLst>
          </p:cNvPr>
          <p:cNvSpPr txBox="1"/>
          <p:nvPr/>
        </p:nvSpPr>
        <p:spPr>
          <a:xfrm>
            <a:off x="4747573" y="2150138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720F3A-B79A-450C-662A-71C1C0B46B20}"/>
              </a:ext>
            </a:extLst>
          </p:cNvPr>
          <p:cNvSpPr txBox="1"/>
          <p:nvPr/>
        </p:nvSpPr>
        <p:spPr>
          <a:xfrm>
            <a:off x="475105" y="241230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0B8F62-F58F-E1F1-E31F-9552D3A850AD}"/>
              </a:ext>
            </a:extLst>
          </p:cNvPr>
          <p:cNvSpPr txBox="1"/>
          <p:nvPr/>
        </p:nvSpPr>
        <p:spPr>
          <a:xfrm>
            <a:off x="402627" y="27411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9BCF76-C5B3-1275-47A6-E6451A157026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DEA70E5-ADCC-6938-25C9-F5E18B6766BF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7D3C1C-211D-7DA7-2649-49D170AE51CA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D1EFED-A3C5-08F5-E0F0-BE6C7A8235F2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48B759-9B10-5754-ABFE-F5F6934DBA23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6128F59-E7BB-CAEC-F3EF-3E2A432FCAD9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6F5A7-551E-D143-B1FA-C1E97F64553A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9A9728-9FAF-5325-E2A1-2B0E88A405DB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F85C6-A5B8-E31E-E081-119D79438983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401949-5403-28EB-72EE-A640E496EDDB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6C673E-FC2A-9511-5462-2BF400B73C95}"/>
              </a:ext>
            </a:extLst>
          </p:cNvPr>
          <p:cNvSpPr txBox="1"/>
          <p:nvPr/>
        </p:nvSpPr>
        <p:spPr>
          <a:xfrm>
            <a:off x="342098" y="561216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90AB5E-9A9E-8AE1-7282-BE52C8DA99B4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2F07A-D4F0-E602-35ED-C3B8767A1B6C}"/>
              </a:ext>
            </a:extLst>
          </p:cNvPr>
          <p:cNvSpPr txBox="1"/>
          <p:nvPr/>
        </p:nvSpPr>
        <p:spPr>
          <a:xfrm>
            <a:off x="540253" y="562414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6868F-FD9C-8391-0C5D-B3412397E75C}"/>
              </a:ext>
            </a:extLst>
          </p:cNvPr>
          <p:cNvSpPr txBox="1"/>
          <p:nvPr/>
        </p:nvSpPr>
        <p:spPr>
          <a:xfrm>
            <a:off x="277830" y="597528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58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40401-FB38-5845-A735-04B47EBF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BD5B9FF0-1B0D-9901-335C-3A91D338B5AA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C362F4A-407A-2EDA-1C63-9A4D2D0D9F5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45EEF05-0203-7687-9105-F29F32E3734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5978D77-3ACB-EC28-C25A-ADC13CC72C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F3FC25C-607D-6D63-982F-D52CBB734E9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59C29B2-A426-9E13-29B2-66357229E4A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1E55A83-D9AE-92C4-938D-313BAD49065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79689C3-45D5-CE86-542E-D5B7386BC59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EE3493F-15F4-8C1B-70BF-45113E937C3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5398527-B8FA-7D0A-2B9A-5AA10E8482E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B10D306-CE8A-6751-F516-1C151DEF3C0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8A7A203-B4DB-147F-6F00-6E6011FBC49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D376B9F-3217-EB5A-BD3B-76893E415D9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FE67865-30BA-DF54-4163-BA4B6907535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9CA0A2D-EE7B-589A-9BA3-09489DC82C8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89488CF-32C0-C5FF-DF90-63BDB7D555A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CEA6DD9-DC41-D015-6981-CE2EAEFC72C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783BD07-38DF-5EFF-EB5E-7D635C40678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05C531C-8125-17AE-FE95-BD49CC05810E}"/>
              </a:ext>
            </a:extLst>
          </p:cNvPr>
          <p:cNvSpPr/>
          <p:nvPr/>
        </p:nvSpPr>
        <p:spPr>
          <a:xfrm>
            <a:off x="242771" y="1022556"/>
            <a:ext cx="8176544" cy="5329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F21B8-0DFA-815A-B5D5-31F5F1594B4B}"/>
              </a:ext>
            </a:extLst>
          </p:cNvPr>
          <p:cNvSpPr txBox="1"/>
          <p:nvPr/>
        </p:nvSpPr>
        <p:spPr>
          <a:xfrm>
            <a:off x="360253" y="1018860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 hidden="1">
            <a:extLst>
              <a:ext uri="{FF2B5EF4-FFF2-40B4-BE49-F238E27FC236}">
                <a16:creationId xmlns:a16="http://schemas.microsoft.com/office/drawing/2014/main" id="{F6FFBA2F-4CE1-A14A-0495-058F334337AE}"/>
              </a:ext>
            </a:extLst>
          </p:cNvPr>
          <p:cNvSpPr txBox="1"/>
          <p:nvPr/>
        </p:nvSpPr>
        <p:spPr>
          <a:xfrm>
            <a:off x="2151231" y="1011452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D1E7B8-7467-9D4F-2EEC-68E1F460AB72}"/>
              </a:ext>
            </a:extLst>
          </p:cNvPr>
          <p:cNvSpPr txBox="1"/>
          <p:nvPr/>
        </p:nvSpPr>
        <p:spPr>
          <a:xfrm>
            <a:off x="2087161" y="1014043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0EC50-9179-1877-B6FA-70C4182B2951}"/>
              </a:ext>
            </a:extLst>
          </p:cNvPr>
          <p:cNvSpPr txBox="1"/>
          <p:nvPr/>
        </p:nvSpPr>
        <p:spPr>
          <a:xfrm>
            <a:off x="414145" y="129239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70DE09-C958-3EF7-E0E9-19B66FE0AAA7}"/>
              </a:ext>
            </a:extLst>
          </p:cNvPr>
          <p:cNvSpPr txBox="1"/>
          <p:nvPr/>
        </p:nvSpPr>
        <p:spPr>
          <a:xfrm>
            <a:off x="422518" y="1551306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5B51A-202B-1B68-0108-867996E3F575}"/>
              </a:ext>
            </a:extLst>
          </p:cNvPr>
          <p:cNvSpPr txBox="1"/>
          <p:nvPr/>
        </p:nvSpPr>
        <p:spPr>
          <a:xfrm>
            <a:off x="2660823" y="1541964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A8EFE2-B2E0-941A-83A5-B9519BD2A60D}"/>
              </a:ext>
            </a:extLst>
          </p:cNvPr>
          <p:cNvSpPr txBox="1"/>
          <p:nvPr/>
        </p:nvSpPr>
        <p:spPr>
          <a:xfrm>
            <a:off x="2794953" y="1544595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803447-BFA6-7CF6-5B4E-CB4EBB63E81C}"/>
              </a:ext>
            </a:extLst>
          </p:cNvPr>
          <p:cNvSpPr txBox="1"/>
          <p:nvPr/>
        </p:nvSpPr>
        <p:spPr>
          <a:xfrm>
            <a:off x="6217266" y="155130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607A3E-C4FB-A6B2-7F43-79B2500230FB}"/>
              </a:ext>
            </a:extLst>
          </p:cNvPr>
          <p:cNvSpPr txBox="1"/>
          <p:nvPr/>
        </p:nvSpPr>
        <p:spPr>
          <a:xfrm>
            <a:off x="652009" y="1833326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2D43C3-2A13-4A61-D185-3A966BFADCF2}"/>
              </a:ext>
            </a:extLst>
          </p:cNvPr>
          <p:cNvSpPr txBox="1"/>
          <p:nvPr/>
        </p:nvSpPr>
        <p:spPr>
          <a:xfrm>
            <a:off x="1327145" y="183988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3F77D0-E52B-250C-7040-2DF842F3991D}"/>
              </a:ext>
            </a:extLst>
          </p:cNvPr>
          <p:cNvSpPr txBox="1"/>
          <p:nvPr/>
        </p:nvSpPr>
        <p:spPr>
          <a:xfrm>
            <a:off x="2054767" y="1829327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592AA-DBDE-C9B7-613A-7B1F5CC2B675}"/>
              </a:ext>
            </a:extLst>
          </p:cNvPr>
          <p:cNvSpPr txBox="1"/>
          <p:nvPr/>
        </p:nvSpPr>
        <p:spPr>
          <a:xfrm>
            <a:off x="635048" y="2138554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430AB8-76FA-3CC5-8532-3F1B18AE7E49}"/>
              </a:ext>
            </a:extLst>
          </p:cNvPr>
          <p:cNvSpPr txBox="1"/>
          <p:nvPr/>
        </p:nvSpPr>
        <p:spPr>
          <a:xfrm>
            <a:off x="1383362" y="2146595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084551-4A8E-D677-824B-76408810B581}"/>
              </a:ext>
            </a:extLst>
          </p:cNvPr>
          <p:cNvSpPr txBox="1"/>
          <p:nvPr/>
        </p:nvSpPr>
        <p:spPr>
          <a:xfrm>
            <a:off x="2343178" y="2143499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8E3345-8A46-1971-2149-17033EF1D9D8}"/>
              </a:ext>
            </a:extLst>
          </p:cNvPr>
          <p:cNvSpPr txBox="1"/>
          <p:nvPr/>
        </p:nvSpPr>
        <p:spPr>
          <a:xfrm>
            <a:off x="2513992" y="213266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134085-FCF7-46E2-6818-90955D7F1892}"/>
              </a:ext>
            </a:extLst>
          </p:cNvPr>
          <p:cNvSpPr txBox="1"/>
          <p:nvPr/>
        </p:nvSpPr>
        <p:spPr>
          <a:xfrm>
            <a:off x="2635483" y="2146145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E1054A-AFB9-AA91-2EF6-9D125CB5CEDF}"/>
              </a:ext>
            </a:extLst>
          </p:cNvPr>
          <p:cNvSpPr txBox="1"/>
          <p:nvPr/>
        </p:nvSpPr>
        <p:spPr>
          <a:xfrm>
            <a:off x="3263703" y="2168782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F0CB91-0A66-4757-B927-8BB228112DC3}"/>
              </a:ext>
            </a:extLst>
          </p:cNvPr>
          <p:cNvSpPr txBox="1"/>
          <p:nvPr/>
        </p:nvSpPr>
        <p:spPr>
          <a:xfrm>
            <a:off x="4189231" y="2143499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69A50F-F2ED-52FF-661D-5B5C15203DB5}"/>
              </a:ext>
            </a:extLst>
          </p:cNvPr>
          <p:cNvSpPr txBox="1"/>
          <p:nvPr/>
        </p:nvSpPr>
        <p:spPr>
          <a:xfrm>
            <a:off x="4902644" y="2146848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375845-73DE-7504-19E1-97692E4B127E}"/>
              </a:ext>
            </a:extLst>
          </p:cNvPr>
          <p:cNvSpPr txBox="1"/>
          <p:nvPr/>
        </p:nvSpPr>
        <p:spPr>
          <a:xfrm>
            <a:off x="5031663" y="214992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143EC1-9FD3-5B55-716E-D713CCBEA5EF}"/>
              </a:ext>
            </a:extLst>
          </p:cNvPr>
          <p:cNvSpPr txBox="1"/>
          <p:nvPr/>
        </p:nvSpPr>
        <p:spPr>
          <a:xfrm>
            <a:off x="5153973" y="2160298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5E3372-60A8-DB91-D759-A6F035A76F29}"/>
              </a:ext>
            </a:extLst>
          </p:cNvPr>
          <p:cNvSpPr txBox="1"/>
          <p:nvPr/>
        </p:nvSpPr>
        <p:spPr>
          <a:xfrm>
            <a:off x="475105" y="241230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0AC88A-8329-2538-B147-9356DD281AEA}"/>
              </a:ext>
            </a:extLst>
          </p:cNvPr>
          <p:cNvSpPr txBox="1"/>
          <p:nvPr/>
        </p:nvSpPr>
        <p:spPr>
          <a:xfrm>
            <a:off x="402627" y="27411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DEC5A-533F-DDD4-680E-FC9AA157C929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9995A6-DFD9-C89E-1FCA-5B89122E4D38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DEB41EB-62CE-CBE3-2D41-70D4F54CFFBB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4C4EAB2-97CC-E9B3-2F3B-6B0828C00C33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394247-9964-E3E6-70E6-08FA2FCDC615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50D6C0B-BE47-D3E2-6524-61FF52D41F2B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C2CDD-17B5-3635-CC31-EC8CFB74E5C7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90FEA-B83D-CA11-96E0-E5FA198B72C9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AD873-BB37-5FC5-0197-56D1BCFF48F4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9B942B-52B4-F389-795E-7C02A78026A9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A200C1-316E-463C-8A6E-ED809AD257E8}"/>
              </a:ext>
            </a:extLst>
          </p:cNvPr>
          <p:cNvSpPr txBox="1"/>
          <p:nvPr/>
        </p:nvSpPr>
        <p:spPr>
          <a:xfrm>
            <a:off x="342098" y="561216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F50BD-F353-1022-6071-AE7DE3199411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45E0B-74FA-C4D4-5C5C-2C2B74D14C66}"/>
              </a:ext>
            </a:extLst>
          </p:cNvPr>
          <p:cNvSpPr txBox="1"/>
          <p:nvPr/>
        </p:nvSpPr>
        <p:spPr>
          <a:xfrm>
            <a:off x="540253" y="562414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E6764-9BF5-EAE0-E4DA-DAF6B3544720}"/>
              </a:ext>
            </a:extLst>
          </p:cNvPr>
          <p:cNvSpPr txBox="1"/>
          <p:nvPr/>
        </p:nvSpPr>
        <p:spPr>
          <a:xfrm>
            <a:off x="277830" y="597528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402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13FA1-A3D7-E7F3-676D-47B12F4E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9F6CA67-3A1C-A714-F5A2-7EB730880F69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34EA583-55A3-CCC2-1696-0586EFACEB7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4114B6D-21B8-B132-2BA8-A1C0832326DE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4CBFB58-8513-AE76-AF0D-8DC6BC05C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C1CA467-6320-7D00-C82E-723738A54C1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82288F-8353-F111-DCB6-0B5DB9CB491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79F5C51-42CB-DA45-4722-6BC6FC0B006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B7BE85C-D419-63F4-97BF-3424562A476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5037AB5-6CA7-9DB1-A239-62B4CF7757E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FCF0811-0A82-47D6-5EA6-9AAB843CB8E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04EE7D2-E8E5-7522-472D-7ECB0E842F3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C58244-1A32-8C39-3638-41E3C355615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C60BD37-6BAA-ABFB-33FE-AF8ECBD6516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F19D4EB-C82B-6CEF-9A93-F68D043EAC3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2DF7272-C549-EBE0-0FB2-50FCA9B0377E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E70B899-37A8-FB2B-130A-70D785CC1E9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31D2142-AA0E-8FA6-9660-B3BFA2BFD6A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D57C3FA-EB3B-18A1-30A7-788E8C603FE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A755F74-1F4A-10CA-29FA-B8E1FFAF8854}"/>
              </a:ext>
            </a:extLst>
          </p:cNvPr>
          <p:cNvSpPr/>
          <p:nvPr/>
        </p:nvSpPr>
        <p:spPr>
          <a:xfrm>
            <a:off x="242771" y="1022556"/>
            <a:ext cx="8176544" cy="5329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02786-AEE7-6CEE-DBEF-5887DA0C3C96}"/>
              </a:ext>
            </a:extLst>
          </p:cNvPr>
          <p:cNvSpPr txBox="1"/>
          <p:nvPr/>
        </p:nvSpPr>
        <p:spPr>
          <a:xfrm>
            <a:off x="360253" y="1018860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F00607-D67D-DF2B-1A1A-58869635CB1D}"/>
              </a:ext>
            </a:extLst>
          </p:cNvPr>
          <p:cNvSpPr txBox="1"/>
          <p:nvPr/>
        </p:nvSpPr>
        <p:spPr>
          <a:xfrm>
            <a:off x="2151231" y="100162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BA2FAD-CAD3-5388-B200-881AE3527BF2}"/>
              </a:ext>
            </a:extLst>
          </p:cNvPr>
          <p:cNvSpPr txBox="1"/>
          <p:nvPr/>
        </p:nvSpPr>
        <p:spPr>
          <a:xfrm>
            <a:off x="2736089" y="1014043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E0389-5DF6-C9F2-1C95-B4E62704348C}"/>
              </a:ext>
            </a:extLst>
          </p:cNvPr>
          <p:cNvSpPr txBox="1"/>
          <p:nvPr/>
        </p:nvSpPr>
        <p:spPr>
          <a:xfrm>
            <a:off x="414145" y="129239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C29AFC-17E5-71C8-E4FB-9372C149BB9E}"/>
              </a:ext>
            </a:extLst>
          </p:cNvPr>
          <p:cNvSpPr txBox="1"/>
          <p:nvPr/>
        </p:nvSpPr>
        <p:spPr>
          <a:xfrm>
            <a:off x="422518" y="1551306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C32A4F-CFDA-60FE-E3DB-49DB98CCF784}"/>
              </a:ext>
            </a:extLst>
          </p:cNvPr>
          <p:cNvSpPr txBox="1"/>
          <p:nvPr/>
        </p:nvSpPr>
        <p:spPr>
          <a:xfrm>
            <a:off x="2660823" y="1541964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1158D3-3DFD-75E7-97DC-EDB7B189E271}"/>
              </a:ext>
            </a:extLst>
          </p:cNvPr>
          <p:cNvSpPr txBox="1"/>
          <p:nvPr/>
        </p:nvSpPr>
        <p:spPr>
          <a:xfrm>
            <a:off x="2794953" y="1544595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964D23-0EEE-0C03-D532-44F25E70A760}"/>
              </a:ext>
            </a:extLst>
          </p:cNvPr>
          <p:cNvSpPr txBox="1"/>
          <p:nvPr/>
        </p:nvSpPr>
        <p:spPr>
          <a:xfrm>
            <a:off x="6217266" y="1551306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C0EBF-7B33-166A-4CD9-42DA2CEAD2D4}"/>
              </a:ext>
            </a:extLst>
          </p:cNvPr>
          <p:cNvSpPr txBox="1"/>
          <p:nvPr/>
        </p:nvSpPr>
        <p:spPr>
          <a:xfrm>
            <a:off x="652009" y="1833326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5CF73C-80A2-C516-37A2-CD49503CE830}"/>
              </a:ext>
            </a:extLst>
          </p:cNvPr>
          <p:cNvSpPr txBox="1"/>
          <p:nvPr/>
        </p:nvSpPr>
        <p:spPr>
          <a:xfrm>
            <a:off x="1327145" y="183988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8E7884-35E5-D621-22B1-C2F950CFF4E3}"/>
              </a:ext>
            </a:extLst>
          </p:cNvPr>
          <p:cNvSpPr txBox="1"/>
          <p:nvPr/>
        </p:nvSpPr>
        <p:spPr>
          <a:xfrm>
            <a:off x="2054767" y="1829327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E11555-C002-05BF-7C78-9010DB7AC5F7}"/>
              </a:ext>
            </a:extLst>
          </p:cNvPr>
          <p:cNvSpPr txBox="1"/>
          <p:nvPr/>
        </p:nvSpPr>
        <p:spPr>
          <a:xfrm>
            <a:off x="635048" y="2138554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F8C968-A09F-B6EC-757C-C8C61078613D}"/>
              </a:ext>
            </a:extLst>
          </p:cNvPr>
          <p:cNvSpPr txBox="1"/>
          <p:nvPr/>
        </p:nvSpPr>
        <p:spPr>
          <a:xfrm>
            <a:off x="1383362" y="2146595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0EDC70-9F74-1662-F8AA-239D02DF8DE2}"/>
              </a:ext>
            </a:extLst>
          </p:cNvPr>
          <p:cNvSpPr txBox="1"/>
          <p:nvPr/>
        </p:nvSpPr>
        <p:spPr>
          <a:xfrm>
            <a:off x="2343178" y="2143499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BEC35D-5942-DF3C-D440-8C495426436D}"/>
              </a:ext>
            </a:extLst>
          </p:cNvPr>
          <p:cNvSpPr txBox="1"/>
          <p:nvPr/>
        </p:nvSpPr>
        <p:spPr>
          <a:xfrm>
            <a:off x="2513992" y="213266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BF1921-F1EA-AE73-B3B4-6FC7305BA45B}"/>
              </a:ext>
            </a:extLst>
          </p:cNvPr>
          <p:cNvSpPr txBox="1"/>
          <p:nvPr/>
        </p:nvSpPr>
        <p:spPr>
          <a:xfrm>
            <a:off x="2635483" y="2146145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A00ADA-5E8B-9739-8F16-1EBDF5DA11DF}"/>
              </a:ext>
            </a:extLst>
          </p:cNvPr>
          <p:cNvSpPr txBox="1"/>
          <p:nvPr/>
        </p:nvSpPr>
        <p:spPr>
          <a:xfrm>
            <a:off x="3263703" y="2168782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0B98DE-E69F-5DE1-87AE-E72164489BA9}"/>
              </a:ext>
            </a:extLst>
          </p:cNvPr>
          <p:cNvSpPr txBox="1"/>
          <p:nvPr/>
        </p:nvSpPr>
        <p:spPr>
          <a:xfrm>
            <a:off x="4189231" y="2143499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5E140E-B14B-0EBF-82AD-F112D7CF42DC}"/>
              </a:ext>
            </a:extLst>
          </p:cNvPr>
          <p:cNvSpPr txBox="1"/>
          <p:nvPr/>
        </p:nvSpPr>
        <p:spPr>
          <a:xfrm>
            <a:off x="4902644" y="2146848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E47543-2B4C-67EC-052C-4B955DCE588B}"/>
              </a:ext>
            </a:extLst>
          </p:cNvPr>
          <p:cNvSpPr txBox="1"/>
          <p:nvPr/>
        </p:nvSpPr>
        <p:spPr>
          <a:xfrm>
            <a:off x="5031663" y="214992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26C49F-5CCA-030E-A291-C49E78B40151}"/>
              </a:ext>
            </a:extLst>
          </p:cNvPr>
          <p:cNvSpPr txBox="1"/>
          <p:nvPr/>
        </p:nvSpPr>
        <p:spPr>
          <a:xfrm>
            <a:off x="5153973" y="2160298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15881-969E-0A5A-5BB6-5671D951F23D}"/>
              </a:ext>
            </a:extLst>
          </p:cNvPr>
          <p:cNvSpPr txBox="1"/>
          <p:nvPr/>
        </p:nvSpPr>
        <p:spPr>
          <a:xfrm>
            <a:off x="475105" y="241230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2A1FE1-881D-0790-A771-76900A2B8961}"/>
              </a:ext>
            </a:extLst>
          </p:cNvPr>
          <p:cNvSpPr txBox="1"/>
          <p:nvPr/>
        </p:nvSpPr>
        <p:spPr>
          <a:xfrm>
            <a:off x="402627" y="2741154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A284BE-26DD-3743-1B12-076ECC2B9F20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A49AAC-154A-3335-F0AF-BF16974D69FA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88F1FDE-B1D0-8697-F586-935751515DC1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32897E-A4F5-CC94-F391-7863931305E7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4F86BED-A566-FEC9-F46E-6D581A8ADCE2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260ABC4-BBF8-E1AC-EE88-A70BD0B638A1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D3EEB-85AE-DC4C-88EF-C4239D263461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EF384-BC3D-3113-7839-D6A706E4D855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C313CE-7728-F68A-97ED-C7A45BC28FF6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EFFC7-8B29-A460-F235-7B8EA36271EC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50B720-1ECD-C0DC-3C0D-F40D65C853F7}"/>
              </a:ext>
            </a:extLst>
          </p:cNvPr>
          <p:cNvSpPr txBox="1"/>
          <p:nvPr/>
        </p:nvSpPr>
        <p:spPr>
          <a:xfrm>
            <a:off x="342098" y="561216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20125-2DDA-32A5-C4AA-93531B53716A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01205-D2BC-84DC-F320-A2836F8F8A4F}"/>
              </a:ext>
            </a:extLst>
          </p:cNvPr>
          <p:cNvSpPr txBox="1"/>
          <p:nvPr/>
        </p:nvSpPr>
        <p:spPr>
          <a:xfrm>
            <a:off x="540253" y="562414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915C5-0465-68E7-2DD0-5619B421F62B}"/>
              </a:ext>
            </a:extLst>
          </p:cNvPr>
          <p:cNvSpPr txBox="1"/>
          <p:nvPr/>
        </p:nvSpPr>
        <p:spPr>
          <a:xfrm>
            <a:off x="277830" y="5975284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79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FF13B6-3AA7-FFF1-5A90-94193695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6B4F251-FEC5-5F74-C487-E2D72A336B77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CDEF1D-05C4-694C-2019-D4EE107B00A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9585FDE-B7DB-3576-8DC3-7B3825483A8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D7909D3-0337-BB76-B221-2156135917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EF7CF52-EF40-46C4-7A4C-C2492CCB657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D235F8B-CD17-DE02-75E6-795FBD87A1A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67D9AED-7348-BE7B-FCC0-84DA504DE89A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E11F308-FCF6-DB3D-3A84-8B8BD71E568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8953DC3-D422-83E3-6D51-E805921DC52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1D247D13-7E79-864D-B378-E924007214C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51187A6-F0B1-E219-5F7B-92654B45AC6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B39F09-18AB-E177-EF4B-CE6A93AA4A2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0B204C3-15FA-8526-2692-F583F61A987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96666BC-3628-6542-B419-2F136E8F08F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2B125CE-7CAF-87D0-BAA8-C3BB6F040FA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9293F53-039A-A917-FD5C-13AAB87A389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0996BEF-BF92-5542-E258-45F21763378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D3086F7-4748-52CB-9137-68EB3972392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75EEBF8-8425-CE76-556D-B23421ACA182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145D5-0F96-1A77-DB66-AF8765A60EE6}"/>
              </a:ext>
            </a:extLst>
          </p:cNvPr>
          <p:cNvSpPr txBox="1"/>
          <p:nvPr/>
        </p:nvSpPr>
        <p:spPr>
          <a:xfrm>
            <a:off x="304412" y="266857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20D5A9-2758-24AC-F20D-6D842055CB89}"/>
              </a:ext>
            </a:extLst>
          </p:cNvPr>
          <p:cNvSpPr txBox="1"/>
          <p:nvPr/>
        </p:nvSpPr>
        <p:spPr>
          <a:xfrm>
            <a:off x="2067750" y="2672207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227388-C994-36F4-4801-CA14DDC59C3D}"/>
              </a:ext>
            </a:extLst>
          </p:cNvPr>
          <p:cNvSpPr txBox="1"/>
          <p:nvPr/>
        </p:nvSpPr>
        <p:spPr>
          <a:xfrm>
            <a:off x="2632944" y="2664966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D1B90-0436-1D3A-62B1-04505551CA8C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FB62B7-23FE-106F-22A9-D2631A64A8C2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BF5A5D-9B6E-F797-0C35-7588B08CDC74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1B65B0-5640-824B-DC0E-A3E1677AED67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9B3C7-675F-CD45-7C89-576411D4C41D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2FD7D-38E6-3D32-F6B5-122E188BA5F6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82C145-598A-A243-152B-8B78DFA523CE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46E8EE-A61C-5D50-7B19-4D3588508B29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DF6DFB-A975-1D58-BE4E-CF823FF14C3E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12EDB4-014E-529C-5CF8-5090924090BB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3491AC-DAA9-24BE-D65A-0EB202F8A516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68AE67-8E87-4FC9-2354-DFFDF6095920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9F38DC-5A70-60BD-40D1-E9A253AE0356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B4B1BF-4DBF-17DB-7A8B-1F99B4D7DF19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86DEAA-F339-E921-4597-3B9DFDA3C22B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62CFD8-D3D2-F9D5-9188-735E50B0B462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48E567-285C-C431-3AC2-4E5E8C56518F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8F2FE2-29D9-7D15-B60D-1C757D2E2D41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28889-3DF9-EFB6-BB64-0EB2BB1F20D3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2B2958-E3CB-124C-25B8-C94FB59D2D4D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B37B50D7-D010-ECEA-4B9C-32FE85A51E8A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1D5FBB84-F78D-DFF7-E155-7CC30437E863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028FDA-7642-935D-5117-82890B56D933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4B3351-5EB9-A6D9-EED4-9E963102BBBA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01FB3D-9AEC-1315-C42C-25846C68067B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8E6EF936-7311-9B8B-559C-287EC80A4952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E3A52902-DDC7-097E-2ADC-02410B15F4F8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AF0F5BAF-4B57-F617-5064-C8FCEF30B2D9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C0699692-B9EE-7A5D-C7BE-C040568422E6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7ED99B0E-382B-D787-CCE6-CF0B3D729DB4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27CDA669-223F-3B90-7E65-14D8F04E99DF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88510-9DCB-F658-3653-043F77E96BCC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1D23C-D028-F443-FD0F-921FCC53A911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18935-3974-8875-24C5-574602FDC2EF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87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7F235-59D6-089D-B4F5-E75610A9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6F29808C-4E08-CF1B-830C-0B67DE33C8D3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924CB62-943E-6987-9C92-7AC8131AE2D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E414C8A-3EA8-5AEF-FC1E-0170F73EF7F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D1D552C-6CFA-69D1-6A35-8DDD287DB4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5CA9133-5E0E-ED40-DF29-E4BC6F8B1A6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9360F55-1A4A-F6F3-8A92-4193AB2B146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778E39B-E015-D65A-5275-47991FDA8EF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D890D76-E167-792E-508C-654427E88E6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33F6E04-C627-8686-8476-A595CC548FA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17F5998-378E-951D-3D6A-FC67E7CBD3D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9CB3138-84AF-E5E2-B332-447BB0A0514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99A5D6C-103A-F716-B559-EB544F25AD7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027D210-7DCE-EBDB-817B-5711362D76D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A198081-BBEA-FE99-3124-72734B0C500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0C22852-2CAB-E121-2711-992498020BA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F598644-B7C9-E172-EB21-28099E85A40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66161FF-2B1C-8981-4AC2-A7D7D889000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0375E50-9CD3-C515-9EE1-61EA7C0AE99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BF2AF9A-29AC-1753-423A-51BE1A0C07FD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5A789-81DE-D687-8AA8-37630E32F98E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13DD7B-2A61-C191-E4B6-8C0C22FB2C69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E48409-7D7D-1E9F-7538-2BF659F5210A}"/>
              </a:ext>
            </a:extLst>
          </p:cNvPr>
          <p:cNvSpPr txBox="1"/>
          <p:nvPr/>
        </p:nvSpPr>
        <p:spPr>
          <a:xfrm>
            <a:off x="2632944" y="2330669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0816D7-1BBA-D7C8-2E11-9D6A18E6928A}"/>
              </a:ext>
            </a:extLst>
          </p:cNvPr>
          <p:cNvSpPr txBox="1"/>
          <p:nvPr/>
        </p:nvSpPr>
        <p:spPr>
          <a:xfrm>
            <a:off x="511154" y="2667753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BEDD8-4987-53C5-0FC2-27647C174CF3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2F9E0-4C77-9DA8-BC8A-949B326FC91B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FEF1B1-A41F-6D63-2144-F962742382F7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A74679-F0FE-11A3-7A8C-90A54B5FD64F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AEF9AF-3227-F434-A8B8-064CC3745633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72C97A-D682-9DAD-66E5-9EF12525BC23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866493-6578-90D4-672F-70109561C22C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AF6047-9807-C318-D7F3-444409251E72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18481B-0B34-4116-7ED6-7EE43ADBC9FD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DFFF43-A498-CCB0-21E5-80AA13BA6DB8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84543E-42BC-912E-E855-006E1A093666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CCA7DD-E538-FED2-A7DA-10F5824947BC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7AB2D6-DD84-52CB-5BFA-36CEE5000258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8C8AE0-EC04-AD0B-4FAD-955E175CBDDC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7C41F4-1E5C-91BE-35A2-D2543F380ACF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A4E5EB-35DE-4B1F-A152-58BFD54BB687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1F7504-3E55-6F65-5AAA-BD1F16BA718F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4D17C2-B057-96AD-C4D0-E096F81F64A3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64262B-00D7-7D5E-F25D-063C09613DFE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A941CF-AD60-97F6-534F-EA043E3460B1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775305B7-277B-8B70-F64F-86AA41CAA7F3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78DD3836-A40C-DCE2-5090-30C42A534B87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BF2C5B6-5ECF-B431-5900-5664789B2D52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C448073-8E27-2E21-64F9-4B13583D4D09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75D1C0-3660-68B3-3ADD-ADB5EF3E2CF1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EC13A604-7595-A3DA-84F9-2231E8694D34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A9375572-C5E7-E0AC-23CB-0DB20F329631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965D2D20-FD70-F5A5-345F-101A3A1B9374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3AEB9756-C983-4021-DB2D-CA1E16B1A2E5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30A9651D-CDF2-5D1B-3F30-B4686F980BEE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1A2C93BA-890C-6AEB-0850-29BDFB598095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D93B94-3B33-FC48-1F19-10D4FB8950B1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9CEF7-7FA5-7C1F-C9C7-78AEB0138BD4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F7458-7EDF-D160-CEC6-208E03CAE503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108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711E5-09B6-373D-BD8E-5E56AB09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6ABE570C-2AD1-5754-C998-496C175CA168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7BE9E89-3A08-0BAD-A975-7F41750A32E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CA3DED0-D9B9-2404-73D1-8F27EA11846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D959BE2-24D9-8B16-90CD-92E88AB9AF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11D0FEB-8BED-8E68-7195-90001428409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BA4AB15-F86C-30B0-1628-D80308CD094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0326861-F76C-F58E-E98D-4CD14B866D9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58491D2-9DFC-A07C-B650-B60288CF746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3140EF9-B7C4-47DC-65A3-3121E03976F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A5AFBED-1BCD-C703-81B5-4A8770AD3F3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AB17123-8DC5-91D2-BEAD-BE408B41473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AC5A75F-4DC0-5D18-FDE2-B20068B28CD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443564B-94DB-8434-B487-1ACFC1BE58C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6E2501C-0751-6241-A12D-F41CC989CA9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DCB7738-098E-2515-A49B-BE8A5C17234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64C7424-96D4-729D-D270-CCBDB56D00E5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0494431-0640-E900-6CC2-65937DBE8D6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F31E4F5-28C8-36FA-37BF-DAEC193E898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FF12476-6D59-505B-C581-E84608C936B4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46D0C-374D-8325-8A29-DB683F2CCB55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42D47A-D3AD-C534-B285-5E6692F1DAE5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11C275-E1B0-FB8E-6506-80E23F1AE680}"/>
              </a:ext>
            </a:extLst>
          </p:cNvPr>
          <p:cNvSpPr txBox="1"/>
          <p:nvPr/>
        </p:nvSpPr>
        <p:spPr>
          <a:xfrm>
            <a:off x="2632944" y="2330669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63518A-39EA-E0D8-DD7B-74AB70CB03FF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6C9791-BEF3-5E66-B982-F52B869E47F8}"/>
              </a:ext>
            </a:extLst>
          </p:cNvPr>
          <p:cNvSpPr txBox="1"/>
          <p:nvPr/>
        </p:nvSpPr>
        <p:spPr>
          <a:xfrm>
            <a:off x="1050473" y="2627636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526E5E-5FEB-8A0B-3F94-BB563FD23F04}"/>
              </a:ext>
            </a:extLst>
          </p:cNvPr>
          <p:cNvSpPr txBox="1"/>
          <p:nvPr/>
        </p:nvSpPr>
        <p:spPr>
          <a:xfrm>
            <a:off x="1255855" y="2637541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7C199A-5AA8-129D-366B-8969893865CB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63473-C13B-7A52-D752-152163AE3F57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6BD6DF-1808-0DAA-EB8C-C64BE63AA730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B6080-F87A-7721-DCD0-8CCE7E5E96CC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5D2DE8-D304-81A7-5951-B4ACACCB5BA7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A6FE21-2252-C954-DAF6-29DEBAAA9ADC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4112B-D8A8-BAAD-A366-8CB2778B8F1A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D506B4-346C-A6DE-A6AD-C320E7A81237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B0A05F-E40A-B2B4-E1FF-A8D816EFB048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D5AAE2-B18F-4E82-67D6-45972577111A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072045-3B12-D9B4-C452-07CDCDDF481A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5C0244-1FD5-E4C0-9800-1E86A1EA8DB5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6D409-8AF9-F35E-2668-4E7D3E6EB16E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945E46-4881-B0CB-8E6A-C26BFE4B07DB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759312-74A0-2126-AE1B-02FE0D159B13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CF3BF5-46D3-62ED-46AD-253EFEA726B5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606959-8B65-976B-76BF-3C77F04A93C8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AC524B-B9E6-CE63-8E5B-E1F7171B5AE3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01D0C7-743D-D14E-BC14-E9640D7AA81F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015A9-2C61-EE00-4307-5CC0AA51145D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756E1F-2EC8-B33F-0199-86E1D00D6FFA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DBE72B5C-6DB6-E71A-B8BE-5C6D0FD901F3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BA170EAD-2ED4-9DB3-D6CE-209D46BEC628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648CBA-3503-7A33-27AA-7CE93F134AFA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CB25A9-CBE3-D8DA-1067-5FAFDC6BAEC8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601E7C-1099-E66D-8FAD-8C4ECE5F873B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E95C42F6-8F80-9662-14A8-8C10084187D7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8D29B907-F6DC-7C2E-35DE-F01B3EEC6336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C9B7D454-4CB9-1B2D-BE41-72297C8D389B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7C3DEEE0-AD77-9F14-2EA0-5F47D1AB5B15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96EC187D-2807-D99B-6445-C171A918410D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A86629F2-2D1E-0887-481F-7B2D19F5A3BE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C0178-C962-06E5-0DAD-7FEB6E64ADA9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C28EF-34C6-9519-3AD3-3085D339EC38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D8CE7-B52B-8C1A-B33A-BDD17E20957F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702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47DAD-0B9E-458A-45F1-AB580707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ED09FA1-E922-4A8A-DE14-4AC055B4A92F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3BC4DD0-C62F-83CE-63BA-DEDC29C0F8D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B36A7F7-AD5F-66EC-5A42-B6184C6D70A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1F1F89A-18BF-1A83-823A-0250E0B204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AC9370D-9F3E-31DC-3BE2-2DFE0856795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30291CB-46E0-9207-91A1-44365BE5035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9F8011-D216-4573-C9E7-C6141DF414C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9DC5811-D5ED-C8DC-153F-463CA38B64F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3ECBFE8-F063-841F-AE97-32E4667B592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1AA3F4D-E8B9-2705-660F-D9BC3C1C926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A0AD267-E1D2-6171-6037-3635D9BCD4D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0AB6D9E-F071-CCAC-E65A-89C51BDEC94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F462BA5-6A52-F564-7B88-A4D8E11EBD7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B24DB1E-E503-3DD8-650D-027CC10CC88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2D9DC3C-624A-4498-EB0F-32D16E5D80F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F65E867-6500-E0E0-C6E7-E528270C1CC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410B2CC-260F-704F-AB01-6FB666BD420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F0C951D-1B82-5668-FED0-197632231B7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5BADC81-F9C9-7083-3D0C-3CEB2E420F21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95BFB-133F-1E5D-F48D-8CD919ABA40B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87B732-3BBC-B24F-195B-FB8BE8F68333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 hidden="1">
            <a:extLst>
              <a:ext uri="{FF2B5EF4-FFF2-40B4-BE49-F238E27FC236}">
                <a16:creationId xmlns:a16="http://schemas.microsoft.com/office/drawing/2014/main" id="{28CDE143-38DF-1759-F5EC-EC5A7831E4EF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4390D0-D543-3210-7B95-7AF00CB1D1BF}"/>
              </a:ext>
            </a:extLst>
          </p:cNvPr>
          <p:cNvSpPr txBox="1"/>
          <p:nvPr/>
        </p:nvSpPr>
        <p:spPr>
          <a:xfrm>
            <a:off x="2611757" y="2347246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CD263D-5402-4341-4BD2-7C4F4DCAA5F5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26B950-C6F8-0492-7DB2-C60299955FBE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BC8210-3D8D-97C4-D120-8B5219BCCABE}"/>
              </a:ext>
            </a:extLst>
          </p:cNvPr>
          <p:cNvSpPr txBox="1"/>
          <p:nvPr/>
        </p:nvSpPr>
        <p:spPr>
          <a:xfrm>
            <a:off x="1110017" y="2653563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75F344-3611-09D0-6F6F-2237CFF7979B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E70EEA-EEE0-A604-8237-2FC9C1CAAC85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FF3B2-0811-A344-4505-E631400DB8CF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A68346-F490-38E5-D1CB-24F00B19E5F3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E92E44-6E51-F9F4-BBEF-22B2E6999572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478C4D-28F5-E046-FEE7-6118E743F2BF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A12534-4D2B-E749-5834-0ECD4E650CFF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5AA0E-1B2A-2C3C-93C9-CA222192D146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A40317-9C2E-3088-F751-3206495CA220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A2B314-D8C9-2B35-DA97-391B31516A00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063244-4D6D-4CF4-82ED-A574952DB973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39B539-4275-270A-3A40-ED8712430ABF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43B889-931E-43E1-72BA-71D00890A208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02D1D4-D8F6-C516-302A-A526BC32AA49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0C999D-EA0D-32C1-91C6-DB08190C99D6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C5BD5C-DAB9-C4BF-DC40-4D2AF69CBBFB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8CC6A6-045E-7AF8-EB82-1920D2F29A49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0C8E4A-FA08-0C52-D2D8-D4BD4332346B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495F90-DE14-57CD-40D4-A20A030C7BC2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4D773F-A826-36B7-CCE6-0DA79412FC24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38C29-5506-9E73-48BC-C2CE040C03EC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0DEA15-5ABF-E9E1-8CBD-6753B14E70C1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B7FB09B2-0B4E-8E55-BBBC-AEC26D9AEF69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166B9490-5714-1347-00FB-7212FB3D06A9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C48E55-91D5-331E-2CE9-34816E4E167A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81BB29-C3AD-E049-50C7-C69FCBEE6499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D64FD5-7287-1ACB-DB78-DE8667ADE4D9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B4234D4D-E9F1-FC4E-0E26-B9E63562DF0D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7E1D4897-7DB5-D246-CE6E-3183A33B0EE3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55684E44-5F4A-D528-3A26-B3AB0226D0E5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2D9E9C54-2F21-7D6C-136B-0264CB184E5E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0E0550B8-634C-3D2A-EA10-77B48AA727B0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E7C74EED-FED9-44FA-9999-636436612419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1193A-E2EB-96DC-C8CE-1A21E49285FF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7C63D-C1B8-1B43-D06E-23EAD213C45D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1C5F9-87F6-A9E1-52C6-3686C517DD2B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74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7F3E9-EE23-662E-B2CF-2B552A4E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478C4C94-9366-3F3A-3515-3466BC1D47FA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B16D76A-8127-8A70-4A91-D08B48B73EEC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870D6B7-888C-088C-5FD8-8052BFDBC1C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A764379-3FF0-2F03-698F-8703B4A313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F261DA8-FD8A-5F8E-73E0-0DE3381F331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97A161F-AD67-8D29-24BF-AF2458160B3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82A5565-DE6C-6129-4BA3-5439E3C5FBC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AD3AAD1-F41B-C794-A902-E7CAC9D495E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F78A77C-1590-43F3-4D9B-ABB5882D530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0D12FB0-ABA5-C2F9-C79F-3A97720D3BE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62C09D1-94F2-41EA-E0ED-2034955C772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0A5C09F-4CD5-F5C9-2814-127A3863ED0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5755331-EA16-90E4-12AC-176549E4F8D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933C867-9377-B425-8E88-1B4B97F1BEB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EBF9E56-D0EF-3EB5-8BC7-4180ECD0310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4CFD40B-C0C0-F14F-AACF-AE535D0848B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8E545E7-A75F-3F4F-6A40-0CCD124E245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7E13EAE-0B4E-377D-83E1-0BA5125812C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BABC397-7E9D-1152-C68C-834597B60E81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686179-EEBB-DB0B-4C87-3ED351E7AA75}"/>
              </a:ext>
            </a:extLst>
          </p:cNvPr>
          <p:cNvSpPr txBox="1"/>
          <p:nvPr/>
        </p:nvSpPr>
        <p:spPr>
          <a:xfrm>
            <a:off x="336338" y="1818560"/>
            <a:ext cx="246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r>
              <a:rPr lang="en-US" dirty="0">
                <a:latin typeface="Berlin Sans FB" panose="020E0602020502020306" pitchFamily="34" charset="0"/>
              </a:rPr>
              <a:t> = {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26A6E1-D473-727D-F8E7-36A3E1F2CF03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BD6B1C-FBF4-1EE1-87F3-FEF2C0A6B0C1}"/>
              </a:ext>
            </a:extLst>
          </p:cNvPr>
          <p:cNvSpPr txBox="1"/>
          <p:nvPr/>
        </p:nvSpPr>
        <p:spPr>
          <a:xfrm>
            <a:off x="2593491" y="1834330"/>
            <a:ext cx="246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78DEF-0A42-71FC-6357-D9E9A0B8B293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B08427-F680-B1E0-ABA2-50BC0432EA44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8AD896-A162-B14F-87C7-C3FA9F243FF9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D9C105-C42D-5F22-E6A7-58CF5403EB25}"/>
              </a:ext>
            </a:extLst>
          </p:cNvPr>
          <p:cNvSpPr txBox="1"/>
          <p:nvPr/>
        </p:nvSpPr>
        <p:spPr>
          <a:xfrm>
            <a:off x="4616239" y="232998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14E35E-416D-7380-6148-AB1E78A89F47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65B726-C764-6C2E-32B2-E21164488FCA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8CA7E1-DA81-983F-7922-F42A55F5DC53}"/>
              </a:ext>
            </a:extLst>
          </p:cNvPr>
          <p:cNvSpPr txBox="1"/>
          <p:nvPr/>
        </p:nvSpPr>
        <p:spPr>
          <a:xfrm>
            <a:off x="1110017" y="2653563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D5075F-BA45-C3B7-C0E0-C1372CE16EA8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55791B-A575-B201-4674-223EC23C0E60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1EF7E-EB4E-D677-34CE-EF60C36AE7B2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9FEEBD-620E-646B-34F1-18C08356291B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80907-9C44-21AA-D81E-0B5DDE26E339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843AF2-031B-BCF7-3BD5-0936C53B1522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2E91AB-250A-2D7E-2D6D-4EEA635A0869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B48F26-2E69-2A4D-FA8B-45B406A1B937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1ABA20-CD42-7471-0134-3842A16E0C0B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562D90-79FD-18B0-B700-62A393E4D293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4DCB80-9F9F-86F7-0E08-3C53A59DA061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9203F7-D799-AF39-85DC-D3CB5731838D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7E9632-DBE5-7B49-8F1F-BF593C0348C7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159CB1-F846-EA1D-A624-5FC5D8DB0E04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685D26-C3AE-C5B1-F60F-F29C534E44CB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4B3D9E-8547-0D15-C67D-4C371F46B97E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97C963-7614-46BC-03A6-FD8A99304998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0F8CE6-B37B-5CFF-2727-70CCE0D803E9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A6F63-7C3E-42E2-B7A0-C33E1EA74E58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453F5D-705E-3FD3-A563-68353913DDBF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97DD1D-17E9-736E-3899-F2FBB70DED79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2C8C63-D85E-0248-69C9-6796EF286193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6BDE7DE2-4445-DD84-EFFD-AADBFA12697A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57769AEB-4772-86A9-9607-1849C62C91AB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A51247-CE1F-EE43-A7FC-0F475C419D1A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B606DA-17B4-89CC-D5E2-1AE6806C87B7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9E120E-CB36-E1A1-4223-5EF8F0CF82C8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B0D8ABD9-74F2-DBE4-9F20-BF67F1444F57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1E6E96A1-8FB9-0F2D-4508-8EC89D84FD65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7C976D5F-2847-9FD8-FC62-4A8E0D52B816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2A28C933-50AB-48A8-7442-DBF5DA295B5A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C5983CE4-B741-D18B-AEE8-6D773114F66F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5851720F-5FC9-4F53-7B58-ACAF9A0AAA5B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141FA8-EA30-2479-B08E-49E58F3D183C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1EDC3-8A48-7281-3CF9-A4BF5E5B0C7F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56F4A-C1F6-0CF9-BFA7-72E0308883B0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65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6 -1.11111E-6 L 0.12291 -0.12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-625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29167E-6 -2.96296E-6 L 0.33203 -0.0060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02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6" grpId="1"/>
      <p:bldP spid="6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5D878-DE91-0B36-022D-EB9F38B6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FCEF489C-5A76-91A3-EF9A-419171ECBCC3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D23246-F04E-7D1A-B88D-111CE00A7B0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BC9A0A0-18A5-FBE8-E69D-B9CA69BC6AC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7ACCB4C-1E8F-AA9A-1D91-F945A3CE0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4B69D9B-97CA-F180-4F2A-D57981B6DA4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A2AF570-3116-65E9-6787-BCE7507379D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4B0FFD3-9026-7A35-43CC-3B3AA6F58C3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B33CF21-2AFC-DE12-B88D-E372BBAB0A9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583C4A7-C01E-FACF-41C8-DF319767D99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4BAD29C-5467-0ED5-F9CB-B67ADB878C7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A7B0F5A-4BA8-236E-0ED7-DCD9ED59C53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07740F3-21D8-1E2B-29E9-121719D55B0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A8218F-2197-66B3-CD4C-250BDB05446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29BB362-C2A9-D8AE-A920-BA44BD3CBF0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DA55692-3139-1185-77D6-0062447FD43E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6706EAD-2EF3-60C3-E023-9D3DF57CEA9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2A88780-14A3-4094-449A-2FFAC08EEC3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62CD15A-7FB1-7A19-447E-5785954D602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1225646-CDF5-D569-D15C-C604F2839DBD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C9F389-BAA9-B4F0-B2A1-38355FF7D305}"/>
              </a:ext>
            </a:extLst>
          </p:cNvPr>
          <p:cNvSpPr txBox="1"/>
          <p:nvPr/>
        </p:nvSpPr>
        <p:spPr>
          <a:xfrm>
            <a:off x="336338" y="1818560"/>
            <a:ext cx="246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r>
              <a:rPr lang="en-US" dirty="0">
                <a:latin typeface="Berlin Sans FB" panose="020E0602020502020306" pitchFamily="34" charset="0"/>
              </a:rPr>
              <a:t> = {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C94C6F-D123-4963-A28C-3A4073E1852C}"/>
              </a:ext>
            </a:extLst>
          </p:cNvPr>
          <p:cNvSpPr txBox="1"/>
          <p:nvPr/>
        </p:nvSpPr>
        <p:spPr>
          <a:xfrm>
            <a:off x="2596390" y="185369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1B316ED-EB70-D8FD-8F50-D42CA7C3DF77}"/>
              </a:ext>
            </a:extLst>
          </p:cNvPr>
          <p:cNvSpPr txBox="1"/>
          <p:nvPr/>
        </p:nvSpPr>
        <p:spPr>
          <a:xfrm>
            <a:off x="2966571" y="1844348"/>
            <a:ext cx="83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47EEDB-2BD5-C12F-AC39-F604A191307F}"/>
              </a:ext>
            </a:extLst>
          </p:cNvPr>
          <p:cNvSpPr txBox="1"/>
          <p:nvPr/>
        </p:nvSpPr>
        <p:spPr>
          <a:xfrm>
            <a:off x="3599674" y="184861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94F026-D056-5FE9-8B2D-27438FD89BDC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522CDD-E448-C2EC-C90E-BE8C099935AE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DE9B70-86DA-0BF7-F46A-991F3901CC89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7A9384-18E4-69F6-2050-7CC7496DA32D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3E9B46-B570-F50C-3097-B5B14C8FAFC7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5805E5-072A-ACD2-25D9-0468703F959F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83C179-7032-E6E3-B7DC-324EFD02EA7E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0AA323-D311-76FF-4868-60E965FA24E2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EEBFDC-C37E-5D31-62D0-2EBEF3492B22}"/>
              </a:ext>
            </a:extLst>
          </p:cNvPr>
          <p:cNvSpPr txBox="1"/>
          <p:nvPr/>
        </p:nvSpPr>
        <p:spPr>
          <a:xfrm>
            <a:off x="4616239" y="232998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025312-3B00-14AF-E92D-2D6A808D5E3C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724E5E-3E1D-7CBF-03AD-D6107FBA1E40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72A38E-9523-FE2A-8327-65752C6ACD77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175DB5-D279-6859-2747-38E778DF9542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F5EB02-1D9C-5E29-E4C1-89CFB8B24878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70919-E9AE-F045-88A5-25929D0B492B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3F3502-1734-4AE3-0294-40E52207AD14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BC37AD-642B-566E-73B1-C6B995BE6A11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7B2F92-BE41-8ADC-F140-48513D1F7E3A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548D07-2312-6293-94F6-3EF7A2B8B933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1F514-3FB1-DF51-D486-EDE2640D4E7E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4A9AC0-EA08-F8C4-F2C7-2F855FBC1A2B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002477-EA96-A2BF-A376-91253A313A73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A6A837-0A11-056A-C644-744EEF1E0C39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7C5040-E3FE-1DF0-79EA-59CE63087573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2611F1-B551-B8C5-F453-F385E004FB3A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ABA3D5-57F8-81CE-C6C7-B023C842D099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B9F2C3-D9E8-A52F-156D-3B9447F55B70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09F861-4C71-9C37-A6C7-FC935E5949D8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229166-2641-F1C1-45BB-095D71D60BAE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AD7252-DF50-F507-489C-DE6E5F84E089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9516C7-176C-B532-419D-E1E8586AFF53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CC25A3-B39B-3549-BE45-5F6A6D3A7E80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DE35D-D34A-B0B7-BE84-759CF3749438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36EF4A-E5F9-62E5-F20F-1C09219906E9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A9FD4885-DCC6-18C7-C80D-77F4E071B951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ABBDF169-79B9-4C92-5C17-667008A4A089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09A5EB-AC1B-6E5B-6F1A-70B9C2C94B39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95215B-878E-252F-2B68-32368E5EEC4A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5C7ABA-1A62-20B2-D13B-1B443D5C7C62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CF32605A-86DD-DD98-1B28-670857DEB40D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6F7141F5-C97B-0C1E-830D-D03E03C6387C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BE956E7F-9669-692D-069B-49684913DFA2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0F70C66D-1BE3-BD1D-7D42-7A064B242B60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85FD0FC6-BC4B-8D96-30BF-F27862685D02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3186E10D-687B-2F31-F4D9-61550D201E31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D561CF-D429-4F0D-7059-C417A4B08707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DAA7E-7D5D-A0D0-CE14-D740A00521B2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AAA3C-9424-8C7E-B0A0-485A409FB572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85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D4CAE-E7DE-AD92-6C47-53F0AFCD0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E19B9DA-4292-59F9-0622-C51F4832D0BB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386D8A-B8B3-E964-674B-345942C7CD6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8FD5AA7-5BE5-3208-E411-793DFA3EE04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743869E-5561-5878-B6A3-93A73ECE9D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4EB4B08-A94F-BE03-F1AC-1A0DC2C682D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94DF626-4CFE-2806-1D00-A4132F8FB6A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5568385-1233-F176-17B4-562C9A90CB2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B3ADED0-02F3-9582-8DE1-159F84DC6C0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B5CE52D-897F-1AF3-EF0F-45544A20624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C7C9BB1-066F-1C76-D914-C6D3CCCE18F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22278B0-AF22-B56A-8ABC-E46A9FD9BB6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BE8170A-4E87-9FF3-9EBE-77360B40171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7783503-182D-0AA3-5700-12E78011426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4AA28BE-1DB7-0C03-6D5C-9BFF3F96FC3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DD8B320-EC5D-A5C8-071D-1301BF8D227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E1663CB-391A-D7E1-1094-6996FC71816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98E84C7-4142-5ED1-6822-774C665B6F6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79D03AE-0341-B049-7A7C-7B89A0826A1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C153A0-F166-EE89-03F4-E6B2C6602963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7515A9-2A73-1B5D-9065-B9975677080B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ACE845-EDA9-2085-C9D4-3AEE6D75C732}"/>
              </a:ext>
            </a:extLst>
          </p:cNvPr>
          <p:cNvSpPr txBox="1"/>
          <p:nvPr/>
        </p:nvSpPr>
        <p:spPr>
          <a:xfrm>
            <a:off x="2285393" y="1044808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C75A6C-CEF9-80C5-B660-23C002550757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E2E96F-73BC-1C7C-9AF8-FE108C1368BD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A5878E-09D7-CB7F-D064-6654DE7C045E}"/>
              </a:ext>
            </a:extLst>
          </p:cNvPr>
          <p:cNvSpPr txBox="1"/>
          <p:nvPr/>
        </p:nvSpPr>
        <p:spPr>
          <a:xfrm>
            <a:off x="3606428" y="1861832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EF78B16F-A13C-F105-2ABB-61986827BAEF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AE4E5D-B932-413A-E963-5B137223E35F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38F029-4873-16A8-515D-671C37A7C3D4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34D0A1-4AAB-976E-9FF4-806186F39D92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B0E7F09-261D-CBCD-0C2F-234FE89D5F91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66D43A-A342-B041-F9C5-32F41C847090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FEF5A-FB2C-0A44-645E-B1F63C80EFBC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045EB7-7E06-5E12-87D7-8520A3E5A6E4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179C4-5A9E-B461-92EE-2DACE8B32BED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6477F6-9C0E-4B45-04CA-3CDB0434043F}"/>
              </a:ext>
            </a:extLst>
          </p:cNvPr>
          <p:cNvSpPr txBox="1"/>
          <p:nvPr/>
        </p:nvSpPr>
        <p:spPr>
          <a:xfrm>
            <a:off x="4616239" y="232998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66428D-862A-B4A9-824D-EC6215677881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96D2F4-ABFF-7A71-633A-D6F480C899DE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F78B69-92E5-4FD5-F271-334DF0E1B8FC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620831-F010-E933-1401-9067518F2058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31143E-FF16-3F95-1392-2C4997E9C2F5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F8B85-7A48-BE9C-6C5C-052792BC1EAE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FF459B-134D-9F59-807D-88CCB1D61A63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B165C2-1F28-694B-FD22-5AAF0FE53A11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3A246-4E56-B60A-C244-FD44F65E26D9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C6137E-03C5-AD4B-9839-440C41FB565C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C2563-C184-2625-F301-AFDF335521BC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D1A1FE-51DF-0485-12F6-4B4BA65152A4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90B1A3-E994-BB20-2465-32326EA0F57D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8D481B-81BB-7F92-B007-CD3DF53A2625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600B3C-4CD0-66C5-2AB3-BAEF16B862B8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B8A25C-A60F-B60B-C4CE-E826B40EFD52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7C41D1-3FF6-7CF3-08AD-CADDEBAE46CC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4AAEC4-0014-5044-B27D-52023AF4CA35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A40E51-C0D4-BDFD-EA79-6FB68DAA16E0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8AF980-12B6-2AF2-C000-CD9B58A83CD4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4CD89-D0DC-6290-52E6-244017E14D30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890DF2-E13E-2BF3-6D26-1291D171C661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6A193D-C6FA-9AC9-EB90-AE4B0873B956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7EAF2-F844-F444-5CD3-DE6EB92440CC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5A9C6-CFBB-8F5D-E8D0-F49C212C4ACA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58739799-FD2C-A4BB-6293-9C6F3569C553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CB55DA40-B3D5-13D1-7E69-E13BF4F2D788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1F9FAD-A6A4-1B0F-8164-DBE7FF3AA85C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DF5972-41EC-70AE-034B-02749023DB6B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EA2BF5-3CA2-5D05-26FB-6E6EE39C110E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FEA4B8D3-FB93-C767-73B5-F5746512B820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F9D9E711-AFED-AA5A-FE34-AA4B666A13EC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2C39EF22-8CD3-5411-5934-0C9724CDA49B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35A27C6D-ACF9-2FC7-DF67-EB6793566654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DFB1E5F7-51EC-4886-62AE-C9908B6B02DD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0BFE0E39-F7BE-78BC-485B-8A7FF456977E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F01E66-6D04-434B-24F4-3893AE2572C7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C4C2FD-01BF-96C2-8C01-8CB428BD46D4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6C287-D6AD-610A-673D-BA3DF5F0E3B0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32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141E9-B3CF-2899-62EC-9C1201B6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6134CB0-F2E1-2109-7310-63D7794E2146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52734F-B542-9210-9253-B20947D0D35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5F41BAB-500E-68ED-5B99-928FFC5B3FE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7A26F01-3614-58BA-E3B9-55AF3A439A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C2F7279-AC1C-E312-D8CB-AF8EE577847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6B7EA7C-517C-6839-5D5C-593885B9038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B4EC580-A01C-9954-0821-8CE2F0C2A8F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E0D41CE-91AF-8CE3-D77A-0E5697B80C3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A449128-2E3B-13A5-D962-B46723FA474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3E120E5-CE88-C965-485C-577468E6874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811147E-F00D-FD9B-4C00-DBF81530E46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AD7E48-BBD5-F4C7-79C4-66F593FDC5E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7767032-D60F-B07C-2987-C9211E5B92D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2B5331A-4CFF-DF80-850F-409904DC9BC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57C559D-A2C3-DBAE-EFA8-F27D09F5537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D662650-8720-A8A2-7EDA-20279D06A9B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574EB3F-6686-14EC-AD78-DFD7A8AD9AE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F4975B5-DFB1-1C73-E951-10D63BCF758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ED040FC-CACA-CD0A-B21D-B5FAD6C91028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D12C2A-8F16-EBE1-D0A6-30B209B4A10D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BF9C9-B66F-FCF9-0438-240B8BE503BE}"/>
              </a:ext>
            </a:extLst>
          </p:cNvPr>
          <p:cNvSpPr txBox="1"/>
          <p:nvPr/>
        </p:nvSpPr>
        <p:spPr>
          <a:xfrm>
            <a:off x="2285393" y="1044808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2A56B0-E50C-A837-9C95-D696C489D270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CBD44F-19CB-2196-9C50-E407C61D7A8C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A212C8-EFFD-6C98-2167-841853CBE5C8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4B4550-C108-C278-6765-52F90CD6328A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3452D9-EE17-BC86-619C-CB3C4B96FC19}"/>
              </a:ext>
            </a:extLst>
          </p:cNvPr>
          <p:cNvSpPr txBox="1"/>
          <p:nvPr/>
        </p:nvSpPr>
        <p:spPr>
          <a:xfrm>
            <a:off x="1751547" y="1550238"/>
            <a:ext cx="28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1C484E-B3E5-ABC9-21D5-EAB86A8C1FDC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3E7D26-F050-94C1-BC58-F9BD354EB00C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56E995A-9246-6DC8-57E1-1299CF48D3B6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6C920E-5876-D84F-F9F2-97BD60746E1A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0B953C-3DA4-0E85-26B9-564A0B5396E6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8D683-A109-44D6-5FE4-42171B8355E6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2366BC-B4EE-F67C-54E3-21BBE17176C6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F7BA5B-B30B-E5BC-51D2-E1BC954B5096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DF48B7-756A-0450-F319-48E4A5A35867}"/>
              </a:ext>
            </a:extLst>
          </p:cNvPr>
          <p:cNvSpPr txBox="1"/>
          <p:nvPr/>
        </p:nvSpPr>
        <p:spPr>
          <a:xfrm>
            <a:off x="4616239" y="2329982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3970E0-792D-2611-CEAF-FB7B589CFEDF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084CD8-7AAE-3280-D880-6049D5999927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7598C1-F753-9C18-8587-C9CB55CDAA81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532B51-1467-F4BD-E510-ABFA980B3FC1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DF4990-F2BC-A6A1-D6E3-17C069EDC374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9FBC9-6C98-A03B-9500-122B25FC0E03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E473AD-19F2-4612-C85B-BD7A6F15B66C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126052-BEDF-0001-67B0-2C9CC4EE7D42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DF97A7-6E00-DFE2-F964-90C2CDD343A5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AEABD-D5D9-C97F-F9D9-F64BBD971DC2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E0F00-756E-2DBA-2366-20CD91F5B5DA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5C4C96-39C2-1222-0CED-7596DD9C4E08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067AEF-3B4A-9E95-2F7D-4F91797E21E2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22AECE-D5DD-A3B3-B6AC-53A14DFB975A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7B8DC6-4E5D-8D40-F1A0-A1AD806C68BE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23246-9B0B-D924-0375-A7927F1D7735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DBACD3-FEEF-566D-7B30-BB8923D1769C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E12902-0CBC-0C27-E93C-5AC1842BF51C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DA8414-2B04-F9BA-A23B-969532EF3C5B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ED3DEB-C8A6-F969-746C-A0FA6DE88E3F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CD4438-AEAA-445E-85CA-AB08A9CDD0F1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D4E4D7-BDFF-D354-F1B8-FA89FC1EEBEC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1CAD79-4545-C7E8-A7D6-26689B183562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FAC68-A7B0-B7B5-223A-CDFEFD3C6DE9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B25F74-EE1D-A4FE-3836-1D7405B6E51E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D3D7156F-A027-358A-5EDB-28F85423F2B3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DDA0514A-684F-28F0-1869-158747A2BBAB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F60CC3-41F0-D3F7-5614-E673360CD5CB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AE62D6-F672-8ADA-EF54-3DE228ED5A40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93A8E7-EE8F-5026-B5F8-E70768911DF6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0254A109-9004-BEE4-F0BE-BB7204B1D9F8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161C0EFD-A586-14E5-74BF-9E60D97A5428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48B622E1-F1B8-A6B7-6243-6B7BDEFCC1C6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500019D9-AF07-6F89-6725-897DFEAB737C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9BD5E802-819F-296F-F555-9B5ABAA72730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B03FB6F0-7D6B-D7A8-76B0-42C43E920B97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87E4B-4F85-AEDF-2786-E4908C74F076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B953F-F943-2100-CA3B-B74EFFE55FC6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1A71D-42BD-0378-668F-69A6BD33AA48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145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0.04323 -0.07593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1" y="-379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33333E-6 L 0.03998 0.0027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9" grpId="0"/>
      <p:bldP spid="69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F86C2-B8B8-DC9A-5433-9E1026D0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58EBF08-EFF5-5398-1789-9E90A7F4F7E6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27C6BB-F022-8F55-832D-6CF93B5501A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99A1FA1-F049-21E1-1FC1-F857F2BEEFD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949EDB0-0551-170D-53ED-601A2DCCE2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42F2760-CAAB-C73C-39A7-B04C3177D95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AE5F1B2-918D-6F4E-45AA-34CE61932B8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4D51666-878E-BABC-FCB5-1887FEAE39D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F76A0BF-4923-4732-A7C3-B16DAE26A98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B7CA14E-1E26-1A7A-4DF7-886358E64EA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61F8497-935F-9B9B-EF9A-A4017184D411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DED5912-57BB-D575-8806-8AE0DAD3C73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9C504D2-0496-E437-10E0-390AB26088D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D73A110-F4FC-8951-9A27-04713AC3582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21B3C2B-5605-BDE4-4995-68EA81D081C7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B42F543-3489-3843-0325-C2A3AFC557A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6DB366E-9022-6796-D07D-559832FBF1E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4D8B594-4FC4-D9A1-D4BA-4F5B245B409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2A4323B-4DCA-C13B-BFDA-9053A558052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3EE2F06-8AA8-6B0A-05CE-6BBC46F5E1CA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6EC881-78BD-6D77-63D9-ADAD678AA342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BBDD5AC-03B3-B856-C853-65FCEC71354D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A6452C-1CEA-3B2E-0023-1253CB2EC41C}"/>
              </a:ext>
            </a:extLst>
          </p:cNvPr>
          <p:cNvSpPr txBox="1"/>
          <p:nvPr/>
        </p:nvSpPr>
        <p:spPr>
          <a:xfrm>
            <a:off x="2189905" y="102410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F37F55-78A7-1AA7-657A-EE7D156F0E2F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ECF44-E2D3-B3F9-4F17-0ABB089762E8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EE34A9-1265-6AB4-1AEC-5557914B827A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EB1F23-D1F9-992F-7FFB-3BA3A9FD997D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DA30BA-FC57-8316-B929-83EEC5187248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2D73ED-8449-38FB-195D-1E5B284C0521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39EBD9-1DF3-E701-E8F9-AF4060F610DB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B94A8D-6CC0-E0F4-F2A8-F54EC8A2082F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60A5E4-6A0B-2CAF-5E3D-748EF0CD95B5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0DCD3D-D3F5-4F1A-12D3-8A7EBDC887EB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F0690-4190-63D9-BC72-172BF5D05ECD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1A0DCD-0243-3E9F-60AE-589539708C31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752A7B-FB3D-B925-92F2-E696474EFE8E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0FA793-380F-4D8F-9085-64EF0F3B41BA}"/>
              </a:ext>
            </a:extLst>
          </p:cNvPr>
          <p:cNvSpPr txBox="1"/>
          <p:nvPr/>
        </p:nvSpPr>
        <p:spPr>
          <a:xfrm>
            <a:off x="4630212" y="2347127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C7AEC6-45DF-9406-11B7-D5B56C2024B1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62F046-7B18-4FE7-4BD9-452D9E24DC8F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63ABE6-C403-6D92-89F4-B02A33F08652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E9DE3A-A70E-9A73-A933-837A23DA11F4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E27DFE-C2AE-56AC-FB36-145D85010E2B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3EEAC-9007-6B8F-38A8-8FD9AAB144F8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8FDDD-A568-F3DE-7EBF-2ADC69B5C46C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08CAAA-8269-C6DE-B821-9F0BE17CB62D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8DA02A-B092-A613-1B60-5F1CECC34911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59569A-D25B-978F-4727-EE0A5DB6FFD1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9F13DD-E325-106E-ADFB-DA5341211E64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06CA09-57B7-8C14-E1FF-3CD05429D98A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B16DA9-AB52-EB54-B62D-C47C9A1672FD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2E662B-DBBF-D4A0-8149-88C28F8FAAD4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C2B611-DE57-7958-9DC3-99248DD7C0CD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66BFD-523E-C2BF-D79E-815557F3DB27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401036-173E-2BA1-7BD9-C0E08F1FF81C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E38EF7-5614-3C0E-D3DF-D1D473A50089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3941A2-CE70-F7B0-B695-5E269D3FB8EA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2FF0D7-DD58-EA7E-68C5-0119BC1A35F6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481C70-73E6-6961-E56B-D90B82823D0A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560FFE-5BB1-5D77-B9A2-3C70A868FD61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DEBAF1-9035-6EEA-5CD9-0DA28268170B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BF08BD-D24F-D3BD-69A9-1E37D9CE76AA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F1E9E-A1D8-8557-4C30-ECA20FA941FB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B21C07B0-F926-EBCC-A153-155EA3D401F1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F4C3E17E-71C2-B457-6322-CF2CF890CB4E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9B47A8-4BF6-482D-E99C-CA0D98F2D522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A4EDD3-C9B0-15AC-12AF-4EEBAC014382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0AA4D0-430C-9EA8-1F1B-BB8910FEB6F6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13DD4DBE-0294-7ADF-7E12-F58A7351810A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D66110B2-5770-4124-FA08-F3294BF9B866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69DE758E-91DB-378C-5B04-A15223241D71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A3D6C6D5-1E3F-B95B-9A52-900C6C2A87BE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BDAFC8E1-9642-3259-3899-66C42D7610BB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2D620C50-D6F2-6E4B-A3AF-EB1B798B6754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786DF5-8A6C-69D7-4E50-E64BD0C761A2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4C65F-8D38-AA38-15F7-DE94022819BF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0CA10-AE89-D291-2F24-8C8476126F50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969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0.19075 0.1946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31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8FDAC-3226-BCAC-CD10-C04F2C4E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3C7A1F8-0062-D463-E6E4-794E4D12703E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A4BC7BD-240B-6705-2A73-BD0ABC47B53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443B742-B4D9-ECCA-6866-AEE160DB0CC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DC8CA58-F41F-9BA9-50E3-710ECEFE3A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2AA14A7-FE92-FBA3-188F-848026167EF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F3F7D98-BC34-0775-1AD5-9C23E7CFB2E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7B1023D-1B2E-8573-6F18-61CC2EB3DEC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771B30B-85E5-CBD1-EC41-6B16C55C646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D7DEF6A-2D58-8868-66D9-08B6F19F175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21C7CE9-6504-E13F-DA56-0F86159FD691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EEC6F70-913C-DE58-28DC-3AE7BF3307E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0421872-A4B2-07C2-F04B-F58BAC04778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CB5556-A9AC-2FD8-05F1-B4CA3B31EAD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C677827-A3FB-D570-9E77-3BBEC2F1BDA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52C4106-E694-92A7-F0A8-60042B5B52C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85BD521-21D2-6361-1B0E-B1CF7FBBB317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39572EB-4E43-A931-3DBE-0B6076E541D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0EF75D3-7F52-8BEA-AA5C-E395CB0CE47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6345DFE-2F93-C4B1-2671-35E5BA87841D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C7A9A4-71B5-0871-5507-B14EC19FD94D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9003A9-4A77-EA60-BE69-E81ED48D22A1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662162-E6E4-78C2-F3E2-933D4B87E4CD}"/>
              </a:ext>
            </a:extLst>
          </p:cNvPr>
          <p:cNvSpPr txBox="1"/>
          <p:nvPr/>
        </p:nvSpPr>
        <p:spPr>
          <a:xfrm>
            <a:off x="4592449" y="2311456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EAED74-0082-0E68-6709-9294BE625657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C5752D-0CD6-01FA-EAAC-C7B991D56AFD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E59943B-4BA5-B01E-572A-8529EF234C8D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1BBC7A-7397-1378-99C3-F378815F29FA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AD2CDA-18E8-CF5C-7EAE-009C4B3CDE1A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F02FD0-5ADE-80CB-88C8-48358CA45DF3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61418E-D4FE-5E3A-9751-116696BD1E92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2A55C7-8050-76B1-CB17-925590ECA268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7D78BA-CE6A-869A-F6FA-4EF6BE912E22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F56CF8-CB21-7FFD-B699-F760584EF7D1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09DB9-F20A-8F26-873D-D950F51C13FB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90CD0C-A5BC-276D-DBC3-0C8D5EDE5509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223B68-1843-72F9-D206-8D0ED0930DC0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D78055-9DCB-DD76-6015-52CF6613D630}"/>
              </a:ext>
            </a:extLst>
          </p:cNvPr>
          <p:cNvSpPr txBox="1"/>
          <p:nvPr/>
        </p:nvSpPr>
        <p:spPr>
          <a:xfrm>
            <a:off x="4875258" y="2297146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E50BB8-A247-8F7E-F43E-0B4484CCBFC1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DA5D2A-D853-03C4-1B4E-48FDE817D509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03B7F1-5380-42C4-D849-706335EE634C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B1096B-4D4E-B57B-7D8B-85CD626ED22E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337DAF-F436-ACE5-D63E-926ED7AFA16D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6B0B6-6BF3-B365-A284-0B7989D308D8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925C22-8C52-9873-964E-C3A1F863031A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8C73FB-CB7D-CBF2-8762-DD525449E54D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6543D9-1B92-289E-B75B-B52D22A7CE1E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EBE41F-CB8F-8767-9F3D-E3F043D771E6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13E6B-813A-A7EC-49B6-F8E36A2EE601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D0A1F0-3C27-157F-AD3D-09F4E457DA73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7113FA-6C41-BA6F-975D-68BFB645C1CB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9429CD-0251-772C-2246-B53B78C32741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7BEC9-78D3-75C2-5729-13163AD2A3B6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E9DACD-3E47-8BC8-27CE-8E98F3B03C30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760144-7114-C72E-C1CE-D2B8510DC791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E48679-A949-6145-111C-6F4D76BE079D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B90DA0-7BC7-D9A0-C8ED-A3C57091EFAE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8836E7-5E22-F3B5-66A3-F92BC47D8D1A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6BC2FF-8F0D-A922-68B3-EDDC578C52F8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E35C-F234-AAE0-2F8F-FC9ED78A4989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277837-AE09-A1C8-B593-5FF51B0D2383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20447-9159-D707-3563-39C8CD067CE6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40765A-3948-8761-A3D4-BCE6238503C5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38CC9CA7-3C11-CD00-FA44-AF37A66FCFE5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4BED6A8B-3745-EBFA-B04B-739CE199CB75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FE2240-FB5F-0240-2600-E38866029D75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43F619-E81A-5A7A-81AA-EDCFBD9EAFD5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1F1158-A65A-F7D6-0D1E-C35D0FE499B3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7D51CDA6-6224-3D53-3BA7-BA31414D3827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3AF6B769-463E-3F7D-A0C6-74A3DEBB1BEC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727D3E61-20F3-9ED8-0DD8-F6DC9A20A2E4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8CF2BE15-C80A-D793-2FD8-5293A2D8B326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0C9A0001-E457-63D3-3578-E0335179BAE8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4B746905-3E21-BEF8-7F6B-94F8D1EFBC91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D3021-E8A0-1BD4-9541-06C21D30FFD4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1AAAF-A118-B6C7-B029-3B2534E2FC2F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30F0B-B103-8086-17AE-83A7F0BCF2B4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50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C732B-5CAD-7F55-FB16-265D8F78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7B58259-8A15-D784-97FF-5E6FB3185D3A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AB3485-F6EF-E129-9F74-528E8ED6FDC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2061F53-9317-A177-2FA9-8B4193F1D72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8079676-831B-C01F-909B-64FCB4C39D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A97D2E6-77A1-069D-53FD-B7930453F01B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AFA56DB-BDB0-B5F0-8001-EC600988EE7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A341734-1B22-D53D-7512-D7E05F5BF24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DE5D19B-697D-BA71-BC8E-7EAFE1792F7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9BD004D-E0EF-7C7F-CEA4-25A911F022A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516C4BF-256A-4F69-4A0D-76ECB0EB4E8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E96DFE9-FE70-AD64-AC68-83E22800950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EEB790B-125B-A56B-BDA3-1B14D73C0894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072DDB-9032-0F67-56DD-0BD96313F13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14ACF7A-162C-78CD-F3AF-ADA5928E298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19F8A87-3B78-958D-C4BE-A32676755CF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9AAC368-C8E7-F07A-1FB1-D34C9DD0947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54CC716-4F13-1D8D-3FC0-3C3BB941354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C49A0DC-9EA2-C637-821A-C2FE4A4597C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EF233D8-20DC-F342-4239-08BDC2ABA77A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296204-A39C-7B81-DDDD-9C4375C9788C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FA0877-0DBD-852F-465C-49E3490C72DE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BBD7BF-5809-0D71-406F-EBD8A9BB7AEB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0B9CBC-1654-885F-843E-491A32CF7283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028FC6-304F-469B-3C52-E3B9FEB3B541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B94CA1-4525-F012-EF5B-40A7E623F6C3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D3884D-EFD0-C9C0-E891-71D14D96192B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76ED86-EF94-8C3C-7E34-D3D8801B577F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1A5069-9F41-DA0D-0516-31F40433C2D9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3103E3-F43A-8BE6-748E-F8B3A5CB2832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C40D16-1740-B6EC-3F6A-AE76153A2DE0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5268CB-74C5-526E-44E4-A4C4F570C923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3D6E3-CBC4-AA01-AFD3-8FD97DB70534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(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08B713-5722-B5FB-C481-CFBE477FC1C8}"/>
              </a:ext>
            </a:extLst>
          </p:cNvPr>
          <p:cNvSpPr txBox="1"/>
          <p:nvPr/>
        </p:nvSpPr>
        <p:spPr>
          <a:xfrm>
            <a:off x="206775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C8C916-A7C7-9F4B-E944-FCE958236913}"/>
              </a:ext>
            </a:extLst>
          </p:cNvPr>
          <p:cNvSpPr txBox="1"/>
          <p:nvPr/>
        </p:nvSpPr>
        <p:spPr>
          <a:xfrm>
            <a:off x="2653428" y="2315723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CF8C9A-1B35-1D50-C4B4-CDE87428B8C0}"/>
              </a:ext>
            </a:extLst>
          </p:cNvPr>
          <p:cNvSpPr txBox="1"/>
          <p:nvPr/>
        </p:nvSpPr>
        <p:spPr>
          <a:xfrm>
            <a:off x="4592449" y="2311456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14CDC2-3137-F780-7EC2-1290B7B12794}"/>
              </a:ext>
            </a:extLst>
          </p:cNvPr>
          <p:cNvSpPr txBox="1"/>
          <p:nvPr/>
        </p:nvSpPr>
        <p:spPr>
          <a:xfrm>
            <a:off x="4617527" y="232496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BD994A-47A7-C893-0502-7A9D90619923}"/>
              </a:ext>
            </a:extLst>
          </p:cNvPr>
          <p:cNvSpPr txBox="1"/>
          <p:nvPr/>
        </p:nvSpPr>
        <p:spPr>
          <a:xfrm>
            <a:off x="4875258" y="2297146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381566-9527-D65E-297C-2ED672179143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B10D53-F0FD-9F5F-6ED9-3A05BF7C5011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DB74F4-CEE6-3E02-9BEC-B84BA18EF8EF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687725-2B2D-8790-9FA8-8F30F28125AB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802800-D444-E29B-8629-5C67E7A21FE8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2BEFB-110A-BD4A-078C-5E0BCADD1089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C71A9E-A3E0-BAEB-77EE-DCF216A57587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B018E7-AD92-FFCA-D75A-0C42722ABD65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5C269A-16E7-95A6-7CD2-46F56BFB83F7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64707B-BF40-B790-D368-EE6CFBD9789A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086E5-9B0C-B992-20C9-463407769785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E6292-9168-812A-D87F-BB8E3F08A12C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FFC098-84B7-A55B-ED98-4EDAC0AA46F6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3E0368-01DF-AFE4-EE49-4E78F1BF66F4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CE524B-77F9-4565-6F0B-ECB85379742E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27968C-8F03-4AB4-4C85-8976CF4778B8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7D2344-BEC5-6A89-E988-42E361DAEAEB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D56F42-C593-0C99-D5F4-D2D4423190E7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DB1D91-C3C2-E8EE-CBC1-ED88019804BD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DC4E12-311D-19F9-2DB4-8FC506DD1F84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6C452B-FAEB-C2A7-79FD-4D01937B3BA3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7F1547-55C2-FB5C-9325-1CB27F7B98C6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5FE172-5300-0C6F-D680-3C2F9DC1A686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D6A73-5449-A479-B9FB-F37CA6D06A43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9BA184-130A-7632-A9B4-B5BD49D7FD14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E334CD6F-B553-FE40-7265-DD243AF75AFF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03ED1645-77DF-CFA4-F4DC-D5912E11AED0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CD924B-1103-9CF4-2B1D-E09B9FE789B7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5E8E0F-403F-6169-4120-DAF78AC634C8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A84E6A-3405-6A50-666C-6CEF13EB9B2E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6C0676BA-C965-AD7C-0451-C77C24A15A4D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34426004-7051-2FB4-3414-FD5063B82082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D8F64E21-6CCB-2790-D5D1-B80B20157C4F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C8034BE5-74EB-B8E6-680C-C1CC74E6917F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E68B201B-F86A-6076-4DE1-9BD1B7A40551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73A36D61-1506-AD3B-B892-A4D1C8F5A3E6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8AF48-FED1-BE30-DC73-A9C070F39FBC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655DA-DC6B-A4DF-8908-3E085082F3B4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65B13-4CF2-91AC-4A12-8DEF83640379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065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22222E-6 L -0.21732 0.00741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72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1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2808D-8082-818C-C28F-2AD15E2D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05260A3-9662-BDED-A844-6F5DD3D2B54D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CA3C80-B468-85CE-F49C-FAC43E98371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575A292-54D8-86D9-FAE5-89D2F0278A7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CA922C5-C000-4327-65FC-0503F8EA20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87D4FA3-1985-A9F9-AEF4-AB10D7C2D73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9F1E584-135C-F1EB-AA0E-C5CC26D055B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8BCCF14-C3A4-B440-8EF1-9C708A4BF4A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E130D76-68EE-45D8-79BF-702A4792814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7DA46A0-F187-89A3-2571-04598DFB419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29E482E-3E08-23F6-3329-5967728CA21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85EAF042-52E0-B796-3D52-95FCCA0173C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96CC5F5-B83F-8079-FCD0-4E3892843A4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4FFBF56-CB1B-B148-91E6-8A2DCD4FD04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C948BF2-A5D5-7B48-01A5-38C0412F61D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D47410A-0AE5-BB84-250E-896AB002B0A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BE2D9C8-540D-B198-00EE-37CE31731CD7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9EAD8E7-AEDE-3376-6492-0DF247A60F2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2988A89-8C1C-4EC4-9ABD-3714C3C8C38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CEFBB30-C139-FB73-3C3A-282C41D2F4ED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445FBF-2012-CB30-C5E8-20B1B062F050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E7B2F8-A597-CF72-599D-93F70824BFF0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525C5B-91B5-545D-7CB1-0E79C694AE43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00829-3048-B2F7-B372-F3546A83FE85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706D43-4D83-F738-831C-A51AA45AF5CD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8DDF02-D0AA-13AB-8C6A-C85A51685BEC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93EFBE-02DA-6C49-6D0A-06F024518448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7C1501-F492-447B-C6D4-D4B0024C21C8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682394-C81E-10E6-C4D3-A105D4AF76F5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05814E-B040-DA94-CB52-EA907F61B687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317D4AF-5F8F-B957-2998-B809232514AF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2F7D0D-0A0B-FEA8-3213-90CD70997AE6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14919-D35C-295C-2753-4BBF9AE1C359}"/>
              </a:ext>
            </a:extLst>
          </p:cNvPr>
          <p:cNvSpPr txBox="1"/>
          <p:nvPr/>
        </p:nvSpPr>
        <p:spPr>
          <a:xfrm>
            <a:off x="304412" y="2334275"/>
            <a:ext cx="243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7512E6-175F-3EBA-5C5D-121FA9C51CE9}"/>
              </a:ext>
            </a:extLst>
          </p:cNvPr>
          <p:cNvSpPr txBox="1"/>
          <p:nvPr/>
        </p:nvSpPr>
        <p:spPr>
          <a:xfrm>
            <a:off x="1982858" y="2356461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03E655-E999-2FBC-A7A2-6114B0C60D60}"/>
              </a:ext>
            </a:extLst>
          </p:cNvPr>
          <p:cNvSpPr txBox="1"/>
          <p:nvPr/>
        </p:nvSpPr>
        <p:spPr>
          <a:xfrm>
            <a:off x="2433510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44A00A-0E1B-E952-1D08-3447CD2A497A}"/>
              </a:ext>
            </a:extLst>
          </p:cNvPr>
          <p:cNvSpPr txBox="1"/>
          <p:nvPr/>
        </p:nvSpPr>
        <p:spPr>
          <a:xfrm>
            <a:off x="3019188" y="234010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FD9B12-76D0-E7D5-EC5E-C92FA1B3A169}"/>
              </a:ext>
            </a:extLst>
          </p:cNvPr>
          <p:cNvSpPr txBox="1"/>
          <p:nvPr/>
        </p:nvSpPr>
        <p:spPr>
          <a:xfrm>
            <a:off x="4958209" y="233584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126163-A491-E972-81A4-DF9E1EBA55E8}"/>
              </a:ext>
            </a:extLst>
          </p:cNvPr>
          <p:cNvSpPr txBox="1"/>
          <p:nvPr/>
        </p:nvSpPr>
        <p:spPr>
          <a:xfrm>
            <a:off x="5241018" y="232153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A89E32-76D0-27DA-0DCA-2C71F1B9ACDE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3DE286-D5E5-8F01-3EDF-F375B7FC95BB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63EEE5-6CE2-0A77-BB90-237DCED143C9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32C655-7CD8-7969-C13E-60BA72DE815B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36C6D6-08FB-FDE5-55BE-87C08B764443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FF72A-ED79-F509-DF46-E5F914B62F01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8C05DF-6989-28DC-5E04-1AD63B738CD2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DFF14-3046-F9DF-8774-5D06706FC876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AD5BAA-2246-9CDB-E989-A820015B95A3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D076F-7EA6-E31D-6E7E-A0E4644761C2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295DA6-F289-68A6-0CF1-597BBDA83128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7DA47A-2B92-C4D6-29DE-386CACE523CF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98E799-F457-CF15-CF09-1BD00FE4CDC4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9368F6-7847-BFE4-1051-87BF23F2EB5F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FA6DAF-6B36-B4CC-A7A3-E745BF714B56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F7C4E8-B1D2-A0C5-35DA-9A33873013EE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090BE5-3763-A09A-38CB-DE29172CEC2E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34B9B1-187B-6491-D7A5-88F7CE77EAC0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B7DDE6-F623-191C-3CAB-6258C51E00B5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CBD942-6BC8-0118-5183-EDD46C6A75DF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04A83C-8CF0-4CA5-7023-8A6223452AC7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96AE6E-423F-6D34-E04B-A156E5898B64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F6CF6C-EBFB-5510-9A7B-2DF5BF581255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6F0BE-F068-ED44-7730-8D09927BE8F2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C65050-443A-92E5-B918-01F475DDEC1B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BE53CEAA-FDC2-85A8-B412-9F7D98DA97B9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A4FF0BE4-5A7D-D276-7A6F-FADCBB43C609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A00B0C0-F453-1C00-4B5C-5DB693F5D356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BCCB323-B745-5C78-CCA8-572AF84C2407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538446-DBB3-63A8-4738-918C7911C55B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F1CABB56-C775-6740-61F2-B11DE2A6F267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635C66A9-BFC2-A561-E5A0-4471FA4168F9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5D1903C2-7EDF-782C-8976-79DEADE9363B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98D6242F-1DC6-77D8-C77B-DE9126A323F7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D32D934C-FE64-048F-09B5-F67552654BF9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5208DE17-406B-581A-C3FC-21F81EA04C9B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FC9891-F12F-54F4-C679-EBFFBB2EF846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06244-83CF-444D-56C8-1EDC6A336A83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84AC34-7F12-17BA-F0D1-BD682781EB19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254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09B53-1130-92C3-B2BC-AA6B3D35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921911F-1EED-255F-F731-D43DAD108C04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42F8112-03FF-2B2A-DBB9-0FE11122FD1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8600FA6-5488-1141-001A-28F9CF184E8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24EFFBA-31F8-CA8A-205E-031329B0C5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DB2B048-E94E-4F6C-A76D-886993491580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E5E74EF-7012-7EB9-D67D-E864860FC2C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FCCA0EF-99A9-F41A-907E-B0C2C44F194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1CB426F-DE3C-1625-F3EB-3D8DE918A3C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A4A183C-92CB-F618-FA31-507A5E6FDBC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34BA87D-9A22-18C3-4987-E3286E6F6B1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3BFEE90-1088-804D-AA10-CC52D53EFA7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7BE3AC7-37C4-4FF5-A8FF-AA5835CCDB7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FF977A4-B00E-7EB4-2DEC-73E0FF30A93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EF7A78-3E22-D8F1-D92D-23077C55B19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452C297-A655-847C-35E6-01A025C00FB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863A560-CF9B-9AAF-B240-610381DA051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DD1AA95-4316-2CD3-599D-C5A5EFE7849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F01E455-9B6D-9B7E-4FA0-ADCC072888F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36C46E5-94C4-F0E7-1434-85A7575938FB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0B1A6E-B837-4126-BB32-AA3718A66978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5BF831-398D-BDBE-70E9-B47FE0236B2F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A0D67F-C57D-F5F8-E930-05BA4D5CA102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9AB966-C0B5-F693-2E6D-1BE565A124BA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F991E9-727D-AADF-1AC5-9BB9E3582DE9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7FFF70-7820-3622-4467-8FE7133FC42A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1BFF2-5FA0-C708-3914-EDBBD2C0260A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4AA03F-7FAD-3247-18A6-D02FBEC7AE08}"/>
              </a:ext>
            </a:extLst>
          </p:cNvPr>
          <p:cNvSpPr txBox="1"/>
          <p:nvPr/>
        </p:nvSpPr>
        <p:spPr>
          <a:xfrm>
            <a:off x="4344665" y="1842975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7325F6-3DCB-9957-8C09-0460C8CF08C5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C46C6C-F213-A742-7D79-0741E53FD2EC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5D886D-EAF6-43C9-7D26-ADD622FCBB81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033689-6DEE-D7B6-8D5D-F857D7B3CF85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2D4CD-80D2-646E-A91A-6747957439DD}"/>
              </a:ext>
            </a:extLst>
          </p:cNvPr>
          <p:cNvSpPr txBox="1"/>
          <p:nvPr/>
        </p:nvSpPr>
        <p:spPr>
          <a:xfrm>
            <a:off x="304412" y="233427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D112E0-3760-B17A-B545-FC5E08CFFD1C}"/>
              </a:ext>
            </a:extLst>
          </p:cNvPr>
          <p:cNvSpPr txBox="1"/>
          <p:nvPr/>
        </p:nvSpPr>
        <p:spPr>
          <a:xfrm>
            <a:off x="1982858" y="235646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CDEA4E-8662-4EA2-9FED-277A6B6F7B8F}"/>
              </a:ext>
            </a:extLst>
          </p:cNvPr>
          <p:cNvSpPr txBox="1"/>
          <p:nvPr/>
        </p:nvSpPr>
        <p:spPr>
          <a:xfrm>
            <a:off x="4124661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F4E70F-6DE7-C27B-6B38-A0CD8D92D970}"/>
              </a:ext>
            </a:extLst>
          </p:cNvPr>
          <p:cNvSpPr txBox="1"/>
          <p:nvPr/>
        </p:nvSpPr>
        <p:spPr>
          <a:xfrm>
            <a:off x="4710339" y="234010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24EE1C-8896-8676-9706-1C8EF953DC2E}"/>
              </a:ext>
            </a:extLst>
          </p:cNvPr>
          <p:cNvSpPr txBox="1"/>
          <p:nvPr/>
        </p:nvSpPr>
        <p:spPr>
          <a:xfrm>
            <a:off x="6649360" y="233584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841621-EF62-6DF6-E8AA-9CE1C1280927}"/>
              </a:ext>
            </a:extLst>
          </p:cNvPr>
          <p:cNvSpPr txBox="1"/>
          <p:nvPr/>
        </p:nvSpPr>
        <p:spPr>
          <a:xfrm>
            <a:off x="6932169" y="232153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82E8F-262E-C483-FE4F-4C7C578A54B9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1453BE-610F-E0B3-AB23-430E415D07A9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010CBA-69E5-ED01-E1BB-195C0E7F2F8B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0355C4-2D0C-73EC-8ADE-27EC536ECFB5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800500-E6D1-FCF1-DA29-098D0BCC3E31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FC536-36A7-285B-6DA9-BB327FFA8D35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23FFF-A859-434A-4BCF-24BBC9A16ED9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F53795-A1D4-4765-C370-55A2B8FA0EB6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BA4362-0D73-F446-A407-C258BBF67530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B7262-7185-7C0D-CA70-96F1CF0CADB2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97217D-3AF9-8B84-D111-B40B90A3455E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899988-6E33-E832-0CAF-180A017F6688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4B0A1C-5C1B-0735-15B3-823398374291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C2E08A-552B-F6BD-84B5-13ACD1AC65D9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813A15-FEC6-D38A-79BA-F9E20A5592DB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ECED60-8F82-03D6-9104-49432582569F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56E992-F11B-CD98-BF6A-8B8DC2390F01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FC8602-6653-C118-7532-96733C5523E3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E722A6-9730-CD98-434F-76402347597A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627CFE-E388-5147-E2DA-7B010E74FA9A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6DB907-E703-63A7-8910-E3FEA21FEB1E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3F8FAD-D3EA-6C9F-5437-72DF4CA88836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7D9739-79BF-0647-6317-E017EEEC5A55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87908-5380-F3A7-D2A2-2023E1610176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C497-5DCA-6971-AFF0-93942FBFF16D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CB3962EF-8EB4-052F-4F21-0282C218FA51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7A5AD900-64EA-4199-F6EB-60E67B0ABC16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8A769E-D806-319F-8249-774642D591E6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961477-2568-F1E3-D230-BA3C8C6B87CA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8670630-3339-F846-A86A-0DA8D858F373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883B9D57-5961-37FD-6EA6-3BADB36A16D1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18A9A08E-108D-42F0-3AAE-5C1B691BFAED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05C5C939-93D6-845C-3682-99ECC8271CE6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19D69628-FD52-AC62-02AB-335A8656F093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D405E6EC-B1A0-9896-ED10-8124408D3801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466D5AE7-BDBC-5B05-A81D-D98048053641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2D8F1-BD6B-4603-C2EC-EA1BF9005939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8BB91-7711-E09A-D499-F2103AF3C7FD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738EA-A894-97BD-EEEC-3EB62C58A36B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151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D0838-4630-4066-D7AE-3414EB8B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EE9AF62-F852-6476-E92C-4C6B04C55B1A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A241EC1-CC9F-1A93-8D5F-71D8B34D0A0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5547CEA-4339-F3F3-5E7A-B96D683DB80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785595A-E723-A5A1-1C81-97C3E70DD2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CBF1115-B3C0-2190-98C6-2B8E13B90B8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D22DD04-4CDE-5017-798A-74EC7713199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F79F128-5DE0-A8AF-3604-46C02DBC8FE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4DB7F9B-812D-0591-8C80-19496CCE9A3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B77371E-747A-B429-3085-A7197711BE6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6C22996-71EC-4E2A-DCF9-99C50D98DDC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9C5B942-2AD3-D5DC-A3E2-3B7562661B3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6743A7B-576C-963B-72D0-53310816DF3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32B10FF-8473-C6A3-3A07-D1821DD6F55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FCC1CAF-2EFA-1D26-9DDB-74687976561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3D293E5-6634-1A53-71CF-F7A9AF1C63D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0687389-037A-C53C-0A4B-DA6A1B7C5F2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D4B3279-02A0-65ED-B426-DB94C9C9471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03F6DAA-3C09-8637-E550-67B2B949F4A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A095031-1FDE-F061-A2B3-52CC0A59A987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C9932B-33E9-AF51-74F9-B22B17E43C2C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9846D8-5555-F24E-3A1B-BE907A4AFEC1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706441-0E72-3507-8965-F10202CA0F32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D094F4-EC15-907A-5E66-1CBA972169DE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A31C0C-A43E-AA42-50B7-41A9EA482C65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2376A0-52A8-7C1F-B928-09E5DA889193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01EAC5-7793-141D-5923-4F2E5BA409F8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48FEF0F-4EE2-A4B7-CBAA-1B1A038AA2DD}"/>
              </a:ext>
            </a:extLst>
          </p:cNvPr>
          <p:cNvSpPr txBox="1"/>
          <p:nvPr/>
        </p:nvSpPr>
        <p:spPr>
          <a:xfrm>
            <a:off x="379917" y="1783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666CDE-0905-2131-4A60-17CFDC3B49CD}"/>
              </a:ext>
            </a:extLst>
          </p:cNvPr>
          <p:cNvSpPr txBox="1"/>
          <p:nvPr/>
        </p:nvSpPr>
        <p:spPr>
          <a:xfrm>
            <a:off x="703039" y="1799355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50C1F7-10E9-F1B2-82EC-ECE9A5F56FC0}"/>
              </a:ext>
            </a:extLst>
          </p:cNvPr>
          <p:cNvSpPr txBox="1"/>
          <p:nvPr/>
        </p:nvSpPr>
        <p:spPr>
          <a:xfrm>
            <a:off x="4802012" y="1837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6D9273-3903-5C88-82FD-539C82317F3A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5279E7-8902-809B-283B-1E5812E5DD1A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66B918-254F-1E1F-A3BF-D07EABE4000D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A5934-1549-C54A-E25E-C8931EBB6C8C}"/>
              </a:ext>
            </a:extLst>
          </p:cNvPr>
          <p:cNvSpPr txBox="1"/>
          <p:nvPr/>
        </p:nvSpPr>
        <p:spPr>
          <a:xfrm>
            <a:off x="304412" y="233427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1B1AFF-5930-1C1B-873C-00573ED11C85}"/>
              </a:ext>
            </a:extLst>
          </p:cNvPr>
          <p:cNvSpPr txBox="1"/>
          <p:nvPr/>
        </p:nvSpPr>
        <p:spPr>
          <a:xfrm>
            <a:off x="1982858" y="235646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0B2B0F-CACC-5F54-AFEF-E2C49118B03E}"/>
              </a:ext>
            </a:extLst>
          </p:cNvPr>
          <p:cNvSpPr txBox="1"/>
          <p:nvPr/>
        </p:nvSpPr>
        <p:spPr>
          <a:xfrm>
            <a:off x="4124661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AF6109-A02A-5FB7-5F8B-7DD40B6D45C0}"/>
              </a:ext>
            </a:extLst>
          </p:cNvPr>
          <p:cNvSpPr txBox="1"/>
          <p:nvPr/>
        </p:nvSpPr>
        <p:spPr>
          <a:xfrm>
            <a:off x="4710339" y="234010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BEC64A-3B80-7CA3-3AA8-85B636926468}"/>
              </a:ext>
            </a:extLst>
          </p:cNvPr>
          <p:cNvSpPr txBox="1"/>
          <p:nvPr/>
        </p:nvSpPr>
        <p:spPr>
          <a:xfrm>
            <a:off x="6649360" y="233584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5722D8-07CE-5811-C736-E4F215DFBC07}"/>
              </a:ext>
            </a:extLst>
          </p:cNvPr>
          <p:cNvSpPr txBox="1"/>
          <p:nvPr/>
        </p:nvSpPr>
        <p:spPr>
          <a:xfrm>
            <a:off x="6932169" y="232153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C6E75A-D35E-CCC0-EE10-DD256625ED66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C0017A-13FF-4C40-6E51-8FCFE2E0E048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4F481E-3CEA-A6DE-D193-14331935E808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401A49-FF7E-5B5F-8AC0-EDACC15825FD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F3E6E0-7AD4-8ABC-1A7D-769CA4AEBE11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AC0EF-4FDF-6C21-1044-307DA9212D10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3A08D-4A2F-52A3-0337-D3678188CC28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CFE636-40F3-F28C-858A-ED9689B00941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6D5B44-8CB9-54CE-E229-A6E1BAD4F466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F4D64-A31B-AD07-BCFE-EB1AADF3AE91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FB72C-F4EB-D73D-0E39-AC1414263767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4601E0-E42B-285B-5EB1-A487D96A61BD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57FFEF-F479-3976-EECB-747408CD598D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8BF016-0B3C-1629-B606-AA0EEFD8CAF1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421700-5955-2889-82C1-F448631BFA3B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0C77F8-227D-FD0E-3C87-3315CEEEA224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820DE7-1F79-6A4D-0B10-40CE7D8503B3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D3AC96-E95B-1748-3847-C8BEC3FE41C2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356E2C-DC81-C879-836C-452A0FF7D128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0F7565-1BB9-8FE1-E3C6-1DC87B120191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AE27CA-7338-84E4-5E14-DA56AB063068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08B02E-703C-230A-35E7-02E406994CC1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FE9702-9839-4D4F-F56A-629F08818F68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EBD13-AE27-7182-93B5-9BCE42C8BC23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E3785E-BA4B-A6A9-0311-BF8954F89222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957D59E2-6D93-9846-A9D3-1B66C5791003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6DD06837-0AD0-D0CC-ADFD-DB97B51ACA50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97215F-D30C-5F98-A3B3-935469934056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D17780-86DE-C1F1-B1E7-81AE96556A05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92B6280-6508-A332-6F3E-44913C45C2B2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C7EAC923-1043-413C-D4FF-80105304FF08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329133AD-5BF3-E520-C9FB-32FCD772D33F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407BCD14-23B8-4E50-93DD-FBFBF2F34AE8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F91131DD-00C0-538C-3E56-F5F4384A36F6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9F1A5699-7724-F563-6D9F-2B2658DD3C6F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3ADF6332-F4BD-FB98-B974-6C6890466F5F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B3D5E8-9863-2897-66BD-D54F631A7731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E2873-1313-AAD8-B8F7-C2BB185E1DD0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249FA-DE8D-485C-27EC-2C418BEB3B86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939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62876-4B4B-6575-6479-5CEFD2DF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B27063E-E48A-5174-CF1D-D7AB2605A1E5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F60184-734E-3903-8AA9-1907AEB2D26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C5E98B1-48A8-6436-0857-522DEDE4353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DA667D3-2DB2-BB7F-7BA5-145B373AC8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A3C9BFB-E9F6-0310-2FF1-CFCA0CD0FD8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C280E80-000A-3091-735B-4D3CAAD78FF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7151396-D9B4-0FCC-F002-F2F1525ED25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D1FBC57-3DB9-306A-8D08-D92E09C3F14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69AAFBB-5A85-8838-AC43-60B72239192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8C8EE1F-51DE-2707-1201-F12E2BA314F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4F1617C-9298-A1F2-9C5C-A439C27E879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7F60D7B-3173-24D5-BD20-A98173E272D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A389B30-8732-C7BA-620E-B910E8A399A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CF6A908-2C5F-CE7E-CE52-3A48CB00A68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27DBF2E-DB50-DA14-FFE2-A6F5B4631AA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1A0CC16-DABC-E187-58FA-3C2F7FE12D2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8D68EBD-C0EC-43B7-8486-A1050629AA9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8925187-21ED-4181-65EC-0F4925A7E77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2895AE8-E003-1931-76FD-0D3CD1B2CD7F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A39245-9A08-16C6-4122-F4263C4B3374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57ED2B-13C3-6AD6-2E8B-7CDFF8314D91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64FE13-5C16-63A7-2D0E-0459B89B48BF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2F1EE0-6CAE-74DD-C8D8-32FDEEE34CC2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F3C0F3-F3A3-82C5-4061-54D0BEC5DB02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160913-C4B8-BAE8-3E8B-97360797F4CD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8BF8C9-9E3D-5F4D-99B2-929C6B7C806F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C475B8-BC81-5E55-B6D3-A965369B2A42}"/>
              </a:ext>
            </a:extLst>
          </p:cNvPr>
          <p:cNvSpPr txBox="1"/>
          <p:nvPr/>
        </p:nvSpPr>
        <p:spPr>
          <a:xfrm>
            <a:off x="379917" y="1783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E6871A-4776-776C-1F15-C982EFFF5B21}"/>
              </a:ext>
            </a:extLst>
          </p:cNvPr>
          <p:cNvSpPr txBox="1"/>
          <p:nvPr/>
        </p:nvSpPr>
        <p:spPr>
          <a:xfrm>
            <a:off x="703039" y="1799355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C83918-3E1A-AD29-B4EE-FB4520AD2D86}"/>
              </a:ext>
            </a:extLst>
          </p:cNvPr>
          <p:cNvSpPr txBox="1"/>
          <p:nvPr/>
        </p:nvSpPr>
        <p:spPr>
          <a:xfrm>
            <a:off x="358230" y="202487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F92EBC-A5CE-39B5-6539-5578DCCFBFAE}"/>
              </a:ext>
            </a:extLst>
          </p:cNvPr>
          <p:cNvSpPr txBox="1"/>
          <p:nvPr/>
        </p:nvSpPr>
        <p:spPr>
          <a:xfrm>
            <a:off x="1003966" y="2029996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00316D-5317-388A-B8E9-B1C67F394CEE}"/>
              </a:ext>
            </a:extLst>
          </p:cNvPr>
          <p:cNvSpPr txBox="1"/>
          <p:nvPr/>
        </p:nvSpPr>
        <p:spPr>
          <a:xfrm>
            <a:off x="1935546" y="2043192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DB7DEF-720C-F463-DDD4-DD47819D920D}"/>
              </a:ext>
            </a:extLst>
          </p:cNvPr>
          <p:cNvSpPr txBox="1"/>
          <p:nvPr/>
        </p:nvSpPr>
        <p:spPr>
          <a:xfrm>
            <a:off x="2026440" y="2039828"/>
            <a:ext cx="293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F464B9-49B4-11DB-EACB-BC766F78B76B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3563CD5-13A3-7C0C-4F3B-9B4000D30089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DBA037-69C5-157B-C748-3D6EC1E9C25E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40E276-0DA7-F59E-4A6B-D2837C5BE8A6}"/>
              </a:ext>
            </a:extLst>
          </p:cNvPr>
          <p:cNvSpPr txBox="1"/>
          <p:nvPr/>
        </p:nvSpPr>
        <p:spPr>
          <a:xfrm>
            <a:off x="304412" y="233427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6FBCA2-C04D-C385-E3BD-5E6DF372400B}"/>
              </a:ext>
            </a:extLst>
          </p:cNvPr>
          <p:cNvSpPr txBox="1"/>
          <p:nvPr/>
        </p:nvSpPr>
        <p:spPr>
          <a:xfrm>
            <a:off x="1982858" y="235646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DAD790-C01A-2408-BFDB-DCBEF16085EC}"/>
              </a:ext>
            </a:extLst>
          </p:cNvPr>
          <p:cNvSpPr txBox="1"/>
          <p:nvPr/>
        </p:nvSpPr>
        <p:spPr>
          <a:xfrm>
            <a:off x="4124661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B6D395-FA44-57AF-71AA-54ADA93D81C0}"/>
              </a:ext>
            </a:extLst>
          </p:cNvPr>
          <p:cNvSpPr txBox="1"/>
          <p:nvPr/>
        </p:nvSpPr>
        <p:spPr>
          <a:xfrm>
            <a:off x="4710339" y="234010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9B64A8-AD76-5C74-103A-695A7ED24A9B}"/>
              </a:ext>
            </a:extLst>
          </p:cNvPr>
          <p:cNvSpPr txBox="1"/>
          <p:nvPr/>
        </p:nvSpPr>
        <p:spPr>
          <a:xfrm>
            <a:off x="6649360" y="233584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E2462C-9BF9-7BDE-9A71-E9278DE5E61A}"/>
              </a:ext>
            </a:extLst>
          </p:cNvPr>
          <p:cNvSpPr txBox="1"/>
          <p:nvPr/>
        </p:nvSpPr>
        <p:spPr>
          <a:xfrm>
            <a:off x="6932169" y="232153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A37762-7FC1-9E23-EF12-2CD13765A021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4728A2-3C15-E218-155D-370904C7C619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0A17CD-BBE3-A7CC-369A-948C356BFC87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7CE739-6B1B-7AE5-43C3-651F61B74751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900038-B5AA-168E-D6EE-CB4BC51B170C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E4771-25AC-A5E9-C738-70EEF5DD7F2E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AE6BE-C6D1-A657-3839-5A9403D91CF8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CB1FA-BB4D-4212-828A-AB6575856A0B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4B47BA-3E29-113F-AC28-01EAF0B6ABBB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2C8B8C-E660-9575-DC75-A9EB723332CA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97D377-4573-75B3-4995-9C97621E8CE9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00BBAA-CD85-6C6A-684F-31C3479525F0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8A0D0A-87A5-3CE0-09D8-3ACAF543FEF5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F7E7F1-5C52-70CC-7CCD-DD80BB2DA187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A3C097-CA26-85A6-5BFB-C742A1A0C9BF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D7B077-01F5-1345-2C07-F322B56F6D3B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22DBEB-893F-7A38-743F-A8BDFBFC070E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F6B35E-5DFD-707A-D32B-AFA575B7E29E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06821D-FF3C-0CEA-FCDB-F87C1738316F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E28B47-5D82-C15B-7678-CA5CE3E41E28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1802E6-1BFC-AF68-D6B7-D7CF2DD92CDB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36D28E-FE92-76ED-DFFD-85375EC14053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47F72-D39E-08F9-EF78-3937FD4382ED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3ECAA-6163-5E6B-2266-7767EDAA3289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166AF6-3E37-520A-038B-79BDCDCA3A43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FD6B0D0A-6FB1-C2F1-9E1C-D043AFFF392B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7E1B9EE8-B964-F00F-0AD5-4F0EA806DF96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FE9104-C940-2AD8-71A6-30ECF42E8074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B3BB007-0DF1-AACC-AF12-63FC16576AB6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C70BC1-47C2-89A1-E919-E7F9AC1A5338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8BC1775B-ACE5-1FBF-3346-F4BCD5C3BB52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15C5E791-EBCF-0DA9-E035-C98C5D39420B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BBA6C30D-FE56-80E1-B4CD-D19BEC23FA0A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36DBDD32-A4DC-0270-5042-4D28CD8507E2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F190FAF9-6CAD-0E24-26FE-30B740ED6F19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6976EA99-8933-B5FA-CAF2-8BE109FECF3A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1C5120-DB83-7872-90ED-9D1FE3309508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51AED-E9AA-E48D-408A-F4E74C46E154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D6013-3699-A660-1A02-6CFB5C1D6D7C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951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76A8C-D749-8418-1B6E-C91167D5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9A2E0274-6AEA-8777-F4BB-725E6677E785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88216C9-15DE-D758-74F5-A661C2E1DAF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E208C47-8FC8-E44A-F94A-E10B9BD9DBD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9C7E5FD-0EB5-13C0-773C-051DB7A10A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C6ED3E9-8076-8A43-F5E2-74347F3CC16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048B594-5473-DC32-5059-F75230F5EC2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AD2B208-B7D2-1F37-B4F8-13698AC0BE0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2094850-79E1-A215-FC25-C235CA5CD25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001D03B-CBAF-6E18-188F-C9C6AD8D1DE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B76149E-8D89-A9E2-92CE-D60997DC67A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4AC9000-94FA-573B-878F-8B5D943B678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5E4327F-7493-70EB-6562-D1C19E0AD0A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AB46AE2-CEE7-81F2-E712-FFD9F58B337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848F009-D75C-89A6-0F02-10D01DD47C9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3CB9010-9077-37B2-2760-B6928EE2504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6A81ABA-879A-3A9A-C7C0-FEF848F0ECD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477EB67-EE53-E5EC-78C3-667B601351A0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85382FE-BD19-139F-1369-36B689E070D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660A145-D0CC-5633-B91F-3186D145439D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191D9C-0891-0302-4987-2A63F22A8B66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0C57D9-2642-8991-56ED-25A0986FB10C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EB3634-2630-581C-F652-51EAE881A44E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358D17-1F83-5F44-2F81-82D21E4BB11F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F62BF8-79CC-2949-0AEA-CA2E55F95A4F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B8FFE0-A272-AC29-E006-A886C12E0741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A0D597-379C-74DC-184B-931869F80C9A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EBC3F8-9D60-B668-BDF7-52D4D074BD98}"/>
              </a:ext>
            </a:extLst>
          </p:cNvPr>
          <p:cNvSpPr txBox="1"/>
          <p:nvPr/>
        </p:nvSpPr>
        <p:spPr>
          <a:xfrm>
            <a:off x="379917" y="1783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FDB5CD-4E11-A91E-13FD-B020F595E5E2}"/>
              </a:ext>
            </a:extLst>
          </p:cNvPr>
          <p:cNvSpPr txBox="1"/>
          <p:nvPr/>
        </p:nvSpPr>
        <p:spPr>
          <a:xfrm>
            <a:off x="703039" y="1799355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5B4C4B-02E0-273E-AAF6-BE1E73229355}"/>
              </a:ext>
            </a:extLst>
          </p:cNvPr>
          <p:cNvSpPr txBox="1"/>
          <p:nvPr/>
        </p:nvSpPr>
        <p:spPr>
          <a:xfrm>
            <a:off x="358230" y="202487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AEAA22-A0F2-74F7-986F-28D3F158E7B3}"/>
              </a:ext>
            </a:extLst>
          </p:cNvPr>
          <p:cNvSpPr txBox="1"/>
          <p:nvPr/>
        </p:nvSpPr>
        <p:spPr>
          <a:xfrm>
            <a:off x="1003966" y="2029996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9992CA-C54A-8887-4DF8-BBB2C389AE3A}"/>
              </a:ext>
            </a:extLst>
          </p:cNvPr>
          <p:cNvSpPr txBox="1"/>
          <p:nvPr/>
        </p:nvSpPr>
        <p:spPr>
          <a:xfrm>
            <a:off x="1935546" y="2043192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B161E6E-FB04-7640-523B-CF51BF99ADA1}"/>
              </a:ext>
            </a:extLst>
          </p:cNvPr>
          <p:cNvSpPr txBox="1"/>
          <p:nvPr/>
        </p:nvSpPr>
        <p:spPr>
          <a:xfrm>
            <a:off x="2032557" y="2025986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00A413-35B0-ED7D-27E7-9AE20276A2F5}"/>
              </a:ext>
            </a:extLst>
          </p:cNvPr>
          <p:cNvSpPr txBox="1"/>
          <p:nvPr/>
        </p:nvSpPr>
        <p:spPr>
          <a:xfrm>
            <a:off x="3437031" y="2049660"/>
            <a:ext cx="293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9E3BA9-B4A5-B163-A635-3959A78D15BC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0BBE32-564D-A3A1-38CF-588A51A634CA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AD663E-BD32-9B67-D10C-91790D17C3D9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9F048-7D25-AFA8-8E79-EF45F5A6D55F}"/>
              </a:ext>
            </a:extLst>
          </p:cNvPr>
          <p:cNvSpPr txBox="1"/>
          <p:nvPr/>
        </p:nvSpPr>
        <p:spPr>
          <a:xfrm>
            <a:off x="304412" y="233427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2FE58D-39BD-D302-C8AF-83F85B0C8A6A}"/>
              </a:ext>
            </a:extLst>
          </p:cNvPr>
          <p:cNvSpPr txBox="1"/>
          <p:nvPr/>
        </p:nvSpPr>
        <p:spPr>
          <a:xfrm>
            <a:off x="1982858" y="235646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50E5DF-6E67-8C74-2DF0-887F30FC62A7}"/>
              </a:ext>
            </a:extLst>
          </p:cNvPr>
          <p:cNvSpPr txBox="1"/>
          <p:nvPr/>
        </p:nvSpPr>
        <p:spPr>
          <a:xfrm>
            <a:off x="4124661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C597A6-72A8-5DA0-5A5D-218CD3CEFA94}"/>
              </a:ext>
            </a:extLst>
          </p:cNvPr>
          <p:cNvSpPr txBox="1"/>
          <p:nvPr/>
        </p:nvSpPr>
        <p:spPr>
          <a:xfrm>
            <a:off x="4710339" y="234010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381560-99E3-4CAF-F558-0F41BE86FA3B}"/>
              </a:ext>
            </a:extLst>
          </p:cNvPr>
          <p:cNvSpPr txBox="1"/>
          <p:nvPr/>
        </p:nvSpPr>
        <p:spPr>
          <a:xfrm>
            <a:off x="6649360" y="233584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EB532A-F255-8311-F6B2-2AD1A9549508}"/>
              </a:ext>
            </a:extLst>
          </p:cNvPr>
          <p:cNvSpPr txBox="1"/>
          <p:nvPr/>
        </p:nvSpPr>
        <p:spPr>
          <a:xfrm>
            <a:off x="6932169" y="232153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EEE17B-4CF7-1C3C-D409-0A1F363FD9F8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1AFED3-A874-2AF1-2A98-C5CC5EA18D4D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EBD07D-4019-59B2-66C3-5AB670781B9F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D4870F-12D1-EA6C-228C-266A63638A82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322B23-1440-326E-0A4D-70A6A4DB0C38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B245E-3EEC-47B8-9C2E-EF8639CCF9FD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882B58-DF56-91EE-F991-5DA8CBB624D6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8DC093-729C-28CE-1436-314D502C029B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7C437A-5658-E159-A3D6-A0257D8F0C22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90DB13-86BF-2522-683C-3A2ED804F7CC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2C087A-90DA-81E1-B012-CF6CEE8C2949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E22250-2D72-F921-5585-B5BFA5BAD996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F85926-DD70-9EA5-C39F-DCC9A17F1A98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48B6AA-D4E0-A7DB-C42D-254BDBA8949C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7D0FA3-3F3B-CBAE-F6F3-6AB452ADEA1E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405B0E-21E5-BBF6-A499-0B6E0B236265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3F1A52-565A-9CFA-78EA-1399EFAFBDBE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FA14A7-2ADA-6DB7-F387-694FF1568144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97189D-3E45-3BDF-C03F-D98B6CB24681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F6CB19-E714-302F-687A-60909B685CDA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4953CA-918E-7014-096F-924FAC0FA6DC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00B8E9-4139-DFE6-E92A-53F2415D73AC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6F4717-357C-917E-77BD-011A197EF7C5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CABC7-8E79-7B4D-7367-9CB6D47D60FC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4FDE4B-A699-9BA5-EA3E-DC5C4C9B0C41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0E4B3B4E-4CB0-F79E-4A87-2CCC78531A97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A7FD429F-C01A-E5DD-47D4-92812461C6A4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2E6EF2C-4051-7267-CE14-EFD3E38F2B1E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C32157-FA89-4860-B3C1-7D1113B7946E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64CAB09-DDEA-A3C9-7E17-977E4A8158E4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BFD83ED7-29B4-704F-23BB-55A29F36CB2D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9FAA2CA5-39C0-424B-D5DE-E2D2B20C1127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8252614E-8C42-46CB-B190-809BEC2E7815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6740AFE8-4C7D-4189-DAB4-F110C4B21681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A91AE336-465E-2AB0-CD7B-C96CA4396C5E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A0D88F30-20FD-5C83-2ED1-351D1D183FD7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7F417E-0829-E67A-B6B2-D4265F679A77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2D13A-CF0E-1105-BF4F-025E1820662E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7BDA4-01B4-74F9-F2B0-580C0969FE8C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086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7C799-150C-F101-A4F2-0FE466CE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5A7AFF95-6CCC-7ECA-4672-B19DDBC870D5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0332DD4-A8EC-0F70-6D0E-FC4D51B2831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669B1E4-126E-55FB-FF65-4F537D55C84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2135844-39A7-C3CB-2131-9A28B878B2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2FAC1DD-133B-F101-519D-F0EEB4847CD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F338E2D-2868-06AE-5979-0BD8DFB26F4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F9F63F4-D5A8-716F-88A7-3F7851E8750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00F59DF-E273-B888-9E8D-D7E48D09189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89EA892-E7AC-E37D-194C-CBCA7B3D310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CC23FD6C-993F-0330-B1E3-04F64FEB6BB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F6029A1-0A75-B0D3-CDF7-E4938133F23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F76C0CB-504F-162C-48A7-9A6299F0DBB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8381EB4-D4F7-B283-9883-09A87B2C9DD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D0725E9-1E06-B4A1-EB49-088D8825A7D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D7082BC-2A02-D087-8831-A707146C763E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81DFDA7-7AB7-7A66-DEB8-EAE2ED46D5C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D1E681B-D8DF-E687-CF2B-46A3367C4B3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709FBED-2211-1C73-6CBA-0493A7E7635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4CCCFC5-29B7-B987-29ED-03003776EAFE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AFD927-8F26-EC52-4DF4-887C5B263998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09D38C-DF2E-B399-A13A-079A58370514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241FDB-9A2F-DAF8-9900-41B393803706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6CE09C-14B7-ACBA-AAD2-5BC015B4E822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C4C010-2058-D3F5-7985-2EAE63874A6E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04D6B2-8119-948B-A08C-6C06CC4F6D7D}"/>
              </a:ext>
            </a:extLst>
          </p:cNvPr>
          <p:cNvSpPr txBox="1"/>
          <p:nvPr/>
        </p:nvSpPr>
        <p:spPr>
          <a:xfrm>
            <a:off x="379917" y="1553524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328174B-4430-611D-05E0-276C7A5A3D2C}"/>
              </a:ext>
            </a:extLst>
          </p:cNvPr>
          <p:cNvSpPr txBox="1"/>
          <p:nvPr/>
        </p:nvSpPr>
        <p:spPr>
          <a:xfrm>
            <a:off x="1156030" y="1536457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D45FF9C-6A75-1FB3-3E3D-BA279D31DFEB}"/>
              </a:ext>
            </a:extLst>
          </p:cNvPr>
          <p:cNvSpPr txBox="1"/>
          <p:nvPr/>
        </p:nvSpPr>
        <p:spPr>
          <a:xfrm>
            <a:off x="379917" y="178389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F15DF2-E712-C25F-076B-C8C502CBEB7A}"/>
              </a:ext>
            </a:extLst>
          </p:cNvPr>
          <p:cNvSpPr txBox="1"/>
          <p:nvPr/>
        </p:nvSpPr>
        <p:spPr>
          <a:xfrm>
            <a:off x="703039" y="1799355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78A3AA-DDB1-84F9-9FCD-8655311FE20B}"/>
              </a:ext>
            </a:extLst>
          </p:cNvPr>
          <p:cNvSpPr txBox="1"/>
          <p:nvPr/>
        </p:nvSpPr>
        <p:spPr>
          <a:xfrm>
            <a:off x="358230" y="202487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7F9441-EC12-D99A-50EB-BF58DFAD7B27}"/>
              </a:ext>
            </a:extLst>
          </p:cNvPr>
          <p:cNvSpPr txBox="1"/>
          <p:nvPr/>
        </p:nvSpPr>
        <p:spPr>
          <a:xfrm>
            <a:off x="1003966" y="2029996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659ECE-3A5D-59F1-24D2-39973738AA0C}"/>
              </a:ext>
            </a:extLst>
          </p:cNvPr>
          <p:cNvSpPr txBox="1"/>
          <p:nvPr/>
        </p:nvSpPr>
        <p:spPr>
          <a:xfrm>
            <a:off x="1935546" y="2043192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9A3F78-BDF2-0253-9BB2-8CBE66D45FC4}"/>
              </a:ext>
            </a:extLst>
          </p:cNvPr>
          <p:cNvSpPr txBox="1"/>
          <p:nvPr/>
        </p:nvSpPr>
        <p:spPr>
          <a:xfrm>
            <a:off x="2032557" y="2025986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CDC575-2B91-5063-E1A7-24EB683BBB82}"/>
              </a:ext>
            </a:extLst>
          </p:cNvPr>
          <p:cNvSpPr txBox="1"/>
          <p:nvPr/>
        </p:nvSpPr>
        <p:spPr>
          <a:xfrm>
            <a:off x="3443297" y="2043192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F790E73-21AA-83B0-6DC1-F1F48AE4B4BE}"/>
              </a:ext>
            </a:extLst>
          </p:cNvPr>
          <p:cNvSpPr txBox="1"/>
          <p:nvPr/>
        </p:nvSpPr>
        <p:spPr>
          <a:xfrm>
            <a:off x="3723185" y="2040087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0B612F-7082-3634-403C-14E2A641055E}"/>
              </a:ext>
            </a:extLst>
          </p:cNvPr>
          <p:cNvSpPr txBox="1"/>
          <p:nvPr/>
        </p:nvSpPr>
        <p:spPr>
          <a:xfrm>
            <a:off x="5589348" y="185215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E3A53B-A3B3-9414-FC03-C7E9F0C28FA8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163B3A-FA08-6B99-7D4C-D52B1D88FAF8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9017D-9208-CAB3-9EA3-EC00E7F508D3}"/>
              </a:ext>
            </a:extLst>
          </p:cNvPr>
          <p:cNvSpPr txBox="1"/>
          <p:nvPr/>
        </p:nvSpPr>
        <p:spPr>
          <a:xfrm>
            <a:off x="304412" y="233427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976F58-92BD-EC22-1219-903D8CD8C09E}"/>
              </a:ext>
            </a:extLst>
          </p:cNvPr>
          <p:cNvSpPr txBox="1"/>
          <p:nvPr/>
        </p:nvSpPr>
        <p:spPr>
          <a:xfrm>
            <a:off x="1982858" y="235646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FF60DA-C2DA-1B10-904C-A53CAD7DDFEF}"/>
              </a:ext>
            </a:extLst>
          </p:cNvPr>
          <p:cNvSpPr txBox="1"/>
          <p:nvPr/>
        </p:nvSpPr>
        <p:spPr>
          <a:xfrm>
            <a:off x="4124661" y="233791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9FFC70-8049-D1CA-FDDE-1DFDBC20A967}"/>
              </a:ext>
            </a:extLst>
          </p:cNvPr>
          <p:cNvSpPr txBox="1"/>
          <p:nvPr/>
        </p:nvSpPr>
        <p:spPr>
          <a:xfrm>
            <a:off x="4710339" y="234010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E120AC-C5E5-3121-F99C-197AD8A42B6D}"/>
              </a:ext>
            </a:extLst>
          </p:cNvPr>
          <p:cNvSpPr txBox="1"/>
          <p:nvPr/>
        </p:nvSpPr>
        <p:spPr>
          <a:xfrm>
            <a:off x="6649360" y="233584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711181-8401-0E22-A6BE-1737D8FE207C}"/>
              </a:ext>
            </a:extLst>
          </p:cNvPr>
          <p:cNvSpPr txBox="1"/>
          <p:nvPr/>
        </p:nvSpPr>
        <p:spPr>
          <a:xfrm>
            <a:off x="6932169" y="232153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80517B-8464-81CA-64A4-C03C7A737105}"/>
              </a:ext>
            </a:extLst>
          </p:cNvPr>
          <p:cNvSpPr txBox="1"/>
          <p:nvPr/>
        </p:nvSpPr>
        <p:spPr>
          <a:xfrm>
            <a:off x="360253" y="265506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E47A2D-72E4-58FC-5EF8-7A05F88A2D82}"/>
              </a:ext>
            </a:extLst>
          </p:cNvPr>
          <p:cNvSpPr txBox="1"/>
          <p:nvPr/>
        </p:nvSpPr>
        <p:spPr>
          <a:xfrm>
            <a:off x="1117250" y="267833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9F03AD-80B0-0376-CDD6-0D5FDF82AF51}"/>
              </a:ext>
            </a:extLst>
          </p:cNvPr>
          <p:cNvSpPr txBox="1"/>
          <p:nvPr/>
        </p:nvSpPr>
        <p:spPr>
          <a:xfrm>
            <a:off x="949871" y="263246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5CA479-0415-5B16-E981-A252D6D6AB72}"/>
              </a:ext>
            </a:extLst>
          </p:cNvPr>
          <p:cNvSpPr txBox="1"/>
          <p:nvPr/>
        </p:nvSpPr>
        <p:spPr>
          <a:xfrm>
            <a:off x="5161276" y="263796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106A56-D9AB-3CD3-34A6-3EAB3F4E1BAE}"/>
              </a:ext>
            </a:extLst>
          </p:cNvPr>
          <p:cNvSpPr txBox="1"/>
          <p:nvPr/>
        </p:nvSpPr>
        <p:spPr>
          <a:xfrm>
            <a:off x="5334395" y="266724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89EDA-EEB3-D50F-7DC0-AD45FA66B3BC}"/>
              </a:ext>
            </a:extLst>
          </p:cNvPr>
          <p:cNvSpPr txBox="1"/>
          <p:nvPr/>
        </p:nvSpPr>
        <p:spPr>
          <a:xfrm>
            <a:off x="348651" y="298006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A37C1A-6F61-834D-6D36-F549532D9827}"/>
              </a:ext>
            </a:extLst>
          </p:cNvPr>
          <p:cNvSpPr txBox="1"/>
          <p:nvPr/>
        </p:nvSpPr>
        <p:spPr>
          <a:xfrm>
            <a:off x="363524" y="330145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A17FB-1766-98C9-15A1-4D1D3B6E509F}"/>
              </a:ext>
            </a:extLst>
          </p:cNvPr>
          <p:cNvSpPr txBox="1"/>
          <p:nvPr/>
        </p:nvSpPr>
        <p:spPr>
          <a:xfrm>
            <a:off x="2601829" y="329211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FD19CC-9182-2680-FD27-64593921E16A}"/>
              </a:ext>
            </a:extLst>
          </p:cNvPr>
          <p:cNvSpPr txBox="1"/>
          <p:nvPr/>
        </p:nvSpPr>
        <p:spPr>
          <a:xfrm>
            <a:off x="2735959" y="329474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C0986D-3416-13E2-1180-E6B2AD3E83BC}"/>
              </a:ext>
            </a:extLst>
          </p:cNvPr>
          <p:cNvSpPr txBox="1"/>
          <p:nvPr/>
        </p:nvSpPr>
        <p:spPr>
          <a:xfrm>
            <a:off x="6158272" y="330145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21F92-AFAC-412A-7467-C33F95B00062}"/>
              </a:ext>
            </a:extLst>
          </p:cNvPr>
          <p:cNvSpPr txBox="1"/>
          <p:nvPr/>
        </p:nvSpPr>
        <p:spPr>
          <a:xfrm>
            <a:off x="593015" y="358347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FA4AD0-3A3E-99EB-E146-CEFA1AE46F68}"/>
              </a:ext>
            </a:extLst>
          </p:cNvPr>
          <p:cNvSpPr txBox="1"/>
          <p:nvPr/>
        </p:nvSpPr>
        <p:spPr>
          <a:xfrm>
            <a:off x="1268151" y="359002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C87BE-56F3-6661-7F12-7704186CD38B}"/>
              </a:ext>
            </a:extLst>
          </p:cNvPr>
          <p:cNvSpPr txBox="1"/>
          <p:nvPr/>
        </p:nvSpPr>
        <p:spPr>
          <a:xfrm>
            <a:off x="1995773" y="357947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D9E67D-AAA5-BD3B-1246-F22CA3DC969E}"/>
              </a:ext>
            </a:extLst>
          </p:cNvPr>
          <p:cNvSpPr txBox="1"/>
          <p:nvPr/>
        </p:nvSpPr>
        <p:spPr>
          <a:xfrm>
            <a:off x="576054" y="388870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913F36-1484-2617-258B-DA7B5B46EB84}"/>
              </a:ext>
            </a:extLst>
          </p:cNvPr>
          <p:cNvSpPr txBox="1"/>
          <p:nvPr/>
        </p:nvSpPr>
        <p:spPr>
          <a:xfrm>
            <a:off x="1324368" y="389674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82A5CF-5079-3BFB-7BE8-3BB9AFF597B0}"/>
              </a:ext>
            </a:extLst>
          </p:cNvPr>
          <p:cNvSpPr txBox="1"/>
          <p:nvPr/>
        </p:nvSpPr>
        <p:spPr>
          <a:xfrm>
            <a:off x="2284184" y="389364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A1413-4EAE-7B03-5A98-5FD759D782B4}"/>
              </a:ext>
            </a:extLst>
          </p:cNvPr>
          <p:cNvSpPr txBox="1"/>
          <p:nvPr/>
        </p:nvSpPr>
        <p:spPr>
          <a:xfrm>
            <a:off x="2454998" y="388281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A63B3A-F46C-37D1-4C4D-8D87E1513B27}"/>
              </a:ext>
            </a:extLst>
          </p:cNvPr>
          <p:cNvSpPr txBox="1"/>
          <p:nvPr/>
        </p:nvSpPr>
        <p:spPr>
          <a:xfrm>
            <a:off x="2576489" y="389629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51EE7-6125-DDED-ACA1-215BC31D3415}"/>
              </a:ext>
            </a:extLst>
          </p:cNvPr>
          <p:cNvSpPr txBox="1"/>
          <p:nvPr/>
        </p:nvSpPr>
        <p:spPr>
          <a:xfrm>
            <a:off x="3204709" y="391892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D015B4-BF58-331D-D07B-6BE4C0C31834}"/>
              </a:ext>
            </a:extLst>
          </p:cNvPr>
          <p:cNvSpPr txBox="1"/>
          <p:nvPr/>
        </p:nvSpPr>
        <p:spPr>
          <a:xfrm>
            <a:off x="4130237" y="389364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A59E30-4FF2-DD65-114C-15928F56E124}"/>
              </a:ext>
            </a:extLst>
          </p:cNvPr>
          <p:cNvSpPr txBox="1"/>
          <p:nvPr/>
        </p:nvSpPr>
        <p:spPr>
          <a:xfrm>
            <a:off x="4843650" y="389699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27D2F4-9332-1A71-25F9-5523DDF73EC6}"/>
              </a:ext>
            </a:extLst>
          </p:cNvPr>
          <p:cNvSpPr txBox="1"/>
          <p:nvPr/>
        </p:nvSpPr>
        <p:spPr>
          <a:xfrm>
            <a:off x="4972669" y="390007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9D37BB-8B71-3579-2801-C748F995778F}"/>
              </a:ext>
            </a:extLst>
          </p:cNvPr>
          <p:cNvSpPr txBox="1"/>
          <p:nvPr/>
        </p:nvSpPr>
        <p:spPr>
          <a:xfrm>
            <a:off x="5094979" y="391044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E22419-04AC-0701-64B5-2B9D58642028}"/>
              </a:ext>
            </a:extLst>
          </p:cNvPr>
          <p:cNvSpPr txBox="1"/>
          <p:nvPr/>
        </p:nvSpPr>
        <p:spPr>
          <a:xfrm>
            <a:off x="416111" y="416244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C2FDB7-7C03-A6D1-23B6-B114A66EADEB}"/>
              </a:ext>
            </a:extLst>
          </p:cNvPr>
          <p:cNvSpPr txBox="1"/>
          <p:nvPr/>
        </p:nvSpPr>
        <p:spPr>
          <a:xfrm>
            <a:off x="364583" y="448604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8D956819-792C-8C6E-2D63-524F58E1ACF8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6B0A7797-237B-1DD2-0B3C-5FB6BAC4D926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0A3EE4-A471-E620-71BB-F2590A458BF6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7594DC-536B-7B70-D4AF-0821626F8B45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10B45-3AE7-3BE8-7C43-CC88A59702E0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45B429F5-3645-3F15-7046-E827B7587E24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65A6F6CD-7103-4AC1-BBF8-EEBA1F6970D8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503478DA-4778-8212-F45A-08EFCEF96C31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60A464BE-67E3-E714-D0C6-5A64F26EC00A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CF1B6D33-EEB8-1693-062F-C08299C12BFE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5919E27B-33E8-3B54-B2CF-425C1AF910C4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607498-E8AB-23FD-AF4C-CC4E159C119C}"/>
              </a:ext>
            </a:extLst>
          </p:cNvPr>
          <p:cNvSpPr txBox="1"/>
          <p:nvPr/>
        </p:nvSpPr>
        <p:spPr>
          <a:xfrm>
            <a:off x="311828" y="477922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5FA0E-E1C9-7B23-B2A8-F3223AD5B0AF}"/>
              </a:ext>
            </a:extLst>
          </p:cNvPr>
          <p:cNvSpPr txBox="1"/>
          <p:nvPr/>
        </p:nvSpPr>
        <p:spPr>
          <a:xfrm>
            <a:off x="1102779" y="448974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C0461-7670-2C19-C934-86D29A326530}"/>
              </a:ext>
            </a:extLst>
          </p:cNvPr>
          <p:cNvSpPr txBox="1"/>
          <p:nvPr/>
        </p:nvSpPr>
        <p:spPr>
          <a:xfrm>
            <a:off x="279833" y="516237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899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76F39-766C-C61E-D2F5-BB019A99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8EBF0601-7FD8-BE97-1AC9-FEE949AC3CE4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53A25E-FA2C-D445-C43B-61B1F614E88C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21C97B9-98F2-7AA9-0F7D-61E26745DC0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C96D268-0E76-0183-9EDF-118ACEFBAE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9C5B5DD-7C8B-0D30-7E77-40D3B1B255B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96BCC8E-1586-F390-72EF-67265C5A11B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0FD2B59-DB52-FB94-E7B2-83480A6521C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94DF1F1-4864-E433-A6F4-0F5B81476EF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C9E15A0-6E01-C0B1-67D1-6713B993395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9FFA694-0196-2EF3-1560-885E2AC6F9C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86419EB-6BDE-31C6-B102-B8430CDF3C5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B3F9B21-AC04-5655-7BC0-DE6326A33CA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3342D1D-F674-1520-D3FB-EE519995E0A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A6B1CE3-CD54-DB61-649D-C6E50EB85BE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254E383-BDF4-4D65-58F4-C33CCC84894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34A196E-4841-1A71-4677-04C46AE023A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17CA7AD-F6D3-8C5E-E6AF-D2A4EBDCC9C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8AB6B3D-484A-9071-8131-0A2D99978FE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2F6F4B7-1C22-E017-932E-37449082BED6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47718A-5401-82B6-2819-E00520EF2C8F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B13358-02D0-F644-2CF0-9F8E95FBD9E5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7C6D36-EBA3-C626-58C7-D49A4FD32695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134F43-EC51-79E6-66EB-ED01CA583618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472DFE-4101-8AD4-20E0-9C9FB697C424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67722B-7664-0C95-9AE8-9BAEBFE1435D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21F596-5BBD-739A-A2FC-72C00FDEEB0A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DBA974-9CAF-EF97-08AE-344A945EE1B0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34414A-47C7-83DB-1B88-FB690F3E3020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BB7C61-4287-F91A-B730-8DCD89020E30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DB96166-6127-7685-3DF5-3EFC62698736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654921-15C8-10F3-09C7-3C6CE0047E48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C32D23-711B-3FB9-E567-A52E35310D76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1DEFD5-6D43-E8C1-5F1E-3AB41D0944CA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A30970-267B-F153-9378-D683D1D7EDDA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F4D8A7-4984-BEEE-4F03-86D5E852B2B8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91A1622-1ED8-C05D-A269-CB514F5C3A9E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8DDB86-3275-97DA-2BA0-C9D8B4F358E0}"/>
              </a:ext>
            </a:extLst>
          </p:cNvPr>
          <p:cNvSpPr txBox="1"/>
          <p:nvPr/>
        </p:nvSpPr>
        <p:spPr>
          <a:xfrm>
            <a:off x="6733504" y="183737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8829EF-CAB9-0920-3437-7952A97F7229}"/>
              </a:ext>
            </a:extLst>
          </p:cNvPr>
          <p:cNvSpPr txBox="1"/>
          <p:nvPr/>
        </p:nvSpPr>
        <p:spPr>
          <a:xfrm>
            <a:off x="7344621" y="184095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52C4C-446B-6BEC-E7C9-EE26859249A0}"/>
              </a:ext>
            </a:extLst>
          </p:cNvPr>
          <p:cNvSpPr txBox="1"/>
          <p:nvPr/>
        </p:nvSpPr>
        <p:spPr>
          <a:xfrm>
            <a:off x="354137" y="316940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A84E88-FF9A-0BA0-B183-29C7D8DB3006}"/>
              </a:ext>
            </a:extLst>
          </p:cNvPr>
          <p:cNvSpPr txBox="1"/>
          <p:nvPr/>
        </p:nvSpPr>
        <p:spPr>
          <a:xfrm>
            <a:off x="2032583" y="319159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E6685A-522F-EDD0-FA7A-FBD3C2E1AA92}"/>
              </a:ext>
            </a:extLst>
          </p:cNvPr>
          <p:cNvSpPr txBox="1"/>
          <p:nvPr/>
        </p:nvSpPr>
        <p:spPr>
          <a:xfrm>
            <a:off x="4174386" y="317304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3C4359-12EF-F5EF-B902-B0579A57F533}"/>
              </a:ext>
            </a:extLst>
          </p:cNvPr>
          <p:cNvSpPr txBox="1"/>
          <p:nvPr/>
        </p:nvSpPr>
        <p:spPr>
          <a:xfrm>
            <a:off x="4760064" y="317523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CC769D-3DE3-38BE-A6E6-3DA82F9258E4}"/>
              </a:ext>
            </a:extLst>
          </p:cNvPr>
          <p:cNvSpPr txBox="1"/>
          <p:nvPr/>
        </p:nvSpPr>
        <p:spPr>
          <a:xfrm>
            <a:off x="6699085" y="317097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097F62-6734-8CF8-C74B-6192FF26D95D}"/>
              </a:ext>
            </a:extLst>
          </p:cNvPr>
          <p:cNvSpPr txBox="1"/>
          <p:nvPr/>
        </p:nvSpPr>
        <p:spPr>
          <a:xfrm>
            <a:off x="6981894" y="315666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2C2EBA-7C31-8336-A984-0FAC9A33FFC7}"/>
              </a:ext>
            </a:extLst>
          </p:cNvPr>
          <p:cNvSpPr txBox="1"/>
          <p:nvPr/>
        </p:nvSpPr>
        <p:spPr>
          <a:xfrm>
            <a:off x="409978" y="349019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72AD7E-9BD1-3E21-8549-E0E3A8F14C29}"/>
              </a:ext>
            </a:extLst>
          </p:cNvPr>
          <p:cNvSpPr txBox="1"/>
          <p:nvPr/>
        </p:nvSpPr>
        <p:spPr>
          <a:xfrm>
            <a:off x="1166975" y="351346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242CBB-0F31-1EE8-6489-E6F11E5B5789}"/>
              </a:ext>
            </a:extLst>
          </p:cNvPr>
          <p:cNvSpPr txBox="1"/>
          <p:nvPr/>
        </p:nvSpPr>
        <p:spPr>
          <a:xfrm>
            <a:off x="999596" y="346759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A024CD-2199-CD86-06DA-F4501FF0BFA4}"/>
              </a:ext>
            </a:extLst>
          </p:cNvPr>
          <p:cNvSpPr txBox="1"/>
          <p:nvPr/>
        </p:nvSpPr>
        <p:spPr>
          <a:xfrm>
            <a:off x="5211001" y="347309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DB9C0C-C174-C01C-DBDA-CA8D49FDAF88}"/>
              </a:ext>
            </a:extLst>
          </p:cNvPr>
          <p:cNvSpPr txBox="1"/>
          <p:nvPr/>
        </p:nvSpPr>
        <p:spPr>
          <a:xfrm>
            <a:off x="5384120" y="350237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FD7F1-1B99-E6E3-5AF7-9EBC0273D053}"/>
              </a:ext>
            </a:extLst>
          </p:cNvPr>
          <p:cNvSpPr txBox="1"/>
          <p:nvPr/>
        </p:nvSpPr>
        <p:spPr>
          <a:xfrm>
            <a:off x="398376" y="381519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4CD725-D881-8FB1-54DE-33B493402426}"/>
              </a:ext>
            </a:extLst>
          </p:cNvPr>
          <p:cNvSpPr txBox="1"/>
          <p:nvPr/>
        </p:nvSpPr>
        <p:spPr>
          <a:xfrm>
            <a:off x="413249" y="413658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8E4C20-5EEC-A352-6E4C-D91C0D85D64F}"/>
              </a:ext>
            </a:extLst>
          </p:cNvPr>
          <p:cNvSpPr txBox="1"/>
          <p:nvPr/>
        </p:nvSpPr>
        <p:spPr>
          <a:xfrm>
            <a:off x="2651554" y="412724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7EE22-B745-6F85-2DE4-2CA0EABDF568}"/>
              </a:ext>
            </a:extLst>
          </p:cNvPr>
          <p:cNvSpPr txBox="1"/>
          <p:nvPr/>
        </p:nvSpPr>
        <p:spPr>
          <a:xfrm>
            <a:off x="2785684" y="412987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24BBB-FACB-8FC4-38D3-D39C6BE44EAC}"/>
              </a:ext>
            </a:extLst>
          </p:cNvPr>
          <p:cNvSpPr txBox="1"/>
          <p:nvPr/>
        </p:nvSpPr>
        <p:spPr>
          <a:xfrm>
            <a:off x="6207997" y="413658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ABF759-966F-8C54-F651-DDC045190B9C}"/>
              </a:ext>
            </a:extLst>
          </p:cNvPr>
          <p:cNvSpPr txBox="1"/>
          <p:nvPr/>
        </p:nvSpPr>
        <p:spPr>
          <a:xfrm>
            <a:off x="642740" y="441860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8D4276-3B06-4747-6414-9F3D36ADD676}"/>
              </a:ext>
            </a:extLst>
          </p:cNvPr>
          <p:cNvSpPr txBox="1"/>
          <p:nvPr/>
        </p:nvSpPr>
        <p:spPr>
          <a:xfrm>
            <a:off x="1317876" y="442515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841C01-05CB-C36B-99CE-AAE6180D425E}"/>
              </a:ext>
            </a:extLst>
          </p:cNvPr>
          <p:cNvSpPr txBox="1"/>
          <p:nvPr/>
        </p:nvSpPr>
        <p:spPr>
          <a:xfrm>
            <a:off x="2045498" y="441460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8EA3A9-6F79-A807-B8E1-58DAC67B41AB}"/>
              </a:ext>
            </a:extLst>
          </p:cNvPr>
          <p:cNvSpPr txBox="1"/>
          <p:nvPr/>
        </p:nvSpPr>
        <p:spPr>
          <a:xfrm>
            <a:off x="625779" y="472383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71C7C9-A1C8-9B93-7921-F7CCA56177FB}"/>
              </a:ext>
            </a:extLst>
          </p:cNvPr>
          <p:cNvSpPr txBox="1"/>
          <p:nvPr/>
        </p:nvSpPr>
        <p:spPr>
          <a:xfrm>
            <a:off x="1374093" y="473187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7D8A10-EEBA-BDEA-F135-2BAABBC1A1F5}"/>
              </a:ext>
            </a:extLst>
          </p:cNvPr>
          <p:cNvSpPr txBox="1"/>
          <p:nvPr/>
        </p:nvSpPr>
        <p:spPr>
          <a:xfrm>
            <a:off x="2333909" y="472877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BA5C8E-A496-87EF-194D-A339DE8E356D}"/>
              </a:ext>
            </a:extLst>
          </p:cNvPr>
          <p:cNvSpPr txBox="1"/>
          <p:nvPr/>
        </p:nvSpPr>
        <p:spPr>
          <a:xfrm>
            <a:off x="2504723" y="471794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84976E-D0E9-D1E2-28CA-95D29E5C145C}"/>
              </a:ext>
            </a:extLst>
          </p:cNvPr>
          <p:cNvSpPr txBox="1"/>
          <p:nvPr/>
        </p:nvSpPr>
        <p:spPr>
          <a:xfrm>
            <a:off x="2626214" y="473142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9E5600-A6A1-57B0-D8D3-9DCE2318A73E}"/>
              </a:ext>
            </a:extLst>
          </p:cNvPr>
          <p:cNvSpPr txBox="1"/>
          <p:nvPr/>
        </p:nvSpPr>
        <p:spPr>
          <a:xfrm>
            <a:off x="3254434" y="475405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EBEECC-2035-78D8-1CF7-3CDE69541933}"/>
              </a:ext>
            </a:extLst>
          </p:cNvPr>
          <p:cNvSpPr txBox="1"/>
          <p:nvPr/>
        </p:nvSpPr>
        <p:spPr>
          <a:xfrm>
            <a:off x="4179962" y="472877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BB6403-97EA-FD48-1C2F-E2BCCF566B53}"/>
              </a:ext>
            </a:extLst>
          </p:cNvPr>
          <p:cNvSpPr txBox="1"/>
          <p:nvPr/>
        </p:nvSpPr>
        <p:spPr>
          <a:xfrm>
            <a:off x="4893375" y="473212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D0B947-9E58-DC18-443E-AF1A6D7BC628}"/>
              </a:ext>
            </a:extLst>
          </p:cNvPr>
          <p:cNvSpPr txBox="1"/>
          <p:nvPr/>
        </p:nvSpPr>
        <p:spPr>
          <a:xfrm>
            <a:off x="5022394" y="473520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362EEE-7553-2040-45B8-A07357865201}"/>
              </a:ext>
            </a:extLst>
          </p:cNvPr>
          <p:cNvSpPr txBox="1"/>
          <p:nvPr/>
        </p:nvSpPr>
        <p:spPr>
          <a:xfrm>
            <a:off x="5144704" y="474557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BF08F-5034-4BAE-C912-F6D9F559B98E}"/>
              </a:ext>
            </a:extLst>
          </p:cNvPr>
          <p:cNvSpPr txBox="1"/>
          <p:nvPr/>
        </p:nvSpPr>
        <p:spPr>
          <a:xfrm>
            <a:off x="465836" y="499757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F59A07-352A-6FA4-229C-355A261B138F}"/>
              </a:ext>
            </a:extLst>
          </p:cNvPr>
          <p:cNvSpPr txBox="1"/>
          <p:nvPr/>
        </p:nvSpPr>
        <p:spPr>
          <a:xfrm>
            <a:off x="414308" y="532117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00D18186-7F82-871D-13CA-6D74B42747F5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21D5B893-F42A-37CA-750B-4D563CA2FD82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AD94EF7-D95E-A209-5965-35466B20C370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321F09-294B-EDA4-5ECF-C8FA4097A368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42D151-7979-925C-8554-8B458E88B16E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FE212FFF-E6D3-2823-BE70-8BFD6015AAE1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196FF4AE-7E71-A6E4-D96E-D15F3089B1A2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8A3A4663-BF0D-E139-F87F-110915AD074A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9178A5A5-4F1B-FA8D-0B16-2377A9FED233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9D8CE991-3F44-F82E-9C4B-FAA4EE83545F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7B5DA99F-766F-2682-91B8-1CEFD6BE2FF0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B9D8D-9732-9F87-0B5E-BFB0E87BC5DB}"/>
              </a:ext>
            </a:extLst>
          </p:cNvPr>
          <p:cNvSpPr txBox="1"/>
          <p:nvPr/>
        </p:nvSpPr>
        <p:spPr>
          <a:xfrm>
            <a:off x="361553" y="561435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24617-7E79-93BE-CBDC-512B73C58B02}"/>
              </a:ext>
            </a:extLst>
          </p:cNvPr>
          <p:cNvSpPr txBox="1"/>
          <p:nvPr/>
        </p:nvSpPr>
        <p:spPr>
          <a:xfrm>
            <a:off x="1152504" y="532487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9584E-1546-37E0-D345-E0E06473F3B9}"/>
              </a:ext>
            </a:extLst>
          </p:cNvPr>
          <p:cNvSpPr txBox="1"/>
          <p:nvPr/>
        </p:nvSpPr>
        <p:spPr>
          <a:xfrm>
            <a:off x="329558" y="599750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75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840B8-2770-B946-8124-B0F27134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9E4E3760-B0C8-A397-1538-78B5F5A62CBC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27954E-AB6F-C998-90E1-3CB984CB9FA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22DD0-8F4E-981C-7DDA-4D4E0221A9D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2E9A77D-B7D3-A3FE-8C32-344F344A3A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4642CB2-4B02-AE4E-44BD-E6EF87016C4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FF1E306-0856-B1C7-5BB1-564F24C7E13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8DFD0EB-7CA2-D773-A669-E596A456D01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D3B3188-E9E2-AFFD-D629-F12DDAFA7B9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2E127F4-0BFB-D48A-5F55-D423A842B06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215F17F-A784-DF6D-12E0-AF94E2D09F0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0B2EDB6-F3F4-0574-F97F-919FF99E7F4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9EBC3EF-4047-B275-D160-4A6C41C068C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92BC803-C42D-D6DC-0FAC-BD28A43511C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88FF3B-580A-D434-A206-A265424D407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E687F2D-6571-1C7A-1DAD-AB63E55F609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5AD611E-25F7-2CF7-3982-7C3E48934D7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5542847-DD76-1436-05F7-6291D14EF8C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096B00-4B57-6A39-EE89-857F6EE7FCD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93EC1AB-4659-FAB0-FBB6-046AFB59850B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A22463-2762-77A2-C246-69910AD396EE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1D2212-B38C-2465-F101-344C5C093123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EBA2F7-69BD-E4D7-A361-05778E009EC4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B40CD0-6794-4F4A-F30E-A77D1E44C88C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FCF664-7A93-9B13-066B-CD7FE040BED0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C885E1-B641-E2A9-AE63-BD3CBC2EC85A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DFEA02-C5DB-BAA8-B6CA-A685AC65AD79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09BF4D-2AA4-F75D-FBAE-0ADE50AFBF92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4C9519-2046-0D73-CB1D-E01CD963708A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886723-7A8B-6B40-6520-BA7AAEB19805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B620726-0A96-87F7-BC09-9EE061714CD7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E25B1C-D06E-7048-5E01-B01525FA5835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2AF8635-1842-A1C6-6867-A80D7871BCA7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5919AD-626C-1CB6-5FD6-A3BEA65E6C39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EB4D12-11D7-AA74-C6AE-867544527104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B04094-0B27-1683-3769-EB460801876E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6A3B75-1A23-67BC-ED95-F4E3DB3551C6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3F0813-8B28-9648-27C0-80CE16F07398}"/>
              </a:ext>
            </a:extLst>
          </p:cNvPr>
          <p:cNvSpPr txBox="1"/>
          <p:nvPr/>
        </p:nvSpPr>
        <p:spPr>
          <a:xfrm>
            <a:off x="296757" y="2761182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F2627F-3CCF-A9C0-BE26-4BA914E76E11}"/>
              </a:ext>
            </a:extLst>
          </p:cNvPr>
          <p:cNvSpPr txBox="1"/>
          <p:nvPr/>
        </p:nvSpPr>
        <p:spPr>
          <a:xfrm>
            <a:off x="907874" y="2764766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A48D-2B58-1F0E-B144-6D0489D0A946}"/>
              </a:ext>
            </a:extLst>
          </p:cNvPr>
          <p:cNvSpPr txBox="1"/>
          <p:nvPr/>
        </p:nvSpPr>
        <p:spPr>
          <a:xfrm>
            <a:off x="354137" y="316940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459FE1-9BF7-3412-AB02-3C4280AF0ECD}"/>
              </a:ext>
            </a:extLst>
          </p:cNvPr>
          <p:cNvSpPr txBox="1"/>
          <p:nvPr/>
        </p:nvSpPr>
        <p:spPr>
          <a:xfrm>
            <a:off x="2032583" y="319159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FF4437-28BD-14C8-0305-56844CA1A1C2}"/>
              </a:ext>
            </a:extLst>
          </p:cNvPr>
          <p:cNvSpPr txBox="1"/>
          <p:nvPr/>
        </p:nvSpPr>
        <p:spPr>
          <a:xfrm>
            <a:off x="4174386" y="317304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457561-479D-3DAE-1C6A-EC6E3508A977}"/>
              </a:ext>
            </a:extLst>
          </p:cNvPr>
          <p:cNvSpPr txBox="1"/>
          <p:nvPr/>
        </p:nvSpPr>
        <p:spPr>
          <a:xfrm>
            <a:off x="4760064" y="317523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20CFD5-ABC3-5489-FF8C-19E08D609ABE}"/>
              </a:ext>
            </a:extLst>
          </p:cNvPr>
          <p:cNvSpPr txBox="1"/>
          <p:nvPr/>
        </p:nvSpPr>
        <p:spPr>
          <a:xfrm>
            <a:off x="6699085" y="317097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4608B8-34C6-76D6-0047-99EF4D992D6F}"/>
              </a:ext>
            </a:extLst>
          </p:cNvPr>
          <p:cNvSpPr txBox="1"/>
          <p:nvPr/>
        </p:nvSpPr>
        <p:spPr>
          <a:xfrm>
            <a:off x="6981894" y="315666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B1B5BA-4ED5-28DC-4494-BCF93872E105}"/>
              </a:ext>
            </a:extLst>
          </p:cNvPr>
          <p:cNvSpPr txBox="1"/>
          <p:nvPr/>
        </p:nvSpPr>
        <p:spPr>
          <a:xfrm>
            <a:off x="409978" y="349019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03FF8C-8E7B-E5CB-E7F8-18B97016A986}"/>
              </a:ext>
            </a:extLst>
          </p:cNvPr>
          <p:cNvSpPr txBox="1"/>
          <p:nvPr/>
        </p:nvSpPr>
        <p:spPr>
          <a:xfrm>
            <a:off x="1166975" y="351346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06804E-D31E-EF44-1CF7-377EE0EE705D}"/>
              </a:ext>
            </a:extLst>
          </p:cNvPr>
          <p:cNvSpPr txBox="1"/>
          <p:nvPr/>
        </p:nvSpPr>
        <p:spPr>
          <a:xfrm>
            <a:off x="999596" y="346759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7DE682-69C3-7489-9C25-E685B7C2B917}"/>
              </a:ext>
            </a:extLst>
          </p:cNvPr>
          <p:cNvSpPr txBox="1"/>
          <p:nvPr/>
        </p:nvSpPr>
        <p:spPr>
          <a:xfrm>
            <a:off x="5211001" y="347309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A05F30-A2F4-E377-1DAC-930D9166BDF8}"/>
              </a:ext>
            </a:extLst>
          </p:cNvPr>
          <p:cNvSpPr txBox="1"/>
          <p:nvPr/>
        </p:nvSpPr>
        <p:spPr>
          <a:xfrm>
            <a:off x="5384120" y="350237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208B9-87E0-9574-47E3-8B5FFF40513E}"/>
              </a:ext>
            </a:extLst>
          </p:cNvPr>
          <p:cNvSpPr txBox="1"/>
          <p:nvPr/>
        </p:nvSpPr>
        <p:spPr>
          <a:xfrm>
            <a:off x="398376" y="381519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502FC7-6280-4106-2DD0-89414F879F54}"/>
              </a:ext>
            </a:extLst>
          </p:cNvPr>
          <p:cNvSpPr txBox="1"/>
          <p:nvPr/>
        </p:nvSpPr>
        <p:spPr>
          <a:xfrm>
            <a:off x="413249" y="413658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F90FE2-A45D-0653-A31A-848C33A04340}"/>
              </a:ext>
            </a:extLst>
          </p:cNvPr>
          <p:cNvSpPr txBox="1"/>
          <p:nvPr/>
        </p:nvSpPr>
        <p:spPr>
          <a:xfrm>
            <a:off x="2651554" y="412724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B455AB-B09E-3270-50C3-BE47EBDC9D68}"/>
              </a:ext>
            </a:extLst>
          </p:cNvPr>
          <p:cNvSpPr txBox="1"/>
          <p:nvPr/>
        </p:nvSpPr>
        <p:spPr>
          <a:xfrm>
            <a:off x="2785684" y="412987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58B99D-B703-2AE2-7A2E-DF3A154AAF59}"/>
              </a:ext>
            </a:extLst>
          </p:cNvPr>
          <p:cNvSpPr txBox="1"/>
          <p:nvPr/>
        </p:nvSpPr>
        <p:spPr>
          <a:xfrm>
            <a:off x="6207997" y="413658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87462C-F937-6D95-5F28-F63F96D41E32}"/>
              </a:ext>
            </a:extLst>
          </p:cNvPr>
          <p:cNvSpPr txBox="1"/>
          <p:nvPr/>
        </p:nvSpPr>
        <p:spPr>
          <a:xfrm>
            <a:off x="642740" y="441860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8B013A-E8B1-6242-F01E-BCCB79F39B7C}"/>
              </a:ext>
            </a:extLst>
          </p:cNvPr>
          <p:cNvSpPr txBox="1"/>
          <p:nvPr/>
        </p:nvSpPr>
        <p:spPr>
          <a:xfrm>
            <a:off x="1317876" y="442515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190F74-0049-0B3A-1C23-655AC8CB5A16}"/>
              </a:ext>
            </a:extLst>
          </p:cNvPr>
          <p:cNvSpPr txBox="1"/>
          <p:nvPr/>
        </p:nvSpPr>
        <p:spPr>
          <a:xfrm>
            <a:off x="2045498" y="441460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71D7AD-B38F-E789-C340-38C2E1D2E91B}"/>
              </a:ext>
            </a:extLst>
          </p:cNvPr>
          <p:cNvSpPr txBox="1"/>
          <p:nvPr/>
        </p:nvSpPr>
        <p:spPr>
          <a:xfrm>
            <a:off x="625779" y="472383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81553D-BEC5-1445-544C-FCA03EBF7333}"/>
              </a:ext>
            </a:extLst>
          </p:cNvPr>
          <p:cNvSpPr txBox="1"/>
          <p:nvPr/>
        </p:nvSpPr>
        <p:spPr>
          <a:xfrm>
            <a:off x="1374093" y="473187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92DAF5-893F-1C46-9575-8BCF3C380E3B}"/>
              </a:ext>
            </a:extLst>
          </p:cNvPr>
          <p:cNvSpPr txBox="1"/>
          <p:nvPr/>
        </p:nvSpPr>
        <p:spPr>
          <a:xfrm>
            <a:off x="2333909" y="472877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0DCAE8-F1E7-59A6-717B-FB769F02437C}"/>
              </a:ext>
            </a:extLst>
          </p:cNvPr>
          <p:cNvSpPr txBox="1"/>
          <p:nvPr/>
        </p:nvSpPr>
        <p:spPr>
          <a:xfrm>
            <a:off x="2504723" y="471794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C0F451-CEF3-2415-B507-993CB3890E2A}"/>
              </a:ext>
            </a:extLst>
          </p:cNvPr>
          <p:cNvSpPr txBox="1"/>
          <p:nvPr/>
        </p:nvSpPr>
        <p:spPr>
          <a:xfrm>
            <a:off x="2626214" y="473142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9F3EB6-EB24-318E-F47D-EB392F0DDA7E}"/>
              </a:ext>
            </a:extLst>
          </p:cNvPr>
          <p:cNvSpPr txBox="1"/>
          <p:nvPr/>
        </p:nvSpPr>
        <p:spPr>
          <a:xfrm>
            <a:off x="3254434" y="475405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2273FA-D522-BAA6-C129-06FD55BFB9AF}"/>
              </a:ext>
            </a:extLst>
          </p:cNvPr>
          <p:cNvSpPr txBox="1"/>
          <p:nvPr/>
        </p:nvSpPr>
        <p:spPr>
          <a:xfrm>
            <a:off x="4179962" y="472877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F553F6-90E2-0421-173B-1D057DCF534A}"/>
              </a:ext>
            </a:extLst>
          </p:cNvPr>
          <p:cNvSpPr txBox="1"/>
          <p:nvPr/>
        </p:nvSpPr>
        <p:spPr>
          <a:xfrm>
            <a:off x="4893375" y="473212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47CFF9-511C-87F1-9AC6-9B887E8E4EBD}"/>
              </a:ext>
            </a:extLst>
          </p:cNvPr>
          <p:cNvSpPr txBox="1"/>
          <p:nvPr/>
        </p:nvSpPr>
        <p:spPr>
          <a:xfrm>
            <a:off x="5022394" y="473520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E9F3A1-4B90-F22E-F1A1-DB28186F37EF}"/>
              </a:ext>
            </a:extLst>
          </p:cNvPr>
          <p:cNvSpPr txBox="1"/>
          <p:nvPr/>
        </p:nvSpPr>
        <p:spPr>
          <a:xfrm>
            <a:off x="5144704" y="474557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81A3E-5ED6-BE49-0EEC-9925A317F9AC}"/>
              </a:ext>
            </a:extLst>
          </p:cNvPr>
          <p:cNvSpPr txBox="1"/>
          <p:nvPr/>
        </p:nvSpPr>
        <p:spPr>
          <a:xfrm>
            <a:off x="465836" y="499757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B9494F-D78E-A014-98A2-8B610C892301}"/>
              </a:ext>
            </a:extLst>
          </p:cNvPr>
          <p:cNvSpPr txBox="1"/>
          <p:nvPr/>
        </p:nvSpPr>
        <p:spPr>
          <a:xfrm>
            <a:off x="414308" y="532117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F7C23990-7ABA-4FDA-B2CC-608D537C6E91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24DC2B82-AD93-895C-1EEC-D1721472E948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23DB1C-4FFD-5199-426A-EEB26A1D43DB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523584-7E9C-CF8B-F92D-5031F04E9AD4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54F76C-B3D6-C728-E6F1-2D6070792239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7DF7531E-FE1D-2F26-2AC8-B7F44D7C921E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D4BF7A01-6B23-814A-6E96-8E033FCDE2F5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5106C5F6-1D6C-F14F-72BB-A37A659652FF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CE508E2A-C65F-F61E-21D5-6D7B4AB77753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77872D6A-E378-B618-76C0-6B1FC9E2721B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DF12BC37-2588-DC48-88C2-F861842814D9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D6AE88-6AA1-62F6-CA34-4118476BDCE2}"/>
              </a:ext>
            </a:extLst>
          </p:cNvPr>
          <p:cNvSpPr txBox="1"/>
          <p:nvPr/>
        </p:nvSpPr>
        <p:spPr>
          <a:xfrm>
            <a:off x="361553" y="561435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590B2-7135-0367-3904-158FE147CD8E}"/>
              </a:ext>
            </a:extLst>
          </p:cNvPr>
          <p:cNvSpPr txBox="1"/>
          <p:nvPr/>
        </p:nvSpPr>
        <p:spPr>
          <a:xfrm>
            <a:off x="1152504" y="532487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3A1A3-F6C0-D374-C6EB-D374FF358864}"/>
              </a:ext>
            </a:extLst>
          </p:cNvPr>
          <p:cNvSpPr txBox="1"/>
          <p:nvPr/>
        </p:nvSpPr>
        <p:spPr>
          <a:xfrm>
            <a:off x="329558" y="599750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037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64A69-6AB1-04C3-435F-4397EE924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DE53989-0B0B-0AA8-0B04-99222C44250A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696045E-A409-2247-365F-8B2397240E9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7DA2DC0-9771-C7ED-3710-A7D2A192FB1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7226E24-9AEF-704C-C3EF-1E7D9F27BA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B980FED-9C4C-8A5B-C75D-3273C8A7BDB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1574DF4-1CE0-71FA-0936-514B1572987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6672548-CCC0-7361-3816-A95AE9E2265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24BDD9E-8658-E94D-FB6B-B51B524D53D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0404786-EE5A-8943-132B-AB011C31F58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4ABA7CA-3E34-6170-868D-234C757BCDA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A3079E2-B0FA-A396-60E6-9ADBD9D84152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CC076AA-43B3-D75E-F646-056AB4D52D5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D4D3DC5-55C5-6972-69BB-BA007EE53CC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F66980F-DF46-E03F-4261-726949B9600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377844C-4674-DDAA-00AD-501075A8570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DB4C832-E607-C68B-447A-E82261797C0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2DEB88B-7F72-400C-551C-DEAF273DAA4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3BCAC70-C36C-A344-C3DA-951B260AFC4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F90D005-1331-02D0-A9B5-6CA075B35B35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AC9EE4-22AD-6136-CE6A-D8FB4C336D0E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0656BE-B793-CBDC-4E17-A3905BB20419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C482BB-E136-ADA1-ED30-229EAB6E712A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16ED33-9B2D-D75E-E80E-5671F95111F1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035931C-84D5-ECD2-D874-AC2E4B6C7279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2D7A21-8CB7-C245-DA1F-8F0322A733AD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56C865-069F-5DC8-BC3A-58C99301B2E1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3728F0-68A7-826E-9FCE-D4C94D67F204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F8B49-FA60-72E9-1C35-EB46448AB0B3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193BDA-F1FA-6FC2-CFC4-57161D6B6D76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171A159-8F38-CC1D-F8F6-F170E5171AA1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7C8058-BD06-F5B9-E765-C9E9A400A4F4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34CB6D-CFB8-4590-DCED-85BE6D02B47A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C3975D-2AF7-BB19-5327-6F3ABD3CF3CC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E80F0B-8E2E-4A25-746A-D86DE4616B56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D51B52-9DA9-DDA3-DC91-CC626D11431E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B580CA-A09A-E5F9-5F57-DB467FA98611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4652BD2-5F25-72BD-5353-5046A8B76A72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C8C817-21B1-8866-ED55-35FEE0D411B6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0E751-68AA-0DC4-0CB8-A7E1C288C1D3}"/>
              </a:ext>
            </a:extLst>
          </p:cNvPr>
          <p:cNvSpPr txBox="1"/>
          <p:nvPr/>
        </p:nvSpPr>
        <p:spPr>
          <a:xfrm>
            <a:off x="354137" y="3169405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9C74C3-5522-F57A-A020-1AB0371BF756}"/>
              </a:ext>
            </a:extLst>
          </p:cNvPr>
          <p:cNvSpPr txBox="1"/>
          <p:nvPr/>
        </p:nvSpPr>
        <p:spPr>
          <a:xfrm>
            <a:off x="2032583" y="3191591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E6CB9B-F1E5-B9A6-569D-23B7D96ACD64}"/>
              </a:ext>
            </a:extLst>
          </p:cNvPr>
          <p:cNvSpPr txBox="1"/>
          <p:nvPr/>
        </p:nvSpPr>
        <p:spPr>
          <a:xfrm>
            <a:off x="4174386" y="3173040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83519D-5D98-360B-AAD4-3038231B1ED4}"/>
              </a:ext>
            </a:extLst>
          </p:cNvPr>
          <p:cNvSpPr txBox="1"/>
          <p:nvPr/>
        </p:nvSpPr>
        <p:spPr>
          <a:xfrm>
            <a:off x="4760064" y="3175237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77F0CF-AB9A-C10A-3E97-F57949B621C4}"/>
              </a:ext>
            </a:extLst>
          </p:cNvPr>
          <p:cNvSpPr txBox="1"/>
          <p:nvPr/>
        </p:nvSpPr>
        <p:spPr>
          <a:xfrm>
            <a:off x="6699085" y="3170970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409559-B6AC-AFE2-CFA5-6E05F2CB910F}"/>
              </a:ext>
            </a:extLst>
          </p:cNvPr>
          <p:cNvSpPr txBox="1"/>
          <p:nvPr/>
        </p:nvSpPr>
        <p:spPr>
          <a:xfrm>
            <a:off x="6981894" y="3156660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03E6F6-C951-991B-C15F-F6532F49C88F}"/>
              </a:ext>
            </a:extLst>
          </p:cNvPr>
          <p:cNvSpPr txBox="1"/>
          <p:nvPr/>
        </p:nvSpPr>
        <p:spPr>
          <a:xfrm>
            <a:off x="409978" y="349019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091EB8-D127-A1D4-9C6A-416EFF9ACB75}"/>
              </a:ext>
            </a:extLst>
          </p:cNvPr>
          <p:cNvSpPr txBox="1"/>
          <p:nvPr/>
        </p:nvSpPr>
        <p:spPr>
          <a:xfrm>
            <a:off x="1166975" y="351346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043535-C7C3-2A38-B658-3B1AA53F0C2C}"/>
              </a:ext>
            </a:extLst>
          </p:cNvPr>
          <p:cNvSpPr txBox="1"/>
          <p:nvPr/>
        </p:nvSpPr>
        <p:spPr>
          <a:xfrm>
            <a:off x="999596" y="346759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9C705F-669B-BCA3-B2B0-A4EE1B10576A}"/>
              </a:ext>
            </a:extLst>
          </p:cNvPr>
          <p:cNvSpPr txBox="1"/>
          <p:nvPr/>
        </p:nvSpPr>
        <p:spPr>
          <a:xfrm>
            <a:off x="5211001" y="347309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566EC5-22AC-A9A6-663A-89E557A4FB40}"/>
              </a:ext>
            </a:extLst>
          </p:cNvPr>
          <p:cNvSpPr txBox="1"/>
          <p:nvPr/>
        </p:nvSpPr>
        <p:spPr>
          <a:xfrm>
            <a:off x="5384120" y="350237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C7C28-E062-7856-330B-B76859F9426E}"/>
              </a:ext>
            </a:extLst>
          </p:cNvPr>
          <p:cNvSpPr txBox="1"/>
          <p:nvPr/>
        </p:nvSpPr>
        <p:spPr>
          <a:xfrm>
            <a:off x="398376" y="3815193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19D67F-121D-E9E3-4443-569409756854}"/>
              </a:ext>
            </a:extLst>
          </p:cNvPr>
          <p:cNvSpPr txBox="1"/>
          <p:nvPr/>
        </p:nvSpPr>
        <p:spPr>
          <a:xfrm>
            <a:off x="413249" y="4136582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FCB48A-8032-B04D-5586-C6638F855879}"/>
              </a:ext>
            </a:extLst>
          </p:cNvPr>
          <p:cNvSpPr txBox="1"/>
          <p:nvPr/>
        </p:nvSpPr>
        <p:spPr>
          <a:xfrm>
            <a:off x="2651554" y="4127240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005313-A014-2C11-0D3C-7D56F422739B}"/>
              </a:ext>
            </a:extLst>
          </p:cNvPr>
          <p:cNvSpPr txBox="1"/>
          <p:nvPr/>
        </p:nvSpPr>
        <p:spPr>
          <a:xfrm>
            <a:off x="2785684" y="4129871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841E9-1CCD-7995-CE4A-F1A0AFB77B17}"/>
              </a:ext>
            </a:extLst>
          </p:cNvPr>
          <p:cNvSpPr txBox="1"/>
          <p:nvPr/>
        </p:nvSpPr>
        <p:spPr>
          <a:xfrm>
            <a:off x="6207997" y="4136582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6B781-73AF-4D2E-17DB-5E527F7655FC}"/>
              </a:ext>
            </a:extLst>
          </p:cNvPr>
          <p:cNvSpPr txBox="1"/>
          <p:nvPr/>
        </p:nvSpPr>
        <p:spPr>
          <a:xfrm>
            <a:off x="642740" y="4418602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954E66-47B3-C2BF-84DC-18CF46777249}"/>
              </a:ext>
            </a:extLst>
          </p:cNvPr>
          <p:cNvSpPr txBox="1"/>
          <p:nvPr/>
        </p:nvSpPr>
        <p:spPr>
          <a:xfrm>
            <a:off x="1317876" y="4425158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EFE276-30D9-221C-3004-E44E1DA9311F}"/>
              </a:ext>
            </a:extLst>
          </p:cNvPr>
          <p:cNvSpPr txBox="1"/>
          <p:nvPr/>
        </p:nvSpPr>
        <p:spPr>
          <a:xfrm>
            <a:off x="2045498" y="4414603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8F9CC6-B995-78D5-A16C-EE19419661E0}"/>
              </a:ext>
            </a:extLst>
          </p:cNvPr>
          <p:cNvSpPr txBox="1"/>
          <p:nvPr/>
        </p:nvSpPr>
        <p:spPr>
          <a:xfrm>
            <a:off x="625779" y="4723830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BD330F-4946-D543-5394-52CE73D774E2}"/>
              </a:ext>
            </a:extLst>
          </p:cNvPr>
          <p:cNvSpPr txBox="1"/>
          <p:nvPr/>
        </p:nvSpPr>
        <p:spPr>
          <a:xfrm>
            <a:off x="1374093" y="4731871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97DF04-B768-41FC-67E0-8206BACF5301}"/>
              </a:ext>
            </a:extLst>
          </p:cNvPr>
          <p:cNvSpPr txBox="1"/>
          <p:nvPr/>
        </p:nvSpPr>
        <p:spPr>
          <a:xfrm>
            <a:off x="2333909" y="4728775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D113F3-059B-CDDE-152D-9F8A12DF7590}"/>
              </a:ext>
            </a:extLst>
          </p:cNvPr>
          <p:cNvSpPr txBox="1"/>
          <p:nvPr/>
        </p:nvSpPr>
        <p:spPr>
          <a:xfrm>
            <a:off x="2504723" y="4717942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E807E7-0BAE-409A-B4F6-7F93F0C230DE}"/>
              </a:ext>
            </a:extLst>
          </p:cNvPr>
          <p:cNvSpPr txBox="1"/>
          <p:nvPr/>
        </p:nvSpPr>
        <p:spPr>
          <a:xfrm>
            <a:off x="2626214" y="4731421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B112E0-6389-E872-5A65-6B3E65C3D414}"/>
              </a:ext>
            </a:extLst>
          </p:cNvPr>
          <p:cNvSpPr txBox="1"/>
          <p:nvPr/>
        </p:nvSpPr>
        <p:spPr>
          <a:xfrm>
            <a:off x="3254434" y="4754058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EAE03C-BD01-1C41-9C5F-33471BDE2926}"/>
              </a:ext>
            </a:extLst>
          </p:cNvPr>
          <p:cNvSpPr txBox="1"/>
          <p:nvPr/>
        </p:nvSpPr>
        <p:spPr>
          <a:xfrm>
            <a:off x="4179962" y="4728775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52521B-63C9-4FD2-493C-374B6D9675B3}"/>
              </a:ext>
            </a:extLst>
          </p:cNvPr>
          <p:cNvSpPr txBox="1"/>
          <p:nvPr/>
        </p:nvSpPr>
        <p:spPr>
          <a:xfrm>
            <a:off x="4893375" y="473212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86B71A-7282-37A7-D5D7-689B07587F8D}"/>
              </a:ext>
            </a:extLst>
          </p:cNvPr>
          <p:cNvSpPr txBox="1"/>
          <p:nvPr/>
        </p:nvSpPr>
        <p:spPr>
          <a:xfrm>
            <a:off x="5022394" y="473520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3039F6-471F-EC34-EDCA-0946A4B10360}"/>
              </a:ext>
            </a:extLst>
          </p:cNvPr>
          <p:cNvSpPr txBox="1"/>
          <p:nvPr/>
        </p:nvSpPr>
        <p:spPr>
          <a:xfrm>
            <a:off x="5144704" y="474557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B2C8A-C7BE-E0E2-ECE1-FD03C5A4593A}"/>
              </a:ext>
            </a:extLst>
          </p:cNvPr>
          <p:cNvSpPr txBox="1"/>
          <p:nvPr/>
        </p:nvSpPr>
        <p:spPr>
          <a:xfrm>
            <a:off x="465836" y="4997577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7B4C64-34A0-E269-84F1-6C1E874B89FD}"/>
              </a:ext>
            </a:extLst>
          </p:cNvPr>
          <p:cNvSpPr txBox="1"/>
          <p:nvPr/>
        </p:nvSpPr>
        <p:spPr>
          <a:xfrm>
            <a:off x="414308" y="5321176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B27E5DFC-BFD2-6091-71D2-36DE10D8E26F}"/>
              </a:ext>
            </a:extLst>
          </p:cNvPr>
          <p:cNvSpPr txBox="1"/>
          <p:nvPr/>
        </p:nvSpPr>
        <p:spPr>
          <a:xfrm>
            <a:off x="436912" y="303811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grpSp>
        <p:nvGrpSpPr>
          <p:cNvPr id="22" name="Group 21" hidden="1">
            <a:extLst>
              <a:ext uri="{FF2B5EF4-FFF2-40B4-BE49-F238E27FC236}">
                <a16:creationId xmlns:a16="http://schemas.microsoft.com/office/drawing/2014/main" id="{6755C1D1-DE0E-B498-1315-745E3197F5AA}"/>
              </a:ext>
            </a:extLst>
          </p:cNvPr>
          <p:cNvGrpSpPr/>
          <p:nvPr/>
        </p:nvGrpSpPr>
        <p:grpSpPr>
          <a:xfrm>
            <a:off x="642083" y="3309051"/>
            <a:ext cx="7161583" cy="369332"/>
            <a:chOff x="878058" y="2694209"/>
            <a:chExt cx="716158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1071DA-6058-2CB3-CBF0-C6DA00922269}"/>
                </a:ext>
              </a:extLst>
            </p:cNvPr>
            <p:cNvSpPr txBox="1"/>
            <p:nvPr/>
          </p:nvSpPr>
          <p:spPr>
            <a:xfrm>
              <a:off x="878058" y="2694209"/>
              <a:ext cx="637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&lt;label </a:t>
              </a:r>
              <a:r>
                <a:rPr lang="en-US" dirty="0" err="1">
                  <a:latin typeface="Berlin Sans FB" panose="020E0602020502020306" pitchFamily="34" charset="0"/>
                </a:rPr>
                <a:t>className</a:t>
              </a:r>
              <a:r>
                <a:rPr lang="en-US" dirty="0">
                  <a:latin typeface="Berlin Sans FB" panose="020E0602020502020306" pitchFamily="34" charset="0"/>
                </a:rPr>
                <a:t>=“block m-2 text-lg” </a:t>
              </a:r>
              <a:r>
                <a:rPr lang="en-US" dirty="0" err="1">
                  <a:latin typeface="Berlin Sans FB" panose="020E0602020502020306" pitchFamily="34" charset="0"/>
                </a:rPr>
                <a:t>htmlFor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generateId</a:t>
              </a:r>
              <a:r>
                <a:rPr lang="en-US" dirty="0">
                  <a:latin typeface="Berlin Sans FB" panose="020E0602020502020306" pitchFamily="34" charset="0"/>
                </a:rPr>
                <a:t>}&gt;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FCA675-F8E6-9A81-A329-10857342BF53}"/>
                </a:ext>
              </a:extLst>
            </p:cNvPr>
            <p:cNvSpPr txBox="1"/>
            <p:nvPr/>
          </p:nvSpPr>
          <p:spPr>
            <a:xfrm>
              <a:off x="6578606" y="2694209"/>
              <a:ext cx="61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4AA1E5A-2BE7-0682-672D-5FBE8B81F7FA}"/>
                </a:ext>
              </a:extLst>
            </p:cNvPr>
            <p:cNvSpPr txBox="1"/>
            <p:nvPr/>
          </p:nvSpPr>
          <p:spPr>
            <a:xfrm>
              <a:off x="7036696" y="2694209"/>
              <a:ext cx="1002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&lt;/label&gt;</a:t>
              </a:r>
            </a:p>
          </p:txBody>
        </p:sp>
      </p:grpSp>
      <p:sp>
        <p:nvSpPr>
          <p:cNvPr id="28" name="TextBox 27" hidden="1">
            <a:extLst>
              <a:ext uri="{FF2B5EF4-FFF2-40B4-BE49-F238E27FC236}">
                <a16:creationId xmlns:a16="http://schemas.microsoft.com/office/drawing/2014/main" id="{03555E1C-D34F-DBFC-1536-7CF43B085C9E}"/>
              </a:ext>
            </a:extLst>
          </p:cNvPr>
          <p:cNvSpPr txBox="1"/>
          <p:nvPr/>
        </p:nvSpPr>
        <p:spPr>
          <a:xfrm>
            <a:off x="682802" y="3595828"/>
            <a:ext cx="85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349002F2-9D37-F78C-2212-3A5CFCEDA5D9}"/>
              </a:ext>
            </a:extLst>
          </p:cNvPr>
          <p:cNvSpPr txBox="1"/>
          <p:nvPr/>
        </p:nvSpPr>
        <p:spPr>
          <a:xfrm>
            <a:off x="692436" y="44103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 hidden="1">
            <a:extLst>
              <a:ext uri="{FF2B5EF4-FFF2-40B4-BE49-F238E27FC236}">
                <a16:creationId xmlns:a16="http://schemas.microsoft.com/office/drawing/2014/main" id="{43A2EEC8-99B5-3C23-7CD6-E75CCBB5852B}"/>
              </a:ext>
            </a:extLst>
          </p:cNvPr>
          <p:cNvSpPr txBox="1"/>
          <p:nvPr/>
        </p:nvSpPr>
        <p:spPr>
          <a:xfrm>
            <a:off x="706135" y="41512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 hidden="1">
            <a:extLst>
              <a:ext uri="{FF2B5EF4-FFF2-40B4-BE49-F238E27FC236}">
                <a16:creationId xmlns:a16="http://schemas.microsoft.com/office/drawing/2014/main" id="{A11B2724-C0AA-7A4A-BBDF-3CA6498F5AAF}"/>
              </a:ext>
            </a:extLst>
          </p:cNvPr>
          <p:cNvSpPr txBox="1"/>
          <p:nvPr/>
        </p:nvSpPr>
        <p:spPr>
          <a:xfrm>
            <a:off x="726595" y="38933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 hidden="1">
            <a:extLst>
              <a:ext uri="{FF2B5EF4-FFF2-40B4-BE49-F238E27FC236}">
                <a16:creationId xmlns:a16="http://schemas.microsoft.com/office/drawing/2014/main" id="{F59BFF09-0361-50BD-C4AA-54ADED5B71AF}"/>
              </a:ext>
            </a:extLst>
          </p:cNvPr>
          <p:cNvSpPr txBox="1"/>
          <p:nvPr/>
        </p:nvSpPr>
        <p:spPr>
          <a:xfrm>
            <a:off x="692436" y="498894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 hidden="1">
            <a:extLst>
              <a:ext uri="{FF2B5EF4-FFF2-40B4-BE49-F238E27FC236}">
                <a16:creationId xmlns:a16="http://schemas.microsoft.com/office/drawing/2014/main" id="{D6FD3B62-C2AF-ECA8-E4D4-0F357F84BC98}"/>
              </a:ext>
            </a:extLst>
          </p:cNvPr>
          <p:cNvSpPr txBox="1"/>
          <p:nvPr/>
        </p:nvSpPr>
        <p:spPr>
          <a:xfrm>
            <a:off x="402627" y="5327183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0DAABE-BEB2-EDC1-7B90-9853026C6D2C}"/>
              </a:ext>
            </a:extLst>
          </p:cNvPr>
          <p:cNvSpPr txBox="1"/>
          <p:nvPr/>
        </p:nvSpPr>
        <p:spPr>
          <a:xfrm>
            <a:off x="361553" y="5614350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85B00-E10E-9E13-C18D-B256B930B08D}"/>
              </a:ext>
            </a:extLst>
          </p:cNvPr>
          <p:cNvSpPr txBox="1"/>
          <p:nvPr/>
        </p:nvSpPr>
        <p:spPr>
          <a:xfrm>
            <a:off x="1152504" y="5324872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C0FEF-822B-1314-40C6-D18433DD739B}"/>
              </a:ext>
            </a:extLst>
          </p:cNvPr>
          <p:cNvSpPr txBox="1"/>
          <p:nvPr/>
        </p:nvSpPr>
        <p:spPr>
          <a:xfrm>
            <a:off x="329558" y="5997505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786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487AF-AA5B-5D3A-9895-C6F4BD4A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819FD18-9002-B747-0D5C-C6E7E508C658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7D1BFDB-CBAD-036D-BABD-FCC30E7206E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7C1F50A-EE91-E17F-9D32-59914C5DD6C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12E4BB59-2D13-13C5-4418-C6C170DE91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B2DA535-4617-1391-E059-0C18B4AFBF3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B0AC052-9A5C-2FE0-6584-7EAD9AAA4F5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C3DBD52-4350-2FD6-AF88-A6A368B445F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9A1550B-95AB-4A5B-6CCE-6E7BA312B9B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9BD352C-4EE9-FA78-282E-4C5C4178287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EA2F3D4-F78A-C6AA-4D06-91FD0091725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9F82220-04F5-32C6-ABAF-E65A949DBB8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F4FA31-9917-1EF0-5904-DD05DFF370C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153E37E-AC19-3961-D0B3-E3420443BAF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A62ADBE-D2F6-0150-2DDD-4ECF147662D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8F95E7D-16D6-4C20-A7F0-45555B67301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CEA2F3C-9CE4-AD67-C25D-77C56594183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7CF7991-A3D9-BF71-83FE-E868242F67C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3AA287-3908-DC1F-3032-AFE6E6DFD65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789B8C9-19E4-AF1F-CEB5-E2B9512B9E31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 hidden="1">
            <a:extLst>
              <a:ext uri="{FF2B5EF4-FFF2-40B4-BE49-F238E27FC236}">
                <a16:creationId xmlns:a16="http://schemas.microsoft.com/office/drawing/2014/main" id="{9B1A1AE8-79D1-5563-E5BB-576869DFDDF2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 hidden="1">
            <a:extLst>
              <a:ext uri="{FF2B5EF4-FFF2-40B4-BE49-F238E27FC236}">
                <a16:creationId xmlns:a16="http://schemas.microsoft.com/office/drawing/2014/main" id="{4502402F-67C5-FB7F-73F9-B2EB5AA3DE11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 hidden="1">
            <a:extLst>
              <a:ext uri="{FF2B5EF4-FFF2-40B4-BE49-F238E27FC236}">
                <a16:creationId xmlns:a16="http://schemas.microsoft.com/office/drawing/2014/main" id="{B4EA9E11-157F-DF6B-E6E8-9721B019060B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 hidden="1">
            <a:extLst>
              <a:ext uri="{FF2B5EF4-FFF2-40B4-BE49-F238E27FC236}">
                <a16:creationId xmlns:a16="http://schemas.microsoft.com/office/drawing/2014/main" id="{35AF244D-2964-36C7-7E84-616452D7C686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 hidden="1">
            <a:extLst>
              <a:ext uri="{FF2B5EF4-FFF2-40B4-BE49-F238E27FC236}">
                <a16:creationId xmlns:a16="http://schemas.microsoft.com/office/drawing/2014/main" id="{A26B88C3-02EA-1E8A-F50A-FD5885AD659B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 hidden="1">
            <a:extLst>
              <a:ext uri="{FF2B5EF4-FFF2-40B4-BE49-F238E27FC236}">
                <a16:creationId xmlns:a16="http://schemas.microsoft.com/office/drawing/2014/main" id="{54D0B15A-C4AD-3096-1537-D131727CCE86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B0821E27-0F45-31B4-440D-E6F0DA004FBA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 hidden="1">
            <a:extLst>
              <a:ext uri="{FF2B5EF4-FFF2-40B4-BE49-F238E27FC236}">
                <a16:creationId xmlns:a16="http://schemas.microsoft.com/office/drawing/2014/main" id="{99E556A6-9DD5-A984-F462-015580AD1FA5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 hidden="1">
            <a:extLst>
              <a:ext uri="{FF2B5EF4-FFF2-40B4-BE49-F238E27FC236}">
                <a16:creationId xmlns:a16="http://schemas.microsoft.com/office/drawing/2014/main" id="{3522C6AE-A454-F566-4988-274AFCBBD3FD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 hidden="1">
            <a:extLst>
              <a:ext uri="{FF2B5EF4-FFF2-40B4-BE49-F238E27FC236}">
                <a16:creationId xmlns:a16="http://schemas.microsoft.com/office/drawing/2014/main" id="{B6C565E7-29A9-FBFC-8B3B-3D6900D3F4B0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 hidden="1">
            <a:extLst>
              <a:ext uri="{FF2B5EF4-FFF2-40B4-BE49-F238E27FC236}">
                <a16:creationId xmlns:a16="http://schemas.microsoft.com/office/drawing/2014/main" id="{73011703-D611-D90E-8789-B828D77ACE6D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 hidden="1">
            <a:extLst>
              <a:ext uri="{FF2B5EF4-FFF2-40B4-BE49-F238E27FC236}">
                <a16:creationId xmlns:a16="http://schemas.microsoft.com/office/drawing/2014/main" id="{AC429A08-D86C-7B10-7B91-7FE9451B3226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 hidden="1">
            <a:extLst>
              <a:ext uri="{FF2B5EF4-FFF2-40B4-BE49-F238E27FC236}">
                <a16:creationId xmlns:a16="http://schemas.microsoft.com/office/drawing/2014/main" id="{5C32916D-48F5-8210-A5E8-C09CA860DB9A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 hidden="1">
            <a:extLst>
              <a:ext uri="{FF2B5EF4-FFF2-40B4-BE49-F238E27FC236}">
                <a16:creationId xmlns:a16="http://schemas.microsoft.com/office/drawing/2014/main" id="{20F543D3-D1C6-CD3C-99CD-ABEB60E39104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 hidden="1">
            <a:extLst>
              <a:ext uri="{FF2B5EF4-FFF2-40B4-BE49-F238E27FC236}">
                <a16:creationId xmlns:a16="http://schemas.microsoft.com/office/drawing/2014/main" id="{36D47539-2320-D640-39D6-ED111816EA90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 hidden="1">
            <a:extLst>
              <a:ext uri="{FF2B5EF4-FFF2-40B4-BE49-F238E27FC236}">
                <a16:creationId xmlns:a16="http://schemas.microsoft.com/office/drawing/2014/main" id="{FA07D4DC-6C77-01AF-08F0-E1B2266B0D3F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 hidden="1">
            <a:extLst>
              <a:ext uri="{FF2B5EF4-FFF2-40B4-BE49-F238E27FC236}">
                <a16:creationId xmlns:a16="http://schemas.microsoft.com/office/drawing/2014/main" id="{83DB2693-6741-B352-642E-4010DE7A590D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 hidden="1">
            <a:extLst>
              <a:ext uri="{FF2B5EF4-FFF2-40B4-BE49-F238E27FC236}">
                <a16:creationId xmlns:a16="http://schemas.microsoft.com/office/drawing/2014/main" id="{6AB23BFA-0082-376D-8D25-6E044FEB9DB4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 hidden="1">
            <a:extLst>
              <a:ext uri="{FF2B5EF4-FFF2-40B4-BE49-F238E27FC236}">
                <a16:creationId xmlns:a16="http://schemas.microsoft.com/office/drawing/2014/main" id="{BE5D6222-B91C-675A-833D-E90CF2C8A9FA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811E4-7A8D-3AA7-C260-3C267FCFFB2B}"/>
              </a:ext>
            </a:extLst>
          </p:cNvPr>
          <p:cNvSpPr txBox="1"/>
          <p:nvPr/>
        </p:nvSpPr>
        <p:spPr>
          <a:xfrm>
            <a:off x="242771" y="1105187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F63E42-1213-1909-5960-54EB9A7D3CF5}"/>
              </a:ext>
            </a:extLst>
          </p:cNvPr>
          <p:cNvSpPr txBox="1"/>
          <p:nvPr/>
        </p:nvSpPr>
        <p:spPr>
          <a:xfrm>
            <a:off x="1921217" y="1127373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6472E2-9284-7E88-2AC3-CFCF82A6E3D4}"/>
              </a:ext>
            </a:extLst>
          </p:cNvPr>
          <p:cNvSpPr txBox="1"/>
          <p:nvPr/>
        </p:nvSpPr>
        <p:spPr>
          <a:xfrm>
            <a:off x="4063020" y="1108822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C511BC-1F78-0524-EE9E-A5DAAB3F5D90}"/>
              </a:ext>
            </a:extLst>
          </p:cNvPr>
          <p:cNvSpPr txBox="1"/>
          <p:nvPr/>
        </p:nvSpPr>
        <p:spPr>
          <a:xfrm>
            <a:off x="4648698" y="1111019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F00157-4A0E-3C3D-6E28-4276D51CF52E}"/>
              </a:ext>
            </a:extLst>
          </p:cNvPr>
          <p:cNvSpPr txBox="1"/>
          <p:nvPr/>
        </p:nvSpPr>
        <p:spPr>
          <a:xfrm>
            <a:off x="6587719" y="1106752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A31E89-0952-859D-B7ED-EB19F1329694}"/>
              </a:ext>
            </a:extLst>
          </p:cNvPr>
          <p:cNvSpPr txBox="1"/>
          <p:nvPr/>
        </p:nvSpPr>
        <p:spPr>
          <a:xfrm>
            <a:off x="6870528" y="1092442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B32E08-14D8-3A25-5EDC-8092F671053F}"/>
              </a:ext>
            </a:extLst>
          </p:cNvPr>
          <p:cNvSpPr txBox="1"/>
          <p:nvPr/>
        </p:nvSpPr>
        <p:spPr>
          <a:xfrm>
            <a:off x="298612" y="142598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FF52DA-0CDC-DC0D-C941-8A003976416C}"/>
              </a:ext>
            </a:extLst>
          </p:cNvPr>
          <p:cNvSpPr txBox="1"/>
          <p:nvPr/>
        </p:nvSpPr>
        <p:spPr>
          <a:xfrm>
            <a:off x="1055609" y="1449249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E010F8-5266-6CB6-D59E-36A007054530}"/>
              </a:ext>
            </a:extLst>
          </p:cNvPr>
          <p:cNvSpPr txBox="1"/>
          <p:nvPr/>
        </p:nvSpPr>
        <p:spPr>
          <a:xfrm>
            <a:off x="1060116" y="1455638"/>
            <a:ext cx="61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04985C-D5C3-BA54-2479-6B7C33054D13}"/>
              </a:ext>
            </a:extLst>
          </p:cNvPr>
          <p:cNvSpPr txBox="1"/>
          <p:nvPr/>
        </p:nvSpPr>
        <p:spPr>
          <a:xfrm>
            <a:off x="888230" y="1403376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15F62D-4F4B-8804-C8E1-07843BA9D58A}"/>
              </a:ext>
            </a:extLst>
          </p:cNvPr>
          <p:cNvSpPr txBox="1"/>
          <p:nvPr/>
        </p:nvSpPr>
        <p:spPr>
          <a:xfrm>
            <a:off x="5099635" y="1408873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4701E-FE68-CE44-1573-E1722211BC74}"/>
              </a:ext>
            </a:extLst>
          </p:cNvPr>
          <p:cNvSpPr txBox="1"/>
          <p:nvPr/>
        </p:nvSpPr>
        <p:spPr>
          <a:xfrm>
            <a:off x="5272754" y="1438155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09D7E-E6FC-1936-35C8-A58027143370}"/>
              </a:ext>
            </a:extLst>
          </p:cNvPr>
          <p:cNvSpPr txBox="1"/>
          <p:nvPr/>
        </p:nvSpPr>
        <p:spPr>
          <a:xfrm>
            <a:off x="287010" y="175097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7FF575-0CE4-CF06-8F4C-B917448469C5}"/>
              </a:ext>
            </a:extLst>
          </p:cNvPr>
          <p:cNvSpPr txBox="1"/>
          <p:nvPr/>
        </p:nvSpPr>
        <p:spPr>
          <a:xfrm>
            <a:off x="301883" y="2072364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5E33FE-E34C-771C-CFEB-9B35A6FFC626}"/>
              </a:ext>
            </a:extLst>
          </p:cNvPr>
          <p:cNvSpPr txBox="1"/>
          <p:nvPr/>
        </p:nvSpPr>
        <p:spPr>
          <a:xfrm>
            <a:off x="2540188" y="2063022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B6564F-57D9-4AA0-70A1-D6D08417804E}"/>
              </a:ext>
            </a:extLst>
          </p:cNvPr>
          <p:cNvSpPr txBox="1"/>
          <p:nvPr/>
        </p:nvSpPr>
        <p:spPr>
          <a:xfrm>
            <a:off x="2674318" y="2065653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74FD1F-EBE8-35B2-C507-95313A05A824}"/>
              </a:ext>
            </a:extLst>
          </p:cNvPr>
          <p:cNvSpPr txBox="1"/>
          <p:nvPr/>
        </p:nvSpPr>
        <p:spPr>
          <a:xfrm>
            <a:off x="6096631" y="2072364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F83E0-537E-E8D6-1BEA-1746D51A8273}"/>
              </a:ext>
            </a:extLst>
          </p:cNvPr>
          <p:cNvSpPr txBox="1"/>
          <p:nvPr/>
        </p:nvSpPr>
        <p:spPr>
          <a:xfrm>
            <a:off x="531374" y="2354384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6B35CB-7052-181E-02CE-F93A0DD3BF76}"/>
              </a:ext>
            </a:extLst>
          </p:cNvPr>
          <p:cNvSpPr txBox="1"/>
          <p:nvPr/>
        </p:nvSpPr>
        <p:spPr>
          <a:xfrm>
            <a:off x="1206510" y="2360940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FE4130-B862-896F-58E3-72135C199E60}"/>
              </a:ext>
            </a:extLst>
          </p:cNvPr>
          <p:cNvSpPr txBox="1"/>
          <p:nvPr/>
        </p:nvSpPr>
        <p:spPr>
          <a:xfrm>
            <a:off x="1934132" y="2350385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4D2A62-D794-77CD-0392-861B2AFB6A5C}"/>
              </a:ext>
            </a:extLst>
          </p:cNvPr>
          <p:cNvSpPr txBox="1"/>
          <p:nvPr/>
        </p:nvSpPr>
        <p:spPr>
          <a:xfrm>
            <a:off x="514413" y="2610452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8D0089-C07B-A731-CF91-6D0B6A1416A7}"/>
              </a:ext>
            </a:extLst>
          </p:cNvPr>
          <p:cNvSpPr txBox="1"/>
          <p:nvPr/>
        </p:nvSpPr>
        <p:spPr>
          <a:xfrm>
            <a:off x="1262727" y="2618493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E16C24-BFE4-EBCF-10C1-7874D26E63B6}"/>
              </a:ext>
            </a:extLst>
          </p:cNvPr>
          <p:cNvSpPr txBox="1"/>
          <p:nvPr/>
        </p:nvSpPr>
        <p:spPr>
          <a:xfrm>
            <a:off x="2222543" y="2615397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CD0F4C-D2CF-64FE-BEF2-C35C52759F14}"/>
              </a:ext>
            </a:extLst>
          </p:cNvPr>
          <p:cNvSpPr txBox="1"/>
          <p:nvPr/>
        </p:nvSpPr>
        <p:spPr>
          <a:xfrm>
            <a:off x="2393357" y="260456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05D8C3-8706-A3F3-57A1-179508354474}"/>
              </a:ext>
            </a:extLst>
          </p:cNvPr>
          <p:cNvSpPr txBox="1"/>
          <p:nvPr/>
        </p:nvSpPr>
        <p:spPr>
          <a:xfrm>
            <a:off x="2514848" y="2618043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0A15AF-26DE-9D4C-96F1-8D5E26CD161D}"/>
              </a:ext>
            </a:extLst>
          </p:cNvPr>
          <p:cNvSpPr txBox="1"/>
          <p:nvPr/>
        </p:nvSpPr>
        <p:spPr>
          <a:xfrm>
            <a:off x="3143068" y="2640680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22D01A-3014-2F92-C600-516A212A6D1B}"/>
              </a:ext>
            </a:extLst>
          </p:cNvPr>
          <p:cNvSpPr txBox="1"/>
          <p:nvPr/>
        </p:nvSpPr>
        <p:spPr>
          <a:xfrm>
            <a:off x="4068596" y="2615397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2669D0-F18A-1E81-55F5-A003BF9F49AF}"/>
              </a:ext>
            </a:extLst>
          </p:cNvPr>
          <p:cNvSpPr txBox="1"/>
          <p:nvPr/>
        </p:nvSpPr>
        <p:spPr>
          <a:xfrm>
            <a:off x="4782009" y="261874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9E1F49-F497-F690-F5ED-2380465037A9}"/>
              </a:ext>
            </a:extLst>
          </p:cNvPr>
          <p:cNvSpPr txBox="1"/>
          <p:nvPr/>
        </p:nvSpPr>
        <p:spPr>
          <a:xfrm>
            <a:off x="4911028" y="2621823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60E3DA-6B0A-8604-E585-4FB41FD0E804}"/>
              </a:ext>
            </a:extLst>
          </p:cNvPr>
          <p:cNvSpPr txBox="1"/>
          <p:nvPr/>
        </p:nvSpPr>
        <p:spPr>
          <a:xfrm>
            <a:off x="5003785" y="2621823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FD0C2-BEA6-DBBF-2A92-BBD16355F646}"/>
              </a:ext>
            </a:extLst>
          </p:cNvPr>
          <p:cNvSpPr txBox="1"/>
          <p:nvPr/>
        </p:nvSpPr>
        <p:spPr>
          <a:xfrm>
            <a:off x="354470" y="282520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FE4C98-A67E-B5A4-5218-E67CEC9E3B41}"/>
              </a:ext>
            </a:extLst>
          </p:cNvPr>
          <p:cNvSpPr txBox="1"/>
          <p:nvPr/>
        </p:nvSpPr>
        <p:spPr>
          <a:xfrm>
            <a:off x="318276" y="3110398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2B4F68-E2BF-59EB-F6B0-5FEF6A983C79}"/>
              </a:ext>
            </a:extLst>
          </p:cNvPr>
          <p:cNvSpPr txBox="1"/>
          <p:nvPr/>
        </p:nvSpPr>
        <p:spPr>
          <a:xfrm>
            <a:off x="398284" y="3390562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7EAA52-5C23-91FB-B76B-751F51DDB806}"/>
              </a:ext>
            </a:extLst>
          </p:cNvPr>
          <p:cNvSpPr txBox="1"/>
          <p:nvPr/>
        </p:nvSpPr>
        <p:spPr>
          <a:xfrm>
            <a:off x="590294" y="3652442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93F6E0-7977-00DD-0A62-E7E91C7ACDEC}"/>
              </a:ext>
            </a:extLst>
          </p:cNvPr>
          <p:cNvSpPr txBox="1"/>
          <p:nvPr/>
        </p:nvSpPr>
        <p:spPr>
          <a:xfrm>
            <a:off x="6290842" y="3652442"/>
            <a:ext cx="61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82AF21-5E65-38FF-349F-0F2358871D22}"/>
              </a:ext>
            </a:extLst>
          </p:cNvPr>
          <p:cNvSpPr txBox="1"/>
          <p:nvPr/>
        </p:nvSpPr>
        <p:spPr>
          <a:xfrm>
            <a:off x="6748932" y="3633159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7C27F6-178D-4839-D02B-6C53DCBD2DEA}"/>
              </a:ext>
            </a:extLst>
          </p:cNvPr>
          <p:cNvSpPr txBox="1"/>
          <p:nvPr/>
        </p:nvSpPr>
        <p:spPr>
          <a:xfrm>
            <a:off x="590294" y="3941455"/>
            <a:ext cx="104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F633F-9A0E-D53D-982B-45CB4B5080DF}"/>
              </a:ext>
            </a:extLst>
          </p:cNvPr>
          <p:cNvSpPr txBox="1"/>
          <p:nvPr/>
        </p:nvSpPr>
        <p:spPr>
          <a:xfrm>
            <a:off x="656621" y="47444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84B27-E780-CBBF-9E62-6CAE02BDF1C7}"/>
              </a:ext>
            </a:extLst>
          </p:cNvPr>
          <p:cNvSpPr txBox="1"/>
          <p:nvPr/>
        </p:nvSpPr>
        <p:spPr>
          <a:xfrm>
            <a:off x="670320" y="44853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745A2-B9C0-ACD1-1FF7-038D4991C393}"/>
              </a:ext>
            </a:extLst>
          </p:cNvPr>
          <p:cNvSpPr txBox="1"/>
          <p:nvPr/>
        </p:nvSpPr>
        <p:spPr>
          <a:xfrm>
            <a:off x="690780" y="42274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4FA6B9-4629-0945-D29C-BA2CCA4DA2FF}"/>
              </a:ext>
            </a:extLst>
          </p:cNvPr>
          <p:cNvSpPr txBox="1"/>
          <p:nvPr/>
        </p:nvSpPr>
        <p:spPr>
          <a:xfrm>
            <a:off x="644875" y="528145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DA199-3CC3-298B-65E2-B43C03B818B9}"/>
              </a:ext>
            </a:extLst>
          </p:cNvPr>
          <p:cNvSpPr txBox="1"/>
          <p:nvPr/>
        </p:nvSpPr>
        <p:spPr>
          <a:xfrm>
            <a:off x="450253" y="5546071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D184C-C284-30B5-81DA-6E80DB48FCC5}"/>
              </a:ext>
            </a:extLst>
          </p:cNvPr>
          <p:cNvSpPr txBox="1"/>
          <p:nvPr/>
        </p:nvSpPr>
        <p:spPr>
          <a:xfrm>
            <a:off x="302899" y="581539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80924F-651A-4A3D-8602-23CAB5F259E4}"/>
              </a:ext>
            </a:extLst>
          </p:cNvPr>
          <p:cNvSpPr txBox="1"/>
          <p:nvPr/>
        </p:nvSpPr>
        <p:spPr>
          <a:xfrm>
            <a:off x="565791" y="583137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BB432-C2C1-9FA9-15DF-C98ECB22B55A}"/>
              </a:ext>
            </a:extLst>
          </p:cNvPr>
          <p:cNvSpPr txBox="1"/>
          <p:nvPr/>
        </p:nvSpPr>
        <p:spPr>
          <a:xfrm>
            <a:off x="179227" y="6095988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683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7 -3.7037E-7 L 0.43268 0.31759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1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5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164EF-3EF6-3A32-FB4A-894C370E5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5005710-4E76-70F5-8889-1659834853AB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CB3ABBD-DB51-3A62-9ADB-D6DAFF7FE42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61931D7-B2C4-1499-1C1F-ABF27F2774D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13E1992E-BEE6-48A8-9784-41BE515C0D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C43B5A3-4CB8-64EF-2A38-AD02BC7C5AD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AC9C52D-2788-FBB7-21BE-1E8472D4199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D04D250-A67F-B801-A87A-56DD64E85D1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0F5659C-F8A2-8E81-B0C0-7CAA3A7D942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97756CA-0BA2-5624-A0FE-6031671D4B3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56BC1E6-CAD6-E04A-2160-BD5501C0B82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8228B48F-C980-C6B7-6A51-D6F5E9153D2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D08CA18-169F-2C5B-37E9-E1814E585D2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0A57BB8-6F49-A394-6293-BDD45565A78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B5E2E17-16CB-967C-624B-488DCF4EFB4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8C9C1AD-BA19-9E57-44CA-F42104A760B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EE89D68-1729-7384-79F1-64FBDFB0C027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61BFB1D-C3F0-3063-FC9F-D96BA2047E4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CBD84A-250E-36A5-C40F-3C8A500E21C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83634EF-35D1-099F-C0BC-B96A8F67B551}"/>
              </a:ext>
            </a:extLst>
          </p:cNvPr>
          <p:cNvSpPr/>
          <p:nvPr/>
        </p:nvSpPr>
        <p:spPr>
          <a:xfrm>
            <a:off x="242771" y="1022556"/>
            <a:ext cx="8176544" cy="5565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 hidden="1">
            <a:extLst>
              <a:ext uri="{FF2B5EF4-FFF2-40B4-BE49-F238E27FC236}">
                <a16:creationId xmlns:a16="http://schemas.microsoft.com/office/drawing/2014/main" id="{B68B91D2-69F0-B99E-57B9-C3A89360123E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 hidden="1">
            <a:extLst>
              <a:ext uri="{FF2B5EF4-FFF2-40B4-BE49-F238E27FC236}">
                <a16:creationId xmlns:a16="http://schemas.microsoft.com/office/drawing/2014/main" id="{EF3EB31C-7EF5-1F1D-5BFA-E75405E0D68D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 hidden="1">
            <a:extLst>
              <a:ext uri="{FF2B5EF4-FFF2-40B4-BE49-F238E27FC236}">
                <a16:creationId xmlns:a16="http://schemas.microsoft.com/office/drawing/2014/main" id="{53F17BFA-9B85-275C-670E-AEB13F1E41E5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 hidden="1">
            <a:extLst>
              <a:ext uri="{FF2B5EF4-FFF2-40B4-BE49-F238E27FC236}">
                <a16:creationId xmlns:a16="http://schemas.microsoft.com/office/drawing/2014/main" id="{9CE2119E-E053-C065-A13E-30A36BD2C7C1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 hidden="1">
            <a:extLst>
              <a:ext uri="{FF2B5EF4-FFF2-40B4-BE49-F238E27FC236}">
                <a16:creationId xmlns:a16="http://schemas.microsoft.com/office/drawing/2014/main" id="{E124451C-10E2-1AA9-088D-A1353AFE955F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 hidden="1">
            <a:extLst>
              <a:ext uri="{FF2B5EF4-FFF2-40B4-BE49-F238E27FC236}">
                <a16:creationId xmlns:a16="http://schemas.microsoft.com/office/drawing/2014/main" id="{BF3D138E-49CF-0904-6988-A8393370B04C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5BBEE9CD-D773-1F54-063C-0A6FA0C0E64E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 hidden="1">
            <a:extLst>
              <a:ext uri="{FF2B5EF4-FFF2-40B4-BE49-F238E27FC236}">
                <a16:creationId xmlns:a16="http://schemas.microsoft.com/office/drawing/2014/main" id="{3ECC6C59-6FEA-3215-FBE5-BEA05A4F537A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 hidden="1">
            <a:extLst>
              <a:ext uri="{FF2B5EF4-FFF2-40B4-BE49-F238E27FC236}">
                <a16:creationId xmlns:a16="http://schemas.microsoft.com/office/drawing/2014/main" id="{A725D3F3-C3A6-DA83-5212-C8BFFABFDCB5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 hidden="1">
            <a:extLst>
              <a:ext uri="{FF2B5EF4-FFF2-40B4-BE49-F238E27FC236}">
                <a16:creationId xmlns:a16="http://schemas.microsoft.com/office/drawing/2014/main" id="{1BC0BBC2-68E6-D6DA-ED22-22FB787966EF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 hidden="1">
            <a:extLst>
              <a:ext uri="{FF2B5EF4-FFF2-40B4-BE49-F238E27FC236}">
                <a16:creationId xmlns:a16="http://schemas.microsoft.com/office/drawing/2014/main" id="{99AB2659-76DD-6327-D736-96D0B554CDBD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 hidden="1">
            <a:extLst>
              <a:ext uri="{FF2B5EF4-FFF2-40B4-BE49-F238E27FC236}">
                <a16:creationId xmlns:a16="http://schemas.microsoft.com/office/drawing/2014/main" id="{7794EBCE-20EE-0C5C-89AB-5A191F6E3F31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 hidden="1">
            <a:extLst>
              <a:ext uri="{FF2B5EF4-FFF2-40B4-BE49-F238E27FC236}">
                <a16:creationId xmlns:a16="http://schemas.microsoft.com/office/drawing/2014/main" id="{204C67A3-FB57-E403-A85A-E665DF943126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 hidden="1">
            <a:extLst>
              <a:ext uri="{FF2B5EF4-FFF2-40B4-BE49-F238E27FC236}">
                <a16:creationId xmlns:a16="http://schemas.microsoft.com/office/drawing/2014/main" id="{B1CA3CEC-BEA1-4B64-1D9D-FB54B62BB106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 hidden="1">
            <a:extLst>
              <a:ext uri="{FF2B5EF4-FFF2-40B4-BE49-F238E27FC236}">
                <a16:creationId xmlns:a16="http://schemas.microsoft.com/office/drawing/2014/main" id="{A7F4A9CA-BE24-1FA7-E1E1-04B5AC2048D5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 hidden="1">
            <a:extLst>
              <a:ext uri="{FF2B5EF4-FFF2-40B4-BE49-F238E27FC236}">
                <a16:creationId xmlns:a16="http://schemas.microsoft.com/office/drawing/2014/main" id="{58711256-3605-FDA9-EAB9-145352997E04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 hidden="1">
            <a:extLst>
              <a:ext uri="{FF2B5EF4-FFF2-40B4-BE49-F238E27FC236}">
                <a16:creationId xmlns:a16="http://schemas.microsoft.com/office/drawing/2014/main" id="{E8E451F0-B41F-DED3-74A4-CC2AFDC20558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 hidden="1">
            <a:extLst>
              <a:ext uri="{FF2B5EF4-FFF2-40B4-BE49-F238E27FC236}">
                <a16:creationId xmlns:a16="http://schemas.microsoft.com/office/drawing/2014/main" id="{FDC0333F-FF2E-4867-C0A9-B9D72C0F9812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 hidden="1">
            <a:extLst>
              <a:ext uri="{FF2B5EF4-FFF2-40B4-BE49-F238E27FC236}">
                <a16:creationId xmlns:a16="http://schemas.microsoft.com/office/drawing/2014/main" id="{7E5F45F9-6116-0430-D6E4-124175F5C460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3526B-01F3-B5A0-BA28-FBC5FFFD7D70}"/>
              </a:ext>
            </a:extLst>
          </p:cNvPr>
          <p:cNvSpPr txBox="1"/>
          <p:nvPr/>
        </p:nvSpPr>
        <p:spPr>
          <a:xfrm>
            <a:off x="242771" y="1105187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E74D38-FAFE-E14C-4D45-2DB85932C406}"/>
              </a:ext>
            </a:extLst>
          </p:cNvPr>
          <p:cNvSpPr txBox="1"/>
          <p:nvPr/>
        </p:nvSpPr>
        <p:spPr>
          <a:xfrm>
            <a:off x="1921217" y="1127373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9EFCBC-CDEF-349C-A55C-329A4D136831}"/>
              </a:ext>
            </a:extLst>
          </p:cNvPr>
          <p:cNvSpPr txBox="1"/>
          <p:nvPr/>
        </p:nvSpPr>
        <p:spPr>
          <a:xfrm>
            <a:off x="4063020" y="1108822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C00E79-62AD-EE14-2FFD-9BADEF842068}"/>
              </a:ext>
            </a:extLst>
          </p:cNvPr>
          <p:cNvSpPr txBox="1"/>
          <p:nvPr/>
        </p:nvSpPr>
        <p:spPr>
          <a:xfrm>
            <a:off x="4648698" y="1111019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756DB5-C691-83D3-4B64-EE7EA8C76651}"/>
              </a:ext>
            </a:extLst>
          </p:cNvPr>
          <p:cNvSpPr txBox="1"/>
          <p:nvPr/>
        </p:nvSpPr>
        <p:spPr>
          <a:xfrm>
            <a:off x="6587719" y="1106752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04A925-E88B-66DC-4B11-105C8EACE8E7}"/>
              </a:ext>
            </a:extLst>
          </p:cNvPr>
          <p:cNvSpPr txBox="1"/>
          <p:nvPr/>
        </p:nvSpPr>
        <p:spPr>
          <a:xfrm>
            <a:off x="6870528" y="1092442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5AA96C-A44F-52CD-7379-D9E5B1CAC695}"/>
              </a:ext>
            </a:extLst>
          </p:cNvPr>
          <p:cNvSpPr txBox="1"/>
          <p:nvPr/>
        </p:nvSpPr>
        <p:spPr>
          <a:xfrm>
            <a:off x="298612" y="142598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4ABFE7-5DA9-CDC3-3714-5D6D56091117}"/>
              </a:ext>
            </a:extLst>
          </p:cNvPr>
          <p:cNvSpPr txBox="1"/>
          <p:nvPr/>
        </p:nvSpPr>
        <p:spPr>
          <a:xfrm>
            <a:off x="1055609" y="1449249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169AAF-EDBA-A399-66F3-96BCD50BA007}"/>
              </a:ext>
            </a:extLst>
          </p:cNvPr>
          <p:cNvSpPr txBox="1"/>
          <p:nvPr/>
        </p:nvSpPr>
        <p:spPr>
          <a:xfrm>
            <a:off x="888230" y="1403376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9C1996-DE0B-6922-0E7E-AB74D99BB7FB}"/>
              </a:ext>
            </a:extLst>
          </p:cNvPr>
          <p:cNvSpPr txBox="1"/>
          <p:nvPr/>
        </p:nvSpPr>
        <p:spPr>
          <a:xfrm>
            <a:off x="5099635" y="1408873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BCB53D-40A1-169C-7684-2A6B6B571740}"/>
              </a:ext>
            </a:extLst>
          </p:cNvPr>
          <p:cNvSpPr txBox="1"/>
          <p:nvPr/>
        </p:nvSpPr>
        <p:spPr>
          <a:xfrm>
            <a:off x="5272754" y="1438155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EF5AA-8836-83BE-ABB4-0732269137A7}"/>
              </a:ext>
            </a:extLst>
          </p:cNvPr>
          <p:cNvSpPr txBox="1"/>
          <p:nvPr/>
        </p:nvSpPr>
        <p:spPr>
          <a:xfrm>
            <a:off x="287010" y="1750975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FF1D-4DF3-08CF-6FD7-C6779CC00D5A}"/>
              </a:ext>
            </a:extLst>
          </p:cNvPr>
          <p:cNvSpPr txBox="1"/>
          <p:nvPr/>
        </p:nvSpPr>
        <p:spPr>
          <a:xfrm>
            <a:off x="301883" y="2072364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26FFEF-0F94-1D81-D2AF-621CCB37DCEA}"/>
              </a:ext>
            </a:extLst>
          </p:cNvPr>
          <p:cNvSpPr txBox="1"/>
          <p:nvPr/>
        </p:nvSpPr>
        <p:spPr>
          <a:xfrm>
            <a:off x="2540188" y="2063022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9009C-18B7-0358-DD44-4C1B8955B8B4}"/>
              </a:ext>
            </a:extLst>
          </p:cNvPr>
          <p:cNvSpPr txBox="1"/>
          <p:nvPr/>
        </p:nvSpPr>
        <p:spPr>
          <a:xfrm>
            <a:off x="2674318" y="2065653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15105-FBE8-E612-B9F3-6A33B0BC1787}"/>
              </a:ext>
            </a:extLst>
          </p:cNvPr>
          <p:cNvSpPr txBox="1"/>
          <p:nvPr/>
        </p:nvSpPr>
        <p:spPr>
          <a:xfrm>
            <a:off x="6096631" y="2072364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F7F7F-0DC3-F9ED-77B3-1B75AB85D4DB}"/>
              </a:ext>
            </a:extLst>
          </p:cNvPr>
          <p:cNvSpPr txBox="1"/>
          <p:nvPr/>
        </p:nvSpPr>
        <p:spPr>
          <a:xfrm>
            <a:off x="531374" y="2354384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AB5D21-5509-AEC0-3FE8-2B26D45F38D5}"/>
              </a:ext>
            </a:extLst>
          </p:cNvPr>
          <p:cNvSpPr txBox="1"/>
          <p:nvPr/>
        </p:nvSpPr>
        <p:spPr>
          <a:xfrm>
            <a:off x="1206510" y="2360940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00F090-9C85-9206-C567-AA3EBC87F141}"/>
              </a:ext>
            </a:extLst>
          </p:cNvPr>
          <p:cNvSpPr txBox="1"/>
          <p:nvPr/>
        </p:nvSpPr>
        <p:spPr>
          <a:xfrm>
            <a:off x="1934132" y="2350385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EFDE8D-C33B-53FF-3B8D-2B28811FD410}"/>
              </a:ext>
            </a:extLst>
          </p:cNvPr>
          <p:cNvSpPr txBox="1"/>
          <p:nvPr/>
        </p:nvSpPr>
        <p:spPr>
          <a:xfrm>
            <a:off x="514413" y="2610452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0711F0-CD50-2D33-B821-7DB9DA9E2A47}"/>
              </a:ext>
            </a:extLst>
          </p:cNvPr>
          <p:cNvSpPr txBox="1"/>
          <p:nvPr/>
        </p:nvSpPr>
        <p:spPr>
          <a:xfrm>
            <a:off x="1262727" y="2618493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AFE4F7-EA56-AA22-87EC-679A1734223A}"/>
              </a:ext>
            </a:extLst>
          </p:cNvPr>
          <p:cNvSpPr txBox="1"/>
          <p:nvPr/>
        </p:nvSpPr>
        <p:spPr>
          <a:xfrm>
            <a:off x="2222543" y="2615397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C693C3-67F3-D378-C311-6D7BF7782CAB}"/>
              </a:ext>
            </a:extLst>
          </p:cNvPr>
          <p:cNvSpPr txBox="1"/>
          <p:nvPr/>
        </p:nvSpPr>
        <p:spPr>
          <a:xfrm>
            <a:off x="2393357" y="260456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506DED-4044-8519-18CC-78EB34762193}"/>
              </a:ext>
            </a:extLst>
          </p:cNvPr>
          <p:cNvSpPr txBox="1"/>
          <p:nvPr/>
        </p:nvSpPr>
        <p:spPr>
          <a:xfrm>
            <a:off x="2514848" y="2618043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23FD8B-61D3-DFED-CA2D-7CC5DD448BBE}"/>
              </a:ext>
            </a:extLst>
          </p:cNvPr>
          <p:cNvSpPr txBox="1"/>
          <p:nvPr/>
        </p:nvSpPr>
        <p:spPr>
          <a:xfrm>
            <a:off x="3143068" y="2640680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1A8EA6-18F9-E553-E3CE-D3D2952B21FF}"/>
              </a:ext>
            </a:extLst>
          </p:cNvPr>
          <p:cNvSpPr txBox="1"/>
          <p:nvPr/>
        </p:nvSpPr>
        <p:spPr>
          <a:xfrm>
            <a:off x="4068596" y="2615397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3B1868-E0CF-EBCD-3924-75DFB5F2D475}"/>
              </a:ext>
            </a:extLst>
          </p:cNvPr>
          <p:cNvSpPr txBox="1"/>
          <p:nvPr/>
        </p:nvSpPr>
        <p:spPr>
          <a:xfrm>
            <a:off x="4782009" y="2618746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905B5A-1E25-E99E-4E97-95A4E0385B57}"/>
              </a:ext>
            </a:extLst>
          </p:cNvPr>
          <p:cNvSpPr txBox="1"/>
          <p:nvPr/>
        </p:nvSpPr>
        <p:spPr>
          <a:xfrm>
            <a:off x="4911028" y="2621823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BEFD00-4DF7-BCA4-0FFC-F7631FE2387D}"/>
              </a:ext>
            </a:extLst>
          </p:cNvPr>
          <p:cNvSpPr txBox="1"/>
          <p:nvPr/>
        </p:nvSpPr>
        <p:spPr>
          <a:xfrm>
            <a:off x="5003785" y="2621823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1A86B1-A90F-DEDB-B43B-0B7B57ADDEAE}"/>
              </a:ext>
            </a:extLst>
          </p:cNvPr>
          <p:cNvSpPr txBox="1"/>
          <p:nvPr/>
        </p:nvSpPr>
        <p:spPr>
          <a:xfrm>
            <a:off x="354470" y="2825204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8564D-1168-3386-1D12-1E816416C95B}"/>
              </a:ext>
            </a:extLst>
          </p:cNvPr>
          <p:cNvSpPr txBox="1"/>
          <p:nvPr/>
        </p:nvSpPr>
        <p:spPr>
          <a:xfrm>
            <a:off x="318276" y="3110398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D2A755-BA62-E6AF-81EF-988FB656E113}"/>
              </a:ext>
            </a:extLst>
          </p:cNvPr>
          <p:cNvSpPr txBox="1"/>
          <p:nvPr/>
        </p:nvSpPr>
        <p:spPr>
          <a:xfrm>
            <a:off x="398284" y="3390562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97B055-9C7C-D644-FFB5-637763B5DB4F}"/>
              </a:ext>
            </a:extLst>
          </p:cNvPr>
          <p:cNvSpPr txBox="1"/>
          <p:nvPr/>
        </p:nvSpPr>
        <p:spPr>
          <a:xfrm>
            <a:off x="590294" y="3681938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F014B3-802D-225B-E1F2-BF17CB335DC5}"/>
              </a:ext>
            </a:extLst>
          </p:cNvPr>
          <p:cNvSpPr txBox="1"/>
          <p:nvPr/>
        </p:nvSpPr>
        <p:spPr>
          <a:xfrm>
            <a:off x="6342581" y="3681938"/>
            <a:ext cx="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{title}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85DCD-D5D3-4B41-1550-85F517E20563}"/>
              </a:ext>
            </a:extLst>
          </p:cNvPr>
          <p:cNvSpPr txBox="1"/>
          <p:nvPr/>
        </p:nvSpPr>
        <p:spPr>
          <a:xfrm>
            <a:off x="6897306" y="3681938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31775A-6BFB-382F-B86A-FC34F639F630}"/>
              </a:ext>
            </a:extLst>
          </p:cNvPr>
          <p:cNvSpPr txBox="1"/>
          <p:nvPr/>
        </p:nvSpPr>
        <p:spPr>
          <a:xfrm>
            <a:off x="590294" y="3941455"/>
            <a:ext cx="104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095B6-9B6D-3FE4-E934-F9856C571C6E}"/>
              </a:ext>
            </a:extLst>
          </p:cNvPr>
          <p:cNvSpPr txBox="1"/>
          <p:nvPr/>
        </p:nvSpPr>
        <p:spPr>
          <a:xfrm>
            <a:off x="656621" y="4744418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D8B84-7D27-15C5-A410-C6ACA6D66868}"/>
              </a:ext>
            </a:extLst>
          </p:cNvPr>
          <p:cNvSpPr txBox="1"/>
          <p:nvPr/>
        </p:nvSpPr>
        <p:spPr>
          <a:xfrm>
            <a:off x="670320" y="4485301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4B4FD-7271-01BE-BDDF-FAAB88553BB0}"/>
              </a:ext>
            </a:extLst>
          </p:cNvPr>
          <p:cNvSpPr txBox="1"/>
          <p:nvPr/>
        </p:nvSpPr>
        <p:spPr>
          <a:xfrm>
            <a:off x="690780" y="4227469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CA8268-924D-CDDD-804B-14C8326428D8}"/>
              </a:ext>
            </a:extLst>
          </p:cNvPr>
          <p:cNvSpPr txBox="1"/>
          <p:nvPr/>
        </p:nvSpPr>
        <p:spPr>
          <a:xfrm>
            <a:off x="644875" y="5281457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  /&gt;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C8940A-8EE3-2080-8E5F-177F35A47826}"/>
              </a:ext>
            </a:extLst>
          </p:cNvPr>
          <p:cNvSpPr txBox="1"/>
          <p:nvPr/>
        </p:nvSpPr>
        <p:spPr>
          <a:xfrm>
            <a:off x="450253" y="5546071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434E7-3CBE-78D7-C29F-F1E29B060A5A}"/>
              </a:ext>
            </a:extLst>
          </p:cNvPr>
          <p:cNvSpPr txBox="1"/>
          <p:nvPr/>
        </p:nvSpPr>
        <p:spPr>
          <a:xfrm>
            <a:off x="302899" y="581539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B71EB-8151-E8A3-CEC5-B6E077568F05}"/>
              </a:ext>
            </a:extLst>
          </p:cNvPr>
          <p:cNvSpPr txBox="1"/>
          <p:nvPr/>
        </p:nvSpPr>
        <p:spPr>
          <a:xfrm>
            <a:off x="432098" y="5831635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9B462-D88C-ACE0-DCB3-FBF8FD84E799}"/>
              </a:ext>
            </a:extLst>
          </p:cNvPr>
          <p:cNvSpPr txBox="1"/>
          <p:nvPr/>
        </p:nvSpPr>
        <p:spPr>
          <a:xfrm>
            <a:off x="242015" y="6067311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945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DB424-57C7-F6AE-56AA-00ECA28C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6DCFC5D-58CC-BE47-C99B-67194CDB34CE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6A2543A-101B-8616-6567-1567976F95D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0F73CDF-1DBA-D303-56B3-F5A87AF831C8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13C7292-DC60-F302-33D8-CD669D5DBA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C80E532-7374-851E-71A1-75A423FDDED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AC11748-B4DF-A2E2-B529-AC0CAFF0D1E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811BA97-0F22-2CF7-3DEC-FC62CC344AB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522B5A6-6AB9-7378-C726-90BCD2C3317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AC6C7A6-66ED-779E-9A49-D9641182920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B1A8B61-A1AE-6B91-110E-40C8AB0D1AB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B96BDDD-DC09-8022-9642-506A81C9055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25A89BE-CD3A-D20C-8C32-3BC22ECD8C9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8D2742E-3098-DADB-7CB6-F6A5BEEB0DF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F1CE4D9-97E0-639F-68B4-E242CA1C9AF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02A2AE9-EE93-9F4F-FFE0-FA198A9D295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12A5DC2-D6D4-4508-62F1-51F4194FFEC7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9911F20-4A73-AA6C-95E6-D69C7BCEC48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CD9CD62-EB5D-19AF-31DA-DFFBB77BA9E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F6C28FE-0F9D-1C22-C7D6-A2B21D6EDD4E}"/>
              </a:ext>
            </a:extLst>
          </p:cNvPr>
          <p:cNvSpPr/>
          <p:nvPr/>
        </p:nvSpPr>
        <p:spPr>
          <a:xfrm>
            <a:off x="242771" y="102255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 hidden="1">
            <a:extLst>
              <a:ext uri="{FF2B5EF4-FFF2-40B4-BE49-F238E27FC236}">
                <a16:creationId xmlns:a16="http://schemas.microsoft.com/office/drawing/2014/main" id="{C3DE597E-9E9D-E3C7-55BD-5B54AD4E0FC4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 hidden="1">
            <a:extLst>
              <a:ext uri="{FF2B5EF4-FFF2-40B4-BE49-F238E27FC236}">
                <a16:creationId xmlns:a16="http://schemas.microsoft.com/office/drawing/2014/main" id="{00887730-7380-B46F-3D17-96BDBB9B21ED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 hidden="1">
            <a:extLst>
              <a:ext uri="{FF2B5EF4-FFF2-40B4-BE49-F238E27FC236}">
                <a16:creationId xmlns:a16="http://schemas.microsoft.com/office/drawing/2014/main" id="{FA335915-1FBD-2D72-0ECB-0E6BC2A06F0C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 hidden="1">
            <a:extLst>
              <a:ext uri="{FF2B5EF4-FFF2-40B4-BE49-F238E27FC236}">
                <a16:creationId xmlns:a16="http://schemas.microsoft.com/office/drawing/2014/main" id="{B1EC2F5B-98A8-77FF-0FC1-24299B5CC9BF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 hidden="1">
            <a:extLst>
              <a:ext uri="{FF2B5EF4-FFF2-40B4-BE49-F238E27FC236}">
                <a16:creationId xmlns:a16="http://schemas.microsoft.com/office/drawing/2014/main" id="{216DBFD2-E0CC-5737-E466-D56C0A37D7FF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 hidden="1">
            <a:extLst>
              <a:ext uri="{FF2B5EF4-FFF2-40B4-BE49-F238E27FC236}">
                <a16:creationId xmlns:a16="http://schemas.microsoft.com/office/drawing/2014/main" id="{00909824-5B32-11CD-DD86-91F06C489053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5E34E482-20A7-1C7F-36A2-F1D97CCDEFFB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 hidden="1">
            <a:extLst>
              <a:ext uri="{FF2B5EF4-FFF2-40B4-BE49-F238E27FC236}">
                <a16:creationId xmlns:a16="http://schemas.microsoft.com/office/drawing/2014/main" id="{B8B9FB28-8E8C-1CEF-C6AD-26698D365404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 hidden="1">
            <a:extLst>
              <a:ext uri="{FF2B5EF4-FFF2-40B4-BE49-F238E27FC236}">
                <a16:creationId xmlns:a16="http://schemas.microsoft.com/office/drawing/2014/main" id="{E5C82735-3A55-148E-9FCF-9CEEC29D80AB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 hidden="1">
            <a:extLst>
              <a:ext uri="{FF2B5EF4-FFF2-40B4-BE49-F238E27FC236}">
                <a16:creationId xmlns:a16="http://schemas.microsoft.com/office/drawing/2014/main" id="{7C024BA2-C21A-B64E-F8E5-F8D0399C5910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 hidden="1">
            <a:extLst>
              <a:ext uri="{FF2B5EF4-FFF2-40B4-BE49-F238E27FC236}">
                <a16:creationId xmlns:a16="http://schemas.microsoft.com/office/drawing/2014/main" id="{57892464-C9E1-A9E3-EEF2-C2BD08DE57E8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 hidden="1">
            <a:extLst>
              <a:ext uri="{FF2B5EF4-FFF2-40B4-BE49-F238E27FC236}">
                <a16:creationId xmlns:a16="http://schemas.microsoft.com/office/drawing/2014/main" id="{1217B2B9-94B2-345E-4B4D-73BD24AF8C8D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 hidden="1">
            <a:extLst>
              <a:ext uri="{FF2B5EF4-FFF2-40B4-BE49-F238E27FC236}">
                <a16:creationId xmlns:a16="http://schemas.microsoft.com/office/drawing/2014/main" id="{892FEA6D-1AA9-E1FD-9D73-96177DC523D1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 hidden="1">
            <a:extLst>
              <a:ext uri="{FF2B5EF4-FFF2-40B4-BE49-F238E27FC236}">
                <a16:creationId xmlns:a16="http://schemas.microsoft.com/office/drawing/2014/main" id="{C698FE19-D4D4-0A06-9AE9-F65E1DADDD13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 hidden="1">
            <a:extLst>
              <a:ext uri="{FF2B5EF4-FFF2-40B4-BE49-F238E27FC236}">
                <a16:creationId xmlns:a16="http://schemas.microsoft.com/office/drawing/2014/main" id="{BFDD222C-63D0-CD33-C206-0B3DC33BFABD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 hidden="1">
            <a:extLst>
              <a:ext uri="{FF2B5EF4-FFF2-40B4-BE49-F238E27FC236}">
                <a16:creationId xmlns:a16="http://schemas.microsoft.com/office/drawing/2014/main" id="{7FFE62DB-E739-372B-B91E-F13D067B2384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 hidden="1">
            <a:extLst>
              <a:ext uri="{FF2B5EF4-FFF2-40B4-BE49-F238E27FC236}">
                <a16:creationId xmlns:a16="http://schemas.microsoft.com/office/drawing/2014/main" id="{BEB97A43-D9B3-F981-C053-A1A4521EDAC6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 hidden="1">
            <a:extLst>
              <a:ext uri="{FF2B5EF4-FFF2-40B4-BE49-F238E27FC236}">
                <a16:creationId xmlns:a16="http://schemas.microsoft.com/office/drawing/2014/main" id="{2930CEEB-B490-9967-B29F-36ECE76C6059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 hidden="1">
            <a:extLst>
              <a:ext uri="{FF2B5EF4-FFF2-40B4-BE49-F238E27FC236}">
                <a16:creationId xmlns:a16="http://schemas.microsoft.com/office/drawing/2014/main" id="{CF148FB8-51D5-C604-C196-B2E25B19B82A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D6031-5321-021E-6C74-D5B6A14A3CC0}"/>
              </a:ext>
            </a:extLst>
          </p:cNvPr>
          <p:cNvSpPr txBox="1"/>
          <p:nvPr/>
        </p:nvSpPr>
        <p:spPr>
          <a:xfrm>
            <a:off x="242771" y="997033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D694B7-DE39-D56F-0607-DE5517192B31}"/>
              </a:ext>
            </a:extLst>
          </p:cNvPr>
          <p:cNvSpPr txBox="1"/>
          <p:nvPr/>
        </p:nvSpPr>
        <p:spPr>
          <a:xfrm>
            <a:off x="1921217" y="1019219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59844F-0472-21F1-0112-D4BE672A650D}"/>
              </a:ext>
            </a:extLst>
          </p:cNvPr>
          <p:cNvSpPr txBox="1"/>
          <p:nvPr/>
        </p:nvSpPr>
        <p:spPr>
          <a:xfrm>
            <a:off x="4063020" y="1000668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D1334D-8B71-B3DA-66E3-A2366A46F5B1}"/>
              </a:ext>
            </a:extLst>
          </p:cNvPr>
          <p:cNvSpPr txBox="1"/>
          <p:nvPr/>
        </p:nvSpPr>
        <p:spPr>
          <a:xfrm>
            <a:off x="4648698" y="1002865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BBE5C7-5A9A-E148-BCD5-955CA3D61815}"/>
              </a:ext>
            </a:extLst>
          </p:cNvPr>
          <p:cNvSpPr txBox="1"/>
          <p:nvPr/>
        </p:nvSpPr>
        <p:spPr>
          <a:xfrm>
            <a:off x="6587719" y="998598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D8E49D-0A69-B3A9-ED5E-D73DD3A09B34}"/>
              </a:ext>
            </a:extLst>
          </p:cNvPr>
          <p:cNvSpPr txBox="1"/>
          <p:nvPr/>
        </p:nvSpPr>
        <p:spPr>
          <a:xfrm>
            <a:off x="6870528" y="984288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625FDB-9F52-450E-2443-14CB6CBC9916}"/>
              </a:ext>
            </a:extLst>
          </p:cNvPr>
          <p:cNvSpPr txBox="1"/>
          <p:nvPr/>
        </p:nvSpPr>
        <p:spPr>
          <a:xfrm>
            <a:off x="298612" y="128832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426AC8-FC98-1BC3-8326-42D335951B63}"/>
              </a:ext>
            </a:extLst>
          </p:cNvPr>
          <p:cNvSpPr txBox="1"/>
          <p:nvPr/>
        </p:nvSpPr>
        <p:spPr>
          <a:xfrm>
            <a:off x="1055609" y="131159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6B6DE-FBDD-45E0-85C8-00C24BD354F8}"/>
              </a:ext>
            </a:extLst>
          </p:cNvPr>
          <p:cNvSpPr txBox="1"/>
          <p:nvPr/>
        </p:nvSpPr>
        <p:spPr>
          <a:xfrm>
            <a:off x="2272090" y="1326105"/>
            <a:ext cx="55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FCBF32-0459-D66F-7804-C05CEE1CA2ED}"/>
              </a:ext>
            </a:extLst>
          </p:cNvPr>
          <p:cNvSpPr txBox="1"/>
          <p:nvPr/>
        </p:nvSpPr>
        <p:spPr>
          <a:xfrm>
            <a:off x="888230" y="126572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E0A638-79E2-382A-A897-FA8ACF63EEB6}"/>
              </a:ext>
            </a:extLst>
          </p:cNvPr>
          <p:cNvSpPr txBox="1"/>
          <p:nvPr/>
        </p:nvSpPr>
        <p:spPr>
          <a:xfrm>
            <a:off x="5099635" y="127122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FD860A-E179-1C38-489E-A8C6DFBB2B36}"/>
              </a:ext>
            </a:extLst>
          </p:cNvPr>
          <p:cNvSpPr txBox="1"/>
          <p:nvPr/>
        </p:nvSpPr>
        <p:spPr>
          <a:xfrm>
            <a:off x="5272754" y="130050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6E293-4EA7-C15D-ADFD-D239D83E150C}"/>
              </a:ext>
            </a:extLst>
          </p:cNvPr>
          <p:cNvSpPr txBox="1"/>
          <p:nvPr/>
        </p:nvSpPr>
        <p:spPr>
          <a:xfrm>
            <a:off x="287010" y="1613324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1B59E4-9CE7-88A3-3E50-9EFCBBA157B5}"/>
              </a:ext>
            </a:extLst>
          </p:cNvPr>
          <p:cNvSpPr txBox="1"/>
          <p:nvPr/>
        </p:nvSpPr>
        <p:spPr>
          <a:xfrm>
            <a:off x="301883" y="1934711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BB2A47-85C1-AC22-049F-155349103E9F}"/>
              </a:ext>
            </a:extLst>
          </p:cNvPr>
          <p:cNvSpPr txBox="1"/>
          <p:nvPr/>
        </p:nvSpPr>
        <p:spPr>
          <a:xfrm>
            <a:off x="2540188" y="1925369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92D7F2-192A-A866-FFD2-4FA91CACBDA3}"/>
              </a:ext>
            </a:extLst>
          </p:cNvPr>
          <p:cNvSpPr txBox="1"/>
          <p:nvPr/>
        </p:nvSpPr>
        <p:spPr>
          <a:xfrm>
            <a:off x="2674318" y="1928000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30F9BB-E0A2-2827-BB7D-D8AB47FB7BE8}"/>
              </a:ext>
            </a:extLst>
          </p:cNvPr>
          <p:cNvSpPr txBox="1"/>
          <p:nvPr/>
        </p:nvSpPr>
        <p:spPr>
          <a:xfrm>
            <a:off x="6096631" y="1934711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32F73F-EC4B-893B-5391-01B2705BBFC8}"/>
              </a:ext>
            </a:extLst>
          </p:cNvPr>
          <p:cNvSpPr txBox="1"/>
          <p:nvPr/>
        </p:nvSpPr>
        <p:spPr>
          <a:xfrm>
            <a:off x="531374" y="2216731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2AD2D3-5F5E-CD96-82CA-0E1347575059}"/>
              </a:ext>
            </a:extLst>
          </p:cNvPr>
          <p:cNvSpPr txBox="1"/>
          <p:nvPr/>
        </p:nvSpPr>
        <p:spPr>
          <a:xfrm>
            <a:off x="1206510" y="2223287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7BC657-4DD4-5748-1998-2CB227BC60D3}"/>
              </a:ext>
            </a:extLst>
          </p:cNvPr>
          <p:cNvSpPr txBox="1"/>
          <p:nvPr/>
        </p:nvSpPr>
        <p:spPr>
          <a:xfrm>
            <a:off x="1934132" y="2212732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A0E1B7-32F8-20C3-7CD1-D54C51CEB432}"/>
              </a:ext>
            </a:extLst>
          </p:cNvPr>
          <p:cNvSpPr txBox="1"/>
          <p:nvPr/>
        </p:nvSpPr>
        <p:spPr>
          <a:xfrm>
            <a:off x="514413" y="2472799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88261A-855A-EE25-3E03-EA909C14EF57}"/>
              </a:ext>
            </a:extLst>
          </p:cNvPr>
          <p:cNvSpPr txBox="1"/>
          <p:nvPr/>
        </p:nvSpPr>
        <p:spPr>
          <a:xfrm>
            <a:off x="1262727" y="2480840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2FF129-C000-B85F-B997-D2277440DDA8}"/>
              </a:ext>
            </a:extLst>
          </p:cNvPr>
          <p:cNvSpPr txBox="1"/>
          <p:nvPr/>
        </p:nvSpPr>
        <p:spPr>
          <a:xfrm>
            <a:off x="2222543" y="247774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891450-8D31-19A8-3206-5EB171346199}"/>
              </a:ext>
            </a:extLst>
          </p:cNvPr>
          <p:cNvSpPr txBox="1"/>
          <p:nvPr/>
        </p:nvSpPr>
        <p:spPr>
          <a:xfrm>
            <a:off x="2393357" y="246691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25B1C5-1092-BFFA-9C09-41EFB8B06B05}"/>
              </a:ext>
            </a:extLst>
          </p:cNvPr>
          <p:cNvSpPr txBox="1"/>
          <p:nvPr/>
        </p:nvSpPr>
        <p:spPr>
          <a:xfrm>
            <a:off x="2514848" y="2480390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58E082-41CA-1914-A28A-FA8F16DED4F9}"/>
              </a:ext>
            </a:extLst>
          </p:cNvPr>
          <p:cNvSpPr txBox="1"/>
          <p:nvPr/>
        </p:nvSpPr>
        <p:spPr>
          <a:xfrm>
            <a:off x="3143068" y="2503027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5FA10C-741C-2F1F-A86C-D859D68A29C9}"/>
              </a:ext>
            </a:extLst>
          </p:cNvPr>
          <p:cNvSpPr txBox="1"/>
          <p:nvPr/>
        </p:nvSpPr>
        <p:spPr>
          <a:xfrm>
            <a:off x="4068596" y="2477744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086292-13CA-A967-1483-21DB436075C1}"/>
              </a:ext>
            </a:extLst>
          </p:cNvPr>
          <p:cNvSpPr txBox="1"/>
          <p:nvPr/>
        </p:nvSpPr>
        <p:spPr>
          <a:xfrm>
            <a:off x="4782009" y="2481093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BA273-85EF-3D0F-9D86-E187EA36BE75}"/>
              </a:ext>
            </a:extLst>
          </p:cNvPr>
          <p:cNvSpPr txBox="1"/>
          <p:nvPr/>
        </p:nvSpPr>
        <p:spPr>
          <a:xfrm>
            <a:off x="4911028" y="2484170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8FA328-38D2-4C3A-3C7C-9481DE54B579}"/>
              </a:ext>
            </a:extLst>
          </p:cNvPr>
          <p:cNvSpPr txBox="1"/>
          <p:nvPr/>
        </p:nvSpPr>
        <p:spPr>
          <a:xfrm>
            <a:off x="5003785" y="2484170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BED20D-C3A1-1244-6E50-B41950B35F0B}"/>
              </a:ext>
            </a:extLst>
          </p:cNvPr>
          <p:cNvSpPr txBox="1"/>
          <p:nvPr/>
        </p:nvSpPr>
        <p:spPr>
          <a:xfrm>
            <a:off x="354470" y="268755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5CD321-23B5-CD0A-7EA1-96DFB564E858}"/>
              </a:ext>
            </a:extLst>
          </p:cNvPr>
          <p:cNvSpPr txBox="1"/>
          <p:nvPr/>
        </p:nvSpPr>
        <p:spPr>
          <a:xfrm>
            <a:off x="318276" y="2972745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31D735-1DDF-F97C-D6C6-413534126540}"/>
              </a:ext>
            </a:extLst>
          </p:cNvPr>
          <p:cNvSpPr txBox="1"/>
          <p:nvPr/>
        </p:nvSpPr>
        <p:spPr>
          <a:xfrm>
            <a:off x="398284" y="327257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2389B8-59C4-B9B7-6807-FF3B9D4EAC2D}"/>
              </a:ext>
            </a:extLst>
          </p:cNvPr>
          <p:cNvSpPr txBox="1"/>
          <p:nvPr/>
        </p:nvSpPr>
        <p:spPr>
          <a:xfrm>
            <a:off x="590294" y="3563950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4BC226-3C15-AFC8-0E3D-35340A50536F}"/>
              </a:ext>
            </a:extLst>
          </p:cNvPr>
          <p:cNvSpPr txBox="1"/>
          <p:nvPr/>
        </p:nvSpPr>
        <p:spPr>
          <a:xfrm>
            <a:off x="6342581" y="3563950"/>
            <a:ext cx="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{title}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D344A8-5C2B-D237-BD69-FC6DA5C4A288}"/>
              </a:ext>
            </a:extLst>
          </p:cNvPr>
          <p:cNvSpPr txBox="1"/>
          <p:nvPr/>
        </p:nvSpPr>
        <p:spPr>
          <a:xfrm>
            <a:off x="6897306" y="3563950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346A26-1ACD-E87F-D225-F85145C440E9}"/>
              </a:ext>
            </a:extLst>
          </p:cNvPr>
          <p:cNvSpPr txBox="1"/>
          <p:nvPr/>
        </p:nvSpPr>
        <p:spPr>
          <a:xfrm>
            <a:off x="590294" y="3823467"/>
            <a:ext cx="104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1B61E-5A41-DC9C-D205-90490852EDBD}"/>
              </a:ext>
            </a:extLst>
          </p:cNvPr>
          <p:cNvSpPr txBox="1"/>
          <p:nvPr/>
        </p:nvSpPr>
        <p:spPr>
          <a:xfrm>
            <a:off x="656621" y="4685426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9E570-9191-8C64-D288-AE203D3546A3}"/>
              </a:ext>
            </a:extLst>
          </p:cNvPr>
          <p:cNvSpPr txBox="1"/>
          <p:nvPr/>
        </p:nvSpPr>
        <p:spPr>
          <a:xfrm>
            <a:off x="670320" y="4406644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D0DF4-5132-8423-B11E-735EB27D42B6}"/>
              </a:ext>
            </a:extLst>
          </p:cNvPr>
          <p:cNvSpPr txBox="1"/>
          <p:nvPr/>
        </p:nvSpPr>
        <p:spPr>
          <a:xfrm>
            <a:off x="690780" y="4119317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BA978-AE20-82DC-F7BC-EB2108F0F524}"/>
              </a:ext>
            </a:extLst>
          </p:cNvPr>
          <p:cNvSpPr txBox="1"/>
          <p:nvPr/>
        </p:nvSpPr>
        <p:spPr>
          <a:xfrm>
            <a:off x="654707" y="5212633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4B4293-5D61-82A6-2A12-C21E85687CAD}"/>
              </a:ext>
            </a:extLst>
          </p:cNvPr>
          <p:cNvSpPr txBox="1"/>
          <p:nvPr/>
        </p:nvSpPr>
        <p:spPr>
          <a:xfrm>
            <a:off x="656622" y="5498347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B03DD5-A634-169C-DC00-C2CF169314FE}"/>
              </a:ext>
            </a:extLst>
          </p:cNvPr>
          <p:cNvSpPr txBox="1"/>
          <p:nvPr/>
        </p:nvSpPr>
        <p:spPr>
          <a:xfrm>
            <a:off x="1281851" y="5486078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22232-D00C-141A-9000-9EE73C922F2A}"/>
              </a:ext>
            </a:extLst>
          </p:cNvPr>
          <p:cNvSpPr txBox="1"/>
          <p:nvPr/>
        </p:nvSpPr>
        <p:spPr>
          <a:xfrm>
            <a:off x="387465" y="584185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C5E50-659C-E5BB-3E78-32327B2B8249}"/>
              </a:ext>
            </a:extLst>
          </p:cNvPr>
          <p:cNvSpPr txBox="1"/>
          <p:nvPr/>
        </p:nvSpPr>
        <p:spPr>
          <a:xfrm>
            <a:off x="269607" y="602268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9E51C-9825-F2E6-2FEE-D1BF831676D0}"/>
              </a:ext>
            </a:extLst>
          </p:cNvPr>
          <p:cNvSpPr txBox="1"/>
          <p:nvPr/>
        </p:nvSpPr>
        <p:spPr>
          <a:xfrm>
            <a:off x="398806" y="6038929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430D6-AF07-5F76-3E8B-913D211D0D67}"/>
              </a:ext>
            </a:extLst>
          </p:cNvPr>
          <p:cNvSpPr txBox="1"/>
          <p:nvPr/>
        </p:nvSpPr>
        <p:spPr>
          <a:xfrm>
            <a:off x="240111" y="6272852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246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1.11111E-6 L -0.09062 0.6069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1" y="30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C7540-97CA-8273-A45E-6C8F9EB3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9520B59-4603-D42B-5781-50E0D821A7A9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B338AD8-CB39-BF5B-B3E0-6808D33DEE0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62CA690-572F-7B59-4818-BEEB6CF69F3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185CFF4-88FC-F6CD-6E83-8A22AC2DDC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2EBF631-3422-EDEC-B0A1-3349578B106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D8BB94B-A606-01DB-B22F-D9F9F8396A9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BD9ADC2-B807-18CB-1147-C9853222EF3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E5313A9-C436-C0AF-8A6F-6BD50A21D5A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2BB5064-83A6-32D6-2253-F7B98644FFB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E49DEE9-87C1-378B-F2B1-80B7F1049CD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DD000E9-47AB-AE86-9FC2-CD8848571CC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1599A59-9BCF-AB84-EBD4-FBDEE46B83E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91EBA54-B12E-6ED8-8433-993B5A8486E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C0D7BBC-BE7A-8F8E-380E-732B5D8AC9F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74E303B-5435-B5CD-2A6E-E07A98B276D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88DE225-D9DA-E869-9ED9-509AB3AC948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8A8C591-2D8C-01D1-4F9F-BD3F5115962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9C56959-6582-A631-8B37-8C7B7ED6FB1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1B07DB2-C76E-7809-5FFA-25A3AB1A4C85}"/>
              </a:ext>
            </a:extLst>
          </p:cNvPr>
          <p:cNvSpPr/>
          <p:nvPr/>
        </p:nvSpPr>
        <p:spPr>
          <a:xfrm>
            <a:off x="242771" y="102255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 hidden="1">
            <a:extLst>
              <a:ext uri="{FF2B5EF4-FFF2-40B4-BE49-F238E27FC236}">
                <a16:creationId xmlns:a16="http://schemas.microsoft.com/office/drawing/2014/main" id="{A4A8442E-3FB8-0E7F-CE52-461CADFC76AA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 hidden="1">
            <a:extLst>
              <a:ext uri="{FF2B5EF4-FFF2-40B4-BE49-F238E27FC236}">
                <a16:creationId xmlns:a16="http://schemas.microsoft.com/office/drawing/2014/main" id="{4FCEC7FC-DA91-A1C8-E015-C0ED62ED47AE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 hidden="1">
            <a:extLst>
              <a:ext uri="{FF2B5EF4-FFF2-40B4-BE49-F238E27FC236}">
                <a16:creationId xmlns:a16="http://schemas.microsoft.com/office/drawing/2014/main" id="{6425B49C-7DA4-3D03-A398-78F020F6ECED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 hidden="1">
            <a:extLst>
              <a:ext uri="{FF2B5EF4-FFF2-40B4-BE49-F238E27FC236}">
                <a16:creationId xmlns:a16="http://schemas.microsoft.com/office/drawing/2014/main" id="{7F3B6255-203F-9046-9937-1F702D4B289C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 hidden="1">
            <a:extLst>
              <a:ext uri="{FF2B5EF4-FFF2-40B4-BE49-F238E27FC236}">
                <a16:creationId xmlns:a16="http://schemas.microsoft.com/office/drawing/2014/main" id="{F50F1F23-F03E-ACAB-DF22-7356363FD542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 hidden="1">
            <a:extLst>
              <a:ext uri="{FF2B5EF4-FFF2-40B4-BE49-F238E27FC236}">
                <a16:creationId xmlns:a16="http://schemas.microsoft.com/office/drawing/2014/main" id="{D120CD2E-9521-3524-EF1D-C9BAC23D76CC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786B8015-A66F-4C66-7734-7E9FF199112F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 hidden="1">
            <a:extLst>
              <a:ext uri="{FF2B5EF4-FFF2-40B4-BE49-F238E27FC236}">
                <a16:creationId xmlns:a16="http://schemas.microsoft.com/office/drawing/2014/main" id="{9471C3AB-B511-A604-6963-537AFE4DFC7B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 hidden="1">
            <a:extLst>
              <a:ext uri="{FF2B5EF4-FFF2-40B4-BE49-F238E27FC236}">
                <a16:creationId xmlns:a16="http://schemas.microsoft.com/office/drawing/2014/main" id="{3643E4CF-CAAB-0700-586E-7D1D19D4F13A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 hidden="1">
            <a:extLst>
              <a:ext uri="{FF2B5EF4-FFF2-40B4-BE49-F238E27FC236}">
                <a16:creationId xmlns:a16="http://schemas.microsoft.com/office/drawing/2014/main" id="{1A5A6FB3-5F23-E6AB-2EC4-C28EFA4E802E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 hidden="1">
            <a:extLst>
              <a:ext uri="{FF2B5EF4-FFF2-40B4-BE49-F238E27FC236}">
                <a16:creationId xmlns:a16="http://schemas.microsoft.com/office/drawing/2014/main" id="{431D4938-5F9F-B26B-67BC-721A93FE2B61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 hidden="1">
            <a:extLst>
              <a:ext uri="{FF2B5EF4-FFF2-40B4-BE49-F238E27FC236}">
                <a16:creationId xmlns:a16="http://schemas.microsoft.com/office/drawing/2014/main" id="{99ECAAA6-B276-9E5C-5305-74EE1234B976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 hidden="1">
            <a:extLst>
              <a:ext uri="{FF2B5EF4-FFF2-40B4-BE49-F238E27FC236}">
                <a16:creationId xmlns:a16="http://schemas.microsoft.com/office/drawing/2014/main" id="{EE8A2DCC-AE09-F5BE-16D1-AEFA0EAA7FAA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 hidden="1">
            <a:extLst>
              <a:ext uri="{FF2B5EF4-FFF2-40B4-BE49-F238E27FC236}">
                <a16:creationId xmlns:a16="http://schemas.microsoft.com/office/drawing/2014/main" id="{CEB12E62-93C2-BC9B-074C-84222C284632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 hidden="1">
            <a:extLst>
              <a:ext uri="{FF2B5EF4-FFF2-40B4-BE49-F238E27FC236}">
                <a16:creationId xmlns:a16="http://schemas.microsoft.com/office/drawing/2014/main" id="{73E19F31-0AAC-29CB-3C4A-4AEF1619299D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 hidden="1">
            <a:extLst>
              <a:ext uri="{FF2B5EF4-FFF2-40B4-BE49-F238E27FC236}">
                <a16:creationId xmlns:a16="http://schemas.microsoft.com/office/drawing/2014/main" id="{59235B61-D915-103D-6234-3756ADC22EB0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 hidden="1">
            <a:extLst>
              <a:ext uri="{FF2B5EF4-FFF2-40B4-BE49-F238E27FC236}">
                <a16:creationId xmlns:a16="http://schemas.microsoft.com/office/drawing/2014/main" id="{ACD841F2-3907-C95E-F0EE-F50314614D5D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 hidden="1">
            <a:extLst>
              <a:ext uri="{FF2B5EF4-FFF2-40B4-BE49-F238E27FC236}">
                <a16:creationId xmlns:a16="http://schemas.microsoft.com/office/drawing/2014/main" id="{B4E72307-3749-947A-5F1A-A6431216B114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 hidden="1">
            <a:extLst>
              <a:ext uri="{FF2B5EF4-FFF2-40B4-BE49-F238E27FC236}">
                <a16:creationId xmlns:a16="http://schemas.microsoft.com/office/drawing/2014/main" id="{2C7AC671-6767-3932-514F-9B0638D27C5B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A0A45-EE7F-CD57-FE04-91AE121414B1}"/>
              </a:ext>
            </a:extLst>
          </p:cNvPr>
          <p:cNvSpPr txBox="1"/>
          <p:nvPr/>
        </p:nvSpPr>
        <p:spPr>
          <a:xfrm>
            <a:off x="242771" y="997033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E3622E-AED7-5B83-8D31-042DD9414232}"/>
              </a:ext>
            </a:extLst>
          </p:cNvPr>
          <p:cNvSpPr txBox="1"/>
          <p:nvPr/>
        </p:nvSpPr>
        <p:spPr>
          <a:xfrm>
            <a:off x="1921217" y="1019219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17EFB8-E6A1-571F-651A-847389A28A3A}"/>
              </a:ext>
            </a:extLst>
          </p:cNvPr>
          <p:cNvSpPr txBox="1"/>
          <p:nvPr/>
        </p:nvSpPr>
        <p:spPr>
          <a:xfrm>
            <a:off x="4063020" y="1000668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A46006-5474-100D-1091-0E289EFC314C}"/>
              </a:ext>
            </a:extLst>
          </p:cNvPr>
          <p:cNvSpPr txBox="1"/>
          <p:nvPr/>
        </p:nvSpPr>
        <p:spPr>
          <a:xfrm>
            <a:off x="4648698" y="1002865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85E435-1923-BE42-274F-277256E209AC}"/>
              </a:ext>
            </a:extLst>
          </p:cNvPr>
          <p:cNvSpPr txBox="1"/>
          <p:nvPr/>
        </p:nvSpPr>
        <p:spPr>
          <a:xfrm>
            <a:off x="6587719" y="998598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EAA673-BA1C-037D-CBA7-C1E47A628470}"/>
              </a:ext>
            </a:extLst>
          </p:cNvPr>
          <p:cNvSpPr txBox="1"/>
          <p:nvPr/>
        </p:nvSpPr>
        <p:spPr>
          <a:xfrm>
            <a:off x="6870528" y="984288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C86CF8-1035-9676-A47F-FA54E846A0ED}"/>
              </a:ext>
            </a:extLst>
          </p:cNvPr>
          <p:cNvSpPr txBox="1"/>
          <p:nvPr/>
        </p:nvSpPr>
        <p:spPr>
          <a:xfrm>
            <a:off x="298612" y="128832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955D05-6E6E-4E6A-B53E-2BE38E749692}"/>
              </a:ext>
            </a:extLst>
          </p:cNvPr>
          <p:cNvSpPr txBox="1"/>
          <p:nvPr/>
        </p:nvSpPr>
        <p:spPr>
          <a:xfrm>
            <a:off x="1055609" y="131159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3C044B-9C36-E097-C2BB-C8DBDCEE401F}"/>
              </a:ext>
            </a:extLst>
          </p:cNvPr>
          <p:cNvSpPr txBox="1"/>
          <p:nvPr/>
        </p:nvSpPr>
        <p:spPr>
          <a:xfrm>
            <a:off x="1533751" y="1335583"/>
            <a:ext cx="84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FC2B0D-B617-F75F-0E9C-E891C71F0B2E}"/>
              </a:ext>
            </a:extLst>
          </p:cNvPr>
          <p:cNvSpPr txBox="1"/>
          <p:nvPr/>
        </p:nvSpPr>
        <p:spPr>
          <a:xfrm>
            <a:off x="888230" y="126572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10FB6B-DB3C-CA7E-90D3-BA9EA140201A}"/>
              </a:ext>
            </a:extLst>
          </p:cNvPr>
          <p:cNvSpPr txBox="1"/>
          <p:nvPr/>
        </p:nvSpPr>
        <p:spPr>
          <a:xfrm>
            <a:off x="5099635" y="127122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3F28CC-4BC6-10D1-DFC7-D8F2866AF20E}"/>
              </a:ext>
            </a:extLst>
          </p:cNvPr>
          <p:cNvSpPr txBox="1"/>
          <p:nvPr/>
        </p:nvSpPr>
        <p:spPr>
          <a:xfrm>
            <a:off x="5272754" y="130050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0CBD8-6B9B-0037-4809-EFA20D405BFA}"/>
              </a:ext>
            </a:extLst>
          </p:cNvPr>
          <p:cNvSpPr txBox="1"/>
          <p:nvPr/>
        </p:nvSpPr>
        <p:spPr>
          <a:xfrm>
            <a:off x="287010" y="1613324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4A3B64-FDC6-9508-4A30-6FDDE6C66916}"/>
              </a:ext>
            </a:extLst>
          </p:cNvPr>
          <p:cNvSpPr txBox="1"/>
          <p:nvPr/>
        </p:nvSpPr>
        <p:spPr>
          <a:xfrm>
            <a:off x="301883" y="1934711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243EA4-9A66-5E67-00CA-234F5977A305}"/>
              </a:ext>
            </a:extLst>
          </p:cNvPr>
          <p:cNvSpPr txBox="1"/>
          <p:nvPr/>
        </p:nvSpPr>
        <p:spPr>
          <a:xfrm>
            <a:off x="2540188" y="1925369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A62C18-B627-289D-14AD-C246E821CF1D}"/>
              </a:ext>
            </a:extLst>
          </p:cNvPr>
          <p:cNvSpPr txBox="1"/>
          <p:nvPr/>
        </p:nvSpPr>
        <p:spPr>
          <a:xfrm>
            <a:off x="2674318" y="1928000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3E3B2-B3EC-7EEF-E564-3E329B1F26B4}"/>
              </a:ext>
            </a:extLst>
          </p:cNvPr>
          <p:cNvSpPr txBox="1"/>
          <p:nvPr/>
        </p:nvSpPr>
        <p:spPr>
          <a:xfrm>
            <a:off x="6096631" y="1934711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855B2-AAA9-5192-5E34-8D113AA50CD2}"/>
              </a:ext>
            </a:extLst>
          </p:cNvPr>
          <p:cNvSpPr txBox="1"/>
          <p:nvPr/>
        </p:nvSpPr>
        <p:spPr>
          <a:xfrm>
            <a:off x="531374" y="2216731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64A9F1-D870-9A11-1294-4A9DA84E54FA}"/>
              </a:ext>
            </a:extLst>
          </p:cNvPr>
          <p:cNvSpPr txBox="1"/>
          <p:nvPr/>
        </p:nvSpPr>
        <p:spPr>
          <a:xfrm>
            <a:off x="1206510" y="2223287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984100-95F1-C96C-23D7-D4B19AC2CB16}"/>
              </a:ext>
            </a:extLst>
          </p:cNvPr>
          <p:cNvSpPr txBox="1"/>
          <p:nvPr/>
        </p:nvSpPr>
        <p:spPr>
          <a:xfrm>
            <a:off x="1934132" y="2212732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0A3F01-2CFE-7A2B-9E4A-C821FE685C1B}"/>
              </a:ext>
            </a:extLst>
          </p:cNvPr>
          <p:cNvSpPr txBox="1"/>
          <p:nvPr/>
        </p:nvSpPr>
        <p:spPr>
          <a:xfrm>
            <a:off x="514413" y="2472799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4E8256-4825-D8E7-BEE8-3C3A330EDF0F}"/>
              </a:ext>
            </a:extLst>
          </p:cNvPr>
          <p:cNvSpPr txBox="1"/>
          <p:nvPr/>
        </p:nvSpPr>
        <p:spPr>
          <a:xfrm>
            <a:off x="1262727" y="2480840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746C8C-68CC-F169-BF5D-76B2117CC235}"/>
              </a:ext>
            </a:extLst>
          </p:cNvPr>
          <p:cNvSpPr txBox="1"/>
          <p:nvPr/>
        </p:nvSpPr>
        <p:spPr>
          <a:xfrm>
            <a:off x="2222543" y="247774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D86BC7-882D-E87E-22C6-1DAF0D375D2D}"/>
              </a:ext>
            </a:extLst>
          </p:cNvPr>
          <p:cNvSpPr txBox="1"/>
          <p:nvPr/>
        </p:nvSpPr>
        <p:spPr>
          <a:xfrm>
            <a:off x="2393357" y="246691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37A439-4B89-AB10-8952-300B464D108E}"/>
              </a:ext>
            </a:extLst>
          </p:cNvPr>
          <p:cNvSpPr txBox="1"/>
          <p:nvPr/>
        </p:nvSpPr>
        <p:spPr>
          <a:xfrm>
            <a:off x="2514848" y="2480390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4BEE17-E27E-ADD7-8678-18E233ABCECE}"/>
              </a:ext>
            </a:extLst>
          </p:cNvPr>
          <p:cNvSpPr txBox="1"/>
          <p:nvPr/>
        </p:nvSpPr>
        <p:spPr>
          <a:xfrm>
            <a:off x="3143068" y="2503027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783ED7-6C16-092E-829D-647CA02D34AA}"/>
              </a:ext>
            </a:extLst>
          </p:cNvPr>
          <p:cNvSpPr txBox="1"/>
          <p:nvPr/>
        </p:nvSpPr>
        <p:spPr>
          <a:xfrm>
            <a:off x="4068596" y="2477744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6E288D-BDAC-9211-D450-CA1363AFAC6B}"/>
              </a:ext>
            </a:extLst>
          </p:cNvPr>
          <p:cNvSpPr txBox="1"/>
          <p:nvPr/>
        </p:nvSpPr>
        <p:spPr>
          <a:xfrm>
            <a:off x="4782009" y="2481093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1D7A55-5EE4-5627-509D-EAA879F43A4D}"/>
              </a:ext>
            </a:extLst>
          </p:cNvPr>
          <p:cNvSpPr txBox="1"/>
          <p:nvPr/>
        </p:nvSpPr>
        <p:spPr>
          <a:xfrm>
            <a:off x="4911028" y="2484170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FC9F21-3A05-58B0-9C59-3AD1DCBA4618}"/>
              </a:ext>
            </a:extLst>
          </p:cNvPr>
          <p:cNvSpPr txBox="1"/>
          <p:nvPr/>
        </p:nvSpPr>
        <p:spPr>
          <a:xfrm>
            <a:off x="5003785" y="2484170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E934B-9F3D-F20D-4EE9-50A15F2A8FED}"/>
              </a:ext>
            </a:extLst>
          </p:cNvPr>
          <p:cNvSpPr txBox="1"/>
          <p:nvPr/>
        </p:nvSpPr>
        <p:spPr>
          <a:xfrm>
            <a:off x="354470" y="268755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BF07B0-0BDD-CE2B-C6BC-7DFA43E4B35D}"/>
              </a:ext>
            </a:extLst>
          </p:cNvPr>
          <p:cNvSpPr txBox="1"/>
          <p:nvPr/>
        </p:nvSpPr>
        <p:spPr>
          <a:xfrm>
            <a:off x="318276" y="2972745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D2861B-4F4D-4C36-E418-D4DB70A8DBAC}"/>
              </a:ext>
            </a:extLst>
          </p:cNvPr>
          <p:cNvSpPr txBox="1"/>
          <p:nvPr/>
        </p:nvSpPr>
        <p:spPr>
          <a:xfrm>
            <a:off x="398284" y="327257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ECEF3B-BFF0-E381-90AD-3705EFDA8F7C}"/>
              </a:ext>
            </a:extLst>
          </p:cNvPr>
          <p:cNvSpPr txBox="1"/>
          <p:nvPr/>
        </p:nvSpPr>
        <p:spPr>
          <a:xfrm>
            <a:off x="590294" y="3563950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6582A7-B955-C9CF-A079-15277C75F3A2}"/>
              </a:ext>
            </a:extLst>
          </p:cNvPr>
          <p:cNvSpPr txBox="1"/>
          <p:nvPr/>
        </p:nvSpPr>
        <p:spPr>
          <a:xfrm>
            <a:off x="6342581" y="3563950"/>
            <a:ext cx="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{title}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4095E4-E5E2-A51D-CE5F-744E5835F786}"/>
              </a:ext>
            </a:extLst>
          </p:cNvPr>
          <p:cNvSpPr txBox="1"/>
          <p:nvPr/>
        </p:nvSpPr>
        <p:spPr>
          <a:xfrm>
            <a:off x="6897306" y="3563950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0C79F7-5475-3B81-5687-0731315B031D}"/>
              </a:ext>
            </a:extLst>
          </p:cNvPr>
          <p:cNvSpPr txBox="1"/>
          <p:nvPr/>
        </p:nvSpPr>
        <p:spPr>
          <a:xfrm>
            <a:off x="590294" y="3823467"/>
            <a:ext cx="104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BC69AE-3404-D3D0-EAFA-68BAF1D3FDF3}"/>
              </a:ext>
            </a:extLst>
          </p:cNvPr>
          <p:cNvSpPr txBox="1"/>
          <p:nvPr/>
        </p:nvSpPr>
        <p:spPr>
          <a:xfrm>
            <a:off x="656621" y="4685426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741A3-790A-AD5F-BEBE-0979D1F61E2D}"/>
              </a:ext>
            </a:extLst>
          </p:cNvPr>
          <p:cNvSpPr txBox="1"/>
          <p:nvPr/>
        </p:nvSpPr>
        <p:spPr>
          <a:xfrm>
            <a:off x="670320" y="4406644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8DC1F-38EB-4238-6A7C-E9D87C75C02D}"/>
              </a:ext>
            </a:extLst>
          </p:cNvPr>
          <p:cNvSpPr txBox="1"/>
          <p:nvPr/>
        </p:nvSpPr>
        <p:spPr>
          <a:xfrm>
            <a:off x="690780" y="4119317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FF7EE0-2DF2-50E5-C541-DAFD6BD94E29}"/>
              </a:ext>
            </a:extLst>
          </p:cNvPr>
          <p:cNvSpPr txBox="1"/>
          <p:nvPr/>
        </p:nvSpPr>
        <p:spPr>
          <a:xfrm>
            <a:off x="654707" y="5212633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4E759F-A8CA-24CD-477F-31C9D81181C3}"/>
              </a:ext>
            </a:extLst>
          </p:cNvPr>
          <p:cNvSpPr txBox="1"/>
          <p:nvPr/>
        </p:nvSpPr>
        <p:spPr>
          <a:xfrm>
            <a:off x="656622" y="5498347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60B5BA3-B336-1053-9977-31DD35AD5FBE}"/>
              </a:ext>
            </a:extLst>
          </p:cNvPr>
          <p:cNvSpPr txBox="1"/>
          <p:nvPr/>
        </p:nvSpPr>
        <p:spPr>
          <a:xfrm>
            <a:off x="1281851" y="5486078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{req}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42A1B-833C-82A8-EEA0-031973858D1E}"/>
              </a:ext>
            </a:extLst>
          </p:cNvPr>
          <p:cNvSpPr txBox="1"/>
          <p:nvPr/>
        </p:nvSpPr>
        <p:spPr>
          <a:xfrm>
            <a:off x="387465" y="584185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905D1-5CC7-1EE3-9BC0-BD5DD3047A8A}"/>
              </a:ext>
            </a:extLst>
          </p:cNvPr>
          <p:cNvSpPr txBox="1"/>
          <p:nvPr/>
        </p:nvSpPr>
        <p:spPr>
          <a:xfrm>
            <a:off x="269607" y="602268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70AAF8-5D09-5377-272E-8E596A237B21}"/>
              </a:ext>
            </a:extLst>
          </p:cNvPr>
          <p:cNvSpPr txBox="1"/>
          <p:nvPr/>
        </p:nvSpPr>
        <p:spPr>
          <a:xfrm>
            <a:off x="398806" y="6038929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C4571-9463-85B5-C237-68ACA0FBDACD}"/>
              </a:ext>
            </a:extLst>
          </p:cNvPr>
          <p:cNvSpPr txBox="1"/>
          <p:nvPr/>
        </p:nvSpPr>
        <p:spPr>
          <a:xfrm>
            <a:off x="240111" y="6272852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193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54167E-6 2.22222E-6 L -0.00964 0.6055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2" y="3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72CF0-B77B-7F82-6A13-8317627C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4A21055F-CB82-01F0-3946-C4A3C305B586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1CBCB5C-6EA7-06BA-71C1-636BA2711A8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6FF90C6-B39B-BD42-C05C-B28A58DB04B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2C1A0774-D022-795A-3BD8-087D95D1F9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CE6C74B-B3F7-7045-0AA3-F072F79474E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18C9DB0-0471-0314-40F5-44FC57E60C5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AB911AF-9A7F-4763-9E5D-3BCD5F904D8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E635DEE-8423-833A-B1D3-482BCB47F60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67FC1F8-2BE3-D20A-AE6F-E03A7874A35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C440FD3-914D-5B78-3D12-BA70F93DB31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AD311C3-D1C3-E498-B7C6-79928A7BCFE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B0B40E5-8F26-9237-813D-854ADF17E584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1163FB5-910F-87CB-601F-6953C94A81C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D313339-BA18-76FD-12EF-067510E7DAB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3CF60D-A87C-4390-A63C-11740744AA4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26B6E68-C9E6-FAA2-6239-9BC30DCB969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1DE44F7-F019-9D43-B939-2C247368400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D069355-FB2D-C7CB-6E22-0C2A098ADF6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7100C7E-5010-C9C5-E569-C10A4A383ABB}"/>
              </a:ext>
            </a:extLst>
          </p:cNvPr>
          <p:cNvSpPr/>
          <p:nvPr/>
        </p:nvSpPr>
        <p:spPr>
          <a:xfrm>
            <a:off x="242771" y="102255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 hidden="1">
            <a:extLst>
              <a:ext uri="{FF2B5EF4-FFF2-40B4-BE49-F238E27FC236}">
                <a16:creationId xmlns:a16="http://schemas.microsoft.com/office/drawing/2014/main" id="{66706619-D9DA-A319-116F-E4AE7EE404A0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 hidden="1">
            <a:extLst>
              <a:ext uri="{FF2B5EF4-FFF2-40B4-BE49-F238E27FC236}">
                <a16:creationId xmlns:a16="http://schemas.microsoft.com/office/drawing/2014/main" id="{D85861C6-B44F-C5C2-CE69-AE2215E20A28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 hidden="1">
            <a:extLst>
              <a:ext uri="{FF2B5EF4-FFF2-40B4-BE49-F238E27FC236}">
                <a16:creationId xmlns:a16="http://schemas.microsoft.com/office/drawing/2014/main" id="{D0729CDA-9FFE-ACEF-EDD3-981ED76B0455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 hidden="1">
            <a:extLst>
              <a:ext uri="{FF2B5EF4-FFF2-40B4-BE49-F238E27FC236}">
                <a16:creationId xmlns:a16="http://schemas.microsoft.com/office/drawing/2014/main" id="{A7DCE715-3827-441F-9438-7C7F48935A65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 hidden="1">
            <a:extLst>
              <a:ext uri="{FF2B5EF4-FFF2-40B4-BE49-F238E27FC236}">
                <a16:creationId xmlns:a16="http://schemas.microsoft.com/office/drawing/2014/main" id="{26CE8FF8-56E9-1448-2D31-93EF871CF3CB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 hidden="1">
            <a:extLst>
              <a:ext uri="{FF2B5EF4-FFF2-40B4-BE49-F238E27FC236}">
                <a16:creationId xmlns:a16="http://schemas.microsoft.com/office/drawing/2014/main" id="{696D96C6-095E-2910-B7E2-229555743985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AD005E2E-294B-38BF-CAC6-65A94AFB7721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 hidden="1">
            <a:extLst>
              <a:ext uri="{FF2B5EF4-FFF2-40B4-BE49-F238E27FC236}">
                <a16:creationId xmlns:a16="http://schemas.microsoft.com/office/drawing/2014/main" id="{A04A6300-7B47-05E0-8E73-4DEF047529F7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 hidden="1">
            <a:extLst>
              <a:ext uri="{FF2B5EF4-FFF2-40B4-BE49-F238E27FC236}">
                <a16:creationId xmlns:a16="http://schemas.microsoft.com/office/drawing/2014/main" id="{DB03B182-22D5-4085-41C6-7FAF022DFB0E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 hidden="1">
            <a:extLst>
              <a:ext uri="{FF2B5EF4-FFF2-40B4-BE49-F238E27FC236}">
                <a16:creationId xmlns:a16="http://schemas.microsoft.com/office/drawing/2014/main" id="{FC61CD05-FE0E-A7AE-FA42-49760C7F0A62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 hidden="1">
            <a:extLst>
              <a:ext uri="{FF2B5EF4-FFF2-40B4-BE49-F238E27FC236}">
                <a16:creationId xmlns:a16="http://schemas.microsoft.com/office/drawing/2014/main" id="{6BFA335A-C9EE-637D-5381-7065B052646E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 hidden="1">
            <a:extLst>
              <a:ext uri="{FF2B5EF4-FFF2-40B4-BE49-F238E27FC236}">
                <a16:creationId xmlns:a16="http://schemas.microsoft.com/office/drawing/2014/main" id="{E265C8B2-6814-043D-9199-FE67806706A8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 hidden="1">
            <a:extLst>
              <a:ext uri="{FF2B5EF4-FFF2-40B4-BE49-F238E27FC236}">
                <a16:creationId xmlns:a16="http://schemas.microsoft.com/office/drawing/2014/main" id="{B57B1237-0CAB-57D0-2E1C-3FF3E777086C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 hidden="1">
            <a:extLst>
              <a:ext uri="{FF2B5EF4-FFF2-40B4-BE49-F238E27FC236}">
                <a16:creationId xmlns:a16="http://schemas.microsoft.com/office/drawing/2014/main" id="{269A6828-CFDB-E5C2-6A41-24EBAFD1C287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 hidden="1">
            <a:extLst>
              <a:ext uri="{FF2B5EF4-FFF2-40B4-BE49-F238E27FC236}">
                <a16:creationId xmlns:a16="http://schemas.microsoft.com/office/drawing/2014/main" id="{745F040C-B8D7-FC99-2893-16A77486D44A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 hidden="1">
            <a:extLst>
              <a:ext uri="{FF2B5EF4-FFF2-40B4-BE49-F238E27FC236}">
                <a16:creationId xmlns:a16="http://schemas.microsoft.com/office/drawing/2014/main" id="{D64B2FDF-151E-A570-0FB9-F5ACA7219DD9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 hidden="1">
            <a:extLst>
              <a:ext uri="{FF2B5EF4-FFF2-40B4-BE49-F238E27FC236}">
                <a16:creationId xmlns:a16="http://schemas.microsoft.com/office/drawing/2014/main" id="{6A4EDEE4-1CEA-D17D-F816-82128EF65074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 hidden="1">
            <a:extLst>
              <a:ext uri="{FF2B5EF4-FFF2-40B4-BE49-F238E27FC236}">
                <a16:creationId xmlns:a16="http://schemas.microsoft.com/office/drawing/2014/main" id="{950DA299-4D66-5A1C-5349-92B0BE342912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 hidden="1">
            <a:extLst>
              <a:ext uri="{FF2B5EF4-FFF2-40B4-BE49-F238E27FC236}">
                <a16:creationId xmlns:a16="http://schemas.microsoft.com/office/drawing/2014/main" id="{49176140-58B2-BF9A-E836-18F7F502F46B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377D6-1B95-E8A5-63B8-A4D1B6AA10E1}"/>
              </a:ext>
            </a:extLst>
          </p:cNvPr>
          <p:cNvSpPr txBox="1"/>
          <p:nvPr/>
        </p:nvSpPr>
        <p:spPr>
          <a:xfrm>
            <a:off x="242771" y="997033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E77F50-B49A-B28E-0234-42C22EE73A15}"/>
              </a:ext>
            </a:extLst>
          </p:cNvPr>
          <p:cNvSpPr txBox="1"/>
          <p:nvPr/>
        </p:nvSpPr>
        <p:spPr>
          <a:xfrm>
            <a:off x="1921217" y="1019219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73F426-FC82-F0CF-2FB9-1410016200DE}"/>
              </a:ext>
            </a:extLst>
          </p:cNvPr>
          <p:cNvSpPr txBox="1"/>
          <p:nvPr/>
        </p:nvSpPr>
        <p:spPr>
          <a:xfrm>
            <a:off x="4063020" y="1000668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98907D-F144-25DD-BD91-2607F3E041D1}"/>
              </a:ext>
            </a:extLst>
          </p:cNvPr>
          <p:cNvSpPr txBox="1"/>
          <p:nvPr/>
        </p:nvSpPr>
        <p:spPr>
          <a:xfrm>
            <a:off x="4648698" y="1002865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3A67EA-C390-748A-8EAE-F844F57D4DAD}"/>
              </a:ext>
            </a:extLst>
          </p:cNvPr>
          <p:cNvSpPr txBox="1"/>
          <p:nvPr/>
        </p:nvSpPr>
        <p:spPr>
          <a:xfrm>
            <a:off x="6587719" y="998598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DD66E1-BCD2-DD27-5C64-2A2954771539}"/>
              </a:ext>
            </a:extLst>
          </p:cNvPr>
          <p:cNvSpPr txBox="1"/>
          <p:nvPr/>
        </p:nvSpPr>
        <p:spPr>
          <a:xfrm>
            <a:off x="6870528" y="984288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A94A4C-70F5-ADA2-D4AD-54E319D65C15}"/>
              </a:ext>
            </a:extLst>
          </p:cNvPr>
          <p:cNvSpPr txBox="1"/>
          <p:nvPr/>
        </p:nvSpPr>
        <p:spPr>
          <a:xfrm>
            <a:off x="298612" y="128832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AAEEF9-0842-F119-7E9E-31A94004698B}"/>
              </a:ext>
            </a:extLst>
          </p:cNvPr>
          <p:cNvSpPr txBox="1"/>
          <p:nvPr/>
        </p:nvSpPr>
        <p:spPr>
          <a:xfrm>
            <a:off x="1055609" y="131159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FEFA6E-ED19-86BB-1D91-91A880DABC7C}"/>
              </a:ext>
            </a:extLst>
          </p:cNvPr>
          <p:cNvSpPr txBox="1"/>
          <p:nvPr/>
        </p:nvSpPr>
        <p:spPr>
          <a:xfrm>
            <a:off x="888230" y="126572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FD099A-E8ED-6EFF-33CE-BA85AF7417BB}"/>
              </a:ext>
            </a:extLst>
          </p:cNvPr>
          <p:cNvSpPr txBox="1"/>
          <p:nvPr/>
        </p:nvSpPr>
        <p:spPr>
          <a:xfrm>
            <a:off x="5099635" y="127122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CEE8B2-AE8C-BE95-FD55-1CDBC248ED63}"/>
              </a:ext>
            </a:extLst>
          </p:cNvPr>
          <p:cNvSpPr txBox="1"/>
          <p:nvPr/>
        </p:nvSpPr>
        <p:spPr>
          <a:xfrm>
            <a:off x="5272754" y="130050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308FB-70CB-6A8B-03EE-B6FE6A9375A2}"/>
              </a:ext>
            </a:extLst>
          </p:cNvPr>
          <p:cNvSpPr txBox="1"/>
          <p:nvPr/>
        </p:nvSpPr>
        <p:spPr>
          <a:xfrm>
            <a:off x="287010" y="1613324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195D41-1872-8B3C-C3EF-7E37B2E67DCC}"/>
              </a:ext>
            </a:extLst>
          </p:cNvPr>
          <p:cNvSpPr txBox="1"/>
          <p:nvPr/>
        </p:nvSpPr>
        <p:spPr>
          <a:xfrm>
            <a:off x="301883" y="1934711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9721E6-428F-4511-3BD1-1FA14B303C5E}"/>
              </a:ext>
            </a:extLst>
          </p:cNvPr>
          <p:cNvSpPr txBox="1"/>
          <p:nvPr/>
        </p:nvSpPr>
        <p:spPr>
          <a:xfrm>
            <a:off x="2540188" y="1925369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0C35A3-4074-ABDE-16AB-AE0F5758A41A}"/>
              </a:ext>
            </a:extLst>
          </p:cNvPr>
          <p:cNvSpPr txBox="1"/>
          <p:nvPr/>
        </p:nvSpPr>
        <p:spPr>
          <a:xfrm>
            <a:off x="2674318" y="1928000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B9D047-CF13-6AFE-5CD5-BE0B75D5DCDC}"/>
              </a:ext>
            </a:extLst>
          </p:cNvPr>
          <p:cNvSpPr txBox="1"/>
          <p:nvPr/>
        </p:nvSpPr>
        <p:spPr>
          <a:xfrm>
            <a:off x="6096631" y="1934711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37790-053B-A4A5-636A-97D594D364E5}"/>
              </a:ext>
            </a:extLst>
          </p:cNvPr>
          <p:cNvSpPr txBox="1"/>
          <p:nvPr/>
        </p:nvSpPr>
        <p:spPr>
          <a:xfrm>
            <a:off x="531374" y="2216731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5E46C6-6AD5-BECC-6251-094C6D7AFE3E}"/>
              </a:ext>
            </a:extLst>
          </p:cNvPr>
          <p:cNvSpPr txBox="1"/>
          <p:nvPr/>
        </p:nvSpPr>
        <p:spPr>
          <a:xfrm>
            <a:off x="1206510" y="2223287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2FFFD-11E3-3311-6FFA-E0D926DAD4D1}"/>
              </a:ext>
            </a:extLst>
          </p:cNvPr>
          <p:cNvSpPr txBox="1"/>
          <p:nvPr/>
        </p:nvSpPr>
        <p:spPr>
          <a:xfrm>
            <a:off x="1934132" y="2212732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0F4A62-8CCA-2CDE-BBD3-74CB0E1057EA}"/>
              </a:ext>
            </a:extLst>
          </p:cNvPr>
          <p:cNvSpPr txBox="1"/>
          <p:nvPr/>
        </p:nvSpPr>
        <p:spPr>
          <a:xfrm>
            <a:off x="514413" y="2472799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23C9C8-384F-517D-0079-42C8DB19819A}"/>
              </a:ext>
            </a:extLst>
          </p:cNvPr>
          <p:cNvSpPr txBox="1"/>
          <p:nvPr/>
        </p:nvSpPr>
        <p:spPr>
          <a:xfrm>
            <a:off x="1262727" y="2480840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34BAE-CF2B-D200-F923-574BADDF8616}"/>
              </a:ext>
            </a:extLst>
          </p:cNvPr>
          <p:cNvSpPr txBox="1"/>
          <p:nvPr/>
        </p:nvSpPr>
        <p:spPr>
          <a:xfrm>
            <a:off x="2222543" y="247774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0384CE-CC38-6CC9-E583-31E3D3FAA63B}"/>
              </a:ext>
            </a:extLst>
          </p:cNvPr>
          <p:cNvSpPr txBox="1"/>
          <p:nvPr/>
        </p:nvSpPr>
        <p:spPr>
          <a:xfrm>
            <a:off x="2393357" y="246691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AB81AE-6D9F-CAFB-7FD7-2E3BF70F0345}"/>
              </a:ext>
            </a:extLst>
          </p:cNvPr>
          <p:cNvSpPr txBox="1"/>
          <p:nvPr/>
        </p:nvSpPr>
        <p:spPr>
          <a:xfrm>
            <a:off x="2514848" y="2480390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E3A585-0FBD-3C0B-4D55-6D0EAE81805F}"/>
              </a:ext>
            </a:extLst>
          </p:cNvPr>
          <p:cNvSpPr txBox="1"/>
          <p:nvPr/>
        </p:nvSpPr>
        <p:spPr>
          <a:xfrm>
            <a:off x="3143068" y="2503027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6B721B-D54C-22FB-D983-ADA42B1E6C89}"/>
              </a:ext>
            </a:extLst>
          </p:cNvPr>
          <p:cNvSpPr txBox="1"/>
          <p:nvPr/>
        </p:nvSpPr>
        <p:spPr>
          <a:xfrm>
            <a:off x="4068596" y="2477744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80E57D-8E25-E2BE-B5A9-FA2C0CE10E1B}"/>
              </a:ext>
            </a:extLst>
          </p:cNvPr>
          <p:cNvSpPr txBox="1"/>
          <p:nvPr/>
        </p:nvSpPr>
        <p:spPr>
          <a:xfrm>
            <a:off x="4782009" y="2481093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F77384-7DCC-485F-74FB-E8240B3AEA67}"/>
              </a:ext>
            </a:extLst>
          </p:cNvPr>
          <p:cNvSpPr txBox="1"/>
          <p:nvPr/>
        </p:nvSpPr>
        <p:spPr>
          <a:xfrm>
            <a:off x="4911028" y="2484170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AA3082-28EE-9FDA-A5E0-E53606AF016D}"/>
              </a:ext>
            </a:extLst>
          </p:cNvPr>
          <p:cNvSpPr txBox="1"/>
          <p:nvPr/>
        </p:nvSpPr>
        <p:spPr>
          <a:xfrm>
            <a:off x="5003785" y="2484170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2A616F-9FB6-2DD6-8850-7C02DF6B1897}"/>
              </a:ext>
            </a:extLst>
          </p:cNvPr>
          <p:cNvSpPr txBox="1"/>
          <p:nvPr/>
        </p:nvSpPr>
        <p:spPr>
          <a:xfrm>
            <a:off x="354470" y="268755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40046A-D602-F13F-EF37-C280DA81A1C8}"/>
              </a:ext>
            </a:extLst>
          </p:cNvPr>
          <p:cNvSpPr txBox="1"/>
          <p:nvPr/>
        </p:nvSpPr>
        <p:spPr>
          <a:xfrm>
            <a:off x="318276" y="2972745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240618-8785-D718-1467-C38E25F467EA}"/>
              </a:ext>
            </a:extLst>
          </p:cNvPr>
          <p:cNvSpPr txBox="1"/>
          <p:nvPr/>
        </p:nvSpPr>
        <p:spPr>
          <a:xfrm>
            <a:off x="398284" y="3272574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DD87A9-6AAA-B18C-DAA8-196B9B4945B0}"/>
              </a:ext>
            </a:extLst>
          </p:cNvPr>
          <p:cNvSpPr txBox="1"/>
          <p:nvPr/>
        </p:nvSpPr>
        <p:spPr>
          <a:xfrm>
            <a:off x="590294" y="3563950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EFAFA4-2201-F6F5-8DFA-77A779EACC99}"/>
              </a:ext>
            </a:extLst>
          </p:cNvPr>
          <p:cNvSpPr txBox="1"/>
          <p:nvPr/>
        </p:nvSpPr>
        <p:spPr>
          <a:xfrm>
            <a:off x="6342581" y="3563950"/>
            <a:ext cx="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{title}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E23D0F-3627-50CA-5197-5EA02BBE1E6B}"/>
              </a:ext>
            </a:extLst>
          </p:cNvPr>
          <p:cNvSpPr txBox="1"/>
          <p:nvPr/>
        </p:nvSpPr>
        <p:spPr>
          <a:xfrm>
            <a:off x="6897306" y="3563950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1B18F8-AA22-5BF5-3A37-0D539BE02B3B}"/>
              </a:ext>
            </a:extLst>
          </p:cNvPr>
          <p:cNvSpPr txBox="1"/>
          <p:nvPr/>
        </p:nvSpPr>
        <p:spPr>
          <a:xfrm>
            <a:off x="590294" y="3823467"/>
            <a:ext cx="104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3B5CF-D2BE-D690-E3B2-DA445E4C537C}"/>
              </a:ext>
            </a:extLst>
          </p:cNvPr>
          <p:cNvSpPr txBox="1"/>
          <p:nvPr/>
        </p:nvSpPr>
        <p:spPr>
          <a:xfrm>
            <a:off x="656621" y="4685426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6CE8DA-0252-61E2-1392-9745674BE844}"/>
              </a:ext>
            </a:extLst>
          </p:cNvPr>
          <p:cNvSpPr txBox="1"/>
          <p:nvPr/>
        </p:nvSpPr>
        <p:spPr>
          <a:xfrm>
            <a:off x="670320" y="4406644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F3E5E-5D8C-5928-7908-2A8FFBF373EF}"/>
              </a:ext>
            </a:extLst>
          </p:cNvPr>
          <p:cNvSpPr txBox="1"/>
          <p:nvPr/>
        </p:nvSpPr>
        <p:spPr>
          <a:xfrm>
            <a:off x="690780" y="4119317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0B8FDF-2AF4-FA54-F8AC-0C29E18670D7}"/>
              </a:ext>
            </a:extLst>
          </p:cNvPr>
          <p:cNvSpPr txBox="1"/>
          <p:nvPr/>
        </p:nvSpPr>
        <p:spPr>
          <a:xfrm>
            <a:off x="654707" y="5212633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E11E43-8E89-58F4-E847-FCE73D4E00E0}"/>
              </a:ext>
            </a:extLst>
          </p:cNvPr>
          <p:cNvSpPr txBox="1"/>
          <p:nvPr/>
        </p:nvSpPr>
        <p:spPr>
          <a:xfrm>
            <a:off x="656622" y="5498347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A257390-7889-0678-8ABF-E45B036D849F}"/>
              </a:ext>
            </a:extLst>
          </p:cNvPr>
          <p:cNvSpPr txBox="1"/>
          <p:nvPr/>
        </p:nvSpPr>
        <p:spPr>
          <a:xfrm>
            <a:off x="1281851" y="5486078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{req[</a:t>
            </a:r>
            <a:r>
              <a:rPr lang="en-US" dirty="0" err="1">
                <a:latin typeface="Berlin Sans FB" panose="020E0602020502020306" pitchFamily="34" charset="0"/>
              </a:rPr>
              <a:t>htmld</a:t>
            </a:r>
            <a:r>
              <a:rPr lang="en-US" dirty="0">
                <a:latin typeface="Berlin Sans FB" panose="020E0602020502020306" pitchFamily="34" charset="0"/>
              </a:rPr>
              <a:t>]}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E9CF25-17E2-86E7-278A-D7F66259DF0D}"/>
              </a:ext>
            </a:extLst>
          </p:cNvPr>
          <p:cNvSpPr txBox="1"/>
          <p:nvPr/>
        </p:nvSpPr>
        <p:spPr>
          <a:xfrm>
            <a:off x="387465" y="584185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54F4D-B2F8-A8AA-65CB-F290DDC7999A}"/>
              </a:ext>
            </a:extLst>
          </p:cNvPr>
          <p:cNvSpPr txBox="1"/>
          <p:nvPr/>
        </p:nvSpPr>
        <p:spPr>
          <a:xfrm>
            <a:off x="269607" y="602268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C274B5-BAD3-AF9B-4FE0-AC3BC8BD36AC}"/>
              </a:ext>
            </a:extLst>
          </p:cNvPr>
          <p:cNvSpPr txBox="1"/>
          <p:nvPr/>
        </p:nvSpPr>
        <p:spPr>
          <a:xfrm>
            <a:off x="398806" y="6038929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72976-57F1-148A-3918-7D54B26D957C}"/>
              </a:ext>
            </a:extLst>
          </p:cNvPr>
          <p:cNvSpPr txBox="1"/>
          <p:nvPr/>
        </p:nvSpPr>
        <p:spPr>
          <a:xfrm>
            <a:off x="240111" y="6272852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618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CEC05-3801-ECF0-1F16-39B1A97C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2CB4834E-A874-07F2-204E-79F8CAAA245B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0EEAB1F-B41C-FB1E-5E4C-38D09D96866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1A133DA-0C9A-79E5-137A-F581DDE78F4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6B4FB1C-9FB2-7ED8-8DA7-A409C19CD3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598230D-4F14-2CAB-88CA-3CBDD972238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45C743E-D9F8-EEBB-4B98-DC46D18B00A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1C7B551-31F8-B194-E6B4-2C13FABF5E2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8DB9052-C214-8185-B600-7EEE1AB4B9B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24BA13A-8129-393A-B679-25F0D0B988C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B4A2C01-512E-6C59-C104-EE52B8E9AB7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E54223D-181E-D924-9024-AB789ABB90C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69E672-F9F2-8246-1D0A-88D06E50934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C9B9418-03CF-7558-B94A-F8CBB1438B3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09C0E0A-31FD-61D6-8087-B2BBEA98241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B462D6F-DFD8-057D-EBC5-47ECF7F5494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70DCF19-0409-D58D-2461-7E2B5B7DDFD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9B0F2A3-07CB-BB01-358F-D446FFB0FF0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F948F75-E06B-5D0D-DBA7-0E4685FA1DA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6C79AE0-8401-166A-CA24-C4850CA407D5}"/>
              </a:ext>
            </a:extLst>
          </p:cNvPr>
          <p:cNvSpPr/>
          <p:nvPr/>
        </p:nvSpPr>
        <p:spPr>
          <a:xfrm>
            <a:off x="242771" y="102255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 hidden="1">
            <a:extLst>
              <a:ext uri="{FF2B5EF4-FFF2-40B4-BE49-F238E27FC236}">
                <a16:creationId xmlns:a16="http://schemas.microsoft.com/office/drawing/2014/main" id="{1FE7424A-68E7-F249-5840-31E23BC1593D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 hidden="1">
            <a:extLst>
              <a:ext uri="{FF2B5EF4-FFF2-40B4-BE49-F238E27FC236}">
                <a16:creationId xmlns:a16="http://schemas.microsoft.com/office/drawing/2014/main" id="{07B6A890-44F5-E01C-4903-1DA4F0B8C739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 hidden="1">
            <a:extLst>
              <a:ext uri="{FF2B5EF4-FFF2-40B4-BE49-F238E27FC236}">
                <a16:creationId xmlns:a16="http://schemas.microsoft.com/office/drawing/2014/main" id="{6BE89559-0E0F-FBB9-379E-5315A8F291C8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 hidden="1">
            <a:extLst>
              <a:ext uri="{FF2B5EF4-FFF2-40B4-BE49-F238E27FC236}">
                <a16:creationId xmlns:a16="http://schemas.microsoft.com/office/drawing/2014/main" id="{041FDFAE-D02F-5BC8-FD8E-31EDA42BAE7B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 hidden="1">
            <a:extLst>
              <a:ext uri="{FF2B5EF4-FFF2-40B4-BE49-F238E27FC236}">
                <a16:creationId xmlns:a16="http://schemas.microsoft.com/office/drawing/2014/main" id="{5F9E3B44-2B50-87FE-8F0C-EE87814799FB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 hidden="1">
            <a:extLst>
              <a:ext uri="{FF2B5EF4-FFF2-40B4-BE49-F238E27FC236}">
                <a16:creationId xmlns:a16="http://schemas.microsoft.com/office/drawing/2014/main" id="{5B2BE925-55F3-611C-C158-3447D3E2F9C2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D4F438C3-8B77-BD48-DE20-358CFD8D6E59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 hidden="1">
            <a:extLst>
              <a:ext uri="{FF2B5EF4-FFF2-40B4-BE49-F238E27FC236}">
                <a16:creationId xmlns:a16="http://schemas.microsoft.com/office/drawing/2014/main" id="{ACAD5C75-EF76-DF3A-798B-CC970D3B1341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 hidden="1">
            <a:extLst>
              <a:ext uri="{FF2B5EF4-FFF2-40B4-BE49-F238E27FC236}">
                <a16:creationId xmlns:a16="http://schemas.microsoft.com/office/drawing/2014/main" id="{70817DC1-CC6B-BCFD-F63B-90CD78EA21BF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 hidden="1">
            <a:extLst>
              <a:ext uri="{FF2B5EF4-FFF2-40B4-BE49-F238E27FC236}">
                <a16:creationId xmlns:a16="http://schemas.microsoft.com/office/drawing/2014/main" id="{CD243175-DEC8-0C26-4922-42245328D46D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 hidden="1">
            <a:extLst>
              <a:ext uri="{FF2B5EF4-FFF2-40B4-BE49-F238E27FC236}">
                <a16:creationId xmlns:a16="http://schemas.microsoft.com/office/drawing/2014/main" id="{AA344B06-207F-913A-CD1D-A181196C107A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 hidden="1">
            <a:extLst>
              <a:ext uri="{FF2B5EF4-FFF2-40B4-BE49-F238E27FC236}">
                <a16:creationId xmlns:a16="http://schemas.microsoft.com/office/drawing/2014/main" id="{637F87AD-58D7-1473-CF8D-40898EFB0864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 hidden="1">
            <a:extLst>
              <a:ext uri="{FF2B5EF4-FFF2-40B4-BE49-F238E27FC236}">
                <a16:creationId xmlns:a16="http://schemas.microsoft.com/office/drawing/2014/main" id="{81010F64-DFC3-B2E7-1CAD-CEA18E25AF05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 hidden="1">
            <a:extLst>
              <a:ext uri="{FF2B5EF4-FFF2-40B4-BE49-F238E27FC236}">
                <a16:creationId xmlns:a16="http://schemas.microsoft.com/office/drawing/2014/main" id="{57D6CF61-CE60-CACF-D481-E021BD339C6F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 hidden="1">
            <a:extLst>
              <a:ext uri="{FF2B5EF4-FFF2-40B4-BE49-F238E27FC236}">
                <a16:creationId xmlns:a16="http://schemas.microsoft.com/office/drawing/2014/main" id="{2621750A-8970-4800-EDE4-01DF28B0D457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 hidden="1">
            <a:extLst>
              <a:ext uri="{FF2B5EF4-FFF2-40B4-BE49-F238E27FC236}">
                <a16:creationId xmlns:a16="http://schemas.microsoft.com/office/drawing/2014/main" id="{438EA797-BA46-39F9-2C6C-1E647790C5B8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 hidden="1">
            <a:extLst>
              <a:ext uri="{FF2B5EF4-FFF2-40B4-BE49-F238E27FC236}">
                <a16:creationId xmlns:a16="http://schemas.microsoft.com/office/drawing/2014/main" id="{3AFAE3C2-8DC9-A14D-9009-C1A51C003134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 hidden="1">
            <a:extLst>
              <a:ext uri="{FF2B5EF4-FFF2-40B4-BE49-F238E27FC236}">
                <a16:creationId xmlns:a16="http://schemas.microsoft.com/office/drawing/2014/main" id="{F667C98C-6FB0-4F41-DFF1-7B85A23107F4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 hidden="1">
            <a:extLst>
              <a:ext uri="{FF2B5EF4-FFF2-40B4-BE49-F238E27FC236}">
                <a16:creationId xmlns:a16="http://schemas.microsoft.com/office/drawing/2014/main" id="{7F363EB4-7AC9-1AA7-6823-265A8DB2B427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47437-39A3-82D6-F5C3-2B44A5299AD9}"/>
              </a:ext>
            </a:extLst>
          </p:cNvPr>
          <p:cNvSpPr txBox="1"/>
          <p:nvPr/>
        </p:nvSpPr>
        <p:spPr>
          <a:xfrm>
            <a:off x="242771" y="997033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F8D480-4AAD-AB3B-538A-3B737A0CD80F}"/>
              </a:ext>
            </a:extLst>
          </p:cNvPr>
          <p:cNvSpPr txBox="1"/>
          <p:nvPr/>
        </p:nvSpPr>
        <p:spPr>
          <a:xfrm>
            <a:off x="1921217" y="1019219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7BC1D-FD9A-A658-D74B-3B3C86E9E845}"/>
              </a:ext>
            </a:extLst>
          </p:cNvPr>
          <p:cNvSpPr txBox="1"/>
          <p:nvPr/>
        </p:nvSpPr>
        <p:spPr>
          <a:xfrm>
            <a:off x="4063020" y="1000668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718020-FE7F-561E-31B8-A8BB3E4906DA}"/>
              </a:ext>
            </a:extLst>
          </p:cNvPr>
          <p:cNvSpPr txBox="1"/>
          <p:nvPr/>
        </p:nvSpPr>
        <p:spPr>
          <a:xfrm>
            <a:off x="4648698" y="1002865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5374F4-FE5F-6ECF-4D6B-4AA11A9C997D}"/>
              </a:ext>
            </a:extLst>
          </p:cNvPr>
          <p:cNvSpPr txBox="1"/>
          <p:nvPr/>
        </p:nvSpPr>
        <p:spPr>
          <a:xfrm>
            <a:off x="6587719" y="998598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5C9216-9503-2FBF-FEF4-2E9AA7215C83}"/>
              </a:ext>
            </a:extLst>
          </p:cNvPr>
          <p:cNvSpPr txBox="1"/>
          <p:nvPr/>
        </p:nvSpPr>
        <p:spPr>
          <a:xfrm>
            <a:off x="6870528" y="984288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113CAD-1CC2-6E6D-ED3A-D42CD31FC067}"/>
              </a:ext>
            </a:extLst>
          </p:cNvPr>
          <p:cNvSpPr txBox="1"/>
          <p:nvPr/>
        </p:nvSpPr>
        <p:spPr>
          <a:xfrm>
            <a:off x="298612" y="128832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6D4EF2-0925-9599-FAC9-D59821B808B5}"/>
              </a:ext>
            </a:extLst>
          </p:cNvPr>
          <p:cNvSpPr txBox="1"/>
          <p:nvPr/>
        </p:nvSpPr>
        <p:spPr>
          <a:xfrm>
            <a:off x="1055609" y="131159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98A4A6-AC26-597A-A771-897A9DBC59A5}"/>
              </a:ext>
            </a:extLst>
          </p:cNvPr>
          <p:cNvSpPr txBox="1"/>
          <p:nvPr/>
        </p:nvSpPr>
        <p:spPr>
          <a:xfrm>
            <a:off x="4532795" y="1317094"/>
            <a:ext cx="66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…rest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D6825E-8CCD-1CF3-4B9D-DB55B429A2B9}"/>
              </a:ext>
            </a:extLst>
          </p:cNvPr>
          <p:cNvSpPr txBox="1"/>
          <p:nvPr/>
        </p:nvSpPr>
        <p:spPr>
          <a:xfrm>
            <a:off x="888230" y="126572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7E6F4A-D94A-BE99-DDF1-C5B71ACE381C}"/>
              </a:ext>
            </a:extLst>
          </p:cNvPr>
          <p:cNvSpPr txBox="1"/>
          <p:nvPr/>
        </p:nvSpPr>
        <p:spPr>
          <a:xfrm>
            <a:off x="5099635" y="127122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9FA674-4D72-0317-2E0A-2FE53B43F218}"/>
              </a:ext>
            </a:extLst>
          </p:cNvPr>
          <p:cNvSpPr txBox="1"/>
          <p:nvPr/>
        </p:nvSpPr>
        <p:spPr>
          <a:xfrm>
            <a:off x="5272754" y="130050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7E1C2-D29C-2FEA-0A85-03F21434636A}"/>
              </a:ext>
            </a:extLst>
          </p:cNvPr>
          <p:cNvSpPr txBox="1"/>
          <p:nvPr/>
        </p:nvSpPr>
        <p:spPr>
          <a:xfrm>
            <a:off x="287010" y="1613324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33C4BE-5A3F-651F-9F51-790EB7CE7622}"/>
              </a:ext>
            </a:extLst>
          </p:cNvPr>
          <p:cNvSpPr txBox="1"/>
          <p:nvPr/>
        </p:nvSpPr>
        <p:spPr>
          <a:xfrm>
            <a:off x="301883" y="1934711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9C5104-4F99-3B31-FC0C-BD5B166BE898}"/>
              </a:ext>
            </a:extLst>
          </p:cNvPr>
          <p:cNvSpPr txBox="1"/>
          <p:nvPr/>
        </p:nvSpPr>
        <p:spPr>
          <a:xfrm>
            <a:off x="2540188" y="1925369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9877FC-515C-7DCD-8993-F01FFE4478F0}"/>
              </a:ext>
            </a:extLst>
          </p:cNvPr>
          <p:cNvSpPr txBox="1"/>
          <p:nvPr/>
        </p:nvSpPr>
        <p:spPr>
          <a:xfrm>
            <a:off x="2674318" y="1928000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DEDD02-3485-3F59-B792-965E8B118C30}"/>
              </a:ext>
            </a:extLst>
          </p:cNvPr>
          <p:cNvSpPr txBox="1"/>
          <p:nvPr/>
        </p:nvSpPr>
        <p:spPr>
          <a:xfrm>
            <a:off x="6096631" y="1934711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1A6E5-BB76-D913-6AA9-B9E70F302115}"/>
              </a:ext>
            </a:extLst>
          </p:cNvPr>
          <p:cNvSpPr txBox="1"/>
          <p:nvPr/>
        </p:nvSpPr>
        <p:spPr>
          <a:xfrm>
            <a:off x="531374" y="2216731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C89268-F676-1B1E-0550-4A9461F0BC90}"/>
              </a:ext>
            </a:extLst>
          </p:cNvPr>
          <p:cNvSpPr txBox="1"/>
          <p:nvPr/>
        </p:nvSpPr>
        <p:spPr>
          <a:xfrm>
            <a:off x="1206510" y="2223287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BC512E-62F1-ED3B-E8EB-F4E7489DC182}"/>
              </a:ext>
            </a:extLst>
          </p:cNvPr>
          <p:cNvSpPr txBox="1"/>
          <p:nvPr/>
        </p:nvSpPr>
        <p:spPr>
          <a:xfrm>
            <a:off x="1934132" y="2212732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1C3AC4-AC7D-5E81-3B4E-BFE481C2BA20}"/>
              </a:ext>
            </a:extLst>
          </p:cNvPr>
          <p:cNvSpPr txBox="1"/>
          <p:nvPr/>
        </p:nvSpPr>
        <p:spPr>
          <a:xfrm>
            <a:off x="514413" y="2472799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0F922A-BD89-84E6-722C-8D0DC5B9DC43}"/>
              </a:ext>
            </a:extLst>
          </p:cNvPr>
          <p:cNvSpPr txBox="1"/>
          <p:nvPr/>
        </p:nvSpPr>
        <p:spPr>
          <a:xfrm>
            <a:off x="1262727" y="2480840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676F9E-0043-4167-2DD2-AD63FC6AE03C}"/>
              </a:ext>
            </a:extLst>
          </p:cNvPr>
          <p:cNvSpPr txBox="1"/>
          <p:nvPr/>
        </p:nvSpPr>
        <p:spPr>
          <a:xfrm>
            <a:off x="2222543" y="247774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DF35FB-7CBE-D37A-88FE-E0FCD9EA6E94}"/>
              </a:ext>
            </a:extLst>
          </p:cNvPr>
          <p:cNvSpPr txBox="1"/>
          <p:nvPr/>
        </p:nvSpPr>
        <p:spPr>
          <a:xfrm>
            <a:off x="2393357" y="246691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52034D-4F1B-2A78-1ADA-07520D9F878F}"/>
              </a:ext>
            </a:extLst>
          </p:cNvPr>
          <p:cNvSpPr txBox="1"/>
          <p:nvPr/>
        </p:nvSpPr>
        <p:spPr>
          <a:xfrm>
            <a:off x="2514848" y="2480390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9C8385-B778-7889-FE81-1C608368266C}"/>
              </a:ext>
            </a:extLst>
          </p:cNvPr>
          <p:cNvSpPr txBox="1"/>
          <p:nvPr/>
        </p:nvSpPr>
        <p:spPr>
          <a:xfrm>
            <a:off x="3143068" y="2503027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F8F8AE-F03D-4727-A507-16DE31D82F7F}"/>
              </a:ext>
            </a:extLst>
          </p:cNvPr>
          <p:cNvSpPr txBox="1"/>
          <p:nvPr/>
        </p:nvSpPr>
        <p:spPr>
          <a:xfrm>
            <a:off x="4068596" y="2477744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6F2E53-DE52-6777-7FEE-A94BDE3E1569}"/>
              </a:ext>
            </a:extLst>
          </p:cNvPr>
          <p:cNvSpPr txBox="1"/>
          <p:nvPr/>
        </p:nvSpPr>
        <p:spPr>
          <a:xfrm>
            <a:off x="4782009" y="2481093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6302CE-8ABC-7625-A1F9-44A4E21382C9}"/>
              </a:ext>
            </a:extLst>
          </p:cNvPr>
          <p:cNvSpPr txBox="1"/>
          <p:nvPr/>
        </p:nvSpPr>
        <p:spPr>
          <a:xfrm>
            <a:off x="4911028" y="2484170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95F67B-1D06-0782-DE69-51EB75873337}"/>
              </a:ext>
            </a:extLst>
          </p:cNvPr>
          <p:cNvSpPr txBox="1"/>
          <p:nvPr/>
        </p:nvSpPr>
        <p:spPr>
          <a:xfrm>
            <a:off x="5003785" y="2484170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101AA-22F4-59A6-0D48-A11264245C71}"/>
              </a:ext>
            </a:extLst>
          </p:cNvPr>
          <p:cNvSpPr txBox="1"/>
          <p:nvPr/>
        </p:nvSpPr>
        <p:spPr>
          <a:xfrm>
            <a:off x="354470" y="268755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2B387C-4D5E-4BD3-A230-19573696EA4E}"/>
              </a:ext>
            </a:extLst>
          </p:cNvPr>
          <p:cNvSpPr txBox="1"/>
          <p:nvPr/>
        </p:nvSpPr>
        <p:spPr>
          <a:xfrm>
            <a:off x="318276" y="2913753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72F83C-265E-6822-D6B1-223E521EE6FB}"/>
              </a:ext>
            </a:extLst>
          </p:cNvPr>
          <p:cNvSpPr txBox="1"/>
          <p:nvPr/>
        </p:nvSpPr>
        <p:spPr>
          <a:xfrm>
            <a:off x="398284" y="3193918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07465C-806E-89A2-6833-53A2A991D56C}"/>
              </a:ext>
            </a:extLst>
          </p:cNvPr>
          <p:cNvSpPr txBox="1"/>
          <p:nvPr/>
        </p:nvSpPr>
        <p:spPr>
          <a:xfrm>
            <a:off x="590294" y="3495124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5B046-3C99-FF72-B334-7178F03ED79F}"/>
              </a:ext>
            </a:extLst>
          </p:cNvPr>
          <p:cNvSpPr txBox="1"/>
          <p:nvPr/>
        </p:nvSpPr>
        <p:spPr>
          <a:xfrm>
            <a:off x="6342581" y="3495124"/>
            <a:ext cx="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{title}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289619-55FA-0418-80CD-410FC94BCD65}"/>
              </a:ext>
            </a:extLst>
          </p:cNvPr>
          <p:cNvSpPr txBox="1"/>
          <p:nvPr/>
        </p:nvSpPr>
        <p:spPr>
          <a:xfrm>
            <a:off x="6897306" y="3495124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E36528-0C7C-76EB-F320-6C5443BABD18}"/>
              </a:ext>
            </a:extLst>
          </p:cNvPr>
          <p:cNvSpPr txBox="1"/>
          <p:nvPr/>
        </p:nvSpPr>
        <p:spPr>
          <a:xfrm>
            <a:off x="590294" y="3823467"/>
            <a:ext cx="104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756F5-44B7-193A-2A1F-B887A0D21E0D}"/>
              </a:ext>
            </a:extLst>
          </p:cNvPr>
          <p:cNvSpPr txBox="1"/>
          <p:nvPr/>
        </p:nvSpPr>
        <p:spPr>
          <a:xfrm>
            <a:off x="656621" y="4685426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81CAD-A91F-71E2-61DC-D610059A7B90}"/>
              </a:ext>
            </a:extLst>
          </p:cNvPr>
          <p:cNvSpPr txBox="1"/>
          <p:nvPr/>
        </p:nvSpPr>
        <p:spPr>
          <a:xfrm>
            <a:off x="670320" y="4406644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604F2-6E1F-FCFA-44E0-5533EAFBA582}"/>
              </a:ext>
            </a:extLst>
          </p:cNvPr>
          <p:cNvSpPr txBox="1"/>
          <p:nvPr/>
        </p:nvSpPr>
        <p:spPr>
          <a:xfrm>
            <a:off x="690780" y="4119317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13206-EC06-5232-06E8-F371A100E7AA}"/>
              </a:ext>
            </a:extLst>
          </p:cNvPr>
          <p:cNvSpPr txBox="1"/>
          <p:nvPr/>
        </p:nvSpPr>
        <p:spPr>
          <a:xfrm>
            <a:off x="654707" y="5212633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AC8473-A1F1-7F4A-2AFF-B17C236CA4DD}"/>
              </a:ext>
            </a:extLst>
          </p:cNvPr>
          <p:cNvSpPr txBox="1"/>
          <p:nvPr/>
        </p:nvSpPr>
        <p:spPr>
          <a:xfrm>
            <a:off x="656622" y="5498347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1629502-2FBE-EF4B-6952-B6580474F0F5}"/>
              </a:ext>
            </a:extLst>
          </p:cNvPr>
          <p:cNvSpPr txBox="1"/>
          <p:nvPr/>
        </p:nvSpPr>
        <p:spPr>
          <a:xfrm>
            <a:off x="1281851" y="5486078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{String(req[</a:t>
            </a:r>
            <a:r>
              <a:rPr lang="en-US" dirty="0" err="1">
                <a:latin typeface="Berlin Sans FB" panose="020E0602020502020306" pitchFamily="34" charset="0"/>
              </a:rPr>
              <a:t>htmld</a:t>
            </a:r>
            <a:r>
              <a:rPr lang="en-US" dirty="0">
                <a:latin typeface="Berlin Sans FB" panose="020E0602020502020306" pitchFamily="34" charset="0"/>
              </a:rPr>
              <a:t>])}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DE8E6-6E3F-B068-DA9D-D751C0961D57}"/>
              </a:ext>
            </a:extLst>
          </p:cNvPr>
          <p:cNvSpPr txBox="1"/>
          <p:nvPr/>
        </p:nvSpPr>
        <p:spPr>
          <a:xfrm>
            <a:off x="387465" y="584185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0C98D-A473-B29E-E76F-EBA819F7DA8B}"/>
              </a:ext>
            </a:extLst>
          </p:cNvPr>
          <p:cNvSpPr txBox="1"/>
          <p:nvPr/>
        </p:nvSpPr>
        <p:spPr>
          <a:xfrm>
            <a:off x="269607" y="602268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D02BE-AB11-0D02-27F2-7D2A4E7CA850}"/>
              </a:ext>
            </a:extLst>
          </p:cNvPr>
          <p:cNvSpPr txBox="1"/>
          <p:nvPr/>
        </p:nvSpPr>
        <p:spPr>
          <a:xfrm>
            <a:off x="398806" y="6038929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77281-C8B6-E865-F97A-36DFC7F0519D}"/>
              </a:ext>
            </a:extLst>
          </p:cNvPr>
          <p:cNvSpPr txBox="1"/>
          <p:nvPr/>
        </p:nvSpPr>
        <p:spPr>
          <a:xfrm>
            <a:off x="240111" y="6272852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230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25E-6 -1.48148E-6 L -0.3194 0.63843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77" y="3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674B9-AAC8-898F-F7BF-7E0D1EAE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FE483E4-A115-A38F-04FF-FE6A4BBA2D7F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C47A42B-0D98-FF10-7FCB-AA09219FD00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D40C1AD-E88B-26EA-A9D5-07088A11D74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1BE69813-F509-3D86-CA2E-127200E3E7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6C49A1C-AFC1-330C-B271-A618D9A612C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993674C-211E-45F3-4A4E-8E6A5D202BF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5D8371F-7A00-3DA0-9C6F-9B4D431B27E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B947210-E537-221E-65E3-6D501869B33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5985583-5D2B-C0CB-F8DA-23A6DDB4389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37027B2-A94F-37F2-C2FD-A0FC0922076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D56B89C-A184-E53A-7F26-B0B0AD71498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3E38F4F-129C-1AA6-5F6B-9431408802E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6BD658C-25CD-BEDB-6539-0C9F3BDE5AE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A84D5F2-1FFC-79C0-F2DA-6C8693E3D72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0D85737-48B2-1FCE-B584-B799673C81A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F125719-CC55-79BD-BDA8-70F285B6986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2121ADB-1D17-E4E3-5974-F265DD3E0F4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61602EA-ECFE-F68D-2CA2-5E3FC6A5874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1D3D293-2E23-E4EC-C7CF-66207BB9765E}"/>
              </a:ext>
            </a:extLst>
          </p:cNvPr>
          <p:cNvSpPr/>
          <p:nvPr/>
        </p:nvSpPr>
        <p:spPr>
          <a:xfrm>
            <a:off x="242771" y="102255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 hidden="1">
            <a:extLst>
              <a:ext uri="{FF2B5EF4-FFF2-40B4-BE49-F238E27FC236}">
                <a16:creationId xmlns:a16="http://schemas.microsoft.com/office/drawing/2014/main" id="{11C3C4EF-1F04-CECF-5240-ED57B7FA6364}"/>
              </a:ext>
            </a:extLst>
          </p:cNvPr>
          <p:cNvSpPr txBox="1"/>
          <p:nvPr/>
        </p:nvSpPr>
        <p:spPr>
          <a:xfrm>
            <a:off x="257120" y="1003436"/>
            <a:ext cx="2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 </a:t>
            </a:r>
            <a:r>
              <a:rPr lang="en-US" dirty="0" err="1">
                <a:latin typeface="Berlin Sans FB" panose="020E0602020502020306" pitchFamily="34" charset="0"/>
              </a:rPr>
              <a:t>InputTextProps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69" name="TextBox 68" hidden="1">
            <a:extLst>
              <a:ext uri="{FF2B5EF4-FFF2-40B4-BE49-F238E27FC236}">
                <a16:creationId xmlns:a16="http://schemas.microsoft.com/office/drawing/2014/main" id="{00970371-BE5A-B990-164A-74392B43F80A}"/>
              </a:ext>
            </a:extLst>
          </p:cNvPr>
          <p:cNvSpPr txBox="1"/>
          <p:nvPr/>
        </p:nvSpPr>
        <p:spPr>
          <a:xfrm>
            <a:off x="2185082" y="1018785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67" name="TextBox 66" hidden="1">
            <a:extLst>
              <a:ext uri="{FF2B5EF4-FFF2-40B4-BE49-F238E27FC236}">
                <a16:creationId xmlns:a16="http://schemas.microsoft.com/office/drawing/2014/main" id="{FB223469-CEE6-114A-1D0A-5A1E9442BD37}"/>
              </a:ext>
            </a:extLst>
          </p:cNvPr>
          <p:cNvSpPr txBox="1"/>
          <p:nvPr/>
        </p:nvSpPr>
        <p:spPr>
          <a:xfrm>
            <a:off x="2513608" y="1003436"/>
            <a:ext cx="48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{</a:t>
            </a:r>
          </a:p>
        </p:txBody>
      </p:sp>
      <p:sp>
        <p:nvSpPr>
          <p:cNvPr id="62" name="TextBox 61" hidden="1">
            <a:extLst>
              <a:ext uri="{FF2B5EF4-FFF2-40B4-BE49-F238E27FC236}">
                <a16:creationId xmlns:a16="http://schemas.microsoft.com/office/drawing/2014/main" id="{991A8AC5-7203-954C-09AE-F3D8A88E2EA4}"/>
              </a:ext>
            </a:extLst>
          </p:cNvPr>
          <p:cNvSpPr txBox="1"/>
          <p:nvPr/>
        </p:nvSpPr>
        <p:spPr>
          <a:xfrm>
            <a:off x="398880" y="1309814"/>
            <a:ext cx="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</a:t>
            </a:r>
          </a:p>
        </p:txBody>
      </p:sp>
      <p:sp>
        <p:nvSpPr>
          <p:cNvPr id="78" name="TextBox 77" hidden="1">
            <a:extLst>
              <a:ext uri="{FF2B5EF4-FFF2-40B4-BE49-F238E27FC236}">
                <a16:creationId xmlns:a16="http://schemas.microsoft.com/office/drawing/2014/main" id="{F2392A20-59CC-628D-11DD-36FCFBE3FF97}"/>
              </a:ext>
            </a:extLst>
          </p:cNvPr>
          <p:cNvSpPr txBox="1"/>
          <p:nvPr/>
        </p:nvSpPr>
        <p:spPr>
          <a:xfrm>
            <a:off x="769060" y="1300468"/>
            <a:ext cx="9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string;</a:t>
            </a:r>
          </a:p>
        </p:txBody>
      </p:sp>
      <p:sp>
        <p:nvSpPr>
          <p:cNvPr id="73" name="TextBox 72" hidden="1">
            <a:extLst>
              <a:ext uri="{FF2B5EF4-FFF2-40B4-BE49-F238E27FC236}">
                <a16:creationId xmlns:a16="http://schemas.microsoft.com/office/drawing/2014/main" id="{02AAEB53-1741-0540-6A6B-0A26D32A6085}"/>
              </a:ext>
            </a:extLst>
          </p:cNvPr>
          <p:cNvSpPr txBox="1"/>
          <p:nvPr/>
        </p:nvSpPr>
        <p:spPr>
          <a:xfrm>
            <a:off x="379917" y="157318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</a:p>
        </p:txBody>
      </p:sp>
      <p:sp>
        <p:nvSpPr>
          <p:cNvPr id="68" name="TextBox 67" hidden="1">
            <a:extLst>
              <a:ext uri="{FF2B5EF4-FFF2-40B4-BE49-F238E27FC236}">
                <a16:creationId xmlns:a16="http://schemas.microsoft.com/office/drawing/2014/main" id="{3F9E265E-D34B-052C-29DB-852B58414953}"/>
              </a:ext>
            </a:extLst>
          </p:cNvPr>
          <p:cNvSpPr txBox="1"/>
          <p:nvPr/>
        </p:nvSpPr>
        <p:spPr>
          <a:xfrm>
            <a:off x="1156030" y="1556121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keyof</a:t>
            </a:r>
            <a:r>
              <a:rPr lang="en-US" dirty="0">
                <a:latin typeface="Berlin Sans FB" panose="020E0602020502020306" pitchFamily="34" charset="0"/>
              </a:rPr>
              <a:t> T;</a:t>
            </a:r>
          </a:p>
        </p:txBody>
      </p:sp>
      <p:sp>
        <p:nvSpPr>
          <p:cNvPr id="74" name="TextBox 73" hidden="1">
            <a:extLst>
              <a:ext uri="{FF2B5EF4-FFF2-40B4-BE49-F238E27FC236}">
                <a16:creationId xmlns:a16="http://schemas.microsoft.com/office/drawing/2014/main" id="{C51C5BC9-88B6-91FC-11CE-87DD01F8E8CB}"/>
              </a:ext>
            </a:extLst>
          </p:cNvPr>
          <p:cNvSpPr txBox="1"/>
          <p:nvPr/>
        </p:nvSpPr>
        <p:spPr>
          <a:xfrm>
            <a:off x="379917" y="1842890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</a:t>
            </a:r>
          </a:p>
        </p:txBody>
      </p:sp>
      <p:sp>
        <p:nvSpPr>
          <p:cNvPr id="72" name="TextBox 71" hidden="1">
            <a:extLst>
              <a:ext uri="{FF2B5EF4-FFF2-40B4-BE49-F238E27FC236}">
                <a16:creationId xmlns:a16="http://schemas.microsoft.com/office/drawing/2014/main" id="{FB90C027-2269-4A50-5FCA-12649A4F976C}"/>
              </a:ext>
            </a:extLst>
          </p:cNvPr>
          <p:cNvSpPr txBox="1"/>
          <p:nvPr/>
        </p:nvSpPr>
        <p:spPr>
          <a:xfrm>
            <a:off x="703039" y="1858347"/>
            <a:ext cx="48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T;</a:t>
            </a:r>
          </a:p>
        </p:txBody>
      </p:sp>
      <p:sp>
        <p:nvSpPr>
          <p:cNvPr id="75" name="TextBox 74" hidden="1">
            <a:extLst>
              <a:ext uri="{FF2B5EF4-FFF2-40B4-BE49-F238E27FC236}">
                <a16:creationId xmlns:a16="http://schemas.microsoft.com/office/drawing/2014/main" id="{F4D78041-56B9-0F3F-7272-650A0AD0415D}"/>
              </a:ext>
            </a:extLst>
          </p:cNvPr>
          <p:cNvSpPr txBox="1"/>
          <p:nvPr/>
        </p:nvSpPr>
        <p:spPr>
          <a:xfrm>
            <a:off x="368062" y="2113358"/>
            <a:ext cx="10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9" name="TextBox 78" hidden="1">
            <a:extLst>
              <a:ext uri="{FF2B5EF4-FFF2-40B4-BE49-F238E27FC236}">
                <a16:creationId xmlns:a16="http://schemas.microsoft.com/office/drawing/2014/main" id="{A7B19A4B-009F-B159-F234-066DB4338A8C}"/>
              </a:ext>
            </a:extLst>
          </p:cNvPr>
          <p:cNvSpPr txBox="1"/>
          <p:nvPr/>
        </p:nvSpPr>
        <p:spPr>
          <a:xfrm>
            <a:off x="1013798" y="2118484"/>
            <a:ext cx="11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Dispatch</a:t>
            </a:r>
          </a:p>
        </p:txBody>
      </p:sp>
      <p:sp>
        <p:nvSpPr>
          <p:cNvPr id="80" name="TextBox 79" hidden="1">
            <a:extLst>
              <a:ext uri="{FF2B5EF4-FFF2-40B4-BE49-F238E27FC236}">
                <a16:creationId xmlns:a16="http://schemas.microsoft.com/office/drawing/2014/main" id="{1C604136-D548-8B1C-DCE3-65206E63D355}"/>
              </a:ext>
            </a:extLst>
          </p:cNvPr>
          <p:cNvSpPr txBox="1"/>
          <p:nvPr/>
        </p:nvSpPr>
        <p:spPr>
          <a:xfrm>
            <a:off x="1945378" y="2131680"/>
            <a:ext cx="32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</a:p>
        </p:txBody>
      </p:sp>
      <p:sp>
        <p:nvSpPr>
          <p:cNvPr id="82" name="TextBox 81" hidden="1">
            <a:extLst>
              <a:ext uri="{FF2B5EF4-FFF2-40B4-BE49-F238E27FC236}">
                <a16:creationId xmlns:a16="http://schemas.microsoft.com/office/drawing/2014/main" id="{778FFF7F-F63B-3C1F-4D51-C47D9DCC2412}"/>
              </a:ext>
            </a:extLst>
          </p:cNvPr>
          <p:cNvSpPr txBox="1"/>
          <p:nvPr/>
        </p:nvSpPr>
        <p:spPr>
          <a:xfrm>
            <a:off x="2042389" y="2114474"/>
            <a:ext cx="16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SetStateAction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3" name="TextBox 82" hidden="1">
            <a:extLst>
              <a:ext uri="{FF2B5EF4-FFF2-40B4-BE49-F238E27FC236}">
                <a16:creationId xmlns:a16="http://schemas.microsoft.com/office/drawing/2014/main" id="{BED47072-D92A-AAB1-951C-10F641C3509B}"/>
              </a:ext>
            </a:extLst>
          </p:cNvPr>
          <p:cNvSpPr txBox="1"/>
          <p:nvPr/>
        </p:nvSpPr>
        <p:spPr>
          <a:xfrm>
            <a:off x="3453129" y="2131680"/>
            <a:ext cx="48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81" name="TextBox 80" hidden="1">
            <a:extLst>
              <a:ext uri="{FF2B5EF4-FFF2-40B4-BE49-F238E27FC236}">
                <a16:creationId xmlns:a16="http://schemas.microsoft.com/office/drawing/2014/main" id="{D2D5B513-2E2B-3768-4693-233F78164E3C}"/>
              </a:ext>
            </a:extLst>
          </p:cNvPr>
          <p:cNvSpPr txBox="1"/>
          <p:nvPr/>
        </p:nvSpPr>
        <p:spPr>
          <a:xfrm>
            <a:off x="3733017" y="2128575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76" name="TextBox 75" hidden="1">
            <a:extLst>
              <a:ext uri="{FF2B5EF4-FFF2-40B4-BE49-F238E27FC236}">
                <a16:creationId xmlns:a16="http://schemas.microsoft.com/office/drawing/2014/main" id="{BBEFF72D-6FCE-A936-5204-F133D9C8D6FB}"/>
              </a:ext>
            </a:extLst>
          </p:cNvPr>
          <p:cNvSpPr txBox="1"/>
          <p:nvPr/>
        </p:nvSpPr>
        <p:spPr>
          <a:xfrm>
            <a:off x="277902" y="2433261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4" name="TextBox 83" hidden="1">
            <a:extLst>
              <a:ext uri="{FF2B5EF4-FFF2-40B4-BE49-F238E27FC236}">
                <a16:creationId xmlns:a16="http://schemas.microsoft.com/office/drawing/2014/main" id="{1AEB3E69-4AD1-9FF3-FBDC-B4C0E7F84786}"/>
              </a:ext>
            </a:extLst>
          </p:cNvPr>
          <p:cNvSpPr txBox="1"/>
          <p:nvPr/>
        </p:nvSpPr>
        <p:spPr>
          <a:xfrm>
            <a:off x="1354366" y="2426247"/>
            <a:ext cx="140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?: string;</a:t>
            </a:r>
          </a:p>
        </p:txBody>
      </p:sp>
      <p:sp>
        <p:nvSpPr>
          <p:cNvPr id="77" name="TextBox 76" hidden="1">
            <a:extLst>
              <a:ext uri="{FF2B5EF4-FFF2-40B4-BE49-F238E27FC236}">
                <a16:creationId xmlns:a16="http://schemas.microsoft.com/office/drawing/2014/main" id="{2E1556E9-7078-C22F-3B2F-A16D39310EAA}"/>
              </a:ext>
            </a:extLst>
          </p:cNvPr>
          <p:cNvSpPr txBox="1"/>
          <p:nvPr/>
        </p:nvSpPr>
        <p:spPr>
          <a:xfrm>
            <a:off x="518454" y="2751301"/>
            <a:ext cx="538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&amp; </a:t>
            </a:r>
            <a:r>
              <a:rPr lang="en-US" dirty="0" err="1">
                <a:latin typeface="Berlin Sans FB" panose="020E0602020502020306" pitchFamily="34" charset="0"/>
              </a:rPr>
              <a:t>InputHTMLAttributes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&gt;;</a:t>
            </a:r>
          </a:p>
        </p:txBody>
      </p:sp>
      <p:sp>
        <p:nvSpPr>
          <p:cNvPr id="65" name="TextBox 64" hidden="1">
            <a:extLst>
              <a:ext uri="{FF2B5EF4-FFF2-40B4-BE49-F238E27FC236}">
                <a16:creationId xmlns:a16="http://schemas.microsoft.com/office/drawing/2014/main" id="{0349B62A-8145-D9E9-73FE-1C7F8C65EB21}"/>
              </a:ext>
            </a:extLst>
          </p:cNvPr>
          <p:cNvSpPr txBox="1"/>
          <p:nvPr/>
        </p:nvSpPr>
        <p:spPr>
          <a:xfrm>
            <a:off x="354137" y="2735387"/>
            <a:ext cx="33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7BF89-87AB-761C-2E0C-F25217B07E79}"/>
              </a:ext>
            </a:extLst>
          </p:cNvPr>
          <p:cNvSpPr txBox="1"/>
          <p:nvPr/>
        </p:nvSpPr>
        <p:spPr>
          <a:xfrm>
            <a:off x="242771" y="997033"/>
            <a:ext cx="3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=                                    (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4B08BC-97F9-6D26-7C57-CCBD6CCD84EE}"/>
              </a:ext>
            </a:extLst>
          </p:cNvPr>
          <p:cNvSpPr txBox="1"/>
          <p:nvPr/>
        </p:nvSpPr>
        <p:spPr>
          <a:xfrm>
            <a:off x="1921217" y="1019219"/>
            <a:ext cx="21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 extends of object&gt;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F53F07-5B00-E0A5-13E2-588255A4AD91}"/>
              </a:ext>
            </a:extLst>
          </p:cNvPr>
          <p:cNvSpPr txBox="1"/>
          <p:nvPr/>
        </p:nvSpPr>
        <p:spPr>
          <a:xfrm>
            <a:off x="4063020" y="1000668"/>
            <a:ext cx="78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props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BE84C8-CDC4-DE8B-8D04-B088D18AF7C3}"/>
              </a:ext>
            </a:extLst>
          </p:cNvPr>
          <p:cNvSpPr txBox="1"/>
          <p:nvPr/>
        </p:nvSpPr>
        <p:spPr>
          <a:xfrm>
            <a:off x="4648698" y="1002865"/>
            <a:ext cx="22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InputBalanceProps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FDEF83-9ADF-9F65-ED79-3E0E180F14BA}"/>
              </a:ext>
            </a:extLst>
          </p:cNvPr>
          <p:cNvSpPr txBox="1"/>
          <p:nvPr/>
        </p:nvSpPr>
        <p:spPr>
          <a:xfrm>
            <a:off x="6587719" y="998598"/>
            <a:ext cx="46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&lt;T&gt;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A392B6-E448-5AC7-12F7-F835B5CA278A}"/>
              </a:ext>
            </a:extLst>
          </p:cNvPr>
          <p:cNvSpPr txBox="1"/>
          <p:nvPr/>
        </p:nvSpPr>
        <p:spPr>
          <a:xfrm>
            <a:off x="6870528" y="984288"/>
            <a:ext cx="6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051A50-7426-F5C1-0DFB-BF47F95E17A8}"/>
              </a:ext>
            </a:extLst>
          </p:cNvPr>
          <p:cNvSpPr txBox="1"/>
          <p:nvPr/>
        </p:nvSpPr>
        <p:spPr>
          <a:xfrm>
            <a:off x="298612" y="1288329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8DE610-163E-A55A-9CF6-5314BAA06D2E}"/>
              </a:ext>
            </a:extLst>
          </p:cNvPr>
          <p:cNvSpPr txBox="1"/>
          <p:nvPr/>
        </p:nvSpPr>
        <p:spPr>
          <a:xfrm>
            <a:off x="1055609" y="1311597"/>
            <a:ext cx="532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title, 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, req, 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, …rest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8F449A-6700-37CA-3D66-20BE7577D747}"/>
              </a:ext>
            </a:extLst>
          </p:cNvPr>
          <p:cNvSpPr txBox="1"/>
          <p:nvPr/>
        </p:nvSpPr>
        <p:spPr>
          <a:xfrm>
            <a:off x="666780" y="5623584"/>
            <a:ext cx="110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{…rest} /&gt;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E61F18-512F-8315-051D-1F31B100DF9C}"/>
              </a:ext>
            </a:extLst>
          </p:cNvPr>
          <p:cNvSpPr txBox="1"/>
          <p:nvPr/>
        </p:nvSpPr>
        <p:spPr>
          <a:xfrm>
            <a:off x="888230" y="1265724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AC0FDD-4247-0D7F-2127-3B6640E84B16}"/>
              </a:ext>
            </a:extLst>
          </p:cNvPr>
          <p:cNvSpPr txBox="1"/>
          <p:nvPr/>
        </p:nvSpPr>
        <p:spPr>
          <a:xfrm>
            <a:off x="5099635" y="1271221"/>
            <a:ext cx="75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6C180F-30E1-0B04-F93B-4C6A13CC59D7}"/>
              </a:ext>
            </a:extLst>
          </p:cNvPr>
          <p:cNvSpPr txBox="1"/>
          <p:nvPr/>
        </p:nvSpPr>
        <p:spPr>
          <a:xfrm>
            <a:off x="5272754" y="1300503"/>
            <a:ext cx="91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AAF60-D8C0-16F0-E1AC-8B5FEBC12C87}"/>
              </a:ext>
            </a:extLst>
          </p:cNvPr>
          <p:cNvSpPr txBox="1"/>
          <p:nvPr/>
        </p:nvSpPr>
        <p:spPr>
          <a:xfrm>
            <a:off x="287010" y="1613324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 = </a:t>
            </a:r>
            <a:r>
              <a:rPr lang="en-US" dirty="0" err="1">
                <a:latin typeface="Berlin Sans FB" panose="020E0602020502020306" pitchFamily="34" charset="0"/>
              </a:rPr>
              <a:t>useId</a:t>
            </a:r>
            <a:r>
              <a:rPr lang="en-US" dirty="0"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507B05-8247-A7AB-86E7-99854A3356BE}"/>
              </a:ext>
            </a:extLst>
          </p:cNvPr>
          <p:cNvSpPr txBox="1"/>
          <p:nvPr/>
        </p:nvSpPr>
        <p:spPr>
          <a:xfrm>
            <a:off x="301883" y="1934711"/>
            <a:ext cx="2900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8155CB-C36E-37C5-BE7D-D4A3D5E002F1}"/>
              </a:ext>
            </a:extLst>
          </p:cNvPr>
          <p:cNvSpPr txBox="1"/>
          <p:nvPr/>
        </p:nvSpPr>
        <p:spPr>
          <a:xfrm>
            <a:off x="2540188" y="1925369"/>
            <a:ext cx="3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26C0B0-740C-4BA4-B03F-D555623F0933}"/>
              </a:ext>
            </a:extLst>
          </p:cNvPr>
          <p:cNvSpPr txBox="1"/>
          <p:nvPr/>
        </p:nvSpPr>
        <p:spPr>
          <a:xfrm>
            <a:off x="2674318" y="1928000"/>
            <a:ext cx="3657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</a:t>
            </a:r>
            <a:r>
              <a:rPr lang="en-US" dirty="0" err="1">
                <a:latin typeface="Berlin Sans FB" panose="020E0602020502020306" pitchFamily="34" charset="0"/>
              </a:rPr>
              <a:t>ChangeEvent</a:t>
            </a:r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HTMLInputElement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AC56B1-E0EB-631D-7811-402DD94E14A7}"/>
              </a:ext>
            </a:extLst>
          </p:cNvPr>
          <p:cNvSpPr txBox="1"/>
          <p:nvPr/>
        </p:nvSpPr>
        <p:spPr>
          <a:xfrm>
            <a:off x="6096631" y="1934711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741E3-58E3-F6E3-A824-48233FD19FA3}"/>
              </a:ext>
            </a:extLst>
          </p:cNvPr>
          <p:cNvSpPr txBox="1"/>
          <p:nvPr/>
        </p:nvSpPr>
        <p:spPr>
          <a:xfrm>
            <a:off x="531374" y="2216731"/>
            <a:ext cx="253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{           }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3495E1-49B3-9A2B-B01E-05979BB98431}"/>
              </a:ext>
            </a:extLst>
          </p:cNvPr>
          <p:cNvSpPr txBox="1"/>
          <p:nvPr/>
        </p:nvSpPr>
        <p:spPr>
          <a:xfrm>
            <a:off x="1206510" y="2223287"/>
            <a:ext cx="8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796F8C-D160-1F30-CBDB-2E8503D77603}"/>
              </a:ext>
            </a:extLst>
          </p:cNvPr>
          <p:cNvSpPr txBox="1"/>
          <p:nvPr/>
        </p:nvSpPr>
        <p:spPr>
          <a:xfrm>
            <a:off x="1934132" y="2212732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= </a:t>
            </a:r>
            <a:r>
              <a:rPr lang="en-US" dirty="0" err="1">
                <a:latin typeface="Berlin Sans FB" panose="020E0602020502020306" pitchFamily="34" charset="0"/>
              </a:rPr>
              <a:t>e.target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2D68A6-4028-71CF-1F83-DCBF85CCFFA7}"/>
              </a:ext>
            </a:extLst>
          </p:cNvPr>
          <p:cNvSpPr txBox="1"/>
          <p:nvPr/>
        </p:nvSpPr>
        <p:spPr>
          <a:xfrm>
            <a:off x="514413" y="2472799"/>
            <a:ext cx="112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39871A-1006-F2D6-2A92-BC5BE617A3A4}"/>
              </a:ext>
            </a:extLst>
          </p:cNvPr>
          <p:cNvSpPr txBox="1"/>
          <p:nvPr/>
        </p:nvSpPr>
        <p:spPr>
          <a:xfrm>
            <a:off x="1262727" y="2480840"/>
            <a:ext cx="2712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r>
              <a:rPr lang="en-US" dirty="0">
                <a:latin typeface="Berlin Sans FB" panose="020E0602020502020306" pitchFamily="34" charset="0"/>
              </a:rPr>
              <a:t>) =&gt;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9F8D82-443D-4ECB-C38B-3947D926ADE2}"/>
              </a:ext>
            </a:extLst>
          </p:cNvPr>
          <p:cNvSpPr txBox="1"/>
          <p:nvPr/>
        </p:nvSpPr>
        <p:spPr>
          <a:xfrm>
            <a:off x="2222543" y="2477744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4A4AE1-7F2C-C266-AAD6-DEF2BF6798D0}"/>
              </a:ext>
            </a:extLst>
          </p:cNvPr>
          <p:cNvSpPr txBox="1"/>
          <p:nvPr/>
        </p:nvSpPr>
        <p:spPr>
          <a:xfrm>
            <a:off x="2393357" y="2466911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A8AC4D-E095-01E9-A824-07F339F4C786}"/>
              </a:ext>
            </a:extLst>
          </p:cNvPr>
          <p:cNvSpPr txBox="1"/>
          <p:nvPr/>
        </p:nvSpPr>
        <p:spPr>
          <a:xfrm>
            <a:off x="2514848" y="2480390"/>
            <a:ext cx="104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…</a:t>
            </a:r>
            <a:r>
              <a:rPr lang="en-US" dirty="0" err="1">
                <a:latin typeface="Berlin Sans FB" panose="020E0602020502020306" pitchFamily="34" charset="0"/>
              </a:rPr>
              <a:t>prev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CA4F31-390A-6BA1-1BC5-0FA92A25187B}"/>
              </a:ext>
            </a:extLst>
          </p:cNvPr>
          <p:cNvSpPr txBox="1"/>
          <p:nvPr/>
        </p:nvSpPr>
        <p:spPr>
          <a:xfrm>
            <a:off x="3143068" y="2503027"/>
            <a:ext cx="179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, [</a:t>
            </a:r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FE41EE-DD89-EE12-0630-923151ADAF4D}"/>
              </a:ext>
            </a:extLst>
          </p:cNvPr>
          <p:cNvSpPr txBox="1"/>
          <p:nvPr/>
        </p:nvSpPr>
        <p:spPr>
          <a:xfrm>
            <a:off x="4068596" y="2477744"/>
            <a:ext cx="8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9BF2BE-9C91-6D32-B5F4-E9D80E75B68D}"/>
              </a:ext>
            </a:extLst>
          </p:cNvPr>
          <p:cNvSpPr txBox="1"/>
          <p:nvPr/>
        </p:nvSpPr>
        <p:spPr>
          <a:xfrm>
            <a:off x="4782009" y="2481093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FB172B-ECD1-45C8-43E0-13AF7FEBC32F}"/>
              </a:ext>
            </a:extLst>
          </p:cNvPr>
          <p:cNvSpPr txBox="1"/>
          <p:nvPr/>
        </p:nvSpPr>
        <p:spPr>
          <a:xfrm>
            <a:off x="4911028" y="2484170"/>
            <a:ext cx="37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38CC70-C774-20DF-BF25-ED59B57139B4}"/>
              </a:ext>
            </a:extLst>
          </p:cNvPr>
          <p:cNvSpPr txBox="1"/>
          <p:nvPr/>
        </p:nvSpPr>
        <p:spPr>
          <a:xfrm>
            <a:off x="5003785" y="2484170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CF120-5837-D97C-7231-EF427E584157}"/>
              </a:ext>
            </a:extLst>
          </p:cNvPr>
          <p:cNvSpPr txBox="1"/>
          <p:nvPr/>
        </p:nvSpPr>
        <p:spPr>
          <a:xfrm>
            <a:off x="354470" y="2687551"/>
            <a:ext cx="2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00582B-8D9F-A299-2E75-72C7635589E7}"/>
              </a:ext>
            </a:extLst>
          </p:cNvPr>
          <p:cNvSpPr txBox="1"/>
          <p:nvPr/>
        </p:nvSpPr>
        <p:spPr>
          <a:xfrm>
            <a:off x="318276" y="2913753"/>
            <a:ext cx="110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F50670-B63C-07B1-2C06-DD52C8D539D0}"/>
              </a:ext>
            </a:extLst>
          </p:cNvPr>
          <p:cNvSpPr txBox="1"/>
          <p:nvPr/>
        </p:nvSpPr>
        <p:spPr>
          <a:xfrm>
            <a:off x="398284" y="3193918"/>
            <a:ext cx="22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=“p-3”&gt;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378615-C6CF-6596-32D1-161CC241ECF9}"/>
              </a:ext>
            </a:extLst>
          </p:cNvPr>
          <p:cNvSpPr txBox="1"/>
          <p:nvPr/>
        </p:nvSpPr>
        <p:spPr>
          <a:xfrm>
            <a:off x="590294" y="3436132"/>
            <a:ext cx="637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&lt;label </a:t>
            </a:r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=“block m-2 text-lg” </a:t>
            </a:r>
            <a:r>
              <a:rPr lang="en-US" dirty="0" err="1">
                <a:latin typeface="Berlin Sans FB" panose="020E0602020502020306" pitchFamily="34" charset="0"/>
              </a:rPr>
              <a:t>htmlFor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68EE99-C410-4D76-EE98-222607D4ADAC}"/>
              </a:ext>
            </a:extLst>
          </p:cNvPr>
          <p:cNvSpPr txBox="1"/>
          <p:nvPr/>
        </p:nvSpPr>
        <p:spPr>
          <a:xfrm>
            <a:off x="6342581" y="3436132"/>
            <a:ext cx="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{title}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6A27F7-FA31-91B4-C08C-737F1CB6D39E}"/>
              </a:ext>
            </a:extLst>
          </p:cNvPr>
          <p:cNvSpPr txBox="1"/>
          <p:nvPr/>
        </p:nvSpPr>
        <p:spPr>
          <a:xfrm>
            <a:off x="6897306" y="3436132"/>
            <a:ext cx="10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&lt;/label&gt;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230868-B3F7-D385-A9B6-050BD93ED188}"/>
              </a:ext>
            </a:extLst>
          </p:cNvPr>
          <p:cNvSpPr txBox="1"/>
          <p:nvPr/>
        </p:nvSpPr>
        <p:spPr>
          <a:xfrm>
            <a:off x="590294" y="3695646"/>
            <a:ext cx="104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E441B-4B6F-AE5E-A8AE-27F52954558A}"/>
              </a:ext>
            </a:extLst>
          </p:cNvPr>
          <p:cNvSpPr txBox="1"/>
          <p:nvPr/>
        </p:nvSpPr>
        <p:spPr>
          <a:xfrm>
            <a:off x="675815" y="4518499"/>
            <a:ext cx="677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=“border-1 border-slate-300 p-2 rounded w-full capitalize </a:t>
            </a:r>
            <a:r>
              <a:rPr lang="en-US" dirty="0" err="1">
                <a:latin typeface="Berlin Sans FB" panose="020E0602020502020306" pitchFamily="34" charset="0"/>
              </a:rPr>
              <a:t>focus:outline-none</a:t>
            </a:r>
            <a:r>
              <a:rPr lang="en-US" dirty="0">
                <a:latin typeface="Berlin Sans FB" panose="020E0602020502020306" pitchFamily="34" charset="0"/>
              </a:rPr>
              <a:t> focus:border-2”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C8288-9522-F1D1-0E07-10B026BCA50E}"/>
              </a:ext>
            </a:extLst>
          </p:cNvPr>
          <p:cNvSpPr txBox="1"/>
          <p:nvPr/>
        </p:nvSpPr>
        <p:spPr>
          <a:xfrm>
            <a:off x="670320" y="4249326"/>
            <a:ext cx="1270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type=“text”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29FF7-E664-6E7D-FF43-B11CB845C65A}"/>
              </a:ext>
            </a:extLst>
          </p:cNvPr>
          <p:cNvSpPr txBox="1"/>
          <p:nvPr/>
        </p:nvSpPr>
        <p:spPr>
          <a:xfrm>
            <a:off x="690780" y="3981664"/>
            <a:ext cx="16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Id={</a:t>
            </a:r>
            <a:r>
              <a:rPr lang="en-US" dirty="0" err="1">
                <a:latin typeface="Berlin Sans FB" panose="020E0602020502020306" pitchFamily="34" charset="0"/>
              </a:rPr>
              <a:t>generateId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F71EE-116B-51DF-3256-8EBFF1517EC1}"/>
              </a:ext>
            </a:extLst>
          </p:cNvPr>
          <p:cNvSpPr txBox="1"/>
          <p:nvPr/>
        </p:nvSpPr>
        <p:spPr>
          <a:xfrm>
            <a:off x="656622" y="5043646"/>
            <a:ext cx="3088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onChange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handleChange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DB819C-2183-E698-6B06-738BBDF715F1}"/>
              </a:ext>
            </a:extLst>
          </p:cNvPr>
          <p:cNvSpPr txBox="1"/>
          <p:nvPr/>
        </p:nvSpPr>
        <p:spPr>
          <a:xfrm>
            <a:off x="676286" y="5350863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value=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17F4461-4C36-91ED-B6A7-1C41DC6DE43F}"/>
              </a:ext>
            </a:extLst>
          </p:cNvPr>
          <p:cNvSpPr txBox="1"/>
          <p:nvPr/>
        </p:nvSpPr>
        <p:spPr>
          <a:xfrm>
            <a:off x="1301515" y="5338594"/>
            <a:ext cx="22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{String(req[</a:t>
            </a:r>
            <a:r>
              <a:rPr lang="en-US" dirty="0" err="1">
                <a:latin typeface="Berlin Sans FB" panose="020E0602020502020306" pitchFamily="34" charset="0"/>
              </a:rPr>
              <a:t>htmld</a:t>
            </a:r>
            <a:r>
              <a:rPr lang="en-US" dirty="0">
                <a:latin typeface="Berlin Sans FB" panose="020E0602020502020306" pitchFamily="34" charset="0"/>
              </a:rPr>
              <a:t>])}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F47A68-1BBC-1644-D582-D07139547763}"/>
              </a:ext>
            </a:extLst>
          </p:cNvPr>
          <p:cNvSpPr txBox="1"/>
          <p:nvPr/>
        </p:nvSpPr>
        <p:spPr>
          <a:xfrm>
            <a:off x="387465" y="5841854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E036F-DD8F-A995-2E48-861467E26CA4}"/>
              </a:ext>
            </a:extLst>
          </p:cNvPr>
          <p:cNvSpPr txBox="1"/>
          <p:nvPr/>
        </p:nvSpPr>
        <p:spPr>
          <a:xfrm>
            <a:off x="269607" y="6022688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2341E7-AF3A-DDA1-87E9-7E02FF80FE7C}"/>
              </a:ext>
            </a:extLst>
          </p:cNvPr>
          <p:cNvSpPr txBox="1"/>
          <p:nvPr/>
        </p:nvSpPr>
        <p:spPr>
          <a:xfrm>
            <a:off x="398806" y="6038929"/>
            <a:ext cx="7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EFFCB-B5AA-D139-1767-81B3B5463528}"/>
              </a:ext>
            </a:extLst>
          </p:cNvPr>
          <p:cNvSpPr txBox="1"/>
          <p:nvPr/>
        </p:nvSpPr>
        <p:spPr>
          <a:xfrm>
            <a:off x="240111" y="6272852"/>
            <a:ext cx="259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178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16D5B-A337-CB05-AD9A-02529DD37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06E6C88-F3CF-799F-3B7C-1611C843D9BE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9B0972F-1CDB-B403-7414-CF6B40D89DD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843DB06-2BAE-7D32-D5C1-E3F8D1DDE13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DAF5E37-909E-7935-3D3F-8D4B9D06D1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E7EDFBC-8B61-8A2A-4931-1A0041069FE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2B5D1B4-A9E9-DFD8-9989-C40766A6143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BAFCB31-14C3-B13E-B851-223C99467D2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EEF7F56-31AF-C6A0-1F7F-EFF3520310B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1106FAD-3F03-82CC-FF0C-F18209F9064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85F4826-3FEE-6D7E-FB2D-3B372577C3D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F5B4A65-27C6-1D9C-BF4E-E5F714BCC5C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C9ED93-FF88-F553-51A4-416D70451C9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0F3D5BB-9B5B-E9F6-4BED-A991419C585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1AE3E25-42EC-5CA8-904D-D423E8C0DD2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9A52A15-CBC9-6D4D-F17C-EBF62CCF949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641312E-7CF3-180B-B923-598468EC9DA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C419C74-6239-18F7-E8BB-5395E6CCEFE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69ABC3E-40BE-9ACC-685C-FF7B6838C9B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28A79E3-E688-3B35-5F66-2102FDAF06E7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540AE9B-F757-BBA8-C2AB-5C280A3870AE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CCA14D6-2B75-9943-7C79-A52B3BF19320}"/>
              </a:ext>
            </a:extLst>
          </p:cNvPr>
          <p:cNvSpPr txBox="1"/>
          <p:nvPr/>
        </p:nvSpPr>
        <p:spPr>
          <a:xfrm>
            <a:off x="424519" y="141204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B971195-510A-57AA-985D-32DD51F61AEE}"/>
              </a:ext>
            </a:extLst>
          </p:cNvPr>
          <p:cNvSpPr txBox="1"/>
          <p:nvPr/>
        </p:nvSpPr>
        <p:spPr>
          <a:xfrm>
            <a:off x="551391" y="1756419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9F4EC4D-CFD7-8908-10AA-7211AC703793}"/>
              </a:ext>
            </a:extLst>
          </p:cNvPr>
          <p:cNvSpPr txBox="1"/>
          <p:nvPr/>
        </p:nvSpPr>
        <p:spPr>
          <a:xfrm>
            <a:off x="708389" y="2008053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D6B8AA4-21A1-DC0E-314C-AE733890636C}"/>
              </a:ext>
            </a:extLst>
          </p:cNvPr>
          <p:cNvSpPr txBox="1"/>
          <p:nvPr/>
        </p:nvSpPr>
        <p:spPr>
          <a:xfrm>
            <a:off x="928413" y="225940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E6C00C0-8FBF-630E-AA52-69F960D88CF3}"/>
              </a:ext>
            </a:extLst>
          </p:cNvPr>
          <p:cNvSpPr txBox="1"/>
          <p:nvPr/>
        </p:nvSpPr>
        <p:spPr>
          <a:xfrm>
            <a:off x="1999545" y="2260693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DC8236-0B58-EAF6-8B20-2382C56E4260}"/>
              </a:ext>
            </a:extLst>
          </p:cNvPr>
          <p:cNvSpPr txBox="1"/>
          <p:nvPr/>
        </p:nvSpPr>
        <p:spPr>
          <a:xfrm>
            <a:off x="720253" y="2559406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8AB0E71-7FB5-D825-861F-1520E9550B87}"/>
              </a:ext>
            </a:extLst>
          </p:cNvPr>
          <p:cNvSpPr txBox="1"/>
          <p:nvPr/>
        </p:nvSpPr>
        <p:spPr>
          <a:xfrm>
            <a:off x="524955" y="2902011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4730E2-07DC-5BCF-3430-2A893171F629}"/>
              </a:ext>
            </a:extLst>
          </p:cNvPr>
          <p:cNvSpPr txBox="1"/>
          <p:nvPr/>
        </p:nvSpPr>
        <p:spPr>
          <a:xfrm>
            <a:off x="668380" y="2936928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683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1" grpId="0"/>
      <p:bldP spid="9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AD5A0-098D-2A43-C155-2D9D850E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F89EEB1A-E1FA-0498-2F07-E40718465C41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6F23988-FC69-B38A-AD71-80D5AB9B0E6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AE5442C-DFA9-BDEA-9A62-FF68C1F3516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04879A5-8B1F-7688-E51B-E77B17E6D6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2927808-81D9-3028-5731-6CE76FA5CD0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621F7EB-B490-1DEA-DF09-F4F1CB99649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96D552F-0756-C7D1-8249-C339AD5F35D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0EF5D16-A6D7-EE2F-E0B4-ED8E1476E6F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FD385E2-A4A8-A5E0-CC5B-C586167ABBF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3148C24-6FC6-E601-789E-DCB7C0AE69F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5AD541B-CEFE-C596-4B2B-8BDF0E579A4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B35E7C9-CC03-8493-2A10-82BA3CC0C5E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8751068-846F-AA64-FE61-72D1BB8C6F1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7FD5561-A085-37A4-1754-69EC17A7F6D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EED602D-2161-15D1-E09A-3EE3D77DBCB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FB1EC51-4710-4D14-FE43-A4E6ABC2970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DDAEA53-E0F2-3BAA-1A5C-F937D21134B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C80AA8F-2801-58D3-38AA-583989E9C11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C083C28-A208-43CF-3BF1-E92BC16E640C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AE63287-56AF-9DF8-D72A-1C12E8A3F3E4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F6D198-23D2-0B4C-49DF-7FE5B4AD42F3}"/>
              </a:ext>
            </a:extLst>
          </p:cNvPr>
          <p:cNvSpPr txBox="1"/>
          <p:nvPr/>
        </p:nvSpPr>
        <p:spPr>
          <a:xfrm>
            <a:off x="464892" y="1431455"/>
            <a:ext cx="2859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Interface 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 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string;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price: number;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img</a:t>
            </a:r>
            <a:r>
              <a:rPr lang="en-US" dirty="0">
                <a:latin typeface="Berlin Sans FB" panose="020E0602020502020306" pitchFamily="34" charset="0"/>
              </a:rPr>
              <a:t>?: </a:t>
            </a:r>
            <a:r>
              <a:rPr lang="en-US" dirty="0" err="1">
                <a:latin typeface="Berlin Sans FB" panose="020E0602020502020306" pitchFamily="34" charset="0"/>
              </a:rPr>
              <a:t>File|null</a:t>
            </a:r>
            <a:r>
              <a:rPr lang="en-US" dirty="0">
                <a:latin typeface="Berlin Sans FB" panose="020E0602020502020306" pitchFamily="34" charset="0"/>
              </a:rPr>
              <a:t>;</a:t>
            </a:r>
          </a:p>
          <a:p>
            <a:r>
              <a:rPr lang="en-US" dirty="0">
                <a:latin typeface="Berlin Sans FB" panose="020E0602020502020306" pitchFamily="34" charset="0"/>
              </a:rPr>
              <a:t>desc?: string ;</a:t>
            </a:r>
          </a:p>
          <a:p>
            <a:r>
              <a:rPr lang="en-US" dirty="0">
                <a:latin typeface="Berlin Sans FB" panose="020E0602020502020306" pitchFamily="34" charset="0"/>
              </a:rPr>
              <a:t>}  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A835893-81CA-2C93-D9F4-341A5170AF22}"/>
              </a:ext>
            </a:extLst>
          </p:cNvPr>
          <p:cNvSpPr txBox="1"/>
          <p:nvPr/>
        </p:nvSpPr>
        <p:spPr>
          <a:xfrm>
            <a:off x="424519" y="31130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FED7D1-EBFE-F527-F074-224554386B15}"/>
              </a:ext>
            </a:extLst>
          </p:cNvPr>
          <p:cNvSpPr txBox="1"/>
          <p:nvPr/>
        </p:nvSpPr>
        <p:spPr>
          <a:xfrm>
            <a:off x="571055" y="3418074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FD7454-B1C4-718A-D78E-0E3DF37BBACB}"/>
              </a:ext>
            </a:extLst>
          </p:cNvPr>
          <p:cNvSpPr txBox="1"/>
          <p:nvPr/>
        </p:nvSpPr>
        <p:spPr>
          <a:xfrm>
            <a:off x="728053" y="366970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04AFB49-D629-15DD-A6B1-9C1E2C1AF2C9}"/>
              </a:ext>
            </a:extLst>
          </p:cNvPr>
          <p:cNvSpPr txBox="1"/>
          <p:nvPr/>
        </p:nvSpPr>
        <p:spPr>
          <a:xfrm>
            <a:off x="938245" y="396038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TextBox 3" hidden="1">
            <a:extLst>
              <a:ext uri="{FF2B5EF4-FFF2-40B4-BE49-F238E27FC236}">
                <a16:creationId xmlns:a16="http://schemas.microsoft.com/office/drawing/2014/main" id="{9CD62AAA-920E-9D06-370B-34F09F96ABB2}"/>
              </a:ext>
            </a:extLst>
          </p:cNvPr>
          <p:cNvSpPr txBox="1"/>
          <p:nvPr/>
        </p:nvSpPr>
        <p:spPr>
          <a:xfrm>
            <a:off x="1937967" y="3960384"/>
            <a:ext cx="182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0D61F24-678C-7D47-43BC-77066DEC7D84}"/>
              </a:ext>
            </a:extLst>
          </p:cNvPr>
          <p:cNvSpPr txBox="1"/>
          <p:nvPr/>
        </p:nvSpPr>
        <p:spPr>
          <a:xfrm>
            <a:off x="1995946" y="3960384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36F95E9-C1C6-9520-F2D5-C9C616C83627}"/>
              </a:ext>
            </a:extLst>
          </p:cNvPr>
          <p:cNvSpPr txBox="1"/>
          <p:nvPr/>
        </p:nvSpPr>
        <p:spPr>
          <a:xfrm>
            <a:off x="713480" y="4285188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C15F5A6-46E3-25A2-01CE-272472FAD431}"/>
              </a:ext>
            </a:extLst>
          </p:cNvPr>
          <p:cNvSpPr txBox="1"/>
          <p:nvPr/>
        </p:nvSpPr>
        <p:spPr>
          <a:xfrm>
            <a:off x="456131" y="4573499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134C78D-861D-68E3-1028-EBF18FC397D9}"/>
              </a:ext>
            </a:extLst>
          </p:cNvPr>
          <p:cNvSpPr txBox="1"/>
          <p:nvPr/>
        </p:nvSpPr>
        <p:spPr>
          <a:xfrm>
            <a:off x="560228" y="4578919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22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395AD-1AAD-B80D-410C-43503AAC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E0E793A0-65DE-BAB1-F398-4686FC3076AA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77342C-7E85-7378-135D-AF88041AD41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66C4C1A-DDFF-36B7-B664-59636437EE28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1F4E6BA-54EF-EC43-89A0-F83F973B6B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68D2CFE-DA7B-BD8A-78B3-DF4F57E3EE5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3550095-AA9F-1B42-1E36-DA21B1F8480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9D0D6AC-8B3A-17DD-7814-59CB5FB07B3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98E77D2-BB06-DCB2-0A65-420815444A7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B02D9C7-6FAB-E53A-05D2-8ECD82A62B4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0118375-4125-AA10-A891-4A601D8ED101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400ECC8-AED7-5B51-9EF2-242BA01F893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1B67CFB-E0FF-001A-1421-913F40FE1AE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152A386-A14F-9CAA-4DF7-1CAD74C323C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587C6FF-71C6-F210-DD2A-62FD520FD9C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3E50F02-01BB-F3FE-8F1F-0AA7CC0CB03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FADD2E7-FB1D-BB56-6C4E-981D0E591BC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7132003-C7F1-B956-1835-014CA491198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F6377A6-935B-099A-2460-657505109A3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796B836-437F-4015-4A39-45469B580B9D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1F177C-B6F3-B5E1-487D-7397DF9C1239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298E3D-A345-FFC5-B7E8-DAF1A7C5A000}"/>
              </a:ext>
            </a:extLst>
          </p:cNvPr>
          <p:cNvSpPr txBox="1"/>
          <p:nvPr/>
        </p:nvSpPr>
        <p:spPr>
          <a:xfrm>
            <a:off x="464892" y="1431455"/>
            <a:ext cx="2859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Interface 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 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string;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price: number;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img</a:t>
            </a:r>
            <a:r>
              <a:rPr lang="en-US" dirty="0">
                <a:latin typeface="Berlin Sans FB" panose="020E0602020502020306" pitchFamily="34" charset="0"/>
              </a:rPr>
              <a:t>?: </a:t>
            </a:r>
            <a:r>
              <a:rPr lang="en-US" dirty="0" err="1">
                <a:latin typeface="Berlin Sans FB" panose="020E0602020502020306" pitchFamily="34" charset="0"/>
              </a:rPr>
              <a:t>File|null</a:t>
            </a:r>
            <a:r>
              <a:rPr lang="en-US" dirty="0">
                <a:latin typeface="Berlin Sans FB" panose="020E0602020502020306" pitchFamily="34" charset="0"/>
              </a:rPr>
              <a:t>;</a:t>
            </a:r>
          </a:p>
          <a:p>
            <a:r>
              <a:rPr lang="en-US" dirty="0">
                <a:latin typeface="Berlin Sans FB" panose="020E0602020502020306" pitchFamily="34" charset="0"/>
              </a:rPr>
              <a:t>desc?: string ;</a:t>
            </a:r>
          </a:p>
          <a:p>
            <a:r>
              <a:rPr lang="en-US" dirty="0">
                <a:latin typeface="Berlin Sans FB" panose="020E0602020502020306" pitchFamily="34" charset="0"/>
              </a:rPr>
              <a:t>}  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15B5878-CAD8-52ED-9DBE-012929F74425}"/>
              </a:ext>
            </a:extLst>
          </p:cNvPr>
          <p:cNvSpPr txBox="1"/>
          <p:nvPr/>
        </p:nvSpPr>
        <p:spPr>
          <a:xfrm>
            <a:off x="424519" y="31130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F4B73BA-6687-5505-1194-CF929D36FF9A}"/>
              </a:ext>
            </a:extLst>
          </p:cNvPr>
          <p:cNvSpPr txBox="1"/>
          <p:nvPr/>
        </p:nvSpPr>
        <p:spPr>
          <a:xfrm>
            <a:off x="571055" y="3418074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77014CE-A7FC-0739-2044-75DC40125CEF}"/>
              </a:ext>
            </a:extLst>
          </p:cNvPr>
          <p:cNvSpPr txBox="1"/>
          <p:nvPr/>
        </p:nvSpPr>
        <p:spPr>
          <a:xfrm>
            <a:off x="728053" y="366970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E285A93-B912-CC0F-2214-39BB283431AB}"/>
              </a:ext>
            </a:extLst>
          </p:cNvPr>
          <p:cNvSpPr txBox="1"/>
          <p:nvPr/>
        </p:nvSpPr>
        <p:spPr>
          <a:xfrm>
            <a:off x="938245" y="396038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48620-49A5-FCEC-5B62-E3A9D65DEDE7}"/>
              </a:ext>
            </a:extLst>
          </p:cNvPr>
          <p:cNvSpPr txBox="1"/>
          <p:nvPr/>
        </p:nvSpPr>
        <p:spPr>
          <a:xfrm>
            <a:off x="1937967" y="3960384"/>
            <a:ext cx="182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2EA16BB-AE8F-9297-6F5C-B33265C0C034}"/>
              </a:ext>
            </a:extLst>
          </p:cNvPr>
          <p:cNvSpPr txBox="1"/>
          <p:nvPr/>
        </p:nvSpPr>
        <p:spPr>
          <a:xfrm>
            <a:off x="3592029" y="3960384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189D21-B4D6-C750-2933-7CCE76CA61AB}"/>
              </a:ext>
            </a:extLst>
          </p:cNvPr>
          <p:cNvSpPr txBox="1"/>
          <p:nvPr/>
        </p:nvSpPr>
        <p:spPr>
          <a:xfrm>
            <a:off x="713480" y="4285188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FF7245E-80CC-B24E-34BE-90E57CEC5831}"/>
              </a:ext>
            </a:extLst>
          </p:cNvPr>
          <p:cNvSpPr txBox="1"/>
          <p:nvPr/>
        </p:nvSpPr>
        <p:spPr>
          <a:xfrm>
            <a:off x="456131" y="4573499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)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1F99493-0F8E-DC11-F111-7A825C8B58B6}"/>
              </a:ext>
            </a:extLst>
          </p:cNvPr>
          <p:cNvSpPr txBox="1"/>
          <p:nvPr/>
        </p:nvSpPr>
        <p:spPr>
          <a:xfrm>
            <a:off x="560228" y="4578919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26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E021E-AA82-B20E-B7B0-2225605D3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93DD7492-8824-C97C-3EB8-0280B5B28B26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0EFC3E4-9884-8A7A-4634-8BEBB6A9CAC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4468B06-53BE-0AFC-7C5E-60589706134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96DC7E1-FF15-75CF-90AA-879FB659FC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64721AE-7FB8-01FB-B1C2-8A6E7C4BFA5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C7FEA0E-41A4-9269-9DC1-FDBA824BA34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B62DCFD-20F6-F00F-6F24-84F8532AB74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5F52858-C8F7-3D28-377E-35181AE421D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2C0394E-28BB-8DFA-24A9-1562F060949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1CB6E818-CA8B-F26E-B06D-9FFC88EE453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47FFB21-F8FB-1A67-2B7C-46AD9CF3520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DDFCD83-9DCC-DB62-5EB4-8A459CE9D1DD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46BD19C-821D-6DFE-F26D-081331E1902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2BE2EAA-0882-67C9-B7AB-C84DFFB05BB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92437F2-72E6-5618-143E-7AB1C82EF6F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F677C01-5930-CC34-58E0-BEC0AD323A8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A581E78-C996-DB46-9584-5E664E61E86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94753B9-57E9-2530-C44B-12B554BBF47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6F57454-5BBC-1183-32D2-A735842F1365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1E31D12-85DA-A544-46C3-D0D51E8AAEA0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E6D4C0-488D-F382-4994-121C3B23E93A}"/>
              </a:ext>
            </a:extLst>
          </p:cNvPr>
          <p:cNvSpPr txBox="1"/>
          <p:nvPr/>
        </p:nvSpPr>
        <p:spPr>
          <a:xfrm>
            <a:off x="464892" y="1431455"/>
            <a:ext cx="2859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Interface 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 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string;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price: number;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img</a:t>
            </a:r>
            <a:r>
              <a:rPr lang="en-US" dirty="0">
                <a:latin typeface="Berlin Sans FB" panose="020E0602020502020306" pitchFamily="34" charset="0"/>
              </a:rPr>
              <a:t>?: </a:t>
            </a:r>
            <a:r>
              <a:rPr lang="en-US" dirty="0" err="1">
                <a:latin typeface="Berlin Sans FB" panose="020E0602020502020306" pitchFamily="34" charset="0"/>
              </a:rPr>
              <a:t>File|null</a:t>
            </a:r>
            <a:r>
              <a:rPr lang="en-US" dirty="0">
                <a:latin typeface="Berlin Sans FB" panose="020E0602020502020306" pitchFamily="34" charset="0"/>
              </a:rPr>
              <a:t>;</a:t>
            </a:r>
          </a:p>
          <a:p>
            <a:r>
              <a:rPr lang="en-US" dirty="0">
                <a:latin typeface="Berlin Sans FB" panose="020E0602020502020306" pitchFamily="34" charset="0"/>
              </a:rPr>
              <a:t>desc?: string ;</a:t>
            </a:r>
          </a:p>
          <a:p>
            <a:r>
              <a:rPr lang="en-US" dirty="0">
                <a:latin typeface="Berlin Sans FB" panose="020E0602020502020306" pitchFamily="34" charset="0"/>
              </a:rPr>
              <a:t>}  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3399EAA-100D-8BF4-75F0-BFE0BD3BFE53}"/>
              </a:ext>
            </a:extLst>
          </p:cNvPr>
          <p:cNvSpPr txBox="1"/>
          <p:nvPr/>
        </p:nvSpPr>
        <p:spPr>
          <a:xfrm>
            <a:off x="424519" y="31130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42A541E-1896-749C-1B8C-259FDA682765}"/>
              </a:ext>
            </a:extLst>
          </p:cNvPr>
          <p:cNvSpPr txBox="1"/>
          <p:nvPr/>
        </p:nvSpPr>
        <p:spPr>
          <a:xfrm>
            <a:off x="571055" y="3418074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6590B1D-A58B-DBA5-E92B-240C42FED464}"/>
              </a:ext>
            </a:extLst>
          </p:cNvPr>
          <p:cNvSpPr txBox="1"/>
          <p:nvPr/>
        </p:nvSpPr>
        <p:spPr>
          <a:xfrm>
            <a:off x="728053" y="366970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B670C1E-B0E5-5734-9F4A-D7F99BA73FEA}"/>
              </a:ext>
            </a:extLst>
          </p:cNvPr>
          <p:cNvSpPr txBox="1"/>
          <p:nvPr/>
        </p:nvSpPr>
        <p:spPr>
          <a:xfrm>
            <a:off x="938245" y="396038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79D76-1C8F-21B2-41E4-059DDDF68F68}"/>
              </a:ext>
            </a:extLst>
          </p:cNvPr>
          <p:cNvSpPr txBox="1"/>
          <p:nvPr/>
        </p:nvSpPr>
        <p:spPr>
          <a:xfrm>
            <a:off x="1937967" y="3960384"/>
            <a:ext cx="182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10721-B7FF-0B5F-FBBF-1D40EC145850}"/>
              </a:ext>
            </a:extLst>
          </p:cNvPr>
          <p:cNvSpPr txBox="1"/>
          <p:nvPr/>
        </p:nvSpPr>
        <p:spPr>
          <a:xfrm>
            <a:off x="1050417" y="4288284"/>
            <a:ext cx="1641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title=“Product”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1173D0-3AED-D656-74E9-4620880BB56B}"/>
              </a:ext>
            </a:extLst>
          </p:cNvPr>
          <p:cNvSpPr txBox="1"/>
          <p:nvPr/>
        </p:nvSpPr>
        <p:spPr>
          <a:xfrm>
            <a:off x="2565167" y="4321644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5D50A36-719F-EABE-9698-C9BC0EE28AE7}"/>
              </a:ext>
            </a:extLst>
          </p:cNvPr>
          <p:cNvSpPr txBox="1"/>
          <p:nvPr/>
        </p:nvSpPr>
        <p:spPr>
          <a:xfrm>
            <a:off x="759107" y="4587081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CCC217-29E6-5E12-F1AB-BF9290D8E913}"/>
              </a:ext>
            </a:extLst>
          </p:cNvPr>
          <p:cNvGrpSpPr/>
          <p:nvPr/>
        </p:nvGrpSpPr>
        <p:grpSpPr>
          <a:xfrm>
            <a:off x="456131" y="4858637"/>
            <a:ext cx="875705" cy="374752"/>
            <a:chOff x="456131" y="5055282"/>
            <a:chExt cx="875705" cy="37475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9917978-2275-86A7-9AF5-8A728A2FB7CB}"/>
                </a:ext>
              </a:extLst>
            </p:cNvPr>
            <p:cNvSpPr txBox="1"/>
            <p:nvPr/>
          </p:nvSpPr>
          <p:spPr>
            <a:xfrm>
              <a:off x="456131" y="505528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5D68F45-0E10-C7F3-DE9B-068CEAA6414A}"/>
                </a:ext>
              </a:extLst>
            </p:cNvPr>
            <p:cNvSpPr txBox="1"/>
            <p:nvPr/>
          </p:nvSpPr>
          <p:spPr>
            <a:xfrm>
              <a:off x="560228" y="506070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75308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A03FA-C994-57B0-D08F-1B014198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BA29579E-4713-02DE-D348-4755B2D6C7C8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398FEED-7D86-824B-458C-FEA9E2A8E11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2F3D9EF-66F4-4ED6-F276-F96458CFDA38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4CA91FA-476E-BF24-4E51-F8FE2AB586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7EEE9AE-0D04-FF79-36F0-8D54484FFA7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3CC0E7A-E447-77E8-5A8B-9976B41A547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6E6CDF0-27BE-ED06-F1A1-5CB7085ECBF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F6DD63B-4C8F-4F00-AE60-C349967B934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58673B8-68F0-D76B-DB3E-051B4FAADE9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379DA4B-49B6-48D3-265A-8F5188123B1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56764EE-E7AE-8B24-3C71-0BDB7E236C6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FD3B056-185D-3396-3E56-3D7964943A4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9FC2D91-3339-C480-1948-8FBE26C5F46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D7EF408-F44D-E448-C372-F8A13BC005B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9F94F3A-6691-5E3B-537B-B36A641212D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6A6577F-2115-0146-E4C9-DF046A68660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3FF9E60-18B4-1239-9F00-4F1F5234E7A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F944C38-BA98-7741-0FF1-53CF17A20BD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795B2F3-BAB5-45C7-9979-5EEDEADC4AF2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4DAFBA0-2501-B545-97F8-24CF01C563C8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AB82D6-B9C8-3AAA-CDE6-CCABBD9DA5FA}"/>
              </a:ext>
            </a:extLst>
          </p:cNvPr>
          <p:cNvSpPr txBox="1"/>
          <p:nvPr/>
        </p:nvSpPr>
        <p:spPr>
          <a:xfrm>
            <a:off x="464892" y="1431455"/>
            <a:ext cx="2859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Interface 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 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string;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price: number;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img</a:t>
            </a:r>
            <a:r>
              <a:rPr lang="en-US" dirty="0">
                <a:latin typeface="Berlin Sans FB" panose="020E0602020502020306" pitchFamily="34" charset="0"/>
              </a:rPr>
              <a:t>?: </a:t>
            </a:r>
            <a:r>
              <a:rPr lang="en-US" dirty="0" err="1">
                <a:latin typeface="Berlin Sans FB" panose="020E0602020502020306" pitchFamily="34" charset="0"/>
              </a:rPr>
              <a:t>File|null</a:t>
            </a:r>
            <a:r>
              <a:rPr lang="en-US" dirty="0">
                <a:latin typeface="Berlin Sans FB" panose="020E0602020502020306" pitchFamily="34" charset="0"/>
              </a:rPr>
              <a:t>;</a:t>
            </a:r>
          </a:p>
          <a:p>
            <a:r>
              <a:rPr lang="en-US" dirty="0">
                <a:latin typeface="Berlin Sans FB" panose="020E0602020502020306" pitchFamily="34" charset="0"/>
              </a:rPr>
              <a:t>desc?: string ;</a:t>
            </a:r>
          </a:p>
          <a:p>
            <a:r>
              <a:rPr lang="en-US" dirty="0">
                <a:latin typeface="Berlin Sans FB" panose="020E0602020502020306" pitchFamily="34" charset="0"/>
              </a:rPr>
              <a:t>}  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4AD49DB-85C1-8E64-364C-35CF86D25F89}"/>
              </a:ext>
            </a:extLst>
          </p:cNvPr>
          <p:cNvSpPr txBox="1"/>
          <p:nvPr/>
        </p:nvSpPr>
        <p:spPr>
          <a:xfrm>
            <a:off x="424519" y="31130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5045CD-A04F-3207-D2AB-CE50BA40EF19}"/>
              </a:ext>
            </a:extLst>
          </p:cNvPr>
          <p:cNvSpPr txBox="1"/>
          <p:nvPr/>
        </p:nvSpPr>
        <p:spPr>
          <a:xfrm>
            <a:off x="571055" y="3418074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8413619-4813-68BC-E883-D00588EAC1FE}"/>
              </a:ext>
            </a:extLst>
          </p:cNvPr>
          <p:cNvSpPr txBox="1"/>
          <p:nvPr/>
        </p:nvSpPr>
        <p:spPr>
          <a:xfrm>
            <a:off x="728053" y="366970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193B27-9C7C-22D7-CE64-2D4F82D546D6}"/>
              </a:ext>
            </a:extLst>
          </p:cNvPr>
          <p:cNvSpPr txBox="1"/>
          <p:nvPr/>
        </p:nvSpPr>
        <p:spPr>
          <a:xfrm>
            <a:off x="938245" y="396038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F9D35-005B-9468-9F30-5454A412B420}"/>
              </a:ext>
            </a:extLst>
          </p:cNvPr>
          <p:cNvSpPr txBox="1"/>
          <p:nvPr/>
        </p:nvSpPr>
        <p:spPr>
          <a:xfrm>
            <a:off x="1937967" y="3960384"/>
            <a:ext cx="182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98C00-2F5F-4C0B-1009-0DFD92C8CDC0}"/>
              </a:ext>
            </a:extLst>
          </p:cNvPr>
          <p:cNvSpPr txBox="1"/>
          <p:nvPr/>
        </p:nvSpPr>
        <p:spPr>
          <a:xfrm>
            <a:off x="1050417" y="4288284"/>
            <a:ext cx="1641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title=“Product”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2F4AC46-8513-2BAC-5D5D-C8FB97A31DA4}"/>
              </a:ext>
            </a:extLst>
          </p:cNvPr>
          <p:cNvSpPr txBox="1"/>
          <p:nvPr/>
        </p:nvSpPr>
        <p:spPr>
          <a:xfrm>
            <a:off x="759107" y="4862388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A0100-2573-8A37-F41A-6672E668280E}"/>
              </a:ext>
            </a:extLst>
          </p:cNvPr>
          <p:cNvSpPr txBox="1"/>
          <p:nvPr/>
        </p:nvSpPr>
        <p:spPr>
          <a:xfrm>
            <a:off x="1050415" y="4586291"/>
            <a:ext cx="336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=“focus:bg-green-600”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B9724F3-B118-7EBC-3183-6E15E2C6DE92}"/>
              </a:ext>
            </a:extLst>
          </p:cNvPr>
          <p:cNvSpPr txBox="1"/>
          <p:nvPr/>
        </p:nvSpPr>
        <p:spPr>
          <a:xfrm>
            <a:off x="4348928" y="4555062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9E96B4-3574-D002-CFD6-D8577E1E4F31}"/>
              </a:ext>
            </a:extLst>
          </p:cNvPr>
          <p:cNvGrpSpPr/>
          <p:nvPr/>
        </p:nvGrpSpPr>
        <p:grpSpPr>
          <a:xfrm>
            <a:off x="464892" y="5080952"/>
            <a:ext cx="875705" cy="374752"/>
            <a:chOff x="456131" y="5055282"/>
            <a:chExt cx="875705" cy="37475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6699467-E85D-7540-513A-B722CB37A6E6}"/>
                </a:ext>
              </a:extLst>
            </p:cNvPr>
            <p:cNvSpPr txBox="1"/>
            <p:nvPr/>
          </p:nvSpPr>
          <p:spPr>
            <a:xfrm>
              <a:off x="456131" y="505528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0591F9A-AB9A-869E-D8D6-32E2B030F8A2}"/>
                </a:ext>
              </a:extLst>
            </p:cNvPr>
            <p:cNvSpPr txBox="1"/>
            <p:nvPr/>
          </p:nvSpPr>
          <p:spPr>
            <a:xfrm>
              <a:off x="560228" y="506070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1356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9F3E2-66EE-F057-B87A-43697A00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8D02E8C6-36F2-5591-6F71-E8346AFB1C77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8825C3E-33EA-C31E-D541-A6AB61A3068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C02356E-77A3-A008-2A55-B9E4C4C060B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7257632-EA21-D163-B0B1-0DE6FF2F41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5C5EB74-293F-A42F-7FAC-2830BFB7018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47F3293-2141-F936-E28F-CD1FC4AF58B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A38550B-1127-0855-1C90-FCE1B71A8B1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27DA1A4-FA21-A0EA-82CD-47DC4D5B648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29A9D36-8C23-E701-26E5-4971E3F59EA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DED8E81-9A9D-62EF-9385-1E87E78EE93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E5941F2-87C3-0E3C-1BD4-4FFC4957FA3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D66295B-5A6A-FB70-C938-FBF2C2D6160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2113A6E-5832-9763-95A7-F6BD820C45B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B47F4AD-DDF0-DA40-B245-692368D48B0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48DFC59-BAAA-7CD4-3B88-017AE3E56C1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D57D3EC-106C-F251-B34B-A7D82980DB1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DD2B51E-5438-FE7B-F4E6-04ABED9B3A0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D7E154A-C982-7FB9-E8F2-486924A4C5A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3D8C2AE-0C91-31BB-9A24-0D083453E5D3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7B8C07D-090D-1AF2-3607-E3ECB68A92B8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4B6FDD-186A-D1B5-671E-1AD3EAE4F229}"/>
              </a:ext>
            </a:extLst>
          </p:cNvPr>
          <p:cNvSpPr txBox="1"/>
          <p:nvPr/>
        </p:nvSpPr>
        <p:spPr>
          <a:xfrm>
            <a:off x="464892" y="1431455"/>
            <a:ext cx="2859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Interface 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 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string;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price: number;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img</a:t>
            </a:r>
            <a:r>
              <a:rPr lang="en-US" dirty="0">
                <a:latin typeface="Berlin Sans FB" panose="020E0602020502020306" pitchFamily="34" charset="0"/>
              </a:rPr>
              <a:t>?: </a:t>
            </a:r>
            <a:r>
              <a:rPr lang="en-US" dirty="0" err="1">
                <a:latin typeface="Berlin Sans FB" panose="020E0602020502020306" pitchFamily="34" charset="0"/>
              </a:rPr>
              <a:t>File|null</a:t>
            </a:r>
            <a:r>
              <a:rPr lang="en-US" dirty="0">
                <a:latin typeface="Berlin Sans FB" panose="020E0602020502020306" pitchFamily="34" charset="0"/>
              </a:rPr>
              <a:t>;</a:t>
            </a:r>
          </a:p>
          <a:p>
            <a:r>
              <a:rPr lang="en-US" dirty="0">
                <a:latin typeface="Berlin Sans FB" panose="020E0602020502020306" pitchFamily="34" charset="0"/>
              </a:rPr>
              <a:t>desc?: string ;</a:t>
            </a:r>
          </a:p>
          <a:p>
            <a:r>
              <a:rPr lang="en-US" dirty="0">
                <a:latin typeface="Berlin Sans FB" panose="020E0602020502020306" pitchFamily="34" charset="0"/>
              </a:rPr>
              <a:t>}  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76D6EC-E7BE-E1C3-6E9A-C5DA039E3461}"/>
              </a:ext>
            </a:extLst>
          </p:cNvPr>
          <p:cNvSpPr txBox="1"/>
          <p:nvPr/>
        </p:nvSpPr>
        <p:spPr>
          <a:xfrm>
            <a:off x="424519" y="31130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8BEBC8-8CE5-FD2F-A561-450F9AFFD5E2}"/>
              </a:ext>
            </a:extLst>
          </p:cNvPr>
          <p:cNvSpPr txBox="1"/>
          <p:nvPr/>
        </p:nvSpPr>
        <p:spPr>
          <a:xfrm>
            <a:off x="571055" y="3418074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36B75D-CB6D-3ACD-7131-2256035FAEE7}"/>
              </a:ext>
            </a:extLst>
          </p:cNvPr>
          <p:cNvSpPr txBox="1"/>
          <p:nvPr/>
        </p:nvSpPr>
        <p:spPr>
          <a:xfrm>
            <a:off x="728053" y="366970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653B124-269F-5BAC-1DDB-33E84D9B0E52}"/>
              </a:ext>
            </a:extLst>
          </p:cNvPr>
          <p:cNvSpPr txBox="1"/>
          <p:nvPr/>
        </p:nvSpPr>
        <p:spPr>
          <a:xfrm>
            <a:off x="938245" y="396038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16ACC-BEE5-4656-FFF9-5A7B7F3A87F1}"/>
              </a:ext>
            </a:extLst>
          </p:cNvPr>
          <p:cNvSpPr txBox="1"/>
          <p:nvPr/>
        </p:nvSpPr>
        <p:spPr>
          <a:xfrm>
            <a:off x="1937967" y="3960384"/>
            <a:ext cx="182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0E7FA-7C66-6253-878D-595A4DCDA73C}"/>
              </a:ext>
            </a:extLst>
          </p:cNvPr>
          <p:cNvSpPr txBox="1"/>
          <p:nvPr/>
        </p:nvSpPr>
        <p:spPr>
          <a:xfrm>
            <a:off x="1050417" y="4288284"/>
            <a:ext cx="1641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title=“Product”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1BE3B90-76B7-C97C-1CEA-DC531B3A6786}"/>
              </a:ext>
            </a:extLst>
          </p:cNvPr>
          <p:cNvSpPr txBox="1"/>
          <p:nvPr/>
        </p:nvSpPr>
        <p:spPr>
          <a:xfrm>
            <a:off x="638995" y="5494645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30541-F4E7-0FE4-5148-7A29A558BB46}"/>
              </a:ext>
            </a:extLst>
          </p:cNvPr>
          <p:cNvSpPr txBox="1"/>
          <p:nvPr/>
        </p:nvSpPr>
        <p:spPr>
          <a:xfrm>
            <a:off x="1050415" y="4586291"/>
            <a:ext cx="336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=“focus:bg-green-600”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CBB63-82DA-BF63-602F-BD9E2F44B833}"/>
              </a:ext>
            </a:extLst>
          </p:cNvPr>
          <p:cNvSpPr txBox="1"/>
          <p:nvPr/>
        </p:nvSpPr>
        <p:spPr>
          <a:xfrm>
            <a:off x="1060073" y="4880740"/>
            <a:ext cx="111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req={req}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688DFC-A377-CFE3-163D-B9B34641D0D0}"/>
              </a:ext>
            </a:extLst>
          </p:cNvPr>
          <p:cNvSpPr txBox="1"/>
          <p:nvPr/>
        </p:nvSpPr>
        <p:spPr>
          <a:xfrm>
            <a:off x="1063408" y="5194137"/>
            <a:ext cx="1768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80708E-FE2F-BD47-70C4-FC64E36C80F2}"/>
              </a:ext>
            </a:extLst>
          </p:cNvPr>
          <p:cNvSpPr txBox="1"/>
          <p:nvPr/>
        </p:nvSpPr>
        <p:spPr>
          <a:xfrm>
            <a:off x="2720269" y="5194137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E4BE5C-DB21-92ED-4019-BA34817F4925}"/>
              </a:ext>
            </a:extLst>
          </p:cNvPr>
          <p:cNvGrpSpPr/>
          <p:nvPr/>
        </p:nvGrpSpPr>
        <p:grpSpPr>
          <a:xfrm>
            <a:off x="420858" y="5758798"/>
            <a:ext cx="875705" cy="374752"/>
            <a:chOff x="456131" y="5055282"/>
            <a:chExt cx="875705" cy="37475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99D1982-1CE1-ED8F-BAAD-530E0AD5026C}"/>
                </a:ext>
              </a:extLst>
            </p:cNvPr>
            <p:cNvSpPr txBox="1"/>
            <p:nvPr/>
          </p:nvSpPr>
          <p:spPr>
            <a:xfrm>
              <a:off x="456131" y="505528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5309F40-787C-2D1B-AD30-66BFC9056B48}"/>
                </a:ext>
              </a:extLst>
            </p:cNvPr>
            <p:cNvSpPr txBox="1"/>
            <p:nvPr/>
          </p:nvSpPr>
          <p:spPr>
            <a:xfrm>
              <a:off x="560228" y="506070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82669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B7AEA-439E-322F-6D16-A9F67954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827D079-AC4E-8094-FB04-FB7C4C6AA4C7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70474E-9661-AC17-DE43-C3A964D76C1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208CA82-DE60-D1C9-38A2-8ACC149BBDD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2CD5812-63B4-CE24-EFC3-4C9E377455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2B78FAB-4B9D-29DC-D985-DA74B764707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21A5416-A433-3E39-06D1-FDD42826226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C340CF6-F591-0935-9FEA-2C2CC895286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02427A9-067A-DDEF-854D-C1BF081654C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33C36DB-33C4-E58F-19AD-7D9890C0C5B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6DA0477-2ACC-FA2D-AC4D-800BE2AF83D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A48C9F1-DD4E-8F78-F330-9CFE089FFE1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E84EB40-D9A3-546A-EDFE-E423F82844F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2F779A4-FFAF-0587-8180-84A1CA1FC73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6C7FBE0-2C38-0C63-8031-3319FA169A9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8193AE5-FE3E-74BF-952D-16B3B0C82A4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1E95CB5-6FAF-EAD7-E3E0-E0B02B835E7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810D42D-A6DC-0FA3-8D6D-3D4EE180A64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C75E04-71F3-6337-5611-BD2E72CA626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D3A4B46-2D77-174C-5D3B-5CA432F56CD6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DE70F1-9610-935E-E2ED-EC9C8020E5C1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08B3B-7CC2-E5FA-CB36-97C85DBD25AA}"/>
              </a:ext>
            </a:extLst>
          </p:cNvPr>
          <p:cNvSpPr txBox="1"/>
          <p:nvPr/>
        </p:nvSpPr>
        <p:spPr>
          <a:xfrm>
            <a:off x="464892" y="1431455"/>
            <a:ext cx="2859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Interface 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 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string;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price: number;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img</a:t>
            </a:r>
            <a:r>
              <a:rPr lang="en-US" dirty="0">
                <a:latin typeface="Berlin Sans FB" panose="020E0602020502020306" pitchFamily="34" charset="0"/>
              </a:rPr>
              <a:t>?: </a:t>
            </a:r>
            <a:r>
              <a:rPr lang="en-US" dirty="0" err="1">
                <a:latin typeface="Berlin Sans FB" panose="020E0602020502020306" pitchFamily="34" charset="0"/>
              </a:rPr>
              <a:t>File|null</a:t>
            </a:r>
            <a:r>
              <a:rPr lang="en-US" dirty="0">
                <a:latin typeface="Berlin Sans FB" panose="020E0602020502020306" pitchFamily="34" charset="0"/>
              </a:rPr>
              <a:t>;</a:t>
            </a:r>
          </a:p>
          <a:p>
            <a:r>
              <a:rPr lang="en-US" dirty="0">
                <a:latin typeface="Berlin Sans FB" panose="020E0602020502020306" pitchFamily="34" charset="0"/>
              </a:rPr>
              <a:t>desc?: string ;</a:t>
            </a:r>
          </a:p>
          <a:p>
            <a:r>
              <a:rPr lang="en-US" dirty="0">
                <a:latin typeface="Berlin Sans FB" panose="020E0602020502020306" pitchFamily="34" charset="0"/>
              </a:rPr>
              <a:t>}  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8D14D1-196A-A4DF-CB26-AE7F294440AD}"/>
              </a:ext>
            </a:extLst>
          </p:cNvPr>
          <p:cNvSpPr txBox="1"/>
          <p:nvPr/>
        </p:nvSpPr>
        <p:spPr>
          <a:xfrm>
            <a:off x="424519" y="31130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F87C74E-E3DF-416E-6427-83616A275A06}"/>
              </a:ext>
            </a:extLst>
          </p:cNvPr>
          <p:cNvSpPr txBox="1"/>
          <p:nvPr/>
        </p:nvSpPr>
        <p:spPr>
          <a:xfrm>
            <a:off x="571055" y="3418074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A27B646-D272-028C-1E35-998942D087EA}"/>
              </a:ext>
            </a:extLst>
          </p:cNvPr>
          <p:cNvSpPr txBox="1"/>
          <p:nvPr/>
        </p:nvSpPr>
        <p:spPr>
          <a:xfrm>
            <a:off x="728053" y="366970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3ACAE0-F43A-AA43-E62A-A67C4D5FB15F}"/>
              </a:ext>
            </a:extLst>
          </p:cNvPr>
          <p:cNvSpPr txBox="1"/>
          <p:nvPr/>
        </p:nvSpPr>
        <p:spPr>
          <a:xfrm>
            <a:off x="938245" y="396038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B0ACA-4091-D35D-EED4-177BB1AFB496}"/>
              </a:ext>
            </a:extLst>
          </p:cNvPr>
          <p:cNvSpPr txBox="1"/>
          <p:nvPr/>
        </p:nvSpPr>
        <p:spPr>
          <a:xfrm>
            <a:off x="1937967" y="3960384"/>
            <a:ext cx="182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D2C86-F0AE-D093-58A8-8C9201365DF5}"/>
              </a:ext>
            </a:extLst>
          </p:cNvPr>
          <p:cNvSpPr txBox="1"/>
          <p:nvPr/>
        </p:nvSpPr>
        <p:spPr>
          <a:xfrm>
            <a:off x="1050417" y="4288284"/>
            <a:ext cx="1641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title=“Product”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CED73AD-F3CF-6A3F-13BF-844FF8894360}"/>
              </a:ext>
            </a:extLst>
          </p:cNvPr>
          <p:cNvSpPr txBox="1"/>
          <p:nvPr/>
        </p:nvSpPr>
        <p:spPr>
          <a:xfrm>
            <a:off x="530840" y="5859333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F0679-D332-1F0E-F3C9-F1AF88892850}"/>
              </a:ext>
            </a:extLst>
          </p:cNvPr>
          <p:cNvSpPr txBox="1"/>
          <p:nvPr/>
        </p:nvSpPr>
        <p:spPr>
          <a:xfrm>
            <a:off x="1050415" y="4586291"/>
            <a:ext cx="336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=“focus:bg-green-600”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F2FE7-96F7-C79E-1F27-27DF153B8279}"/>
              </a:ext>
            </a:extLst>
          </p:cNvPr>
          <p:cNvSpPr txBox="1"/>
          <p:nvPr/>
        </p:nvSpPr>
        <p:spPr>
          <a:xfrm>
            <a:off x="1060073" y="4880740"/>
            <a:ext cx="111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req={req}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502919-FD87-22C3-0F55-2843D56C816B}"/>
              </a:ext>
            </a:extLst>
          </p:cNvPr>
          <p:cNvSpPr txBox="1"/>
          <p:nvPr/>
        </p:nvSpPr>
        <p:spPr>
          <a:xfrm>
            <a:off x="1063408" y="5194137"/>
            <a:ext cx="1768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F8A19-94B8-E067-424F-B1084CA88A2E}"/>
              </a:ext>
            </a:extLst>
          </p:cNvPr>
          <p:cNvSpPr txBox="1"/>
          <p:nvPr/>
        </p:nvSpPr>
        <p:spPr>
          <a:xfrm>
            <a:off x="1063408" y="5510880"/>
            <a:ext cx="1641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=“name”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6D341E-6319-BC58-12A6-B99079C2369D}"/>
              </a:ext>
            </a:extLst>
          </p:cNvPr>
          <p:cNvSpPr txBox="1"/>
          <p:nvPr/>
        </p:nvSpPr>
        <p:spPr>
          <a:xfrm>
            <a:off x="2692406" y="5516578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A3FEE2-4290-8712-9F25-9A14D5C5D820}"/>
              </a:ext>
            </a:extLst>
          </p:cNvPr>
          <p:cNvGrpSpPr/>
          <p:nvPr/>
        </p:nvGrpSpPr>
        <p:grpSpPr>
          <a:xfrm>
            <a:off x="312703" y="6123486"/>
            <a:ext cx="875705" cy="374752"/>
            <a:chOff x="456131" y="5055282"/>
            <a:chExt cx="875705" cy="37475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15674A9-725E-F89D-9CC5-A9CBF726646C}"/>
                </a:ext>
              </a:extLst>
            </p:cNvPr>
            <p:cNvSpPr txBox="1"/>
            <p:nvPr/>
          </p:nvSpPr>
          <p:spPr>
            <a:xfrm>
              <a:off x="456131" y="505528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4A34710-CA41-C394-BCC1-F2267D6F2BF1}"/>
                </a:ext>
              </a:extLst>
            </p:cNvPr>
            <p:cNvSpPr txBox="1"/>
            <p:nvPr/>
          </p:nvSpPr>
          <p:spPr>
            <a:xfrm>
              <a:off x="560228" y="506070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8134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98D66-3484-5732-1E51-6826C86B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2D1A60B4-4B90-ABAC-FEB2-4181AB92A4AE}"/>
              </a:ext>
            </a:extLst>
          </p:cNvPr>
          <p:cNvGrpSpPr/>
          <p:nvPr/>
        </p:nvGrpSpPr>
        <p:grpSpPr>
          <a:xfrm>
            <a:off x="92488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E35A96C-71D9-5A5B-A305-7D17FE776EF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B2DC68C-05B0-3794-36C3-C19AAD895EC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C657DFC-65FE-A871-2DB7-AEA4604202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A1E1457-D461-C4AF-86AD-A802950C346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773D4B8-F956-9996-2BCD-2D7E709B48B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B0845FF-0A49-B536-8F3F-88394AF7D4E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F76AB83-20CF-0761-F5F9-442F1595988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AA02417-ECF8-2396-A7C9-477CC126147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20F69C2-9434-43C0-EBE5-BDAC9EDDC69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#6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8D7CF745-4E78-E540-D5AC-458E51BE36F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NEXT &amp; TS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D007454-79EF-15A3-B941-F99B5E1496D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EF06A29-FA1A-EF78-D27F-B11EA2C2506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CDDF43A-3EBF-A3C1-1917-F49DB4A7C99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C66EFE0-43DF-3F91-97DD-E5673207A90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BF6D09D-D84F-5906-525C-5399AA1D185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E70E823-3594-BE33-579D-D948A29860B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A5B426F-2F45-42F1-C893-7CF5D60EF68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71B8A36-BC02-D049-35F5-C7C1A0676349}"/>
              </a:ext>
            </a:extLst>
          </p:cNvPr>
          <p:cNvSpPr/>
          <p:nvPr/>
        </p:nvSpPr>
        <p:spPr>
          <a:xfrm>
            <a:off x="281985" y="987006"/>
            <a:ext cx="8176544" cy="5619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B31E247-CF3F-F47E-49BF-47A03AD4D60B}"/>
              </a:ext>
            </a:extLst>
          </p:cNvPr>
          <p:cNvSpPr txBox="1"/>
          <p:nvPr/>
        </p:nvSpPr>
        <p:spPr>
          <a:xfrm>
            <a:off x="424519" y="1075589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r>
              <a:rPr lang="en-US" dirty="0">
                <a:latin typeface="Berlin Sans FB" panose="020E0602020502020306" pitchFamily="34" charset="0"/>
              </a:rPr>
              <a:t> from “@/</a:t>
            </a:r>
            <a:r>
              <a:rPr lang="en-US" dirty="0" err="1">
                <a:latin typeface="Berlin Sans FB" panose="020E0602020502020306" pitchFamily="34" charset="0"/>
              </a:rPr>
              <a:t>src</a:t>
            </a:r>
            <a:r>
              <a:rPr lang="en-US" dirty="0">
                <a:latin typeface="Berlin Sans FB" panose="020E0602020502020306" pitchFamily="34" charset="0"/>
              </a:rPr>
              <a:t>/components”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A70CE-0B56-5054-4396-18CB6CC9FAA3}"/>
              </a:ext>
            </a:extLst>
          </p:cNvPr>
          <p:cNvSpPr txBox="1"/>
          <p:nvPr/>
        </p:nvSpPr>
        <p:spPr>
          <a:xfrm>
            <a:off x="464892" y="1431455"/>
            <a:ext cx="2859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Interface 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 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string;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price: number;</a:t>
            </a:r>
            <a:br>
              <a:rPr lang="en-US" dirty="0"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img</a:t>
            </a:r>
            <a:r>
              <a:rPr lang="en-US" dirty="0">
                <a:latin typeface="Berlin Sans FB" panose="020E0602020502020306" pitchFamily="34" charset="0"/>
              </a:rPr>
              <a:t>?: </a:t>
            </a:r>
            <a:r>
              <a:rPr lang="en-US" dirty="0" err="1">
                <a:latin typeface="Berlin Sans FB" panose="020E0602020502020306" pitchFamily="34" charset="0"/>
              </a:rPr>
              <a:t>File|null</a:t>
            </a:r>
            <a:r>
              <a:rPr lang="en-US" dirty="0">
                <a:latin typeface="Berlin Sans FB" panose="020E0602020502020306" pitchFamily="34" charset="0"/>
              </a:rPr>
              <a:t>;</a:t>
            </a:r>
          </a:p>
          <a:p>
            <a:r>
              <a:rPr lang="en-US" dirty="0">
                <a:latin typeface="Berlin Sans FB" panose="020E0602020502020306" pitchFamily="34" charset="0"/>
              </a:rPr>
              <a:t>desc?: string ;</a:t>
            </a:r>
          </a:p>
          <a:p>
            <a:r>
              <a:rPr lang="en-US" dirty="0">
                <a:latin typeface="Berlin Sans FB" panose="020E0602020502020306" pitchFamily="34" charset="0"/>
              </a:rPr>
              <a:t>}  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973A9C-B111-CA1B-0149-F578D8A2BF2F}"/>
              </a:ext>
            </a:extLst>
          </p:cNvPr>
          <p:cNvSpPr txBox="1"/>
          <p:nvPr/>
        </p:nvSpPr>
        <p:spPr>
          <a:xfrm>
            <a:off x="424519" y="31130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App = () =&gt; {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2E9978A-1F3C-D6D8-F2D9-91D4446CB26F}"/>
              </a:ext>
            </a:extLst>
          </p:cNvPr>
          <p:cNvSpPr txBox="1"/>
          <p:nvPr/>
        </p:nvSpPr>
        <p:spPr>
          <a:xfrm>
            <a:off x="571055" y="3418074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A9C6E86-4E9D-D082-0206-ADA56DC9B34B}"/>
              </a:ext>
            </a:extLst>
          </p:cNvPr>
          <p:cNvSpPr txBox="1"/>
          <p:nvPr/>
        </p:nvSpPr>
        <p:spPr>
          <a:xfrm>
            <a:off x="728053" y="366970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414A969-F2A6-0C18-D074-47C6692A057E}"/>
              </a:ext>
            </a:extLst>
          </p:cNvPr>
          <p:cNvSpPr txBox="1"/>
          <p:nvPr/>
        </p:nvSpPr>
        <p:spPr>
          <a:xfrm>
            <a:off x="938245" y="396038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InputText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B84C5-8C30-0E07-A9AE-AAD62DBA3B84}"/>
              </a:ext>
            </a:extLst>
          </p:cNvPr>
          <p:cNvSpPr txBox="1"/>
          <p:nvPr/>
        </p:nvSpPr>
        <p:spPr>
          <a:xfrm>
            <a:off x="1937967" y="3960384"/>
            <a:ext cx="182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</a:t>
            </a:r>
            <a:r>
              <a:rPr lang="en-US" dirty="0" err="1">
                <a:latin typeface="Berlin Sans FB" panose="020E0602020502020306" pitchFamily="34" charset="0"/>
              </a:rPr>
              <a:t>ProductCreate</a:t>
            </a:r>
            <a:r>
              <a:rPr lang="en-US" dirty="0">
                <a:latin typeface="Berlin Sans FB" panose="020E0602020502020306" pitchFamily="34" charset="0"/>
              </a:rPr>
              <a:t>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38C52-DB10-3487-ABD9-C96370EE3BE6}"/>
              </a:ext>
            </a:extLst>
          </p:cNvPr>
          <p:cNvSpPr txBox="1"/>
          <p:nvPr/>
        </p:nvSpPr>
        <p:spPr>
          <a:xfrm>
            <a:off x="1050417" y="4288284"/>
            <a:ext cx="1641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title=“Product”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B91C64-5D95-3CF5-C826-6C926332FAE8}"/>
              </a:ext>
            </a:extLst>
          </p:cNvPr>
          <p:cNvSpPr txBox="1"/>
          <p:nvPr/>
        </p:nvSpPr>
        <p:spPr>
          <a:xfrm>
            <a:off x="520897" y="5938820"/>
            <a:ext cx="77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&lt;/div&gt;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CB9C7-C767-A368-13B8-746DA64DB27C}"/>
              </a:ext>
            </a:extLst>
          </p:cNvPr>
          <p:cNvSpPr txBox="1"/>
          <p:nvPr/>
        </p:nvSpPr>
        <p:spPr>
          <a:xfrm>
            <a:off x="1050415" y="4586291"/>
            <a:ext cx="336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className</a:t>
            </a:r>
            <a:r>
              <a:rPr lang="en-US" dirty="0">
                <a:latin typeface="Berlin Sans FB" panose="020E0602020502020306" pitchFamily="34" charset="0"/>
              </a:rPr>
              <a:t>=“focus:bg-green-600”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DF8BB-EDC2-2E86-DDF0-509118A04F9A}"/>
              </a:ext>
            </a:extLst>
          </p:cNvPr>
          <p:cNvSpPr txBox="1"/>
          <p:nvPr/>
        </p:nvSpPr>
        <p:spPr>
          <a:xfrm>
            <a:off x="1060073" y="4880740"/>
            <a:ext cx="111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req={req}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A814E-B4A5-4374-552E-2F2160D96B29}"/>
              </a:ext>
            </a:extLst>
          </p:cNvPr>
          <p:cNvSpPr txBox="1"/>
          <p:nvPr/>
        </p:nvSpPr>
        <p:spPr>
          <a:xfrm>
            <a:off x="1063408" y="5194137"/>
            <a:ext cx="1768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={</a:t>
            </a:r>
            <a:r>
              <a:rPr lang="en-US" dirty="0" err="1">
                <a:latin typeface="Berlin Sans FB" panose="020E0602020502020306" pitchFamily="34" charset="0"/>
              </a:rPr>
              <a:t>setReq</a:t>
            </a:r>
            <a:r>
              <a:rPr lang="en-US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E98B7-EC7B-B300-630F-963809662A30}"/>
              </a:ext>
            </a:extLst>
          </p:cNvPr>
          <p:cNvSpPr txBox="1"/>
          <p:nvPr/>
        </p:nvSpPr>
        <p:spPr>
          <a:xfrm>
            <a:off x="1063408" y="5510880"/>
            <a:ext cx="1641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htmlId</a:t>
            </a:r>
            <a:r>
              <a:rPr lang="en-US" dirty="0">
                <a:latin typeface="Berlin Sans FB" panose="020E0602020502020306" pitchFamily="34" charset="0"/>
              </a:rPr>
              <a:t>=“name”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FAF197-5D96-A280-5588-CB1EEFCE0611}"/>
              </a:ext>
            </a:extLst>
          </p:cNvPr>
          <p:cNvSpPr txBox="1"/>
          <p:nvPr/>
        </p:nvSpPr>
        <p:spPr>
          <a:xfrm>
            <a:off x="1049514" y="5782411"/>
            <a:ext cx="336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placeholder=“ex: product-name”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C69796-4B92-0010-3BD1-83150C11B8DA}"/>
              </a:ext>
            </a:extLst>
          </p:cNvPr>
          <p:cNvSpPr txBox="1"/>
          <p:nvPr/>
        </p:nvSpPr>
        <p:spPr>
          <a:xfrm>
            <a:off x="4230978" y="5791600"/>
            <a:ext cx="36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/&gt;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4ADE40-751B-3B1D-1DED-BC3BFD1E27D6}"/>
              </a:ext>
            </a:extLst>
          </p:cNvPr>
          <p:cNvGrpSpPr/>
          <p:nvPr/>
        </p:nvGrpSpPr>
        <p:grpSpPr>
          <a:xfrm>
            <a:off x="312703" y="6123486"/>
            <a:ext cx="875705" cy="374752"/>
            <a:chOff x="456131" y="5055282"/>
            <a:chExt cx="875705" cy="37475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8090986-D18E-039C-C67E-E0B9D1184FD6}"/>
                </a:ext>
              </a:extLst>
            </p:cNvPr>
            <p:cNvSpPr txBox="1"/>
            <p:nvPr/>
          </p:nvSpPr>
          <p:spPr>
            <a:xfrm>
              <a:off x="456131" y="505528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2A8896D-0F1F-8F1B-6D87-4F75FE00238A}"/>
                </a:ext>
              </a:extLst>
            </p:cNvPr>
            <p:cNvSpPr txBox="1"/>
            <p:nvPr/>
          </p:nvSpPr>
          <p:spPr>
            <a:xfrm>
              <a:off x="560228" y="5060702"/>
              <a:ext cx="7716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42886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426FC-5564-70E5-C552-5A266688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62C51-BDAB-15B2-4528-172845F69B88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0899CDB-2F88-B1D8-5310-0D9169E2040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12864A-6868-5FE6-5E78-527B86D622A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64ABA-159E-C260-A749-70EEAF54BA5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832AD6-D263-83AE-98D4-59EA3DD6495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6B5BB66-BC35-098F-2209-936F31D043D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9DAD03-1E39-C6A4-EE59-067A4241475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7AAA-277C-133B-45D5-D8D9FD93BCC9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F9294493-A276-DE8E-8CCC-EE8C2AC4F1E3}"/>
                  </a:ext>
                </a:extLst>
              </p:cNvPr>
              <p:cNvSpPr/>
              <p:nvPr/>
            </p:nvSpPr>
            <p:spPr>
              <a:xfrm>
                <a:off x="181513" y="1918114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C320EC2-78A1-8C77-23A8-D345319B1F90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40597B0C-F3D2-39AF-463D-9CF8A15E9E10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5531168D-D1EE-004B-F77F-B19530EF8D4D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4BFC5152-EBFA-BF1D-2C21-42967283F751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15541BEE-87FE-282B-F7A5-D5DFEEA04AB8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D9A9AB52-3325-6085-B607-C696468ACD07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71E94DAE-F1ED-B1E4-546E-432C881DBA0D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B0E2781E-419C-6FEF-BFE9-45D70F270856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E13B106D-3854-6E89-C763-8F1A18181CB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#6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0AEF68F7-B335-CA49-7DB6-427BA9D2F789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Next &amp; 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557710" y="213899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</p:spTree>
    <p:extLst>
      <p:ext uri="{BB962C8B-B14F-4D97-AF65-F5344CB8AC3E}">
        <p14:creationId xmlns:p14="http://schemas.microsoft.com/office/powerpoint/2010/main" val="112880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7093</Words>
  <Application>Microsoft Office PowerPoint</Application>
  <PresentationFormat>Widescreen</PresentationFormat>
  <Paragraphs>2254</Paragraphs>
  <Slides>58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Arial</vt:lpstr>
      <vt:lpstr>Bahnschrift</vt:lpstr>
      <vt:lpstr>Berlin Sans FB</vt:lpstr>
      <vt:lpstr>Berlin Sans FB Demi</vt:lpstr>
      <vt:lpstr>Calibri</vt:lpstr>
      <vt:lpstr>Calibri Light</vt:lpstr>
      <vt:lpstr>Copperplate Gothic Bold</vt:lpstr>
      <vt:lpstr>Eras Bold ITC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182</cp:revision>
  <dcterms:created xsi:type="dcterms:W3CDTF">2025-11-04T03:39:38Z</dcterms:created>
  <dcterms:modified xsi:type="dcterms:W3CDTF">2026-03-19T15:47:09Z</dcterms:modified>
</cp:coreProperties>
</file>